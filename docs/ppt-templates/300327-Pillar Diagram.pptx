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66" r:id="rId2"/>
    <p:sldId id="258" r:id="rId3"/>
    <p:sldId id="264" r:id="rId4"/>
    <p:sldId id="260" r:id="rId5"/>
    <p:sldId id="265" r:id="rId6"/>
    <p:sldId id="263" r:id="rId7"/>
    <p:sldId id="267" r:id="rId8"/>
    <p:sldId id="268" r:id="rId9"/>
    <p:sldId id="269" r:id="rId10"/>
    <p:sldId id="270" r:id="rId11"/>
    <p:sldId id="301" r:id="rId12"/>
    <p:sldId id="1049" r:id="rId13"/>
    <p:sldId id="1050" r:id="rId14"/>
    <p:sldId id="1044" r:id="rId15"/>
    <p:sldId id="1045" r:id="rId16"/>
    <p:sldId id="104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5" d="100"/>
          <a:sy n="85" d="100"/>
        </p:scale>
        <p:origin x="7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65CDF-9F0B-4A2B-96BB-361E0D787FDE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4B56D-FFC7-4061-B316-D31F5273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8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4" name="Google Shape;2854;g13b5c19b354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5" name="Google Shape;2855;g13b5c19b354_0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0680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79938-8DFA-3AD0-7EBC-FAE498AF1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D0484B-E934-C399-F59A-F431255B5A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4DD50-354E-7D86-9B5E-F5F536F9A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6F03A-33D0-24F2-A536-4114F63DE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7529A-B4B2-9B51-A423-380DA36B4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45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EE9D8-2D8C-5535-B70A-C412F0D04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84BDD-EAF8-E2C3-1FA7-8C9E962C7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6E00E1-4251-0CC3-7CEA-08B897E0B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BA26C-936F-FD5D-2862-D319DBDBD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C355C9-3DE3-F466-9F35-52ABFEC8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6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5209E-5B4B-28A2-609C-53C0E11C4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F745BD-63E6-059B-8438-40CF1B50F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78E60-BF79-27EF-5DFB-E60242D52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1F022-0C66-3FE6-085F-8FE6CEB8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DB7F2-22CE-60FB-6A0A-B0654B62E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8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8AF8C-B2DE-AFF6-F37D-262DE2F10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1389-C60E-E9D3-B95B-CA65A7B3F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DB32B-8047-6519-41E4-DF166A4624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A154D-CEC0-7298-CED8-9AA2AEE2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68775-3A29-7E52-567B-6D8EA7AB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52BE9-B376-D3A7-E9CE-E5E8BA9B8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38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D8F2C-008B-D1D4-B61A-2FDF5287A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2BFE5-9EB3-7E51-F6E8-9235DA5C8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117C9-44BB-6B4A-4372-C61CE59413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A5DD40-E845-59ED-362D-525C3B91B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88B01D-B32C-444E-EAF4-DDBC28E9C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8B7F5A-D131-198C-B915-3DEFB25EF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82BDD-9436-255C-0B5B-DAE6CA29B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AE1901-B815-0DB9-6AFD-CC393D62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13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D43F5-AECA-2B22-88E3-190E47E8D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BA2B63-6DF2-70C2-AF9D-A4CD92184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C8A4F-846D-904A-99DD-D93D3CC9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4B189F-E7EF-70BC-7994-66CF1506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7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FBE0D-E733-92C4-C015-2A445C3E4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11522E-6C4E-B579-F6A6-F07F66172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0E5C84-2F86-D591-C50A-D48E14305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89C915-6F98-C5E0-294B-5BAD261DBF9F}"/>
              </a:ext>
            </a:extLst>
          </p:cNvPr>
          <p:cNvSpPr txBox="1"/>
          <p:nvPr userDrawn="1"/>
        </p:nvSpPr>
        <p:spPr>
          <a:xfrm>
            <a:off x="0" y="588578"/>
            <a:ext cx="1219199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ora" pitchFamily="2" charset="0"/>
              </a:rPr>
              <a:t>Pillar Diagram</a:t>
            </a:r>
          </a:p>
        </p:txBody>
      </p:sp>
    </p:spTree>
    <p:extLst>
      <p:ext uri="{BB962C8B-B14F-4D97-AF65-F5344CB8AC3E}">
        <p14:creationId xmlns:p14="http://schemas.microsoft.com/office/powerpoint/2010/main" val="2168418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C7B2F-294A-1E95-1AEC-93967874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8B8DB-A363-1240-6C81-3DABA78F9C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6724E-A6AE-A895-71F1-74E546AD5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9CCCC-328D-7C00-2CA6-E26A92198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620977-CD37-23ED-1CA6-790BA706F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56CCD-28AE-B1F1-2121-317748A7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71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AA019-0C1C-9F17-A051-3F696763F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A44170-518A-3853-0AF2-8FC6F59FC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5F193-EDA3-07A3-2F43-809AD55A2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55A017-8E73-3206-8695-92C91B40A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D41D7-A7CD-440E-EE96-7AAF905EA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C1F8DD-36B2-BB26-8091-72535A763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37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755F6-A13F-C9FC-0FD7-337965ABA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DC72A-B87C-6AD9-85C1-170687465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C618E-C1E2-4628-BB41-F70963530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21829-930F-AF18-17FE-54B76A80E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35F3BF-0F88-2439-0910-3E0F9A2E1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2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C62FB2-8F45-441E-948E-3E27AA704B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3770B-5FB7-496E-E617-039ADB316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39D0D-228C-B60D-D364-76A3D967E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7EC3F-EE04-F276-790E-17C36B53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EEC5D-1FDD-58E3-20F1-70C41BD1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76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6556B7-BE6D-11D7-AC53-96F48B939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8794A-8D98-8C0A-A02D-D1A5E5F22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AD4A9-46EB-1914-DAB7-F1501FB48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5A3819-368E-4F2C-95EF-5915F34E5D7A}" type="datetimeFigureOut">
              <a:rPr lang="en-US" smtClean="0"/>
              <a:t>2/27/2023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54425-03BD-F9D5-24B5-D1F439CA85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90191F-3157-5517-B003-A1D0FBD39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8B23F9-B6E7-40A1-A211-3669E53BB6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043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lideegg.tawk.help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egg.com/tips-and-tricks-powerpoint-templates" TargetMode="External"/><Relationship Id="rId2" Type="http://schemas.openxmlformats.org/officeDocument/2006/relationships/hyperlink" Target="https://www.slideegg.com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lideegg.tawk.help/" TargetMode="Externa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hyperlink" Target="https://www.slideegg.com/redesign" TargetMode="External"/><Relationship Id="rId3" Type="http://schemas.openxmlformats.org/officeDocument/2006/relationships/hyperlink" Target="https://www.facebook.com/SlideEgg" TargetMode="External"/><Relationship Id="rId7" Type="http://schemas.openxmlformats.org/officeDocument/2006/relationships/hyperlink" Target="https://www.youtube.com/channel/UCKevbriFTbpu-nd4NBafPEg" TargetMode="External"/><Relationship Id="rId12" Type="http://schemas.openxmlformats.org/officeDocument/2006/relationships/image" Target="../media/image5.png"/><Relationship Id="rId2" Type="http://schemas.openxmlformats.org/officeDocument/2006/relationships/hyperlink" Target="http://www.slideegg.com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png"/><Relationship Id="rId11" Type="http://schemas.openxmlformats.org/officeDocument/2006/relationships/hyperlink" Target="https://www.instagram.com/slide_egg/" TargetMode="External"/><Relationship Id="rId5" Type="http://schemas.openxmlformats.org/officeDocument/2006/relationships/hyperlink" Target="https://www.instagram.com/egg_slide/" TargetMode="Externa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hyperlink" Target="https://twitter.com/egg_slid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DAD011DB-3C9C-A405-0ABB-D69EEE044903}"/>
              </a:ext>
            </a:extLst>
          </p:cNvPr>
          <p:cNvGrpSpPr/>
          <p:nvPr/>
        </p:nvGrpSpPr>
        <p:grpSpPr>
          <a:xfrm>
            <a:off x="254704" y="898722"/>
            <a:ext cx="11682592" cy="5060556"/>
            <a:chOff x="509408" y="1554889"/>
            <a:chExt cx="11682592" cy="506055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53F4850-8CC6-1FB2-0032-D7B965AC1A82}"/>
                </a:ext>
              </a:extLst>
            </p:cNvPr>
            <p:cNvGrpSpPr/>
            <p:nvPr/>
          </p:nvGrpSpPr>
          <p:grpSpPr>
            <a:xfrm>
              <a:off x="4934725" y="1554889"/>
              <a:ext cx="7257275" cy="5060556"/>
              <a:chOff x="2429759" y="942265"/>
              <a:chExt cx="7257275" cy="506055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CB3AA725-E1D6-5031-50E9-2EB8ECACBC2A}"/>
                  </a:ext>
                </a:extLst>
              </p:cNvPr>
              <p:cNvGrpSpPr/>
              <p:nvPr/>
            </p:nvGrpSpPr>
            <p:grpSpPr>
              <a:xfrm>
                <a:off x="7337910" y="2324022"/>
                <a:ext cx="2267666" cy="3270334"/>
                <a:chOff x="6144151" y="2280479"/>
                <a:chExt cx="2267666" cy="3270334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D19B4431-8794-AA5E-E20F-B6E9C29E1D80}"/>
                    </a:ext>
                  </a:extLst>
                </p:cNvPr>
                <p:cNvGrpSpPr/>
                <p:nvPr/>
              </p:nvGrpSpPr>
              <p:grpSpPr>
                <a:xfrm>
                  <a:off x="6144151" y="2280479"/>
                  <a:ext cx="2267666" cy="3109242"/>
                  <a:chOff x="6144151" y="2280479"/>
                  <a:chExt cx="2267666" cy="3109242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D62AC9BF-9F3F-BCA7-5075-7C95A15AEE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183758" y="2806078"/>
                    <a:ext cx="2188450" cy="2583643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 sz="1400">
                      <a:solidFill>
                        <a:schemeClr val="bg1"/>
                      </a:solidFill>
                      <a:latin typeface="Lora" pitchFamily="2" charset="0"/>
                    </a:endParaRPr>
                  </a:p>
                </p:txBody>
              </p:sp>
              <p:sp>
                <p:nvSpPr>
                  <p:cNvPr id="28" name="Rectangle: Top Corners Rounded 27">
                    <a:extLst>
                      <a:ext uri="{FF2B5EF4-FFF2-40B4-BE49-F238E27FC236}">
                        <a16:creationId xmlns:a16="http://schemas.microsoft.com/office/drawing/2014/main" id="{16669497-EAE2-4CAB-D64D-1C8F2CAF73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144151" y="2280479"/>
                    <a:ext cx="2267666" cy="468901"/>
                  </a:xfrm>
                  <a:prstGeom prst="round2SameRect">
                    <a:avLst/>
                  </a:prstGeom>
                  <a:solidFill>
                    <a:schemeClr val="accent3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 sz="1400" dirty="0">
                      <a:solidFill>
                        <a:schemeClr val="bg1"/>
                      </a:solidFill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26" name="Rectangle: Rounded Corners 25">
                  <a:extLst>
                    <a:ext uri="{FF2B5EF4-FFF2-40B4-BE49-F238E27FC236}">
                      <a16:creationId xmlns:a16="http://schemas.microsoft.com/office/drawing/2014/main" id="{9BFA0E07-7DE9-E853-1AE5-A3844E9C2D3A}"/>
                    </a:ext>
                  </a:extLst>
                </p:cNvPr>
                <p:cNvSpPr/>
                <p:nvPr/>
              </p:nvSpPr>
              <p:spPr bwMode="auto">
                <a:xfrm>
                  <a:off x="6144151" y="5446419"/>
                  <a:ext cx="2267666" cy="104394"/>
                </a:xfrm>
                <a:prstGeom prst="roundRect">
                  <a:avLst/>
                </a:pr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400">
                    <a:solidFill>
                      <a:schemeClr val="bg1"/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441F7280-1F8B-4D21-0928-37F6851338A5}"/>
                  </a:ext>
                </a:extLst>
              </p:cNvPr>
              <p:cNvGrpSpPr/>
              <p:nvPr/>
            </p:nvGrpSpPr>
            <p:grpSpPr>
              <a:xfrm>
                <a:off x="4995217" y="2324022"/>
                <a:ext cx="2267666" cy="3270334"/>
                <a:chOff x="3801458" y="2280479"/>
                <a:chExt cx="2267666" cy="3270334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AD9563C3-D3B9-BDF4-B670-B96E5D172B8E}"/>
                    </a:ext>
                  </a:extLst>
                </p:cNvPr>
                <p:cNvGrpSpPr/>
                <p:nvPr/>
              </p:nvGrpSpPr>
              <p:grpSpPr>
                <a:xfrm>
                  <a:off x="3801458" y="2280479"/>
                  <a:ext cx="2267666" cy="3109242"/>
                  <a:chOff x="3801458" y="2280479"/>
                  <a:chExt cx="2267666" cy="3109242"/>
                </a:xfrm>
              </p:grpSpPr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A8ECA61C-96CB-2664-2DE3-457F36636D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41065" y="2806078"/>
                    <a:ext cx="2188450" cy="258364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 sz="1400">
                      <a:solidFill>
                        <a:schemeClr val="bg1"/>
                      </a:solidFill>
                      <a:latin typeface="Lora" pitchFamily="2" charset="0"/>
                    </a:endParaRPr>
                  </a:p>
                </p:txBody>
              </p:sp>
              <p:sp>
                <p:nvSpPr>
                  <p:cNvPr id="24" name="Rectangle: Top Corners Rounded 23">
                    <a:extLst>
                      <a:ext uri="{FF2B5EF4-FFF2-40B4-BE49-F238E27FC236}">
                        <a16:creationId xmlns:a16="http://schemas.microsoft.com/office/drawing/2014/main" id="{969909D8-CE05-B4B5-87DF-62BE40BF23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01458" y="2280479"/>
                    <a:ext cx="2267666" cy="468901"/>
                  </a:xfrm>
                  <a:prstGeom prst="round2SameRect">
                    <a:avLst/>
                  </a:prstGeom>
                  <a:solidFill>
                    <a:schemeClr val="accent2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 sz="1400">
                      <a:solidFill>
                        <a:schemeClr val="bg1"/>
                      </a:solidFill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34E056C9-CE70-50C2-320D-303C23FB093A}"/>
                    </a:ext>
                  </a:extLst>
                </p:cNvPr>
                <p:cNvSpPr/>
                <p:nvPr/>
              </p:nvSpPr>
              <p:spPr bwMode="auto">
                <a:xfrm>
                  <a:off x="3801458" y="5446419"/>
                  <a:ext cx="2267666" cy="104394"/>
                </a:xfrm>
                <a:prstGeom prst="round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400">
                    <a:solidFill>
                      <a:schemeClr val="bg1"/>
                    </a:solidFill>
                    <a:latin typeface="Lora" pitchFamily="2" charset="0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F95B6BC2-95D5-CD71-30AE-37E54A566512}"/>
                  </a:ext>
                </a:extLst>
              </p:cNvPr>
              <p:cNvGrpSpPr/>
              <p:nvPr/>
            </p:nvGrpSpPr>
            <p:grpSpPr>
              <a:xfrm>
                <a:off x="2652524" y="2324022"/>
                <a:ext cx="2267666" cy="3270334"/>
                <a:chOff x="1458765" y="2280479"/>
                <a:chExt cx="2267666" cy="3270334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0108C2BC-0488-1C88-CD4B-1F48F2B97453}"/>
                    </a:ext>
                  </a:extLst>
                </p:cNvPr>
                <p:cNvGrpSpPr/>
                <p:nvPr/>
              </p:nvGrpSpPr>
              <p:grpSpPr>
                <a:xfrm>
                  <a:off x="1458765" y="2280479"/>
                  <a:ext cx="2267666" cy="3109242"/>
                  <a:chOff x="1458765" y="2280479"/>
                  <a:chExt cx="2267666" cy="3109242"/>
                </a:xfrm>
              </p:grpSpPr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686B5F99-BC60-5206-0650-122373FDAB2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98372" y="2806078"/>
                    <a:ext cx="2188450" cy="2583643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 sz="1400">
                      <a:solidFill>
                        <a:schemeClr val="bg1"/>
                      </a:solidFill>
                      <a:latin typeface="Lora" pitchFamily="2" charset="0"/>
                    </a:endParaRPr>
                  </a:p>
                </p:txBody>
              </p:sp>
              <p:sp>
                <p:nvSpPr>
                  <p:cNvPr id="20" name="Rectangle: Top Corners Rounded 19">
                    <a:extLst>
                      <a:ext uri="{FF2B5EF4-FFF2-40B4-BE49-F238E27FC236}">
                        <a16:creationId xmlns:a16="http://schemas.microsoft.com/office/drawing/2014/main" id="{6FC35EC1-1801-2FA5-32C1-4A89D131E9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58765" y="2280479"/>
                    <a:ext cx="2267666" cy="468901"/>
                  </a:xfrm>
                  <a:prstGeom prst="round2SameRect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/>
                    <a:endParaRPr lang="en-US" sz="1400">
                      <a:solidFill>
                        <a:schemeClr val="bg1"/>
                      </a:solidFill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18" name="Rectangle: Rounded Corners 17">
                  <a:extLst>
                    <a:ext uri="{FF2B5EF4-FFF2-40B4-BE49-F238E27FC236}">
                      <a16:creationId xmlns:a16="http://schemas.microsoft.com/office/drawing/2014/main" id="{BF2C8786-F37A-8D0E-B4CD-F7747187730A}"/>
                    </a:ext>
                  </a:extLst>
                </p:cNvPr>
                <p:cNvSpPr/>
                <p:nvPr/>
              </p:nvSpPr>
              <p:spPr bwMode="auto">
                <a:xfrm>
                  <a:off x="1458765" y="5446419"/>
                  <a:ext cx="2267666" cy="104394"/>
                </a:xfrm>
                <a:prstGeom prst="round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US" sz="1400">
                    <a:solidFill>
                      <a:schemeClr val="bg1"/>
                    </a:solidFill>
                    <a:latin typeface="Lora" pitchFamily="2" charset="0"/>
                  </a:endParaRPr>
                </a:p>
              </p:txBody>
            </p:sp>
          </p:grpSp>
          <p:sp>
            <p:nvSpPr>
              <p:cNvPr id="6" name="Isosceles Triangle 5">
                <a:extLst>
                  <a:ext uri="{FF2B5EF4-FFF2-40B4-BE49-F238E27FC236}">
                    <a16:creationId xmlns:a16="http://schemas.microsoft.com/office/drawing/2014/main" id="{D163E43D-70C9-617F-F4A4-F9459A920BD4}"/>
                  </a:ext>
                </a:extLst>
              </p:cNvPr>
              <p:cNvSpPr/>
              <p:nvPr/>
            </p:nvSpPr>
            <p:spPr bwMode="auto">
              <a:xfrm>
                <a:off x="2451034" y="942265"/>
                <a:ext cx="7229570" cy="1083419"/>
              </a:xfrm>
              <a:prstGeom prst="triangl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latin typeface="Lora" pitchFamily="2" charset="0"/>
                </a:endParaRPr>
              </a:p>
            </p:txBody>
          </p:sp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917B4600-7823-730A-CF9B-0B7EC41834E8}"/>
                  </a:ext>
                </a:extLst>
              </p:cNvPr>
              <p:cNvSpPr/>
              <p:nvPr/>
            </p:nvSpPr>
            <p:spPr bwMode="auto">
              <a:xfrm>
                <a:off x="2451034" y="5837465"/>
                <a:ext cx="7236000" cy="165356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23CADC0-9A1B-FAC7-BC1B-4F5DE76C08CC}"/>
                  </a:ext>
                </a:extLst>
              </p:cNvPr>
              <p:cNvSpPr txBox="1"/>
              <p:nvPr/>
            </p:nvSpPr>
            <p:spPr>
              <a:xfrm>
                <a:off x="2758606" y="3125780"/>
                <a:ext cx="2055501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 Non Laoreet Odio. Fusce Lobortis Porttitor Purus, Vel Vestibulum Libero Pharetra Vel. Pellentesque Lorem Augue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24FA961-2B04-DA0B-262C-4F48EDCE0C68}"/>
                  </a:ext>
                </a:extLst>
              </p:cNvPr>
              <p:cNvSpPr txBox="1"/>
              <p:nvPr/>
            </p:nvSpPr>
            <p:spPr>
              <a:xfrm>
                <a:off x="3272079" y="2389195"/>
                <a:ext cx="102855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  <a:latin typeface="Lora" pitchFamily="2" charset="0"/>
                  </a:rPr>
                  <a:t>STEP 01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C42DCA-B687-3F89-D387-4316BE7FA2B9}"/>
                  </a:ext>
                </a:extLst>
              </p:cNvPr>
              <p:cNvSpPr txBox="1"/>
              <p:nvPr/>
            </p:nvSpPr>
            <p:spPr>
              <a:xfrm>
                <a:off x="5114522" y="3125780"/>
                <a:ext cx="2029053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 Non Laoreet Odio. Fusce Lobortis Porttitor Purus, Vel Vestibulum Libero Pharetra Vel. Pellentesque Lorem Augue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48E88A5-39A5-AE40-B07D-A247FDDB653A}"/>
                  </a:ext>
                </a:extLst>
              </p:cNvPr>
              <p:cNvSpPr txBox="1"/>
              <p:nvPr/>
            </p:nvSpPr>
            <p:spPr>
              <a:xfrm>
                <a:off x="5614772" y="2389195"/>
                <a:ext cx="102855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  <a:latin typeface="Lora" pitchFamily="2" charset="0"/>
                  </a:rPr>
                  <a:t>STEP 02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9C6B791-9E19-5FB1-13B9-0DD11AEBC842}"/>
                  </a:ext>
                </a:extLst>
              </p:cNvPr>
              <p:cNvSpPr txBox="1"/>
              <p:nvPr/>
            </p:nvSpPr>
            <p:spPr>
              <a:xfrm>
                <a:off x="7377518" y="3125780"/>
                <a:ext cx="2188448" cy="16004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4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 Non Laoreet Odio. Fusce Lobortis Porttitor Purus, Vel Vestibulum Libero Pharetra Vel. Pellentesque Lorem Augue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4BF03D0-D52F-A36C-C725-9BECBCAAE0BF}"/>
                  </a:ext>
                </a:extLst>
              </p:cNvPr>
              <p:cNvSpPr txBox="1"/>
              <p:nvPr/>
            </p:nvSpPr>
            <p:spPr>
              <a:xfrm>
                <a:off x="7957465" y="2389195"/>
                <a:ext cx="102855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  <a:latin typeface="Lora" pitchFamily="2" charset="0"/>
                  </a:rPr>
                  <a:t>STEP 03</a:t>
                </a:r>
              </a:p>
            </p:txBody>
          </p:sp>
          <p:sp>
            <p:nvSpPr>
              <p:cNvPr id="14" name="Rectangle: Rounded Corners 13">
                <a:extLst>
                  <a:ext uri="{FF2B5EF4-FFF2-40B4-BE49-F238E27FC236}">
                    <a16:creationId xmlns:a16="http://schemas.microsoft.com/office/drawing/2014/main" id="{632A6198-E73C-B63B-B63F-7748F758CE20}"/>
                  </a:ext>
                </a:extLst>
              </p:cNvPr>
              <p:cNvSpPr/>
              <p:nvPr/>
            </p:nvSpPr>
            <p:spPr bwMode="auto">
              <a:xfrm>
                <a:off x="2652526" y="5628971"/>
                <a:ext cx="6948000" cy="166227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  <p:sp>
            <p:nvSpPr>
              <p:cNvPr id="15" name="Rectangle: Rounded Corners 14">
                <a:extLst>
                  <a:ext uri="{FF2B5EF4-FFF2-40B4-BE49-F238E27FC236}">
                    <a16:creationId xmlns:a16="http://schemas.microsoft.com/office/drawing/2014/main" id="{E9BA4BB8-4896-7E02-7FB2-F6970A0F1E31}"/>
                  </a:ext>
                </a:extLst>
              </p:cNvPr>
              <p:cNvSpPr/>
              <p:nvPr/>
            </p:nvSpPr>
            <p:spPr bwMode="auto">
              <a:xfrm>
                <a:off x="2429759" y="2103718"/>
                <a:ext cx="7236000" cy="165356"/>
              </a:xfrm>
              <a:prstGeom prst="round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sz="1400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26CFE152-8EF9-F0DF-7BF8-0A3002DEAAA2}"/>
                  </a:ext>
                </a:extLst>
              </p:cNvPr>
              <p:cNvSpPr/>
              <p:nvPr/>
            </p:nvSpPr>
            <p:spPr>
              <a:xfrm>
                <a:off x="5604196" y="1098538"/>
                <a:ext cx="925884" cy="770873"/>
              </a:xfrm>
              <a:custGeom>
                <a:avLst/>
                <a:gdLst>
                  <a:gd name="connsiteX0" fmla="*/ 788810 w 2468016"/>
                  <a:gd name="connsiteY0" fmla="*/ 1946157 h 2054821"/>
                  <a:gd name="connsiteX1" fmla="*/ 1683588 w 2468016"/>
                  <a:gd name="connsiteY1" fmla="*/ 1946157 h 2054821"/>
                  <a:gd name="connsiteX2" fmla="*/ 788810 w 2468016"/>
                  <a:gd name="connsiteY2" fmla="*/ 1946157 h 2054821"/>
                  <a:gd name="connsiteX3" fmla="*/ 1233294 w 2468016"/>
                  <a:gd name="connsiteY3" fmla="*/ 1656430 h 2054821"/>
                  <a:gd name="connsiteX4" fmla="*/ 1880377 w 2468016"/>
                  <a:gd name="connsiteY4" fmla="*/ 1666122 h 2054821"/>
                  <a:gd name="connsiteX5" fmla="*/ 1889902 w 2468016"/>
                  <a:gd name="connsiteY5" fmla="*/ 1729178 h 2054821"/>
                  <a:gd name="connsiteX6" fmla="*/ 1941810 w 2468016"/>
                  <a:gd name="connsiteY6" fmla="*/ 1732511 h 2054821"/>
                  <a:gd name="connsiteX7" fmla="*/ 1976864 w 2468016"/>
                  <a:gd name="connsiteY7" fmla="*/ 1767373 h 2054821"/>
                  <a:gd name="connsiteX8" fmla="*/ 1976864 w 2468016"/>
                  <a:gd name="connsiteY8" fmla="*/ 1853098 h 2054821"/>
                  <a:gd name="connsiteX9" fmla="*/ 1945717 w 2468016"/>
                  <a:gd name="connsiteY9" fmla="*/ 1886054 h 2054821"/>
                  <a:gd name="connsiteX10" fmla="*/ 1912472 w 2468016"/>
                  <a:gd name="connsiteY10" fmla="*/ 1886054 h 2054821"/>
                  <a:gd name="connsiteX11" fmla="*/ 565638 w 2468016"/>
                  <a:gd name="connsiteY11" fmla="*/ 1886054 h 2054821"/>
                  <a:gd name="connsiteX12" fmla="*/ 527538 w 2468016"/>
                  <a:gd name="connsiteY12" fmla="*/ 1886054 h 2054821"/>
                  <a:gd name="connsiteX13" fmla="*/ 498298 w 2468016"/>
                  <a:gd name="connsiteY13" fmla="*/ 1856527 h 2054821"/>
                  <a:gd name="connsiteX14" fmla="*/ 498298 w 2468016"/>
                  <a:gd name="connsiteY14" fmla="*/ 1738798 h 2054821"/>
                  <a:gd name="connsiteX15" fmla="*/ 581544 w 2468016"/>
                  <a:gd name="connsiteY15" fmla="*/ 1727844 h 2054821"/>
                  <a:gd name="connsiteX16" fmla="*/ 590497 w 2468016"/>
                  <a:gd name="connsiteY16" fmla="*/ 1667742 h 2054821"/>
                  <a:gd name="connsiteX17" fmla="*/ 1233294 w 2468016"/>
                  <a:gd name="connsiteY17" fmla="*/ 1656430 h 2054821"/>
                  <a:gd name="connsiteX18" fmla="*/ 2105735 w 2468016"/>
                  <a:gd name="connsiteY18" fmla="*/ 1350082 h 2054821"/>
                  <a:gd name="connsiteX19" fmla="*/ 2201938 w 2468016"/>
                  <a:gd name="connsiteY19" fmla="*/ 1374467 h 2054821"/>
                  <a:gd name="connsiteX20" fmla="*/ 2018107 w 2468016"/>
                  <a:gd name="connsiteY20" fmla="*/ 1694507 h 2054821"/>
                  <a:gd name="connsiteX21" fmla="*/ 1944954 w 2468016"/>
                  <a:gd name="connsiteY21" fmla="*/ 1670694 h 2054821"/>
                  <a:gd name="connsiteX22" fmla="*/ 1934382 w 2468016"/>
                  <a:gd name="connsiteY22" fmla="*/ 1639547 h 2054821"/>
                  <a:gd name="connsiteX23" fmla="*/ 260554 w 2468016"/>
                  <a:gd name="connsiteY23" fmla="*/ 1130627 h 2054821"/>
                  <a:gd name="connsiteX24" fmla="*/ 338945 w 2468016"/>
                  <a:gd name="connsiteY24" fmla="*/ 1230544 h 2054821"/>
                  <a:gd name="connsiteX25" fmla="*/ 518110 w 2468016"/>
                  <a:gd name="connsiteY25" fmla="*/ 1598400 h 2054821"/>
                  <a:gd name="connsiteX26" fmla="*/ 525538 w 2468016"/>
                  <a:gd name="connsiteY26" fmla="*/ 1671076 h 2054821"/>
                  <a:gd name="connsiteX27" fmla="*/ 456100 w 2468016"/>
                  <a:gd name="connsiteY27" fmla="*/ 1694221 h 2054821"/>
                  <a:gd name="connsiteX28" fmla="*/ 217975 w 2468016"/>
                  <a:gd name="connsiteY28" fmla="*/ 1158249 h 2054821"/>
                  <a:gd name="connsiteX29" fmla="*/ 1468894 w 2468016"/>
                  <a:gd name="connsiteY29" fmla="*/ 1071667 h 2054821"/>
                  <a:gd name="connsiteX30" fmla="*/ 1468894 w 2468016"/>
                  <a:gd name="connsiteY30" fmla="*/ 1597067 h 2054821"/>
                  <a:gd name="connsiteX31" fmla="*/ 1312015 w 2468016"/>
                  <a:gd name="connsiteY31" fmla="*/ 1597067 h 2054821"/>
                  <a:gd name="connsiteX32" fmla="*/ 1309062 w 2468016"/>
                  <a:gd name="connsiteY32" fmla="*/ 1551155 h 2054821"/>
                  <a:gd name="connsiteX33" fmla="*/ 1310588 w 2468016"/>
                  <a:gd name="connsiteY33" fmla="*/ 1180634 h 2054821"/>
                  <a:gd name="connsiteX34" fmla="*/ 1349260 w 2468016"/>
                  <a:gd name="connsiteY34" fmla="*/ 1125102 h 2054821"/>
                  <a:gd name="connsiteX35" fmla="*/ 1468894 w 2468016"/>
                  <a:gd name="connsiteY35" fmla="*/ 1071667 h 2054821"/>
                  <a:gd name="connsiteX36" fmla="*/ 996072 w 2468016"/>
                  <a:gd name="connsiteY36" fmla="*/ 1065761 h 2054821"/>
                  <a:gd name="connsiteX37" fmla="*/ 1153333 w 2468016"/>
                  <a:gd name="connsiteY37" fmla="*/ 1141009 h 2054821"/>
                  <a:gd name="connsiteX38" fmla="*/ 1153333 w 2468016"/>
                  <a:gd name="connsiteY38" fmla="*/ 1597352 h 2054821"/>
                  <a:gd name="connsiteX39" fmla="*/ 994835 w 2468016"/>
                  <a:gd name="connsiteY39" fmla="*/ 1597352 h 2054821"/>
                  <a:gd name="connsiteX40" fmla="*/ 996072 w 2468016"/>
                  <a:gd name="connsiteY40" fmla="*/ 1065761 h 2054821"/>
                  <a:gd name="connsiteX41" fmla="*/ 1984101 w 2468016"/>
                  <a:gd name="connsiteY41" fmla="*/ 841638 h 2054821"/>
                  <a:gd name="connsiteX42" fmla="*/ 2018108 w 2468016"/>
                  <a:gd name="connsiteY42" fmla="*/ 864784 h 2054821"/>
                  <a:gd name="connsiteX43" fmla="*/ 2159648 w 2468016"/>
                  <a:gd name="connsiteY43" fmla="*/ 984324 h 2054821"/>
                  <a:gd name="connsiteX44" fmla="*/ 2239183 w 2468016"/>
                  <a:gd name="connsiteY44" fmla="*/ 991467 h 2054821"/>
                  <a:gd name="connsiteX45" fmla="*/ 2397010 w 2468016"/>
                  <a:gd name="connsiteY45" fmla="*/ 903837 h 2054821"/>
                  <a:gd name="connsiteX46" fmla="*/ 2431013 w 2468016"/>
                  <a:gd name="connsiteY46" fmla="*/ 887931 h 2054821"/>
                  <a:gd name="connsiteX47" fmla="*/ 2463020 w 2468016"/>
                  <a:gd name="connsiteY47" fmla="*/ 900313 h 2054821"/>
                  <a:gd name="connsiteX48" fmla="*/ 2466067 w 2468016"/>
                  <a:gd name="connsiteY48" fmla="*/ 930126 h 2054821"/>
                  <a:gd name="connsiteX49" fmla="*/ 2445779 w 2468016"/>
                  <a:gd name="connsiteY49" fmla="*/ 962034 h 2054821"/>
                  <a:gd name="connsiteX50" fmla="*/ 2218700 w 2468016"/>
                  <a:gd name="connsiteY50" fmla="*/ 1272740 h 2054821"/>
                  <a:gd name="connsiteX51" fmla="*/ 2204129 w 2468016"/>
                  <a:gd name="connsiteY51" fmla="*/ 1291790 h 2054821"/>
                  <a:gd name="connsiteX52" fmla="*/ 2133454 w 2468016"/>
                  <a:gd name="connsiteY52" fmla="*/ 1281503 h 2054821"/>
                  <a:gd name="connsiteX53" fmla="*/ 2094499 w 2468016"/>
                  <a:gd name="connsiteY53" fmla="*/ 1194921 h 2054821"/>
                  <a:gd name="connsiteX54" fmla="*/ 1960195 w 2468016"/>
                  <a:gd name="connsiteY54" fmla="*/ 911837 h 2054821"/>
                  <a:gd name="connsiteX55" fmla="*/ 1947145 w 2468016"/>
                  <a:gd name="connsiteY55" fmla="*/ 876500 h 2054821"/>
                  <a:gd name="connsiteX56" fmla="*/ 1984101 w 2468016"/>
                  <a:gd name="connsiteY56" fmla="*/ 841638 h 2054821"/>
                  <a:gd name="connsiteX57" fmla="*/ 681938 w 2468016"/>
                  <a:gd name="connsiteY57" fmla="*/ 781821 h 2054821"/>
                  <a:gd name="connsiteX58" fmla="*/ 833194 w 2468016"/>
                  <a:gd name="connsiteY58" fmla="*/ 781821 h 2054821"/>
                  <a:gd name="connsiteX59" fmla="*/ 836147 w 2468016"/>
                  <a:gd name="connsiteY59" fmla="*/ 1596398 h 2054821"/>
                  <a:gd name="connsiteX60" fmla="*/ 681938 w 2468016"/>
                  <a:gd name="connsiteY60" fmla="*/ 1596398 h 2054821"/>
                  <a:gd name="connsiteX61" fmla="*/ 1711308 w 2468016"/>
                  <a:gd name="connsiteY61" fmla="*/ 777725 h 2054821"/>
                  <a:gd name="connsiteX62" fmla="*/ 1785694 w 2468016"/>
                  <a:gd name="connsiteY62" fmla="*/ 777725 h 2054821"/>
                  <a:gd name="connsiteX63" fmla="*/ 1790266 w 2468016"/>
                  <a:gd name="connsiteY63" fmla="*/ 1596875 h 2054821"/>
                  <a:gd name="connsiteX64" fmla="*/ 1635675 w 2468016"/>
                  <a:gd name="connsiteY64" fmla="*/ 1597256 h 2054821"/>
                  <a:gd name="connsiteX65" fmla="*/ 1635675 w 2468016"/>
                  <a:gd name="connsiteY65" fmla="*/ 780678 h 2054821"/>
                  <a:gd name="connsiteX66" fmla="*/ 1711308 w 2468016"/>
                  <a:gd name="connsiteY66" fmla="*/ 777725 h 2054821"/>
                  <a:gd name="connsiteX67" fmla="*/ 288914 w 2468016"/>
                  <a:gd name="connsiteY67" fmla="*/ 765485 h 2054821"/>
                  <a:gd name="connsiteX68" fmla="*/ 322658 w 2468016"/>
                  <a:gd name="connsiteY68" fmla="*/ 792108 h 2054821"/>
                  <a:gd name="connsiteX69" fmla="*/ 389333 w 2468016"/>
                  <a:gd name="connsiteY69" fmla="*/ 923553 h 2054821"/>
                  <a:gd name="connsiteX70" fmla="*/ 506488 w 2468016"/>
                  <a:gd name="connsiteY70" fmla="*/ 1161678 h 2054821"/>
                  <a:gd name="connsiteX71" fmla="*/ 517157 w 2468016"/>
                  <a:gd name="connsiteY71" fmla="*/ 1187872 h 2054821"/>
                  <a:gd name="connsiteX72" fmla="*/ 508679 w 2468016"/>
                  <a:gd name="connsiteY72" fmla="*/ 1217018 h 2054821"/>
                  <a:gd name="connsiteX73" fmla="*/ 474197 w 2468016"/>
                  <a:gd name="connsiteY73" fmla="*/ 1221971 h 2054821"/>
                  <a:gd name="connsiteX74" fmla="*/ 444101 w 2468016"/>
                  <a:gd name="connsiteY74" fmla="*/ 1199492 h 2054821"/>
                  <a:gd name="connsiteX75" fmla="*/ 307607 w 2468016"/>
                  <a:gd name="connsiteY75" fmla="*/ 1088812 h 2054821"/>
                  <a:gd name="connsiteX76" fmla="*/ 267029 w 2468016"/>
                  <a:gd name="connsiteY76" fmla="*/ 1064142 h 2054821"/>
                  <a:gd name="connsiteX77" fmla="*/ 231691 w 2468016"/>
                  <a:gd name="connsiteY77" fmla="*/ 1082048 h 2054821"/>
                  <a:gd name="connsiteX78" fmla="*/ 72245 w 2468016"/>
                  <a:gd name="connsiteY78" fmla="*/ 1176537 h 2054821"/>
                  <a:gd name="connsiteX79" fmla="*/ 43191 w 2468016"/>
                  <a:gd name="connsiteY79" fmla="*/ 1191967 h 2054821"/>
                  <a:gd name="connsiteX80" fmla="*/ 6044 w 2468016"/>
                  <a:gd name="connsiteY80" fmla="*/ 1184062 h 2054821"/>
                  <a:gd name="connsiteX81" fmla="*/ 1756 w 2468016"/>
                  <a:gd name="connsiteY81" fmla="*/ 1150724 h 2054821"/>
                  <a:gd name="connsiteX82" fmla="*/ 24048 w 2468016"/>
                  <a:gd name="connsiteY82" fmla="*/ 1114529 h 2054821"/>
                  <a:gd name="connsiteX83" fmla="*/ 237123 w 2468016"/>
                  <a:gd name="connsiteY83" fmla="*/ 805252 h 2054821"/>
                  <a:gd name="connsiteX84" fmla="*/ 250741 w 2468016"/>
                  <a:gd name="connsiteY84" fmla="*/ 785726 h 2054821"/>
                  <a:gd name="connsiteX85" fmla="*/ 288914 w 2468016"/>
                  <a:gd name="connsiteY85" fmla="*/ 765485 h 2054821"/>
                  <a:gd name="connsiteX86" fmla="*/ 1234770 w 2468016"/>
                  <a:gd name="connsiteY86" fmla="*/ 544363 h 2054821"/>
                  <a:gd name="connsiteX87" fmla="*/ 1205432 w 2468016"/>
                  <a:gd name="connsiteY87" fmla="*/ 567889 h 2054821"/>
                  <a:gd name="connsiteX88" fmla="*/ 1175048 w 2468016"/>
                  <a:gd name="connsiteY88" fmla="*/ 600370 h 2054821"/>
                  <a:gd name="connsiteX89" fmla="*/ 1121614 w 2468016"/>
                  <a:gd name="connsiteY89" fmla="*/ 723433 h 2054821"/>
                  <a:gd name="connsiteX90" fmla="*/ 1221626 w 2468016"/>
                  <a:gd name="connsiteY90" fmla="*/ 812587 h 2054821"/>
                  <a:gd name="connsiteX91" fmla="*/ 1250201 w 2468016"/>
                  <a:gd name="connsiteY91" fmla="*/ 814968 h 2054821"/>
                  <a:gd name="connsiteX92" fmla="*/ 1293636 w 2468016"/>
                  <a:gd name="connsiteY92" fmla="*/ 864118 h 2054821"/>
                  <a:gd name="connsiteX93" fmla="*/ 1253727 w 2468016"/>
                  <a:gd name="connsiteY93" fmla="*/ 921268 h 2054821"/>
                  <a:gd name="connsiteX94" fmla="*/ 1192670 w 2468016"/>
                  <a:gd name="connsiteY94" fmla="*/ 895454 h 2054821"/>
                  <a:gd name="connsiteX95" fmla="*/ 1182289 w 2468016"/>
                  <a:gd name="connsiteY95" fmla="*/ 864593 h 2054821"/>
                  <a:gd name="connsiteX96" fmla="*/ 1151616 w 2468016"/>
                  <a:gd name="connsiteY96" fmla="*/ 840399 h 2054821"/>
                  <a:gd name="connsiteX97" fmla="*/ 1129520 w 2468016"/>
                  <a:gd name="connsiteY97" fmla="*/ 872118 h 2054821"/>
                  <a:gd name="connsiteX98" fmla="*/ 1171429 w 2468016"/>
                  <a:gd name="connsiteY98" fmla="*/ 957843 h 2054821"/>
                  <a:gd name="connsiteX99" fmla="*/ 1207911 w 2468016"/>
                  <a:gd name="connsiteY99" fmla="*/ 1004230 h 2054821"/>
                  <a:gd name="connsiteX100" fmla="*/ 1230770 w 2468016"/>
                  <a:gd name="connsiteY100" fmla="*/ 1022517 h 2054821"/>
                  <a:gd name="connsiteX101" fmla="*/ 1256391 w 2468016"/>
                  <a:gd name="connsiteY101" fmla="*/ 1007850 h 2054821"/>
                  <a:gd name="connsiteX102" fmla="*/ 1296110 w 2468016"/>
                  <a:gd name="connsiteY102" fmla="*/ 965749 h 2054821"/>
                  <a:gd name="connsiteX103" fmla="*/ 1353260 w 2468016"/>
                  <a:gd name="connsiteY103" fmla="*/ 853735 h 2054821"/>
                  <a:gd name="connsiteX104" fmla="*/ 1264963 w 2468016"/>
                  <a:gd name="connsiteY104" fmla="*/ 758485 h 2054821"/>
                  <a:gd name="connsiteX105" fmla="*/ 1218101 w 2468016"/>
                  <a:gd name="connsiteY105" fmla="*/ 750865 h 2054821"/>
                  <a:gd name="connsiteX106" fmla="*/ 1176573 w 2468016"/>
                  <a:gd name="connsiteY106" fmla="*/ 698858 h 2054821"/>
                  <a:gd name="connsiteX107" fmla="*/ 1217147 w 2468016"/>
                  <a:gd name="connsiteY107" fmla="*/ 645232 h 2054821"/>
                  <a:gd name="connsiteX108" fmla="*/ 1279060 w 2468016"/>
                  <a:gd name="connsiteY108" fmla="*/ 669236 h 2054821"/>
                  <a:gd name="connsiteX109" fmla="*/ 1290110 w 2468016"/>
                  <a:gd name="connsiteY109" fmla="*/ 700478 h 2054821"/>
                  <a:gd name="connsiteX110" fmla="*/ 1322973 w 2468016"/>
                  <a:gd name="connsiteY110" fmla="*/ 724767 h 2054821"/>
                  <a:gd name="connsiteX111" fmla="*/ 1345833 w 2468016"/>
                  <a:gd name="connsiteY111" fmla="*/ 698383 h 2054821"/>
                  <a:gd name="connsiteX112" fmla="*/ 1292017 w 2468016"/>
                  <a:gd name="connsiteY112" fmla="*/ 603133 h 2054821"/>
                  <a:gd name="connsiteX113" fmla="*/ 1258773 w 2468016"/>
                  <a:gd name="connsiteY113" fmla="*/ 566842 h 2054821"/>
                  <a:gd name="connsiteX114" fmla="*/ 1234770 w 2468016"/>
                  <a:gd name="connsiteY114" fmla="*/ 544363 h 2054821"/>
                  <a:gd name="connsiteX115" fmla="*/ 1221817 w 2468016"/>
                  <a:gd name="connsiteY115" fmla="*/ 474164 h 2054821"/>
                  <a:gd name="connsiteX116" fmla="*/ 1237341 w 2468016"/>
                  <a:gd name="connsiteY116" fmla="*/ 474164 h 2054821"/>
                  <a:gd name="connsiteX117" fmla="*/ 1541569 w 2468016"/>
                  <a:gd name="connsiteY117" fmla="*/ 779916 h 2054821"/>
                  <a:gd name="connsiteX118" fmla="*/ 1238388 w 2468016"/>
                  <a:gd name="connsiteY118" fmla="*/ 1084716 h 2054821"/>
                  <a:gd name="connsiteX119" fmla="*/ 930542 w 2468016"/>
                  <a:gd name="connsiteY119" fmla="*/ 782583 h 2054821"/>
                  <a:gd name="connsiteX120" fmla="*/ 1221817 w 2468016"/>
                  <a:gd name="connsiteY120" fmla="*/ 474164 h 2054821"/>
                  <a:gd name="connsiteX121" fmla="*/ 1237129 w 2468016"/>
                  <a:gd name="connsiteY121" fmla="*/ 109499 h 2054821"/>
                  <a:gd name="connsiteX122" fmla="*/ 1286492 w 2468016"/>
                  <a:gd name="connsiteY122" fmla="*/ 137360 h 2054821"/>
                  <a:gd name="connsiteX123" fmla="*/ 1902664 w 2468016"/>
                  <a:gd name="connsiteY123" fmla="*/ 624373 h 2054821"/>
                  <a:gd name="connsiteX124" fmla="*/ 1924570 w 2468016"/>
                  <a:gd name="connsiteY124" fmla="*/ 642661 h 2054821"/>
                  <a:gd name="connsiteX125" fmla="*/ 1937527 w 2468016"/>
                  <a:gd name="connsiteY125" fmla="*/ 693429 h 2054821"/>
                  <a:gd name="connsiteX126" fmla="*/ 1897139 w 2468016"/>
                  <a:gd name="connsiteY126" fmla="*/ 720480 h 2054821"/>
                  <a:gd name="connsiteX127" fmla="*/ 1835510 w 2468016"/>
                  <a:gd name="connsiteY127" fmla="*/ 722004 h 2054821"/>
                  <a:gd name="connsiteX128" fmla="*/ 1600817 w 2468016"/>
                  <a:gd name="connsiteY128" fmla="*/ 722670 h 2054821"/>
                  <a:gd name="connsiteX129" fmla="*/ 1220673 w 2468016"/>
                  <a:gd name="connsiteY129" fmla="*/ 417870 h 2054821"/>
                  <a:gd name="connsiteX130" fmla="*/ 874629 w 2468016"/>
                  <a:gd name="connsiteY130" fmla="*/ 719241 h 2054821"/>
                  <a:gd name="connsiteX131" fmla="*/ 834910 w 2468016"/>
                  <a:gd name="connsiteY131" fmla="*/ 722195 h 2054821"/>
                  <a:gd name="connsiteX132" fmla="*/ 611171 w 2468016"/>
                  <a:gd name="connsiteY132" fmla="*/ 722195 h 2054821"/>
                  <a:gd name="connsiteX133" fmla="*/ 578117 w 2468016"/>
                  <a:gd name="connsiteY133" fmla="*/ 721147 h 2054821"/>
                  <a:gd name="connsiteX134" fmla="*/ 534301 w 2468016"/>
                  <a:gd name="connsiteY134" fmla="*/ 691143 h 2054821"/>
                  <a:gd name="connsiteX135" fmla="*/ 550114 w 2468016"/>
                  <a:gd name="connsiteY135" fmla="*/ 641899 h 2054821"/>
                  <a:gd name="connsiteX136" fmla="*/ 668986 w 2468016"/>
                  <a:gd name="connsiteY136" fmla="*/ 546648 h 2054821"/>
                  <a:gd name="connsiteX137" fmla="*/ 1188191 w 2468016"/>
                  <a:gd name="connsiteY137" fmla="*/ 136503 h 2054821"/>
                  <a:gd name="connsiteX138" fmla="*/ 1237129 w 2468016"/>
                  <a:gd name="connsiteY138" fmla="*/ 109499 h 2054821"/>
                  <a:gd name="connsiteX139" fmla="*/ 1310443 w 2468016"/>
                  <a:gd name="connsiteY139" fmla="*/ 1680 h 2054821"/>
                  <a:gd name="connsiteX140" fmla="*/ 2014484 w 2468016"/>
                  <a:gd name="connsiteY140" fmla="*/ 359007 h 2054821"/>
                  <a:gd name="connsiteX141" fmla="*/ 2248991 w 2468016"/>
                  <a:gd name="connsiteY141" fmla="*/ 860879 h 2054821"/>
                  <a:gd name="connsiteX142" fmla="*/ 2204035 w 2468016"/>
                  <a:gd name="connsiteY142" fmla="*/ 942318 h 2054821"/>
                  <a:gd name="connsiteX143" fmla="*/ 2135835 w 2468016"/>
                  <a:gd name="connsiteY143" fmla="*/ 849354 h 2054821"/>
                  <a:gd name="connsiteX144" fmla="*/ 1680635 w 2468016"/>
                  <a:gd name="connsiteY144" fmla="*/ 223562 h 2054821"/>
                  <a:gd name="connsiteX145" fmla="*/ 1394313 w 2468016"/>
                  <a:gd name="connsiteY145" fmla="*/ 124786 h 2054821"/>
                  <a:gd name="connsiteX146" fmla="*/ 1318113 w 2468016"/>
                  <a:gd name="connsiteY146" fmla="*/ 90783 h 2054821"/>
                  <a:gd name="connsiteX147" fmla="*/ 1157141 w 2468016"/>
                  <a:gd name="connsiteY147" fmla="*/ 90212 h 2054821"/>
                  <a:gd name="connsiteX148" fmla="*/ 1066463 w 2468016"/>
                  <a:gd name="connsiteY148" fmla="*/ 126597 h 2054821"/>
                  <a:gd name="connsiteX149" fmla="*/ 379519 w 2468016"/>
                  <a:gd name="connsiteY149" fmla="*/ 697049 h 2054821"/>
                  <a:gd name="connsiteX150" fmla="*/ 364469 w 2468016"/>
                  <a:gd name="connsiteY150" fmla="*/ 732768 h 2054821"/>
                  <a:gd name="connsiteX151" fmla="*/ 262935 w 2468016"/>
                  <a:gd name="connsiteY151" fmla="*/ 698573 h 2054821"/>
                  <a:gd name="connsiteX152" fmla="*/ 441813 w 2468016"/>
                  <a:gd name="connsiteY152" fmla="*/ 374723 h 2054821"/>
                  <a:gd name="connsiteX153" fmla="*/ 1029126 w 2468016"/>
                  <a:gd name="connsiteY153" fmla="*/ 21250 h 2054821"/>
                  <a:gd name="connsiteX154" fmla="*/ 1310443 w 2468016"/>
                  <a:gd name="connsiteY154" fmla="*/ 1680 h 2054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</a:cxnLst>
                <a:rect l="l" t="t" r="r" b="b"/>
                <a:pathLst>
                  <a:path w="2468016" h="2054821">
                    <a:moveTo>
                      <a:pt x="788810" y="1946157"/>
                    </a:moveTo>
                    <a:lnTo>
                      <a:pt x="1683588" y="1946157"/>
                    </a:lnTo>
                    <a:cubicBezTo>
                      <a:pt x="1431557" y="2093509"/>
                      <a:pt x="1029126" y="2088555"/>
                      <a:pt x="788810" y="1946157"/>
                    </a:cubicBezTo>
                    <a:close/>
                    <a:moveTo>
                      <a:pt x="1233294" y="1656430"/>
                    </a:moveTo>
                    <a:cubicBezTo>
                      <a:pt x="1544548" y="1656073"/>
                      <a:pt x="1856516" y="1659217"/>
                      <a:pt x="1880377" y="1666122"/>
                    </a:cubicBezTo>
                    <a:cubicBezTo>
                      <a:pt x="1883232" y="1685172"/>
                      <a:pt x="1886186" y="1704984"/>
                      <a:pt x="1889902" y="1729178"/>
                    </a:cubicBezTo>
                    <a:cubicBezTo>
                      <a:pt x="1907998" y="1730321"/>
                      <a:pt x="1924951" y="1732036"/>
                      <a:pt x="1941810" y="1732511"/>
                    </a:cubicBezTo>
                    <a:cubicBezTo>
                      <a:pt x="1964860" y="1733083"/>
                      <a:pt x="1977245" y="1743274"/>
                      <a:pt x="1976864" y="1767373"/>
                    </a:cubicBezTo>
                    <a:cubicBezTo>
                      <a:pt x="1976864" y="1795948"/>
                      <a:pt x="1976864" y="1824523"/>
                      <a:pt x="1976864" y="1853098"/>
                    </a:cubicBezTo>
                    <a:cubicBezTo>
                      <a:pt x="1976864" y="1874434"/>
                      <a:pt x="1967339" y="1885768"/>
                      <a:pt x="1945717" y="1886054"/>
                    </a:cubicBezTo>
                    <a:cubicBezTo>
                      <a:pt x="1934666" y="1886054"/>
                      <a:pt x="1923523" y="1886054"/>
                      <a:pt x="1912472" y="1886054"/>
                    </a:cubicBezTo>
                    <a:lnTo>
                      <a:pt x="565638" y="1886054"/>
                    </a:lnTo>
                    <a:lnTo>
                      <a:pt x="527538" y="1886054"/>
                    </a:lnTo>
                    <a:cubicBezTo>
                      <a:pt x="507916" y="1886054"/>
                      <a:pt x="498391" y="1875672"/>
                      <a:pt x="498298" y="1856527"/>
                    </a:cubicBezTo>
                    <a:cubicBezTo>
                      <a:pt x="498298" y="1818427"/>
                      <a:pt x="498298" y="1780899"/>
                      <a:pt x="498298" y="1738798"/>
                    </a:cubicBezTo>
                    <a:lnTo>
                      <a:pt x="581544" y="1727844"/>
                    </a:lnTo>
                    <a:cubicBezTo>
                      <a:pt x="584786" y="1706222"/>
                      <a:pt x="587735" y="1686410"/>
                      <a:pt x="590497" y="1667742"/>
                    </a:cubicBezTo>
                    <a:cubicBezTo>
                      <a:pt x="611501" y="1660646"/>
                      <a:pt x="922040" y="1656788"/>
                      <a:pt x="1233294" y="1656430"/>
                    </a:cubicBezTo>
                    <a:close/>
                    <a:moveTo>
                      <a:pt x="2105735" y="1350082"/>
                    </a:moveTo>
                    <a:lnTo>
                      <a:pt x="2201938" y="1374467"/>
                    </a:lnTo>
                    <a:cubicBezTo>
                      <a:pt x="2161838" y="1492005"/>
                      <a:pt x="2099451" y="1600685"/>
                      <a:pt x="2018107" y="1694507"/>
                    </a:cubicBezTo>
                    <a:lnTo>
                      <a:pt x="1944954" y="1670694"/>
                    </a:lnTo>
                    <a:lnTo>
                      <a:pt x="1934382" y="1639547"/>
                    </a:lnTo>
                    <a:close/>
                    <a:moveTo>
                      <a:pt x="260554" y="1130627"/>
                    </a:moveTo>
                    <a:cubicBezTo>
                      <a:pt x="298654" y="1155201"/>
                      <a:pt x="327229" y="1182061"/>
                      <a:pt x="338945" y="1230544"/>
                    </a:cubicBezTo>
                    <a:cubicBezTo>
                      <a:pt x="369422" y="1365418"/>
                      <a:pt x="430669" y="1491339"/>
                      <a:pt x="518110" y="1598400"/>
                    </a:cubicBezTo>
                    <a:cubicBezTo>
                      <a:pt x="538207" y="1622688"/>
                      <a:pt x="544588" y="1643644"/>
                      <a:pt x="525538" y="1671076"/>
                    </a:cubicBezTo>
                    <a:lnTo>
                      <a:pt x="456100" y="1694221"/>
                    </a:lnTo>
                    <a:cubicBezTo>
                      <a:pt x="324941" y="1539916"/>
                      <a:pt x="242834" y="1363132"/>
                      <a:pt x="217975" y="1158249"/>
                    </a:cubicBezTo>
                    <a:close/>
                    <a:moveTo>
                      <a:pt x="1468894" y="1071667"/>
                    </a:moveTo>
                    <a:lnTo>
                      <a:pt x="1468894" y="1597067"/>
                    </a:lnTo>
                    <a:lnTo>
                      <a:pt x="1312015" y="1597067"/>
                    </a:lnTo>
                    <a:cubicBezTo>
                      <a:pt x="1310778" y="1579064"/>
                      <a:pt x="1309062" y="1565158"/>
                      <a:pt x="1309062" y="1551155"/>
                    </a:cubicBezTo>
                    <a:cubicBezTo>
                      <a:pt x="1309541" y="1427330"/>
                      <a:pt x="1311160" y="1304173"/>
                      <a:pt x="1310588" y="1180634"/>
                    </a:cubicBezTo>
                    <a:cubicBezTo>
                      <a:pt x="1310588" y="1150916"/>
                      <a:pt x="1320113" y="1135295"/>
                      <a:pt x="1349260" y="1125102"/>
                    </a:cubicBezTo>
                    <a:cubicBezTo>
                      <a:pt x="1388978" y="1111292"/>
                      <a:pt x="1426506" y="1091003"/>
                      <a:pt x="1468894" y="1071667"/>
                    </a:cubicBezTo>
                    <a:close/>
                    <a:moveTo>
                      <a:pt x="996072" y="1065761"/>
                    </a:moveTo>
                    <a:lnTo>
                      <a:pt x="1153333" y="1141009"/>
                    </a:lnTo>
                    <a:lnTo>
                      <a:pt x="1153333" y="1597352"/>
                    </a:lnTo>
                    <a:lnTo>
                      <a:pt x="994835" y="1597352"/>
                    </a:lnTo>
                    <a:cubicBezTo>
                      <a:pt x="994835" y="1419424"/>
                      <a:pt x="993407" y="1244927"/>
                      <a:pt x="996072" y="1065761"/>
                    </a:cubicBezTo>
                    <a:close/>
                    <a:moveTo>
                      <a:pt x="1984101" y="841638"/>
                    </a:moveTo>
                    <a:cubicBezTo>
                      <a:pt x="1995914" y="848687"/>
                      <a:pt x="2007248" y="856402"/>
                      <a:pt x="2018108" y="864784"/>
                    </a:cubicBezTo>
                    <a:cubicBezTo>
                      <a:pt x="2065733" y="904218"/>
                      <a:pt x="2112497" y="944509"/>
                      <a:pt x="2159648" y="984324"/>
                    </a:cubicBezTo>
                    <a:cubicBezTo>
                      <a:pt x="2194032" y="1012899"/>
                      <a:pt x="2198413" y="1013946"/>
                      <a:pt x="2239183" y="991467"/>
                    </a:cubicBezTo>
                    <a:cubicBezTo>
                      <a:pt x="2291952" y="962892"/>
                      <a:pt x="2343958" y="932984"/>
                      <a:pt x="2397010" y="903837"/>
                    </a:cubicBezTo>
                    <a:cubicBezTo>
                      <a:pt x="2408061" y="897741"/>
                      <a:pt x="2419297" y="888883"/>
                      <a:pt x="2431013" y="887931"/>
                    </a:cubicBezTo>
                    <a:cubicBezTo>
                      <a:pt x="2442919" y="887645"/>
                      <a:pt x="2454444" y="892026"/>
                      <a:pt x="2463020" y="900313"/>
                    </a:cubicBezTo>
                    <a:cubicBezTo>
                      <a:pt x="2468355" y="909362"/>
                      <a:pt x="2469494" y="920219"/>
                      <a:pt x="2466067" y="930126"/>
                    </a:cubicBezTo>
                    <a:cubicBezTo>
                      <a:pt x="2460923" y="941746"/>
                      <a:pt x="2454067" y="952509"/>
                      <a:pt x="2445779" y="962034"/>
                    </a:cubicBezTo>
                    <a:cubicBezTo>
                      <a:pt x="2370152" y="1065666"/>
                      <a:pt x="2294426" y="1169203"/>
                      <a:pt x="2218700" y="1272740"/>
                    </a:cubicBezTo>
                    <a:cubicBezTo>
                      <a:pt x="2214226" y="1279408"/>
                      <a:pt x="2209366" y="1285694"/>
                      <a:pt x="2204129" y="1291790"/>
                    </a:cubicBezTo>
                    <a:cubicBezTo>
                      <a:pt x="2176889" y="1320365"/>
                      <a:pt x="2150979" y="1317413"/>
                      <a:pt x="2133454" y="1281503"/>
                    </a:cubicBezTo>
                    <a:cubicBezTo>
                      <a:pt x="2119641" y="1252928"/>
                      <a:pt x="2108023" y="1223592"/>
                      <a:pt x="2094499" y="1194921"/>
                    </a:cubicBezTo>
                    <a:cubicBezTo>
                      <a:pt x="2049920" y="1100528"/>
                      <a:pt x="2004769" y="1006326"/>
                      <a:pt x="1960195" y="911837"/>
                    </a:cubicBezTo>
                    <a:cubicBezTo>
                      <a:pt x="1954005" y="900789"/>
                      <a:pt x="1949619" y="888883"/>
                      <a:pt x="1947145" y="876500"/>
                    </a:cubicBezTo>
                    <a:cubicBezTo>
                      <a:pt x="1944764" y="855069"/>
                      <a:pt x="1956479" y="843924"/>
                      <a:pt x="1984101" y="841638"/>
                    </a:cubicBezTo>
                    <a:close/>
                    <a:moveTo>
                      <a:pt x="681938" y="781821"/>
                    </a:moveTo>
                    <a:lnTo>
                      <a:pt x="833194" y="781821"/>
                    </a:lnTo>
                    <a:cubicBezTo>
                      <a:pt x="844533" y="815159"/>
                      <a:pt x="847863" y="1530295"/>
                      <a:pt x="836147" y="1596398"/>
                    </a:cubicBezTo>
                    <a:lnTo>
                      <a:pt x="681938" y="1596398"/>
                    </a:lnTo>
                    <a:close/>
                    <a:moveTo>
                      <a:pt x="1711308" y="777725"/>
                    </a:moveTo>
                    <a:cubicBezTo>
                      <a:pt x="1735878" y="777248"/>
                      <a:pt x="1761788" y="777725"/>
                      <a:pt x="1785694" y="777725"/>
                    </a:cubicBezTo>
                    <a:cubicBezTo>
                      <a:pt x="1797791" y="809729"/>
                      <a:pt x="1801414" y="1539725"/>
                      <a:pt x="1790266" y="1596875"/>
                    </a:cubicBezTo>
                    <a:lnTo>
                      <a:pt x="1635675" y="1597256"/>
                    </a:lnTo>
                    <a:lnTo>
                      <a:pt x="1635675" y="780678"/>
                    </a:lnTo>
                    <a:cubicBezTo>
                      <a:pt x="1662157" y="779630"/>
                      <a:pt x="1686733" y="778202"/>
                      <a:pt x="1711308" y="777725"/>
                    </a:cubicBezTo>
                    <a:close/>
                    <a:moveTo>
                      <a:pt x="288914" y="765485"/>
                    </a:moveTo>
                    <a:cubicBezTo>
                      <a:pt x="301511" y="766414"/>
                      <a:pt x="313370" y="775153"/>
                      <a:pt x="322658" y="792108"/>
                    </a:cubicBezTo>
                    <a:cubicBezTo>
                      <a:pt x="346373" y="835066"/>
                      <a:pt x="367422" y="879548"/>
                      <a:pt x="389333" y="923553"/>
                    </a:cubicBezTo>
                    <a:cubicBezTo>
                      <a:pt x="428572" y="1002896"/>
                      <a:pt x="467626" y="1082334"/>
                      <a:pt x="506488" y="1161678"/>
                    </a:cubicBezTo>
                    <a:cubicBezTo>
                      <a:pt x="511725" y="1169584"/>
                      <a:pt x="515348" y="1178537"/>
                      <a:pt x="517157" y="1187872"/>
                    </a:cubicBezTo>
                    <a:cubicBezTo>
                      <a:pt x="517157" y="1197397"/>
                      <a:pt x="515251" y="1212351"/>
                      <a:pt x="508679" y="1217018"/>
                    </a:cubicBezTo>
                    <a:cubicBezTo>
                      <a:pt x="498298" y="1223209"/>
                      <a:pt x="485913" y="1225019"/>
                      <a:pt x="474197" y="1221971"/>
                    </a:cubicBezTo>
                    <a:cubicBezTo>
                      <a:pt x="462961" y="1218638"/>
                      <a:pt x="453910" y="1207493"/>
                      <a:pt x="444101" y="1199492"/>
                    </a:cubicBezTo>
                    <a:cubicBezTo>
                      <a:pt x="398569" y="1162631"/>
                      <a:pt x="353516" y="1125292"/>
                      <a:pt x="307607" y="1088812"/>
                    </a:cubicBezTo>
                    <a:cubicBezTo>
                      <a:pt x="294650" y="1079762"/>
                      <a:pt x="281032" y="1071476"/>
                      <a:pt x="267029" y="1064142"/>
                    </a:cubicBezTo>
                    <a:cubicBezTo>
                      <a:pt x="253983" y="1070714"/>
                      <a:pt x="242453" y="1075763"/>
                      <a:pt x="231691" y="1082048"/>
                    </a:cubicBezTo>
                    <a:cubicBezTo>
                      <a:pt x="178448" y="1113386"/>
                      <a:pt x="125395" y="1145105"/>
                      <a:pt x="72245" y="1176537"/>
                    </a:cubicBezTo>
                    <a:cubicBezTo>
                      <a:pt x="62720" y="1182156"/>
                      <a:pt x="53195" y="1191015"/>
                      <a:pt x="43191" y="1191967"/>
                    </a:cubicBezTo>
                    <a:cubicBezTo>
                      <a:pt x="30238" y="1193967"/>
                      <a:pt x="16997" y="1191110"/>
                      <a:pt x="6044" y="1184062"/>
                    </a:cubicBezTo>
                    <a:cubicBezTo>
                      <a:pt x="-527" y="1178442"/>
                      <a:pt x="-1383" y="1160916"/>
                      <a:pt x="1756" y="1150724"/>
                    </a:cubicBezTo>
                    <a:cubicBezTo>
                      <a:pt x="7379" y="1137580"/>
                      <a:pt x="14807" y="1125388"/>
                      <a:pt x="24048" y="1114529"/>
                    </a:cubicBezTo>
                    <a:cubicBezTo>
                      <a:pt x="95006" y="1011374"/>
                      <a:pt x="165970" y="908312"/>
                      <a:pt x="237123" y="805252"/>
                    </a:cubicBezTo>
                    <a:cubicBezTo>
                      <a:pt x="241695" y="798775"/>
                      <a:pt x="245597" y="791822"/>
                      <a:pt x="250741" y="785726"/>
                    </a:cubicBezTo>
                    <a:cubicBezTo>
                      <a:pt x="262982" y="771438"/>
                      <a:pt x="276317" y="764556"/>
                      <a:pt x="288914" y="765485"/>
                    </a:cubicBezTo>
                    <a:close/>
                    <a:moveTo>
                      <a:pt x="1234770" y="544363"/>
                    </a:moveTo>
                    <a:cubicBezTo>
                      <a:pt x="1223910" y="546173"/>
                      <a:pt x="1214575" y="558841"/>
                      <a:pt x="1205432" y="567889"/>
                    </a:cubicBezTo>
                    <a:cubicBezTo>
                      <a:pt x="1196288" y="576939"/>
                      <a:pt x="1186954" y="592083"/>
                      <a:pt x="1175048" y="600370"/>
                    </a:cubicBezTo>
                    <a:cubicBezTo>
                      <a:pt x="1131711" y="630660"/>
                      <a:pt x="1112089" y="673903"/>
                      <a:pt x="1121614" y="723433"/>
                    </a:cubicBezTo>
                    <a:cubicBezTo>
                      <a:pt x="1130283" y="768296"/>
                      <a:pt x="1170764" y="804491"/>
                      <a:pt x="1221626" y="812587"/>
                    </a:cubicBezTo>
                    <a:cubicBezTo>
                      <a:pt x="1231151" y="814016"/>
                      <a:pt x="1240676" y="812587"/>
                      <a:pt x="1250201" y="814968"/>
                    </a:cubicBezTo>
                    <a:cubicBezTo>
                      <a:pt x="1274679" y="818683"/>
                      <a:pt x="1292966" y="839352"/>
                      <a:pt x="1293636" y="864118"/>
                    </a:cubicBezTo>
                    <a:cubicBezTo>
                      <a:pt x="1295826" y="890312"/>
                      <a:pt x="1279060" y="914314"/>
                      <a:pt x="1253727" y="921268"/>
                    </a:cubicBezTo>
                    <a:cubicBezTo>
                      <a:pt x="1229816" y="928316"/>
                      <a:pt x="1204288" y="917553"/>
                      <a:pt x="1192670" y="895454"/>
                    </a:cubicBezTo>
                    <a:cubicBezTo>
                      <a:pt x="1187433" y="885929"/>
                      <a:pt x="1188572" y="872689"/>
                      <a:pt x="1182289" y="864593"/>
                    </a:cubicBezTo>
                    <a:cubicBezTo>
                      <a:pt x="1173145" y="855259"/>
                      <a:pt x="1162858" y="847163"/>
                      <a:pt x="1151616" y="840399"/>
                    </a:cubicBezTo>
                    <a:cubicBezTo>
                      <a:pt x="1143901" y="850878"/>
                      <a:pt x="1130757" y="860783"/>
                      <a:pt x="1129520" y="872118"/>
                    </a:cubicBezTo>
                    <a:cubicBezTo>
                      <a:pt x="1125520" y="908123"/>
                      <a:pt x="1143426" y="936317"/>
                      <a:pt x="1171429" y="957843"/>
                    </a:cubicBezTo>
                    <a:cubicBezTo>
                      <a:pt x="1187717" y="970321"/>
                      <a:pt x="1205813" y="979275"/>
                      <a:pt x="1207911" y="1004230"/>
                    </a:cubicBezTo>
                    <a:cubicBezTo>
                      <a:pt x="1208483" y="1011279"/>
                      <a:pt x="1222389" y="1021947"/>
                      <a:pt x="1230770" y="1022517"/>
                    </a:cubicBezTo>
                    <a:cubicBezTo>
                      <a:pt x="1239151" y="1023090"/>
                      <a:pt x="1255629" y="1014137"/>
                      <a:pt x="1256391" y="1007850"/>
                    </a:cubicBezTo>
                    <a:cubicBezTo>
                      <a:pt x="1259628" y="982513"/>
                      <a:pt x="1278204" y="975941"/>
                      <a:pt x="1296110" y="965749"/>
                    </a:cubicBezTo>
                    <a:cubicBezTo>
                      <a:pt x="1335828" y="943175"/>
                      <a:pt x="1358311" y="899169"/>
                      <a:pt x="1353260" y="853735"/>
                    </a:cubicBezTo>
                    <a:cubicBezTo>
                      <a:pt x="1346688" y="806682"/>
                      <a:pt x="1311444" y="768582"/>
                      <a:pt x="1264963" y="758485"/>
                    </a:cubicBezTo>
                    <a:cubicBezTo>
                      <a:pt x="1249629" y="754865"/>
                      <a:pt x="1233435" y="754674"/>
                      <a:pt x="1218101" y="750865"/>
                    </a:cubicBezTo>
                    <a:cubicBezTo>
                      <a:pt x="1194577" y="744197"/>
                      <a:pt x="1177810" y="723338"/>
                      <a:pt x="1176573" y="698858"/>
                    </a:cubicBezTo>
                    <a:cubicBezTo>
                      <a:pt x="1178285" y="674475"/>
                      <a:pt x="1194195" y="653519"/>
                      <a:pt x="1217147" y="645232"/>
                    </a:cubicBezTo>
                    <a:cubicBezTo>
                      <a:pt x="1240867" y="638661"/>
                      <a:pt x="1266014" y="648376"/>
                      <a:pt x="1279060" y="669236"/>
                    </a:cubicBezTo>
                    <a:cubicBezTo>
                      <a:pt x="1284111" y="679142"/>
                      <a:pt x="1287822" y="689619"/>
                      <a:pt x="1290110" y="700478"/>
                    </a:cubicBezTo>
                    <a:cubicBezTo>
                      <a:pt x="1294873" y="717717"/>
                      <a:pt x="1304779" y="732386"/>
                      <a:pt x="1322973" y="724767"/>
                    </a:cubicBezTo>
                    <a:cubicBezTo>
                      <a:pt x="1334308" y="720385"/>
                      <a:pt x="1341261" y="704002"/>
                      <a:pt x="1345833" y="698383"/>
                    </a:cubicBezTo>
                    <a:cubicBezTo>
                      <a:pt x="1344595" y="659711"/>
                      <a:pt x="1324494" y="624182"/>
                      <a:pt x="1292017" y="603133"/>
                    </a:cubicBezTo>
                    <a:cubicBezTo>
                      <a:pt x="1277823" y="593608"/>
                      <a:pt x="1261154" y="589130"/>
                      <a:pt x="1258773" y="566842"/>
                    </a:cubicBezTo>
                    <a:cubicBezTo>
                      <a:pt x="1257819" y="557984"/>
                      <a:pt x="1241723" y="543220"/>
                      <a:pt x="1234770" y="544363"/>
                    </a:cubicBezTo>
                    <a:close/>
                    <a:moveTo>
                      <a:pt x="1221817" y="474164"/>
                    </a:moveTo>
                    <a:cubicBezTo>
                      <a:pt x="1226961" y="474068"/>
                      <a:pt x="1232198" y="474068"/>
                      <a:pt x="1237341" y="474164"/>
                    </a:cubicBezTo>
                    <a:cubicBezTo>
                      <a:pt x="1438794" y="476354"/>
                      <a:pt x="1547095" y="642280"/>
                      <a:pt x="1541569" y="779916"/>
                    </a:cubicBezTo>
                    <a:cubicBezTo>
                      <a:pt x="1542048" y="950604"/>
                      <a:pt x="1409554" y="1087669"/>
                      <a:pt x="1238388" y="1084716"/>
                    </a:cubicBezTo>
                    <a:cubicBezTo>
                      <a:pt x="1074272" y="1082144"/>
                      <a:pt x="934160" y="972797"/>
                      <a:pt x="930542" y="782583"/>
                    </a:cubicBezTo>
                    <a:cubicBezTo>
                      <a:pt x="925779" y="617039"/>
                      <a:pt x="1056176" y="478926"/>
                      <a:pt x="1221817" y="474164"/>
                    </a:cubicBezTo>
                    <a:close/>
                    <a:moveTo>
                      <a:pt x="1237129" y="109499"/>
                    </a:moveTo>
                    <a:cubicBezTo>
                      <a:pt x="1250108" y="109642"/>
                      <a:pt x="1263157" y="118929"/>
                      <a:pt x="1286492" y="137360"/>
                    </a:cubicBezTo>
                    <a:lnTo>
                      <a:pt x="1902664" y="624373"/>
                    </a:lnTo>
                    <a:cubicBezTo>
                      <a:pt x="1910091" y="630278"/>
                      <a:pt x="1917235" y="636565"/>
                      <a:pt x="1924570" y="642661"/>
                    </a:cubicBezTo>
                    <a:cubicBezTo>
                      <a:pt x="1941336" y="656567"/>
                      <a:pt x="1948098" y="676284"/>
                      <a:pt x="1937527" y="693429"/>
                    </a:cubicBezTo>
                    <a:cubicBezTo>
                      <a:pt x="1927811" y="707049"/>
                      <a:pt x="1913426" y="716670"/>
                      <a:pt x="1897139" y="720480"/>
                    </a:cubicBezTo>
                    <a:cubicBezTo>
                      <a:pt x="1877614" y="725147"/>
                      <a:pt x="1856183" y="722004"/>
                      <a:pt x="1835510" y="722004"/>
                    </a:cubicBezTo>
                    <a:lnTo>
                      <a:pt x="1600817" y="722670"/>
                    </a:lnTo>
                    <a:cubicBezTo>
                      <a:pt x="1516232" y="503595"/>
                      <a:pt x="1403266" y="413775"/>
                      <a:pt x="1220673" y="417870"/>
                    </a:cubicBezTo>
                    <a:cubicBezTo>
                      <a:pt x="1059511" y="421776"/>
                      <a:pt x="941113" y="523884"/>
                      <a:pt x="874629" y="719241"/>
                    </a:cubicBezTo>
                    <a:cubicBezTo>
                      <a:pt x="862439" y="720194"/>
                      <a:pt x="848724" y="722195"/>
                      <a:pt x="834910" y="722195"/>
                    </a:cubicBezTo>
                    <a:cubicBezTo>
                      <a:pt x="760329" y="722195"/>
                      <a:pt x="685747" y="722195"/>
                      <a:pt x="611171" y="722195"/>
                    </a:cubicBezTo>
                    <a:cubicBezTo>
                      <a:pt x="600022" y="722195"/>
                      <a:pt x="587358" y="725338"/>
                      <a:pt x="578117" y="721147"/>
                    </a:cubicBezTo>
                    <a:cubicBezTo>
                      <a:pt x="562113" y="713813"/>
                      <a:pt x="543924" y="704763"/>
                      <a:pt x="534301" y="691143"/>
                    </a:cubicBezTo>
                    <a:cubicBezTo>
                      <a:pt x="521157" y="672093"/>
                      <a:pt x="534780" y="654472"/>
                      <a:pt x="550114" y="641899"/>
                    </a:cubicBezTo>
                    <a:cubicBezTo>
                      <a:pt x="589260" y="609704"/>
                      <a:pt x="629169" y="578272"/>
                      <a:pt x="668986" y="546648"/>
                    </a:cubicBezTo>
                    <a:cubicBezTo>
                      <a:pt x="841961" y="409870"/>
                      <a:pt x="1015030" y="273186"/>
                      <a:pt x="1188191" y="136503"/>
                    </a:cubicBezTo>
                    <a:cubicBezTo>
                      <a:pt x="1211243" y="118357"/>
                      <a:pt x="1224151" y="109356"/>
                      <a:pt x="1237129" y="109499"/>
                    </a:cubicBezTo>
                    <a:close/>
                    <a:moveTo>
                      <a:pt x="1310443" y="1680"/>
                    </a:moveTo>
                    <a:cubicBezTo>
                      <a:pt x="1580430" y="16982"/>
                      <a:pt x="1816103" y="136693"/>
                      <a:pt x="2014484" y="359007"/>
                    </a:cubicBezTo>
                    <a:cubicBezTo>
                      <a:pt x="2142123" y="501882"/>
                      <a:pt x="2217272" y="671712"/>
                      <a:pt x="2248991" y="860879"/>
                    </a:cubicBezTo>
                    <a:cubicBezTo>
                      <a:pt x="2258516" y="918029"/>
                      <a:pt x="2259851" y="918029"/>
                      <a:pt x="2204035" y="942318"/>
                    </a:cubicBezTo>
                    <a:cubicBezTo>
                      <a:pt x="2164982" y="923934"/>
                      <a:pt x="2145262" y="894693"/>
                      <a:pt x="2135835" y="849354"/>
                    </a:cubicBezTo>
                    <a:cubicBezTo>
                      <a:pt x="2077541" y="573129"/>
                      <a:pt x="1926857" y="362340"/>
                      <a:pt x="1680635" y="223562"/>
                    </a:cubicBezTo>
                    <a:cubicBezTo>
                      <a:pt x="1591956" y="173650"/>
                      <a:pt x="1494897" y="140218"/>
                      <a:pt x="1394313" y="124786"/>
                    </a:cubicBezTo>
                    <a:cubicBezTo>
                      <a:pt x="1366310" y="120691"/>
                      <a:pt x="1339925" y="108880"/>
                      <a:pt x="1318113" y="90783"/>
                    </a:cubicBezTo>
                    <a:cubicBezTo>
                      <a:pt x="1255916" y="41062"/>
                      <a:pt x="1218291" y="40300"/>
                      <a:pt x="1157141" y="90212"/>
                    </a:cubicBezTo>
                    <a:cubicBezTo>
                      <a:pt x="1129710" y="112595"/>
                      <a:pt x="1099991" y="119548"/>
                      <a:pt x="1066463" y="126597"/>
                    </a:cubicBezTo>
                    <a:cubicBezTo>
                      <a:pt x="738232" y="196796"/>
                      <a:pt x="509250" y="387010"/>
                      <a:pt x="379519" y="697049"/>
                    </a:cubicBezTo>
                    <a:cubicBezTo>
                      <a:pt x="373901" y="709717"/>
                      <a:pt x="368659" y="722575"/>
                      <a:pt x="364469" y="732768"/>
                    </a:cubicBezTo>
                    <a:lnTo>
                      <a:pt x="262935" y="698573"/>
                    </a:lnTo>
                    <a:cubicBezTo>
                      <a:pt x="301226" y="580082"/>
                      <a:pt x="361897" y="470163"/>
                      <a:pt x="441813" y="374723"/>
                    </a:cubicBezTo>
                    <a:cubicBezTo>
                      <a:pt x="596501" y="188986"/>
                      <a:pt x="791475" y="65541"/>
                      <a:pt x="1029126" y="21250"/>
                    </a:cubicBezTo>
                    <a:cubicBezTo>
                      <a:pt x="1126638" y="3081"/>
                      <a:pt x="1220447" y="-3420"/>
                      <a:pt x="1310443" y="1680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400" dirty="0">
                  <a:latin typeface="Lora" pitchFamily="2" charset="0"/>
                </a:endParaRP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BF5901A-68F4-83F9-F234-F0FA1EFE60E5}"/>
                </a:ext>
              </a:extLst>
            </p:cNvPr>
            <p:cNvSpPr txBox="1"/>
            <p:nvPr/>
          </p:nvSpPr>
          <p:spPr>
            <a:xfrm>
              <a:off x="509408" y="3115671"/>
              <a:ext cx="3635986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Lora" pitchFamily="2" charset="0"/>
                </a:rPr>
                <a:t>Pillar Diagram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2472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oup 69">
            <a:extLst>
              <a:ext uri="{FF2B5EF4-FFF2-40B4-BE49-F238E27FC236}">
                <a16:creationId xmlns:a16="http://schemas.microsoft.com/office/drawing/2014/main" id="{5D964AE9-210F-2045-2077-31928A47A3B0}"/>
              </a:ext>
            </a:extLst>
          </p:cNvPr>
          <p:cNvGrpSpPr/>
          <p:nvPr/>
        </p:nvGrpSpPr>
        <p:grpSpPr>
          <a:xfrm>
            <a:off x="515568" y="1750825"/>
            <a:ext cx="11206020" cy="4591441"/>
            <a:chOff x="515568" y="1750825"/>
            <a:chExt cx="11206020" cy="4591441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826B0F5-DB78-B036-348E-8C14B01E7365}"/>
                </a:ext>
              </a:extLst>
            </p:cNvPr>
            <p:cNvGrpSpPr/>
            <p:nvPr/>
          </p:nvGrpSpPr>
          <p:grpSpPr>
            <a:xfrm>
              <a:off x="7511034" y="3107337"/>
              <a:ext cx="1510475" cy="2534122"/>
              <a:chOff x="1216755" y="1484556"/>
              <a:chExt cx="1665154" cy="2793628"/>
            </a:xfrm>
            <a:solidFill>
              <a:schemeClr val="accent4"/>
            </a:solidFill>
          </p:grpSpPr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8B764230-461A-519B-E7B5-A6010F8F9986}"/>
                  </a:ext>
                </a:extLst>
              </p:cNvPr>
              <p:cNvGrpSpPr/>
              <p:nvPr/>
            </p:nvGrpSpPr>
            <p:grpSpPr>
              <a:xfrm>
                <a:off x="1216755" y="1484556"/>
                <a:ext cx="1665154" cy="2793628"/>
                <a:chOff x="1216755" y="1484556"/>
                <a:chExt cx="1665154" cy="2793628"/>
              </a:xfrm>
              <a:grpFill/>
            </p:grpSpPr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7F97585D-86D1-3EC0-5600-ACE3E9C425F4}"/>
                    </a:ext>
                  </a:extLst>
                </p:cNvPr>
                <p:cNvGrpSpPr/>
                <p:nvPr/>
              </p:nvGrpSpPr>
              <p:grpSpPr>
                <a:xfrm>
                  <a:off x="1216755" y="3392023"/>
                  <a:ext cx="1665154" cy="886161"/>
                  <a:chOff x="1506071" y="4826148"/>
                  <a:chExt cx="1086522" cy="578225"/>
                </a:xfrm>
                <a:grpFill/>
              </p:grpSpPr>
              <p:grpSp>
                <p:nvGrpSpPr>
                  <p:cNvPr id="60" name="Group 59">
                    <a:extLst>
                      <a:ext uri="{FF2B5EF4-FFF2-40B4-BE49-F238E27FC236}">
                        <a16:creationId xmlns:a16="http://schemas.microsoft.com/office/drawing/2014/main" id="{3AE104A2-E0B0-C753-7FF1-6E809FCAD82F}"/>
                      </a:ext>
                    </a:extLst>
                  </p:cNvPr>
                  <p:cNvGrpSpPr/>
                  <p:nvPr/>
                </p:nvGrpSpPr>
                <p:grpSpPr>
                  <a:xfrm>
                    <a:off x="1506071" y="4826148"/>
                    <a:ext cx="1086522" cy="434341"/>
                    <a:chOff x="1506071" y="4826148"/>
                    <a:chExt cx="1086522" cy="434341"/>
                  </a:xfrm>
                  <a:grpFill/>
                </p:grpSpPr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6F2E4B57-D127-CD0D-FEE2-A3873C0231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970032"/>
                      <a:ext cx="1086522" cy="29045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63" name="Oval 62">
                      <a:extLst>
                        <a:ext uri="{FF2B5EF4-FFF2-40B4-BE49-F238E27FC236}">
                          <a16:creationId xmlns:a16="http://schemas.microsoft.com/office/drawing/2014/main" id="{0579D506-23AB-44D8-01F7-CCED760852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826148"/>
                      <a:ext cx="1086522" cy="290456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61" name="Oval 60">
                    <a:extLst>
                      <a:ext uri="{FF2B5EF4-FFF2-40B4-BE49-F238E27FC236}">
                        <a16:creationId xmlns:a16="http://schemas.microsoft.com/office/drawing/2014/main" id="{15CCDF0A-B0D2-34E0-3B0C-0FD2BAE0AAB6}"/>
                      </a:ext>
                    </a:extLst>
                  </p:cNvPr>
                  <p:cNvSpPr/>
                  <p:nvPr/>
                </p:nvSpPr>
                <p:spPr>
                  <a:xfrm>
                    <a:off x="1506071" y="5113917"/>
                    <a:ext cx="1086522" cy="290456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0C3C09EC-AD9C-383E-B549-A5A83F86760B}"/>
                    </a:ext>
                  </a:extLst>
                </p:cNvPr>
                <p:cNvSpPr/>
                <p:nvPr/>
              </p:nvSpPr>
              <p:spPr>
                <a:xfrm>
                  <a:off x="1506071" y="1629784"/>
                  <a:ext cx="1086522" cy="195251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Lora" pitchFamily="2" charset="0"/>
                  </a:endParaRPr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65A1FB7F-309E-5025-6732-9BB563961493}"/>
                    </a:ext>
                  </a:extLst>
                </p:cNvPr>
                <p:cNvSpPr/>
                <p:nvPr/>
              </p:nvSpPr>
              <p:spPr>
                <a:xfrm>
                  <a:off x="1506071" y="1484556"/>
                  <a:ext cx="1086522" cy="29045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Lora" pitchFamily="2" charset="0"/>
                  </a:endParaRPr>
                </a:p>
              </p:txBody>
            </p:sp>
          </p:grp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4905ACDF-3B59-5283-BFC0-3FE25FD9EB02}"/>
                  </a:ext>
                </a:extLst>
              </p:cNvPr>
              <p:cNvSpPr/>
              <p:nvPr/>
            </p:nvSpPr>
            <p:spPr>
              <a:xfrm>
                <a:off x="1506071" y="3429000"/>
                <a:ext cx="1086522" cy="29045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Lora" pitchFamily="2" charset="0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17DD6F6-6C50-ED25-0359-DDBD9500B042}"/>
                </a:ext>
              </a:extLst>
            </p:cNvPr>
            <p:cNvGrpSpPr/>
            <p:nvPr/>
          </p:nvGrpSpPr>
          <p:grpSpPr>
            <a:xfrm>
              <a:off x="6425898" y="3511126"/>
              <a:ext cx="1510475" cy="2534122"/>
              <a:chOff x="1216755" y="1484556"/>
              <a:chExt cx="1665154" cy="2793628"/>
            </a:xfrm>
            <a:solidFill>
              <a:schemeClr val="accent6"/>
            </a:solidFill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990FB7F5-4CCB-EB98-9347-258408495345}"/>
                  </a:ext>
                </a:extLst>
              </p:cNvPr>
              <p:cNvGrpSpPr/>
              <p:nvPr/>
            </p:nvGrpSpPr>
            <p:grpSpPr>
              <a:xfrm>
                <a:off x="1216755" y="1484556"/>
                <a:ext cx="1665154" cy="2793628"/>
                <a:chOff x="1216755" y="1484556"/>
                <a:chExt cx="1665154" cy="2793628"/>
              </a:xfrm>
              <a:grpFill/>
            </p:grpSpPr>
            <p:grpSp>
              <p:nvGrpSpPr>
                <p:cNvPr id="48" name="Group 47">
                  <a:extLst>
                    <a:ext uri="{FF2B5EF4-FFF2-40B4-BE49-F238E27FC236}">
                      <a16:creationId xmlns:a16="http://schemas.microsoft.com/office/drawing/2014/main" id="{7B91B7BC-696B-B23F-C677-341217BF8557}"/>
                    </a:ext>
                  </a:extLst>
                </p:cNvPr>
                <p:cNvGrpSpPr/>
                <p:nvPr/>
              </p:nvGrpSpPr>
              <p:grpSpPr>
                <a:xfrm>
                  <a:off x="1216755" y="3392023"/>
                  <a:ext cx="1665154" cy="886161"/>
                  <a:chOff x="1506071" y="4826148"/>
                  <a:chExt cx="1086522" cy="578225"/>
                </a:xfrm>
                <a:grpFill/>
              </p:grpSpPr>
              <p:grpSp>
                <p:nvGrpSpPr>
                  <p:cNvPr id="51" name="Group 50">
                    <a:extLst>
                      <a:ext uri="{FF2B5EF4-FFF2-40B4-BE49-F238E27FC236}">
                        <a16:creationId xmlns:a16="http://schemas.microsoft.com/office/drawing/2014/main" id="{29302B8F-72A0-47C0-0B18-0EA46CFEF2AC}"/>
                      </a:ext>
                    </a:extLst>
                  </p:cNvPr>
                  <p:cNvGrpSpPr/>
                  <p:nvPr/>
                </p:nvGrpSpPr>
                <p:grpSpPr>
                  <a:xfrm>
                    <a:off x="1506071" y="4826148"/>
                    <a:ext cx="1086522" cy="434341"/>
                    <a:chOff x="1506071" y="4826148"/>
                    <a:chExt cx="1086522" cy="434341"/>
                  </a:xfrm>
                  <a:grpFill/>
                </p:grpSpPr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FD36C97D-2DAC-EE59-8D52-A8C20C1901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970032"/>
                      <a:ext cx="1086522" cy="29045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54" name="Oval 53">
                      <a:extLst>
                        <a:ext uri="{FF2B5EF4-FFF2-40B4-BE49-F238E27FC236}">
                          <a16:creationId xmlns:a16="http://schemas.microsoft.com/office/drawing/2014/main" id="{BECCF4FF-7A52-B36F-0B72-BCF11FCAA5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826148"/>
                      <a:ext cx="1086522" cy="290456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15371D4-EF9A-6DAF-B996-823E4B991B95}"/>
                      </a:ext>
                    </a:extLst>
                  </p:cNvPr>
                  <p:cNvSpPr/>
                  <p:nvPr/>
                </p:nvSpPr>
                <p:spPr>
                  <a:xfrm>
                    <a:off x="1506071" y="5113917"/>
                    <a:ext cx="1086522" cy="290456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D0074F6B-CAC9-D2A1-1E10-5478A5C51BB4}"/>
                    </a:ext>
                  </a:extLst>
                </p:cNvPr>
                <p:cNvSpPr/>
                <p:nvPr/>
              </p:nvSpPr>
              <p:spPr>
                <a:xfrm>
                  <a:off x="1506071" y="1629784"/>
                  <a:ext cx="1086522" cy="195251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Lora" pitchFamily="2" charset="0"/>
                  </a:endParaRPr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1B18F2F5-EB8C-2E0F-9979-C19600800BAB}"/>
                    </a:ext>
                  </a:extLst>
                </p:cNvPr>
                <p:cNvSpPr/>
                <p:nvPr/>
              </p:nvSpPr>
              <p:spPr>
                <a:xfrm>
                  <a:off x="1506071" y="1484556"/>
                  <a:ext cx="1086522" cy="29045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Lora" pitchFamily="2" charset="0"/>
                  </a:endParaRPr>
                </a:p>
              </p:txBody>
            </p:sp>
          </p:grp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A75B107E-0461-5348-A8EF-9956E654E21B}"/>
                  </a:ext>
                </a:extLst>
              </p:cNvPr>
              <p:cNvSpPr/>
              <p:nvPr/>
            </p:nvSpPr>
            <p:spPr>
              <a:xfrm>
                <a:off x="1506071" y="3429000"/>
                <a:ext cx="1086522" cy="29045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Lora" pitchFamily="2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4F52E419-F67E-2AC4-737C-11DDF2174AB6}"/>
                </a:ext>
              </a:extLst>
            </p:cNvPr>
            <p:cNvGrpSpPr/>
            <p:nvPr/>
          </p:nvGrpSpPr>
          <p:grpSpPr>
            <a:xfrm>
              <a:off x="3170490" y="3047909"/>
              <a:ext cx="1510475" cy="2534122"/>
              <a:chOff x="1216755" y="1484556"/>
              <a:chExt cx="1665154" cy="2793628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66A68BE0-35CD-53DC-F734-EA3E7B3AF9E8}"/>
                  </a:ext>
                </a:extLst>
              </p:cNvPr>
              <p:cNvGrpSpPr/>
              <p:nvPr/>
            </p:nvGrpSpPr>
            <p:grpSpPr>
              <a:xfrm>
                <a:off x="1216755" y="1484556"/>
                <a:ext cx="1665154" cy="2793628"/>
                <a:chOff x="1216755" y="1484556"/>
                <a:chExt cx="1665154" cy="2793628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0CC17EB1-D0C7-764F-7738-3582CFA61765}"/>
                    </a:ext>
                  </a:extLst>
                </p:cNvPr>
                <p:cNvGrpSpPr/>
                <p:nvPr/>
              </p:nvGrpSpPr>
              <p:grpSpPr>
                <a:xfrm>
                  <a:off x="1216755" y="3392023"/>
                  <a:ext cx="1665154" cy="886161"/>
                  <a:chOff x="1506071" y="4826148"/>
                  <a:chExt cx="1086522" cy="578225"/>
                </a:xfrm>
              </p:grpSpPr>
              <p:grpSp>
                <p:nvGrpSpPr>
                  <p:cNvPr id="42" name="Group 41">
                    <a:extLst>
                      <a:ext uri="{FF2B5EF4-FFF2-40B4-BE49-F238E27FC236}">
                        <a16:creationId xmlns:a16="http://schemas.microsoft.com/office/drawing/2014/main" id="{D6E7B591-2675-B989-0184-755EA9D5C698}"/>
                      </a:ext>
                    </a:extLst>
                  </p:cNvPr>
                  <p:cNvGrpSpPr/>
                  <p:nvPr/>
                </p:nvGrpSpPr>
                <p:grpSpPr>
                  <a:xfrm>
                    <a:off x="1506071" y="4826148"/>
                    <a:ext cx="1086522" cy="434341"/>
                    <a:chOff x="1506071" y="4826148"/>
                    <a:chExt cx="1086522" cy="434341"/>
                  </a:xfrm>
                </p:grpSpPr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B6806F89-A8EE-7212-281D-9976363EA2F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970032"/>
                      <a:ext cx="1086522" cy="290457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45" name="Oval 44">
                      <a:extLst>
                        <a:ext uri="{FF2B5EF4-FFF2-40B4-BE49-F238E27FC236}">
                          <a16:creationId xmlns:a16="http://schemas.microsoft.com/office/drawing/2014/main" id="{4DCCC74E-01D6-3C83-A1E4-55F527F3CE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826148"/>
                      <a:ext cx="1086522" cy="290456"/>
                    </a:xfrm>
                    <a:prstGeom prst="ellipse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43" name="Oval 42">
                    <a:extLst>
                      <a:ext uri="{FF2B5EF4-FFF2-40B4-BE49-F238E27FC236}">
                        <a16:creationId xmlns:a16="http://schemas.microsoft.com/office/drawing/2014/main" id="{5C04699A-873A-9BB8-08A3-AA48543F2382}"/>
                      </a:ext>
                    </a:extLst>
                  </p:cNvPr>
                  <p:cNvSpPr/>
                  <p:nvPr/>
                </p:nvSpPr>
                <p:spPr>
                  <a:xfrm>
                    <a:off x="1506071" y="5113917"/>
                    <a:ext cx="1086522" cy="290456"/>
                  </a:xfrm>
                  <a:prstGeom prst="ellipse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C75486E4-F770-6F6F-3299-6FACB60D45C9}"/>
                    </a:ext>
                  </a:extLst>
                </p:cNvPr>
                <p:cNvSpPr/>
                <p:nvPr/>
              </p:nvSpPr>
              <p:spPr>
                <a:xfrm>
                  <a:off x="1506071" y="1629784"/>
                  <a:ext cx="1086522" cy="195251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Lora" pitchFamily="2" charset="0"/>
                  </a:endParaRP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B386287C-553F-5EBB-C426-4B5BFE26E211}"/>
                    </a:ext>
                  </a:extLst>
                </p:cNvPr>
                <p:cNvSpPr/>
                <p:nvPr/>
              </p:nvSpPr>
              <p:spPr>
                <a:xfrm>
                  <a:off x="1506071" y="1484556"/>
                  <a:ext cx="1086522" cy="29045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Lora" pitchFamily="2" charset="0"/>
                  </a:endParaRPr>
                </a:p>
              </p:txBody>
            </p:sp>
          </p:grp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2ACF176B-FE3B-2CB7-4A88-C5F8FBA31724}"/>
                  </a:ext>
                </a:extLst>
              </p:cNvPr>
              <p:cNvSpPr/>
              <p:nvPr/>
            </p:nvSpPr>
            <p:spPr>
              <a:xfrm>
                <a:off x="1506071" y="3428999"/>
                <a:ext cx="1086522" cy="29045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Lora" pitchFamily="2" charset="0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63764C-7DEC-9ED8-174D-A9277F38A46F}"/>
                </a:ext>
              </a:extLst>
            </p:cNvPr>
            <p:cNvGrpSpPr/>
            <p:nvPr/>
          </p:nvGrpSpPr>
          <p:grpSpPr>
            <a:xfrm>
              <a:off x="4255626" y="3443121"/>
              <a:ext cx="1510475" cy="2534122"/>
              <a:chOff x="1216755" y="1484556"/>
              <a:chExt cx="1665154" cy="2793628"/>
            </a:xfrm>
            <a:solidFill>
              <a:schemeClr val="accent3"/>
            </a:solidFill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DFD1F09F-EBF8-D72A-2DE9-71C9CBD0ABE9}"/>
                  </a:ext>
                </a:extLst>
              </p:cNvPr>
              <p:cNvGrpSpPr/>
              <p:nvPr/>
            </p:nvGrpSpPr>
            <p:grpSpPr>
              <a:xfrm>
                <a:off x="1216755" y="1484556"/>
                <a:ext cx="1665154" cy="2793628"/>
                <a:chOff x="1216755" y="1484556"/>
                <a:chExt cx="1665154" cy="2793628"/>
              </a:xfrm>
              <a:grpFill/>
            </p:grpSpPr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D4B88F94-B971-0728-7389-AE7407D46E17}"/>
                    </a:ext>
                  </a:extLst>
                </p:cNvPr>
                <p:cNvGrpSpPr/>
                <p:nvPr/>
              </p:nvGrpSpPr>
              <p:grpSpPr>
                <a:xfrm>
                  <a:off x="1216755" y="3392023"/>
                  <a:ext cx="1665154" cy="886161"/>
                  <a:chOff x="1506071" y="4826148"/>
                  <a:chExt cx="1086522" cy="578225"/>
                </a:xfrm>
                <a:grpFill/>
              </p:grpSpPr>
              <p:grpSp>
                <p:nvGrpSpPr>
                  <p:cNvPr id="33" name="Group 32">
                    <a:extLst>
                      <a:ext uri="{FF2B5EF4-FFF2-40B4-BE49-F238E27FC236}">
                        <a16:creationId xmlns:a16="http://schemas.microsoft.com/office/drawing/2014/main" id="{1E429474-6F4C-8B92-2876-94655F7F80E0}"/>
                      </a:ext>
                    </a:extLst>
                  </p:cNvPr>
                  <p:cNvGrpSpPr/>
                  <p:nvPr/>
                </p:nvGrpSpPr>
                <p:grpSpPr>
                  <a:xfrm>
                    <a:off x="1506071" y="4826148"/>
                    <a:ext cx="1086522" cy="434341"/>
                    <a:chOff x="1506071" y="4826148"/>
                    <a:chExt cx="1086522" cy="434341"/>
                  </a:xfrm>
                  <a:grpFill/>
                </p:grpSpPr>
                <p:sp>
                  <p:nvSpPr>
                    <p:cNvPr id="35" name="Rectangle 34">
                      <a:extLst>
                        <a:ext uri="{FF2B5EF4-FFF2-40B4-BE49-F238E27FC236}">
                          <a16:creationId xmlns:a16="http://schemas.microsoft.com/office/drawing/2014/main" id="{9EA9F0CD-035C-0191-7E05-B835FD975D6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970032"/>
                      <a:ext cx="1086522" cy="29045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36" name="Oval 35">
                      <a:extLst>
                        <a:ext uri="{FF2B5EF4-FFF2-40B4-BE49-F238E27FC236}">
                          <a16:creationId xmlns:a16="http://schemas.microsoft.com/office/drawing/2014/main" id="{7EAE63BD-05BF-3C5F-8A3D-0C437C56129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826148"/>
                      <a:ext cx="1086522" cy="290456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dirty="0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34" name="Oval 33">
                    <a:extLst>
                      <a:ext uri="{FF2B5EF4-FFF2-40B4-BE49-F238E27FC236}">
                        <a16:creationId xmlns:a16="http://schemas.microsoft.com/office/drawing/2014/main" id="{17677E04-4E22-AE48-5841-D3588239EDD9}"/>
                      </a:ext>
                    </a:extLst>
                  </p:cNvPr>
                  <p:cNvSpPr/>
                  <p:nvPr/>
                </p:nvSpPr>
                <p:spPr>
                  <a:xfrm>
                    <a:off x="1506071" y="5113917"/>
                    <a:ext cx="1086522" cy="290456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B57AE17E-F958-0310-8234-53EA44FDE6E8}"/>
                    </a:ext>
                  </a:extLst>
                </p:cNvPr>
                <p:cNvSpPr/>
                <p:nvPr/>
              </p:nvSpPr>
              <p:spPr>
                <a:xfrm>
                  <a:off x="1506071" y="1629784"/>
                  <a:ext cx="1086522" cy="195251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Lora" pitchFamily="2" charset="0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7CD7C5E0-7F73-EE1E-822C-5926E249F062}"/>
                    </a:ext>
                  </a:extLst>
                </p:cNvPr>
                <p:cNvSpPr/>
                <p:nvPr/>
              </p:nvSpPr>
              <p:spPr>
                <a:xfrm>
                  <a:off x="1506071" y="1484556"/>
                  <a:ext cx="1086522" cy="29045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Lora" pitchFamily="2" charset="0"/>
                  </a:endParaRPr>
                </a:p>
              </p:txBody>
            </p:sp>
          </p:grp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35F6506-0FB9-0761-BC13-A8A31EB1EC1D}"/>
                  </a:ext>
                </a:extLst>
              </p:cNvPr>
              <p:cNvSpPr/>
              <p:nvPr/>
            </p:nvSpPr>
            <p:spPr>
              <a:xfrm>
                <a:off x="1506071" y="3429000"/>
                <a:ext cx="1086522" cy="29045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Lora" pitchFamily="2" charset="0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51A1656-7617-BF09-0194-6953F501E094}"/>
                </a:ext>
              </a:extLst>
            </p:cNvPr>
            <p:cNvGrpSpPr/>
            <p:nvPr/>
          </p:nvGrpSpPr>
          <p:grpSpPr>
            <a:xfrm>
              <a:off x="5340762" y="3808144"/>
              <a:ext cx="1510475" cy="2534122"/>
              <a:chOff x="1216755" y="1484556"/>
              <a:chExt cx="1665154" cy="2793628"/>
            </a:xfrm>
            <a:solidFill>
              <a:schemeClr val="accent1"/>
            </a:solidFill>
          </p:grpSpPr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48C48357-DE82-9DA8-066F-E2C7CB2E4A6E}"/>
                  </a:ext>
                </a:extLst>
              </p:cNvPr>
              <p:cNvGrpSpPr/>
              <p:nvPr/>
            </p:nvGrpSpPr>
            <p:grpSpPr>
              <a:xfrm>
                <a:off x="1216755" y="1484556"/>
                <a:ext cx="1665154" cy="2793628"/>
                <a:chOff x="1216755" y="1484556"/>
                <a:chExt cx="1665154" cy="2793628"/>
              </a:xfrm>
              <a:grpFill/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9DF49AF2-10E2-F4C2-F080-6A416FE67E6E}"/>
                    </a:ext>
                  </a:extLst>
                </p:cNvPr>
                <p:cNvGrpSpPr/>
                <p:nvPr/>
              </p:nvGrpSpPr>
              <p:grpSpPr>
                <a:xfrm>
                  <a:off x="1216755" y="3392023"/>
                  <a:ext cx="1665154" cy="886161"/>
                  <a:chOff x="1506071" y="4826148"/>
                  <a:chExt cx="1086522" cy="578225"/>
                </a:xfrm>
                <a:grpFill/>
              </p:grpSpPr>
              <p:grpSp>
                <p:nvGrpSpPr>
                  <p:cNvPr id="24" name="Group 23">
                    <a:extLst>
                      <a:ext uri="{FF2B5EF4-FFF2-40B4-BE49-F238E27FC236}">
                        <a16:creationId xmlns:a16="http://schemas.microsoft.com/office/drawing/2014/main" id="{F7B283FD-826F-1077-A3C3-44367F61B168}"/>
                      </a:ext>
                    </a:extLst>
                  </p:cNvPr>
                  <p:cNvGrpSpPr/>
                  <p:nvPr/>
                </p:nvGrpSpPr>
                <p:grpSpPr>
                  <a:xfrm>
                    <a:off x="1506071" y="4826148"/>
                    <a:ext cx="1086522" cy="434341"/>
                    <a:chOff x="1506071" y="4826148"/>
                    <a:chExt cx="1086522" cy="434341"/>
                  </a:xfrm>
                  <a:grpFill/>
                </p:grpSpPr>
                <p:sp>
                  <p:nvSpPr>
                    <p:cNvPr id="26" name="Rectangle 25">
                      <a:extLst>
                        <a:ext uri="{FF2B5EF4-FFF2-40B4-BE49-F238E27FC236}">
                          <a16:creationId xmlns:a16="http://schemas.microsoft.com/office/drawing/2014/main" id="{3379CF80-2C71-A09B-0A88-4B79EF32B4D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970032"/>
                      <a:ext cx="1086522" cy="29045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27" name="Oval 26">
                      <a:extLst>
                        <a:ext uri="{FF2B5EF4-FFF2-40B4-BE49-F238E27FC236}">
                          <a16:creationId xmlns:a16="http://schemas.microsoft.com/office/drawing/2014/main" id="{11125117-C7A7-00EC-879A-C33BA632FB2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826148"/>
                      <a:ext cx="1086522" cy="290456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1B4CB7D9-5A17-F6B2-DBBD-6545920A5F09}"/>
                      </a:ext>
                    </a:extLst>
                  </p:cNvPr>
                  <p:cNvSpPr/>
                  <p:nvPr/>
                </p:nvSpPr>
                <p:spPr>
                  <a:xfrm>
                    <a:off x="1506071" y="5113917"/>
                    <a:ext cx="1086522" cy="290456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5368B3D8-035A-FAB9-CB6E-6AA60F02DEA6}"/>
                    </a:ext>
                  </a:extLst>
                </p:cNvPr>
                <p:cNvSpPr/>
                <p:nvPr/>
              </p:nvSpPr>
              <p:spPr>
                <a:xfrm>
                  <a:off x="1506071" y="1629784"/>
                  <a:ext cx="1086522" cy="1952512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Lora" pitchFamily="2" charset="0"/>
                  </a:endParaRPr>
                </a:p>
              </p:txBody>
            </p:sp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AC2C747F-C56E-D7AF-B994-CAA4DD70B8D0}"/>
                    </a:ext>
                  </a:extLst>
                </p:cNvPr>
                <p:cNvSpPr/>
                <p:nvPr/>
              </p:nvSpPr>
              <p:spPr>
                <a:xfrm>
                  <a:off x="1506071" y="1484556"/>
                  <a:ext cx="1086522" cy="290456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Lora" pitchFamily="2" charset="0"/>
                  </a:endParaRPr>
                </a:p>
              </p:txBody>
            </p:sp>
          </p:grp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5419633-D32A-A634-27C0-039D409725C9}"/>
                  </a:ext>
                </a:extLst>
              </p:cNvPr>
              <p:cNvSpPr/>
              <p:nvPr/>
            </p:nvSpPr>
            <p:spPr>
              <a:xfrm>
                <a:off x="1506071" y="3429000"/>
                <a:ext cx="1086522" cy="29045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Lora" pitchFamily="2" charset="0"/>
                </a:endParaRPr>
              </a:p>
            </p:txBody>
          </p:sp>
        </p:grpSp>
        <p:cxnSp>
          <p:nvCxnSpPr>
            <p:cNvPr id="9" name="Connector: Elbow 8">
              <a:extLst>
                <a:ext uri="{FF2B5EF4-FFF2-40B4-BE49-F238E27FC236}">
                  <a16:creationId xmlns:a16="http://schemas.microsoft.com/office/drawing/2014/main" id="{8DD17807-1238-4A16-B6E2-1E1013E42305}"/>
                </a:ext>
              </a:extLst>
            </p:cNvPr>
            <p:cNvCxnSpPr>
              <a:cxnSpLocks/>
              <a:stCxn id="41" idx="0"/>
            </p:cNvCxnSpPr>
            <p:nvPr/>
          </p:nvCxnSpPr>
          <p:spPr>
            <a:xfrm rot="16200000" flipV="1">
              <a:off x="2564430" y="1686611"/>
              <a:ext cx="367876" cy="2354720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05079425-6DD6-F71A-9E3A-E527F0E3A67A}"/>
                </a:ext>
              </a:extLst>
            </p:cNvPr>
            <p:cNvCxnSpPr>
              <a:cxnSpLocks/>
              <a:stCxn id="32" idx="0"/>
            </p:cNvCxnSpPr>
            <p:nvPr/>
          </p:nvCxnSpPr>
          <p:spPr>
            <a:xfrm rot="16200000" flipV="1">
              <a:off x="4047750" y="2480007"/>
              <a:ext cx="763088" cy="1163140"/>
            </a:xfrm>
            <a:prstGeom prst="bentConnector3">
              <a:avLst>
                <a:gd name="adj1" fmla="val 85044"/>
              </a:avLst>
            </a:prstGeom>
            <a:ln>
              <a:solidFill>
                <a:schemeClr val="bg1">
                  <a:lumMod val="50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52E4562-7E14-81A8-AFEC-8DDEA4505C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5999" y="2773287"/>
              <a:ext cx="0" cy="1099832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or: Elbow 11">
              <a:extLst>
                <a:ext uri="{FF2B5EF4-FFF2-40B4-BE49-F238E27FC236}">
                  <a16:creationId xmlns:a16="http://schemas.microsoft.com/office/drawing/2014/main" id="{47D3DE18-614F-8785-0454-4A542AE45E3B}"/>
                </a:ext>
              </a:extLst>
            </p:cNvPr>
            <p:cNvCxnSpPr>
              <a:cxnSpLocks/>
              <a:stCxn id="50" idx="0"/>
            </p:cNvCxnSpPr>
            <p:nvPr/>
          </p:nvCxnSpPr>
          <p:spPr>
            <a:xfrm rot="5400000" flipH="1" flipV="1">
              <a:off x="7375600" y="2485570"/>
              <a:ext cx="831093" cy="1220020"/>
            </a:xfrm>
            <a:prstGeom prst="bentConnector3">
              <a:avLst>
                <a:gd name="adj1" fmla="val 85291"/>
              </a:avLst>
            </a:prstGeom>
            <a:ln>
              <a:solidFill>
                <a:schemeClr val="bg1">
                  <a:lumMod val="50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or: Elbow 12">
              <a:extLst>
                <a:ext uri="{FF2B5EF4-FFF2-40B4-BE49-F238E27FC236}">
                  <a16:creationId xmlns:a16="http://schemas.microsoft.com/office/drawing/2014/main" id="{3F7918C6-2AEF-6809-9712-4BC33A086F14}"/>
                </a:ext>
              </a:extLst>
            </p:cNvPr>
            <p:cNvCxnSpPr>
              <a:cxnSpLocks/>
              <a:stCxn id="59" idx="0"/>
            </p:cNvCxnSpPr>
            <p:nvPr/>
          </p:nvCxnSpPr>
          <p:spPr>
            <a:xfrm rot="5400000" flipH="1" flipV="1">
              <a:off x="9258420" y="1687885"/>
              <a:ext cx="427304" cy="2411601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bg1">
                  <a:lumMod val="50000"/>
                </a:schemeClr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D274AF9-355A-D947-3ADF-0AC967176AE9}"/>
                </a:ext>
              </a:extLst>
            </p:cNvPr>
            <p:cNvSpPr txBox="1"/>
            <p:nvPr/>
          </p:nvSpPr>
          <p:spPr>
            <a:xfrm>
              <a:off x="515568" y="1750825"/>
              <a:ext cx="2110880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</a:p>
            <a:p>
              <a:pPr algn="ctr">
                <a:spcBef>
                  <a:spcPts val="600"/>
                </a:spcBef>
              </a:pP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 Odio. Fusce Lobortis Porttitor Purus, Vel Vestibulum Libero Pharetra Vel. Pellentesque Lorem Augue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DEB6700D-CD28-88DC-206A-C2ED0C5907A5}"/>
                </a:ext>
              </a:extLst>
            </p:cNvPr>
            <p:cNvSpPr txBox="1"/>
            <p:nvPr/>
          </p:nvSpPr>
          <p:spPr>
            <a:xfrm>
              <a:off x="2792284" y="1750825"/>
              <a:ext cx="2110880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</a:p>
            <a:p>
              <a:pPr algn="ctr">
                <a:spcBef>
                  <a:spcPts val="600"/>
                </a:spcBef>
              </a:pP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 Odio. Fusce Lobortis Porttitor Purus, Vel Vestibulum Libero Pharetra Vel. Pellentesque Lorem Augue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987E267-447B-1192-628E-71EC047833C3}"/>
                </a:ext>
              </a:extLst>
            </p:cNvPr>
            <p:cNvSpPr txBox="1"/>
            <p:nvPr/>
          </p:nvSpPr>
          <p:spPr>
            <a:xfrm>
              <a:off x="5057276" y="1750825"/>
              <a:ext cx="2110880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</a:p>
            <a:p>
              <a:pPr algn="ctr">
                <a:spcBef>
                  <a:spcPts val="600"/>
                </a:spcBef>
              </a:pP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 Odio. Fusce Lobortis Porttitor Purus, Vel Vestibulum Libero Pharetra Vel. Pellentesque Lorem Augue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554EA6E3-3448-14CE-3128-93A80DF61779}"/>
                </a:ext>
              </a:extLst>
            </p:cNvPr>
            <p:cNvSpPr txBox="1"/>
            <p:nvPr/>
          </p:nvSpPr>
          <p:spPr>
            <a:xfrm>
              <a:off x="7333992" y="1750825"/>
              <a:ext cx="2110880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</a:p>
            <a:p>
              <a:pPr algn="ctr">
                <a:spcBef>
                  <a:spcPts val="600"/>
                </a:spcBef>
              </a:pP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 Odio. Fusce Lobortis Porttitor Purus, Vel Vestibulum Libero Pharetra Vel. Pellentesque Lorem Augue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05F5520-378B-6B79-B796-048EA094C86F}"/>
                </a:ext>
              </a:extLst>
            </p:cNvPr>
            <p:cNvSpPr txBox="1"/>
            <p:nvPr/>
          </p:nvSpPr>
          <p:spPr>
            <a:xfrm>
              <a:off x="9610708" y="1750825"/>
              <a:ext cx="2110880" cy="93871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Maecenas Non </a:t>
              </a:r>
            </a:p>
            <a:p>
              <a:pPr algn="ctr">
                <a:spcBef>
                  <a:spcPts val="600"/>
                </a:spcBef>
              </a:pPr>
              <a:r>
                <a:rPr lang="en-US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Lora" pitchFamily="2" charset="0"/>
                </a:rPr>
                <a:t>Laoreet Odio. Fusce Lobortis Porttitor Purus, Vel Vestibulum Libero Pharetra Vel. Pellentesque Lorem Augue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4859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F457C03A-F88A-82CD-D437-DFAFF65EB5C4}"/>
              </a:ext>
            </a:extLst>
          </p:cNvPr>
          <p:cNvGrpSpPr/>
          <p:nvPr/>
        </p:nvGrpSpPr>
        <p:grpSpPr>
          <a:xfrm>
            <a:off x="2002633" y="1573074"/>
            <a:ext cx="8440737" cy="5058053"/>
            <a:chOff x="1875633" y="899974"/>
            <a:chExt cx="8440737" cy="5058053"/>
          </a:xfrm>
        </p:grpSpPr>
        <p:sp>
          <p:nvSpPr>
            <p:cNvPr id="28" name="Flowchart: Extract 27">
              <a:extLst>
                <a:ext uri="{FF2B5EF4-FFF2-40B4-BE49-F238E27FC236}">
                  <a16:creationId xmlns:a16="http://schemas.microsoft.com/office/drawing/2014/main" id="{FA82308F-E9E8-95E1-3123-50CF6278325C}"/>
                </a:ext>
              </a:extLst>
            </p:cNvPr>
            <p:cNvSpPr/>
            <p:nvPr/>
          </p:nvSpPr>
          <p:spPr bwMode="auto">
            <a:xfrm>
              <a:off x="1922300" y="899974"/>
              <a:ext cx="8347405" cy="1500186"/>
            </a:xfrm>
            <a:prstGeom prst="flowChartExtract">
              <a:avLst/>
            </a:prstGeom>
            <a:solidFill>
              <a:schemeClr val="bg1">
                <a:lumMod val="65000"/>
              </a:schemeClr>
            </a:solidFill>
            <a:ln w="285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024832F-FBE7-983A-E76B-0B737BF2085D}"/>
                </a:ext>
              </a:extLst>
            </p:cNvPr>
            <p:cNvGrpSpPr/>
            <p:nvPr/>
          </p:nvGrpSpPr>
          <p:grpSpPr>
            <a:xfrm>
              <a:off x="1875633" y="1629216"/>
              <a:ext cx="8440737" cy="4328811"/>
              <a:chOff x="1875633" y="1629216"/>
              <a:chExt cx="8440737" cy="4328811"/>
            </a:xfrm>
          </p:grpSpPr>
          <p:sp>
            <p:nvSpPr>
              <p:cNvPr id="30" name="Moon 29">
                <a:extLst>
                  <a:ext uri="{FF2B5EF4-FFF2-40B4-BE49-F238E27FC236}">
                    <a16:creationId xmlns:a16="http://schemas.microsoft.com/office/drawing/2014/main" id="{2F75A49D-1457-306C-5DBA-5BD8BB859DDD}"/>
                  </a:ext>
                </a:extLst>
              </p:cNvPr>
              <p:cNvSpPr/>
              <p:nvPr/>
            </p:nvSpPr>
            <p:spPr bwMode="auto">
              <a:xfrm rot="5400000">
                <a:off x="5930901" y="-1808642"/>
                <a:ext cx="330203" cy="8087406"/>
              </a:xfrm>
              <a:prstGeom prst="moon">
                <a:avLst>
                  <a:gd name="adj" fmla="val 34134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effectLst>
                <a:outerShdw blurRad="50800" dist="1524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D9D96BD-5E5D-A906-3A94-12296365B7F9}"/>
                  </a:ext>
                </a:extLst>
              </p:cNvPr>
              <p:cNvSpPr/>
              <p:nvPr/>
            </p:nvSpPr>
            <p:spPr bwMode="auto">
              <a:xfrm>
                <a:off x="2155031" y="2577961"/>
                <a:ext cx="1442012" cy="2207847"/>
              </a:xfrm>
              <a:prstGeom prst="rect">
                <a:avLst/>
              </a:prstGeom>
              <a:solidFill>
                <a:schemeClr val="accent1"/>
              </a:solidFill>
              <a:ln w="28575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65914040-A446-0E95-BFC8-230FBCC2B0F0}"/>
                  </a:ext>
                </a:extLst>
              </p:cNvPr>
              <p:cNvSpPr/>
              <p:nvPr/>
            </p:nvSpPr>
            <p:spPr bwMode="auto">
              <a:xfrm>
                <a:off x="4299243" y="2577961"/>
                <a:ext cx="1442012" cy="2207847"/>
              </a:xfrm>
              <a:prstGeom prst="rect">
                <a:avLst/>
              </a:prstGeom>
              <a:solidFill>
                <a:schemeClr val="accent2"/>
              </a:solidFill>
              <a:ln w="28575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435BF57-2344-D15E-4BF5-61C5750552CA}"/>
                  </a:ext>
                </a:extLst>
              </p:cNvPr>
              <p:cNvSpPr/>
              <p:nvPr/>
            </p:nvSpPr>
            <p:spPr bwMode="auto">
              <a:xfrm>
                <a:off x="6445885" y="2577961"/>
                <a:ext cx="1442012" cy="2207847"/>
              </a:xfrm>
              <a:prstGeom prst="rect">
                <a:avLst/>
              </a:prstGeom>
              <a:solidFill>
                <a:schemeClr val="accent3"/>
              </a:solidFill>
              <a:ln w="28575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F5A4858A-ED52-58D5-993F-874EE3CE892C}"/>
                  </a:ext>
                </a:extLst>
              </p:cNvPr>
              <p:cNvSpPr/>
              <p:nvPr/>
            </p:nvSpPr>
            <p:spPr bwMode="auto">
              <a:xfrm>
                <a:off x="8594958" y="2577961"/>
                <a:ext cx="1442012" cy="2207847"/>
              </a:xfrm>
              <a:prstGeom prst="rect">
                <a:avLst/>
              </a:prstGeom>
              <a:solidFill>
                <a:schemeClr val="accent4"/>
              </a:solidFill>
              <a:ln w="28575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CA25EE2-CC45-DACC-2E7A-69B5CA228A60}"/>
                  </a:ext>
                </a:extLst>
              </p:cNvPr>
              <p:cNvSpPr txBox="1"/>
              <p:nvPr/>
            </p:nvSpPr>
            <p:spPr>
              <a:xfrm>
                <a:off x="4730066" y="1629216"/>
                <a:ext cx="258603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Lora" pitchFamily="2" charset="0"/>
                    <a:cs typeface="Calibri" pitchFamily="34" charset="0"/>
                  </a:rPr>
                  <a:t>Sample Headline</a:t>
                </a:r>
                <a:endPara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  <a:cs typeface="Calibri" pitchFamily="34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4874A307-D911-30AF-AFAE-600F80A00E7C}"/>
                  </a:ext>
                </a:extLst>
              </p:cNvPr>
              <p:cNvSpPr txBox="1"/>
              <p:nvPr/>
            </p:nvSpPr>
            <p:spPr>
              <a:xfrm>
                <a:off x="2300488" y="2881664"/>
                <a:ext cx="1151098" cy="170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50" b="1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 Non Laoreet Odio. Fusce Lobortis Porttitor Purus, Vel Vestibulum Libero Pharetra Vel. Pellentesque Lorem Augue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9DC21C06-BECE-33A6-E3BF-6350CC3DCBC0}"/>
                  </a:ext>
                </a:extLst>
              </p:cNvPr>
              <p:cNvSpPr txBox="1"/>
              <p:nvPr/>
            </p:nvSpPr>
            <p:spPr>
              <a:xfrm>
                <a:off x="4444700" y="2881664"/>
                <a:ext cx="1151098" cy="170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50" b="1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 Non Laoreet Odio. Fusce Lobortis Porttitor Purus, Vel Vestibulum Libero Pharetra Vel. Pellentesque Lorem Augue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8B962CE9-7BA8-382E-7CBC-1A3D956E0820}"/>
                  </a:ext>
                </a:extLst>
              </p:cNvPr>
              <p:cNvSpPr txBox="1"/>
              <p:nvPr/>
            </p:nvSpPr>
            <p:spPr>
              <a:xfrm>
                <a:off x="6591342" y="2881664"/>
                <a:ext cx="1151098" cy="170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50" b="1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 Non Laoreet Odio. Fusce Lobortis Porttitor Purus, Vel Vestibulum Libero Pharetra Vel. Pellentesque Lorem Augue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6E706A7-DC89-316D-F50C-3BE26F2D3C44}"/>
                  </a:ext>
                </a:extLst>
              </p:cNvPr>
              <p:cNvSpPr txBox="1"/>
              <p:nvPr/>
            </p:nvSpPr>
            <p:spPr>
              <a:xfrm>
                <a:off x="8740415" y="2881664"/>
                <a:ext cx="1151098" cy="1708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50" b="1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 Non Laoreet Odio. Fusce Lobortis Porttitor Purus, Vel Vestibulum Libero Pharetra Vel. Pellentesque Lorem Augue</a:t>
                </a: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832FF398-F395-E7A3-3730-37E1A872F2AA}"/>
                  </a:ext>
                </a:extLst>
              </p:cNvPr>
              <p:cNvSpPr/>
              <p:nvPr/>
            </p:nvSpPr>
            <p:spPr bwMode="auto">
              <a:xfrm>
                <a:off x="2021463" y="4799380"/>
                <a:ext cx="1709150" cy="267781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28575">
                <a:noFill/>
              </a:ln>
              <a:effectLst>
                <a:outerShdw blurRad="50800" dist="1016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0111356-6912-38E2-B355-F7C24C6D389A}"/>
                  </a:ext>
                </a:extLst>
              </p:cNvPr>
              <p:cNvSpPr/>
              <p:nvPr/>
            </p:nvSpPr>
            <p:spPr bwMode="auto">
              <a:xfrm>
                <a:off x="4168105" y="4799380"/>
                <a:ext cx="1709150" cy="267781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28575">
                <a:noFill/>
              </a:ln>
              <a:effectLst>
                <a:outerShdw blurRad="50800" dist="1016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4C8B75D0-152A-95A8-5D22-F86002C636B8}"/>
                  </a:ext>
                </a:extLst>
              </p:cNvPr>
              <p:cNvSpPr/>
              <p:nvPr/>
            </p:nvSpPr>
            <p:spPr bwMode="auto">
              <a:xfrm>
                <a:off x="6314748" y="4799380"/>
                <a:ext cx="1709150" cy="267781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28575">
                <a:noFill/>
              </a:ln>
              <a:effectLst>
                <a:outerShdw blurRad="50800" dist="1016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092D2EF5-1EC8-C421-18DD-551B5821512F}"/>
                  </a:ext>
                </a:extLst>
              </p:cNvPr>
              <p:cNvSpPr/>
              <p:nvPr/>
            </p:nvSpPr>
            <p:spPr bwMode="auto">
              <a:xfrm>
                <a:off x="8461387" y="4799380"/>
                <a:ext cx="1709150" cy="267781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28575">
                <a:noFill/>
              </a:ln>
              <a:effectLst>
                <a:outerShdw blurRad="50800" dist="1016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4" name="Trapezoid 43">
                <a:extLst>
                  <a:ext uri="{FF2B5EF4-FFF2-40B4-BE49-F238E27FC236}">
                    <a16:creationId xmlns:a16="http://schemas.microsoft.com/office/drawing/2014/main" id="{E6D80164-4F50-06A3-DB6F-A7B0F68F4F3D}"/>
                  </a:ext>
                </a:extLst>
              </p:cNvPr>
              <p:cNvSpPr/>
              <p:nvPr/>
            </p:nvSpPr>
            <p:spPr bwMode="auto">
              <a:xfrm>
                <a:off x="1875633" y="4785807"/>
                <a:ext cx="2000811" cy="538529"/>
              </a:xfrm>
              <a:prstGeom prst="trapezoid">
                <a:avLst/>
              </a:prstGeom>
              <a:solidFill>
                <a:schemeClr val="accent1"/>
              </a:solidFill>
              <a:ln w="28575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5" name="Trapezoid 44">
                <a:extLst>
                  <a:ext uri="{FF2B5EF4-FFF2-40B4-BE49-F238E27FC236}">
                    <a16:creationId xmlns:a16="http://schemas.microsoft.com/office/drawing/2014/main" id="{0626971D-9DAE-CBFB-F6FB-A55996F5E965}"/>
                  </a:ext>
                </a:extLst>
              </p:cNvPr>
              <p:cNvSpPr/>
              <p:nvPr/>
            </p:nvSpPr>
            <p:spPr bwMode="auto">
              <a:xfrm>
                <a:off x="4022275" y="4785807"/>
                <a:ext cx="2000811" cy="538529"/>
              </a:xfrm>
              <a:prstGeom prst="trapezoid">
                <a:avLst/>
              </a:prstGeom>
              <a:solidFill>
                <a:schemeClr val="accent2"/>
              </a:solidFill>
              <a:ln w="28575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6" name="Trapezoid 45">
                <a:extLst>
                  <a:ext uri="{FF2B5EF4-FFF2-40B4-BE49-F238E27FC236}">
                    <a16:creationId xmlns:a16="http://schemas.microsoft.com/office/drawing/2014/main" id="{D169D236-42DB-CFBA-6871-CDFD0CB8F725}"/>
                  </a:ext>
                </a:extLst>
              </p:cNvPr>
              <p:cNvSpPr/>
              <p:nvPr/>
            </p:nvSpPr>
            <p:spPr bwMode="auto">
              <a:xfrm>
                <a:off x="6168918" y="4785807"/>
                <a:ext cx="2000811" cy="538529"/>
              </a:xfrm>
              <a:prstGeom prst="trapezoid">
                <a:avLst/>
              </a:prstGeom>
              <a:solidFill>
                <a:schemeClr val="accent3"/>
              </a:solidFill>
              <a:ln w="28575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7" name="Trapezoid 46">
                <a:extLst>
                  <a:ext uri="{FF2B5EF4-FFF2-40B4-BE49-F238E27FC236}">
                    <a16:creationId xmlns:a16="http://schemas.microsoft.com/office/drawing/2014/main" id="{2C5A65ED-C618-7FDF-1E4F-D68FF78F03F9}"/>
                  </a:ext>
                </a:extLst>
              </p:cNvPr>
              <p:cNvSpPr/>
              <p:nvPr/>
            </p:nvSpPr>
            <p:spPr bwMode="auto">
              <a:xfrm>
                <a:off x="8315559" y="4785807"/>
                <a:ext cx="2000811" cy="538529"/>
              </a:xfrm>
              <a:prstGeom prst="trapezoid">
                <a:avLst/>
              </a:prstGeom>
              <a:solidFill>
                <a:schemeClr val="accent4"/>
              </a:solidFill>
              <a:ln w="28575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6A21DAA3-5E99-35F5-E296-6522747E8FD9}"/>
                  </a:ext>
                </a:extLst>
              </p:cNvPr>
              <p:cNvSpPr txBox="1"/>
              <p:nvPr/>
            </p:nvSpPr>
            <p:spPr>
              <a:xfrm>
                <a:off x="4185606" y="4916570"/>
                <a:ext cx="167414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A090FB53-8E0E-07A5-B704-3261B99803BD}"/>
                  </a:ext>
                </a:extLst>
              </p:cNvPr>
              <p:cNvSpPr txBox="1"/>
              <p:nvPr/>
            </p:nvSpPr>
            <p:spPr>
              <a:xfrm>
                <a:off x="6363567" y="4916570"/>
                <a:ext cx="167414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1FCFA626-D027-6BC1-F966-EDB31E59CE3D}"/>
                  </a:ext>
                </a:extLst>
              </p:cNvPr>
              <p:cNvSpPr txBox="1"/>
              <p:nvPr/>
            </p:nvSpPr>
            <p:spPr>
              <a:xfrm>
                <a:off x="8478890" y="4916570"/>
                <a:ext cx="167414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AE1E82BF-D07C-1485-258E-13EF7BC54B7B}"/>
                  </a:ext>
                </a:extLst>
              </p:cNvPr>
              <p:cNvSpPr txBox="1"/>
              <p:nvPr/>
            </p:nvSpPr>
            <p:spPr>
              <a:xfrm>
                <a:off x="1987437" y="4916570"/>
                <a:ext cx="1773313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200" b="1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</a:t>
                </a: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435D82E4-1049-5A7B-2F65-71CFB0E42DE6}"/>
                  </a:ext>
                </a:extLst>
              </p:cNvPr>
              <p:cNvSpPr/>
              <p:nvPr/>
            </p:nvSpPr>
            <p:spPr bwMode="auto">
              <a:xfrm>
                <a:off x="1875633" y="5419498"/>
                <a:ext cx="8440737" cy="538529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 w="28575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10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95000"/>
                    </a:schemeClr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8E29BF9-5324-DC88-3B22-8D9CDF71062D}"/>
                  </a:ext>
                </a:extLst>
              </p:cNvPr>
              <p:cNvSpPr txBox="1"/>
              <p:nvPr/>
            </p:nvSpPr>
            <p:spPr>
              <a:xfrm>
                <a:off x="3168651" y="5473319"/>
                <a:ext cx="5854700" cy="430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1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Maecenas Non Laoreet Odio. Fusce Lobortis Porttitor Purus, Vel Vestibulum Libero Pharetra Vel. Pellentesque Lorem Augue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258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28AFEA24-8030-BC27-3F13-2B4BBDF13732}"/>
              </a:ext>
            </a:extLst>
          </p:cNvPr>
          <p:cNvGrpSpPr/>
          <p:nvPr/>
        </p:nvGrpSpPr>
        <p:grpSpPr>
          <a:xfrm>
            <a:off x="339064" y="2046515"/>
            <a:ext cx="11690062" cy="4094805"/>
            <a:chOff x="812613" y="2214183"/>
            <a:chExt cx="10742964" cy="3763056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A34878DD-A257-C959-2CF0-1B00C3222FC0}"/>
                </a:ext>
              </a:extLst>
            </p:cNvPr>
            <p:cNvGrpSpPr/>
            <p:nvPr/>
          </p:nvGrpSpPr>
          <p:grpSpPr>
            <a:xfrm>
              <a:off x="812613" y="2214183"/>
              <a:ext cx="2110880" cy="3763056"/>
              <a:chOff x="812613" y="2214183"/>
              <a:chExt cx="2110880" cy="3763056"/>
            </a:xfrm>
          </p:grpSpPr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5D55FE63-A4C5-B496-EEC0-F00B000EBBC3}"/>
                  </a:ext>
                </a:extLst>
              </p:cNvPr>
              <p:cNvGrpSpPr/>
              <p:nvPr/>
            </p:nvGrpSpPr>
            <p:grpSpPr>
              <a:xfrm>
                <a:off x="1243890" y="2214183"/>
                <a:ext cx="1248326" cy="2672888"/>
                <a:chOff x="1243890" y="2214183"/>
                <a:chExt cx="1248326" cy="2672888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CB608514-EA75-4C08-A218-6D8A9AA9B0AF}"/>
                    </a:ext>
                  </a:extLst>
                </p:cNvPr>
                <p:cNvGrpSpPr/>
                <p:nvPr/>
              </p:nvGrpSpPr>
              <p:grpSpPr>
                <a:xfrm>
                  <a:off x="1243890" y="4149687"/>
                  <a:ext cx="1248326" cy="737384"/>
                  <a:chOff x="1506071" y="4826148"/>
                  <a:chExt cx="1086522" cy="578225"/>
                </a:xfrm>
                <a:solidFill>
                  <a:schemeClr val="accent1"/>
                </a:solidFill>
              </p:grpSpPr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E9AB4D45-AD21-5C13-61B0-754E35016C88}"/>
                      </a:ext>
                    </a:extLst>
                  </p:cNvPr>
                  <p:cNvGrpSpPr/>
                  <p:nvPr/>
                </p:nvGrpSpPr>
                <p:grpSpPr>
                  <a:xfrm>
                    <a:off x="1506071" y="4826148"/>
                    <a:ext cx="1086522" cy="434341"/>
                    <a:chOff x="1506071" y="4826148"/>
                    <a:chExt cx="1086522" cy="434341"/>
                  </a:xfrm>
                  <a:grpFill/>
                </p:grpSpPr>
                <p:sp>
                  <p:nvSpPr>
                    <p:cNvPr id="33" name="Rectangle 32">
                      <a:extLst>
                        <a:ext uri="{FF2B5EF4-FFF2-40B4-BE49-F238E27FC236}">
                          <a16:creationId xmlns:a16="http://schemas.microsoft.com/office/drawing/2014/main" id="{44FE1B28-AC3D-F03B-AA3E-C60269A179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970032"/>
                      <a:ext cx="1086522" cy="29045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34" name="Oval 33">
                      <a:extLst>
                        <a:ext uri="{FF2B5EF4-FFF2-40B4-BE49-F238E27FC236}">
                          <a16:creationId xmlns:a16="http://schemas.microsoft.com/office/drawing/2014/main" id="{9AE44D3F-EFDD-5D53-6ED1-28469A8649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826148"/>
                      <a:ext cx="1086522" cy="290456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32" name="Oval 31">
                    <a:extLst>
                      <a:ext uri="{FF2B5EF4-FFF2-40B4-BE49-F238E27FC236}">
                        <a16:creationId xmlns:a16="http://schemas.microsoft.com/office/drawing/2014/main" id="{B171CD89-A9F3-49A3-71C4-0AB859E5D52D}"/>
                      </a:ext>
                    </a:extLst>
                  </p:cNvPr>
                  <p:cNvSpPr/>
                  <p:nvPr/>
                </p:nvSpPr>
                <p:spPr>
                  <a:xfrm>
                    <a:off x="1506071" y="5113917"/>
                    <a:ext cx="1086522" cy="290456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C6ACFE9-56EF-F71D-C19C-F0C8479ADA1F}"/>
                    </a:ext>
                  </a:extLst>
                </p:cNvPr>
                <p:cNvSpPr/>
                <p:nvPr/>
              </p:nvSpPr>
              <p:spPr>
                <a:xfrm>
                  <a:off x="1375257" y="2360406"/>
                  <a:ext cx="985593" cy="1965893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latin typeface="Lora" pitchFamily="2" charset="0"/>
                      <a:cs typeface="Segoe UI" panose="020B0502040204020203" pitchFamily="34" charset="0"/>
                    </a:rPr>
                    <a:t>01</a:t>
                  </a: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C5AF484E-ADD2-E510-7EAA-DA9A90245C48}"/>
                    </a:ext>
                  </a:extLst>
                </p:cNvPr>
                <p:cNvSpPr/>
                <p:nvPr/>
              </p:nvSpPr>
              <p:spPr>
                <a:xfrm>
                  <a:off x="1375257" y="2214183"/>
                  <a:ext cx="985593" cy="292447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Lora" pitchFamily="2" charset="0"/>
                  </a:endParaRP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1458123-DE4F-4A41-8C6C-93E03E4A9E04}"/>
                    </a:ext>
                  </a:extLst>
                </p:cNvPr>
                <p:cNvSpPr/>
                <p:nvPr/>
              </p:nvSpPr>
              <p:spPr>
                <a:xfrm>
                  <a:off x="1375257" y="4171952"/>
                  <a:ext cx="985593" cy="292447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Lora" pitchFamily="2" charset="0"/>
                  </a:endParaRPr>
                </a:p>
              </p:txBody>
            </p: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697A6E08-766B-33BC-058E-7D6E25618FEC}"/>
                  </a:ext>
                </a:extLst>
              </p:cNvPr>
              <p:cNvSpPr txBox="1"/>
              <p:nvPr/>
            </p:nvSpPr>
            <p:spPr>
              <a:xfrm>
                <a:off x="812613" y="5079217"/>
                <a:ext cx="2110880" cy="898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 Odio. Fusce Lobortis Porttitor Purus, Vel Vestibulum Libero Pharetra Vel. Pellentesque Lorem Augue</a:t>
                </a:r>
              </a:p>
            </p:txBody>
          </p: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2CA9C82A-E5D5-C236-7B99-16FD3C1D1E19}"/>
                </a:ext>
              </a:extLst>
            </p:cNvPr>
            <p:cNvGrpSpPr/>
            <p:nvPr/>
          </p:nvGrpSpPr>
          <p:grpSpPr>
            <a:xfrm>
              <a:off x="2970634" y="2214183"/>
              <a:ext cx="2110880" cy="3763056"/>
              <a:chOff x="2923493" y="2214183"/>
              <a:chExt cx="2110880" cy="3763056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C25A3922-00F2-BC35-28D8-16DCCC2407A3}"/>
                  </a:ext>
                </a:extLst>
              </p:cNvPr>
              <p:cNvGrpSpPr/>
              <p:nvPr/>
            </p:nvGrpSpPr>
            <p:grpSpPr>
              <a:xfrm>
                <a:off x="3354770" y="2214183"/>
                <a:ext cx="1248326" cy="2672888"/>
                <a:chOff x="3357864" y="2214183"/>
                <a:chExt cx="1248326" cy="2672888"/>
              </a:xfrm>
            </p:grpSpPr>
            <p:grpSp>
              <p:nvGrpSpPr>
                <p:cNvPr id="15" name="Group 14">
                  <a:extLst>
                    <a:ext uri="{FF2B5EF4-FFF2-40B4-BE49-F238E27FC236}">
                      <a16:creationId xmlns:a16="http://schemas.microsoft.com/office/drawing/2014/main" id="{351373A6-58EA-1DEC-C6CF-D681F0DDB9AA}"/>
                    </a:ext>
                  </a:extLst>
                </p:cNvPr>
                <p:cNvGrpSpPr/>
                <p:nvPr/>
              </p:nvGrpSpPr>
              <p:grpSpPr>
                <a:xfrm>
                  <a:off x="3357864" y="4149687"/>
                  <a:ext cx="1248326" cy="737384"/>
                  <a:chOff x="1506071" y="4826148"/>
                  <a:chExt cx="1086522" cy="578225"/>
                </a:xfrm>
                <a:solidFill>
                  <a:schemeClr val="accent2"/>
                </a:solidFill>
              </p:grpSpPr>
              <p:grpSp>
                <p:nvGrpSpPr>
                  <p:cNvPr id="27" name="Group 26">
                    <a:extLst>
                      <a:ext uri="{FF2B5EF4-FFF2-40B4-BE49-F238E27FC236}">
                        <a16:creationId xmlns:a16="http://schemas.microsoft.com/office/drawing/2014/main" id="{EBAD54C9-A935-1DAA-FA16-6D38DE560441}"/>
                      </a:ext>
                    </a:extLst>
                  </p:cNvPr>
                  <p:cNvGrpSpPr/>
                  <p:nvPr/>
                </p:nvGrpSpPr>
                <p:grpSpPr>
                  <a:xfrm>
                    <a:off x="1506071" y="4826148"/>
                    <a:ext cx="1086522" cy="434341"/>
                    <a:chOff x="1506071" y="4826148"/>
                    <a:chExt cx="1086522" cy="434341"/>
                  </a:xfrm>
                  <a:grpFill/>
                </p:grpSpPr>
                <p:sp>
                  <p:nvSpPr>
                    <p:cNvPr id="29" name="Rectangle 28">
                      <a:extLst>
                        <a:ext uri="{FF2B5EF4-FFF2-40B4-BE49-F238E27FC236}">
                          <a16:creationId xmlns:a16="http://schemas.microsoft.com/office/drawing/2014/main" id="{5EE49D2C-BE42-613B-1BF4-330E66EF89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970032"/>
                      <a:ext cx="1086522" cy="29045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30" name="Oval 29">
                      <a:extLst>
                        <a:ext uri="{FF2B5EF4-FFF2-40B4-BE49-F238E27FC236}">
                          <a16:creationId xmlns:a16="http://schemas.microsoft.com/office/drawing/2014/main" id="{2F5546F9-4382-995B-839A-61D4A53F09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826148"/>
                      <a:ext cx="1086522" cy="290456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 dirty="0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2ED5AA66-A299-1909-1384-564CD39A3AF6}"/>
                      </a:ext>
                    </a:extLst>
                  </p:cNvPr>
                  <p:cNvSpPr/>
                  <p:nvPr/>
                </p:nvSpPr>
                <p:spPr>
                  <a:xfrm>
                    <a:off x="1506071" y="5113917"/>
                    <a:ext cx="1086522" cy="290456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C11E9FC-E170-C7A2-8AF2-ADDB503E2BF6}"/>
                    </a:ext>
                  </a:extLst>
                </p:cNvPr>
                <p:cNvSpPr/>
                <p:nvPr/>
              </p:nvSpPr>
              <p:spPr>
                <a:xfrm>
                  <a:off x="3489231" y="2360406"/>
                  <a:ext cx="985593" cy="19658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latin typeface="Lora" pitchFamily="2" charset="0"/>
                      <a:cs typeface="Segoe UI" panose="020B0502040204020203" pitchFamily="34" charset="0"/>
                    </a:rPr>
                    <a:t>02</a:t>
                  </a:r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4138EE6E-B32B-C0B3-BA2E-9DFBECECBA4E}"/>
                    </a:ext>
                  </a:extLst>
                </p:cNvPr>
                <p:cNvSpPr/>
                <p:nvPr/>
              </p:nvSpPr>
              <p:spPr>
                <a:xfrm>
                  <a:off x="3489231" y="2214183"/>
                  <a:ext cx="985593" cy="2924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Lora" pitchFamily="2" charset="0"/>
                  </a:endParaRPr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06C5075A-73DE-BAEA-F07A-B9E44C8E03C7}"/>
                    </a:ext>
                  </a:extLst>
                </p:cNvPr>
                <p:cNvSpPr/>
                <p:nvPr/>
              </p:nvSpPr>
              <p:spPr>
                <a:xfrm>
                  <a:off x="3489231" y="4171952"/>
                  <a:ext cx="985593" cy="292447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Lora" pitchFamily="2" charset="0"/>
                  </a:endParaRPr>
                </a:p>
              </p:txBody>
            </p:sp>
          </p:grp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D8DCADB-7283-8683-0D4A-CF99CC6A2D87}"/>
                  </a:ext>
                </a:extLst>
              </p:cNvPr>
              <p:cNvSpPr txBox="1"/>
              <p:nvPr/>
            </p:nvSpPr>
            <p:spPr>
              <a:xfrm>
                <a:off x="2923493" y="5079217"/>
                <a:ext cx="2110880" cy="898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 Odio. Fusce Lobortis Porttitor Purus, Vel Vestibulum Libero Pharetra Vel. Pellentesque Lorem Augue</a:t>
                </a:r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377D456-6B7C-83A3-C46E-640F7AF3F87D}"/>
                </a:ext>
              </a:extLst>
            </p:cNvPr>
            <p:cNvGrpSpPr/>
            <p:nvPr/>
          </p:nvGrpSpPr>
          <p:grpSpPr>
            <a:xfrm>
              <a:off x="5128655" y="2214183"/>
              <a:ext cx="2110880" cy="3763056"/>
              <a:chOff x="5040560" y="2214183"/>
              <a:chExt cx="2110880" cy="3763056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237CD909-2E22-80F5-1638-1FF2F2CAD3C2}"/>
                  </a:ext>
                </a:extLst>
              </p:cNvPr>
              <p:cNvGrpSpPr/>
              <p:nvPr/>
            </p:nvGrpSpPr>
            <p:grpSpPr>
              <a:xfrm>
                <a:off x="5471837" y="2214183"/>
                <a:ext cx="1248326" cy="2672888"/>
                <a:chOff x="5471837" y="2214183"/>
                <a:chExt cx="1248326" cy="2672888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E8AAD26C-5447-B302-BA48-C1B51ABC222B}"/>
                    </a:ext>
                  </a:extLst>
                </p:cNvPr>
                <p:cNvGrpSpPr/>
                <p:nvPr/>
              </p:nvGrpSpPr>
              <p:grpSpPr>
                <a:xfrm>
                  <a:off x="5471837" y="4149687"/>
                  <a:ext cx="1248326" cy="737384"/>
                  <a:chOff x="1506071" y="4826148"/>
                  <a:chExt cx="1086522" cy="578225"/>
                </a:xfrm>
                <a:solidFill>
                  <a:schemeClr val="accent3"/>
                </a:solidFill>
              </p:grpSpPr>
              <p:grpSp>
                <p:nvGrpSpPr>
                  <p:cNvPr id="23" name="Group 22">
                    <a:extLst>
                      <a:ext uri="{FF2B5EF4-FFF2-40B4-BE49-F238E27FC236}">
                        <a16:creationId xmlns:a16="http://schemas.microsoft.com/office/drawing/2014/main" id="{BF53544E-0FCD-203A-4D07-867E988073C3}"/>
                      </a:ext>
                    </a:extLst>
                  </p:cNvPr>
                  <p:cNvGrpSpPr/>
                  <p:nvPr/>
                </p:nvGrpSpPr>
                <p:grpSpPr>
                  <a:xfrm>
                    <a:off x="1506071" y="4826148"/>
                    <a:ext cx="1086522" cy="434341"/>
                    <a:chOff x="1506071" y="4826148"/>
                    <a:chExt cx="1086522" cy="434341"/>
                  </a:xfrm>
                  <a:grpFill/>
                </p:grpSpPr>
                <p:sp>
                  <p:nvSpPr>
                    <p:cNvPr id="25" name="Rectangle 24">
                      <a:extLst>
                        <a:ext uri="{FF2B5EF4-FFF2-40B4-BE49-F238E27FC236}">
                          <a16:creationId xmlns:a16="http://schemas.microsoft.com/office/drawing/2014/main" id="{C1E6F389-7B90-18A6-7CC3-7ACA4B06435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970032"/>
                      <a:ext cx="1086522" cy="29045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26" name="Oval 25">
                      <a:extLst>
                        <a:ext uri="{FF2B5EF4-FFF2-40B4-BE49-F238E27FC236}">
                          <a16:creationId xmlns:a16="http://schemas.microsoft.com/office/drawing/2014/main" id="{C7B286F7-14C3-6A5E-9579-B364E8BC17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826148"/>
                      <a:ext cx="1086522" cy="290456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24" name="Oval 23">
                    <a:extLst>
                      <a:ext uri="{FF2B5EF4-FFF2-40B4-BE49-F238E27FC236}">
                        <a16:creationId xmlns:a16="http://schemas.microsoft.com/office/drawing/2014/main" id="{E7E11DA4-9794-DFE8-BDD2-725A76214EE2}"/>
                      </a:ext>
                    </a:extLst>
                  </p:cNvPr>
                  <p:cNvSpPr/>
                  <p:nvPr/>
                </p:nvSpPr>
                <p:spPr>
                  <a:xfrm>
                    <a:off x="1506071" y="5113917"/>
                    <a:ext cx="1086522" cy="290456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229B4D95-924D-C763-9A72-F122E35034F0}"/>
                    </a:ext>
                  </a:extLst>
                </p:cNvPr>
                <p:cNvSpPr/>
                <p:nvPr/>
              </p:nvSpPr>
              <p:spPr>
                <a:xfrm>
                  <a:off x="5603204" y="2360406"/>
                  <a:ext cx="985593" cy="1965893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latin typeface="Lora" pitchFamily="2" charset="0"/>
                      <a:cs typeface="Segoe UI" panose="020B0502040204020203" pitchFamily="34" charset="0"/>
                    </a:rPr>
                    <a:t>03</a:t>
                  </a:r>
                </a:p>
              </p:txBody>
            </p:sp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EC4D4959-197E-CF72-8EB3-4DEA2CCF100E}"/>
                    </a:ext>
                  </a:extLst>
                </p:cNvPr>
                <p:cNvSpPr/>
                <p:nvPr/>
              </p:nvSpPr>
              <p:spPr>
                <a:xfrm>
                  <a:off x="5603204" y="2214183"/>
                  <a:ext cx="985593" cy="292447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Lora" pitchFamily="2" charset="0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9477201C-F4D4-5A80-0B18-B661DBE8782A}"/>
                    </a:ext>
                  </a:extLst>
                </p:cNvPr>
                <p:cNvSpPr/>
                <p:nvPr/>
              </p:nvSpPr>
              <p:spPr>
                <a:xfrm>
                  <a:off x="5603204" y="4171952"/>
                  <a:ext cx="985593" cy="292447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Lora" pitchFamily="2" charset="0"/>
                  </a:endParaRPr>
                </a:p>
              </p:txBody>
            </p:sp>
          </p:grp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68938B1B-E355-F6C6-981E-4143D71003EA}"/>
                  </a:ext>
                </a:extLst>
              </p:cNvPr>
              <p:cNvSpPr txBox="1"/>
              <p:nvPr/>
            </p:nvSpPr>
            <p:spPr>
              <a:xfrm>
                <a:off x="5040560" y="5079217"/>
                <a:ext cx="2110880" cy="898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 Odio. Fusce Lobortis Porttitor Purus, Vel Vestibulum Libero Pharetra Vel. Pellentesque Lorem Augue</a:t>
                </a:r>
              </a:p>
            </p:txBody>
          </p: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284E389D-6FBB-C13B-F728-B90CB1B7FEB1}"/>
                </a:ext>
              </a:extLst>
            </p:cNvPr>
            <p:cNvGrpSpPr/>
            <p:nvPr/>
          </p:nvGrpSpPr>
          <p:grpSpPr>
            <a:xfrm>
              <a:off x="7286676" y="2214183"/>
              <a:ext cx="2110880" cy="3763056"/>
              <a:chOff x="7151440" y="2214183"/>
              <a:chExt cx="2110880" cy="3763056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46B01A80-D7AA-BE2F-22CD-031D2F49C525}"/>
                  </a:ext>
                </a:extLst>
              </p:cNvPr>
              <p:cNvGrpSpPr/>
              <p:nvPr/>
            </p:nvGrpSpPr>
            <p:grpSpPr>
              <a:xfrm>
                <a:off x="7582717" y="2214183"/>
                <a:ext cx="1248326" cy="2672888"/>
                <a:chOff x="7585811" y="2214183"/>
                <a:chExt cx="1248326" cy="2672888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0DC2130F-65EF-35E6-DC21-9FE12F235288}"/>
                    </a:ext>
                  </a:extLst>
                </p:cNvPr>
                <p:cNvGrpSpPr/>
                <p:nvPr/>
              </p:nvGrpSpPr>
              <p:grpSpPr>
                <a:xfrm>
                  <a:off x="7585811" y="4149687"/>
                  <a:ext cx="1248326" cy="737384"/>
                  <a:chOff x="1506071" y="4826148"/>
                  <a:chExt cx="1086522" cy="578225"/>
                </a:xfrm>
                <a:solidFill>
                  <a:schemeClr val="accent4"/>
                </a:solidFill>
              </p:grpSpPr>
              <p:grpSp>
                <p:nvGrpSpPr>
                  <p:cNvPr id="35" name="Group 34">
                    <a:extLst>
                      <a:ext uri="{FF2B5EF4-FFF2-40B4-BE49-F238E27FC236}">
                        <a16:creationId xmlns:a16="http://schemas.microsoft.com/office/drawing/2014/main" id="{10AE5DF5-C537-09F8-E6CA-565511718FED}"/>
                      </a:ext>
                    </a:extLst>
                  </p:cNvPr>
                  <p:cNvGrpSpPr/>
                  <p:nvPr/>
                </p:nvGrpSpPr>
                <p:grpSpPr>
                  <a:xfrm>
                    <a:off x="1506071" y="4826148"/>
                    <a:ext cx="1086522" cy="434341"/>
                    <a:chOff x="1506071" y="4826148"/>
                    <a:chExt cx="1086522" cy="434341"/>
                  </a:xfrm>
                  <a:grpFill/>
                </p:grpSpPr>
                <p:sp>
                  <p:nvSpPr>
                    <p:cNvPr id="37" name="Rectangle 36">
                      <a:extLst>
                        <a:ext uri="{FF2B5EF4-FFF2-40B4-BE49-F238E27FC236}">
                          <a16:creationId xmlns:a16="http://schemas.microsoft.com/office/drawing/2014/main" id="{37982E3C-E3C2-5643-0E33-01CA9299AF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970032"/>
                      <a:ext cx="1086522" cy="29045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38" name="Oval 37">
                      <a:extLst>
                        <a:ext uri="{FF2B5EF4-FFF2-40B4-BE49-F238E27FC236}">
                          <a16:creationId xmlns:a16="http://schemas.microsoft.com/office/drawing/2014/main" id="{9CBE3EE6-4ACA-F2F2-8156-7A681F0334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826148"/>
                      <a:ext cx="1086522" cy="290456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36" name="Oval 35">
                    <a:extLst>
                      <a:ext uri="{FF2B5EF4-FFF2-40B4-BE49-F238E27FC236}">
                        <a16:creationId xmlns:a16="http://schemas.microsoft.com/office/drawing/2014/main" id="{EDCE262E-BA7B-4801-8E92-ACFB02D2937F}"/>
                      </a:ext>
                    </a:extLst>
                  </p:cNvPr>
                  <p:cNvSpPr/>
                  <p:nvPr/>
                </p:nvSpPr>
                <p:spPr>
                  <a:xfrm>
                    <a:off x="1506071" y="5113917"/>
                    <a:ext cx="1086522" cy="290456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445C8F8F-2DFF-5850-477E-344FE451C8F6}"/>
                    </a:ext>
                  </a:extLst>
                </p:cNvPr>
                <p:cNvSpPr/>
                <p:nvPr/>
              </p:nvSpPr>
              <p:spPr>
                <a:xfrm>
                  <a:off x="7717178" y="2360406"/>
                  <a:ext cx="985593" cy="1965893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latin typeface="Lora" pitchFamily="2" charset="0"/>
                      <a:cs typeface="Segoe UI" panose="020B0502040204020203" pitchFamily="34" charset="0"/>
                    </a:rPr>
                    <a:t>04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5FD5DBB3-948C-4CE8-01C6-C9374EF33592}"/>
                    </a:ext>
                  </a:extLst>
                </p:cNvPr>
                <p:cNvSpPr/>
                <p:nvPr/>
              </p:nvSpPr>
              <p:spPr>
                <a:xfrm>
                  <a:off x="7717178" y="2214183"/>
                  <a:ext cx="985593" cy="29244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Lora" pitchFamily="2" charset="0"/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D4A9EBDC-CEB3-D463-F9B7-7EE830EA07BF}"/>
                    </a:ext>
                  </a:extLst>
                </p:cNvPr>
                <p:cNvSpPr/>
                <p:nvPr/>
              </p:nvSpPr>
              <p:spPr>
                <a:xfrm>
                  <a:off x="7717178" y="4171952"/>
                  <a:ext cx="985593" cy="292447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Lora" pitchFamily="2" charset="0"/>
                  </a:endParaRPr>
                </a:p>
              </p:txBody>
            </p:sp>
          </p:grp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CCB5DDB4-29AF-C516-464B-2F10728C13B1}"/>
                  </a:ext>
                </a:extLst>
              </p:cNvPr>
              <p:cNvSpPr txBox="1"/>
              <p:nvPr/>
            </p:nvSpPr>
            <p:spPr>
              <a:xfrm>
                <a:off x="7151440" y="5079217"/>
                <a:ext cx="2110880" cy="898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 Odio. Fusce Lobortis Porttitor Purus, Vel Vestibulum Libero Pharetra Vel. Pellentesque Lorem Augue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38FFE04-D2D6-4E81-AD2A-CC6205A86CCE}"/>
                </a:ext>
              </a:extLst>
            </p:cNvPr>
            <p:cNvGrpSpPr/>
            <p:nvPr/>
          </p:nvGrpSpPr>
          <p:grpSpPr>
            <a:xfrm>
              <a:off x="9444697" y="2214183"/>
              <a:ext cx="2110880" cy="3763056"/>
              <a:chOff x="9444697" y="2214183"/>
              <a:chExt cx="2110880" cy="3763056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B5840F-3696-463D-25F0-278AA050D2A5}"/>
                  </a:ext>
                </a:extLst>
              </p:cNvPr>
              <p:cNvGrpSpPr/>
              <p:nvPr/>
            </p:nvGrpSpPr>
            <p:grpSpPr>
              <a:xfrm>
                <a:off x="9875974" y="2214183"/>
                <a:ext cx="1248326" cy="2672888"/>
                <a:chOff x="9699784" y="2214183"/>
                <a:chExt cx="1248326" cy="2672888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2EC2F601-57B0-84E4-3A8D-61F0B439D83D}"/>
                    </a:ext>
                  </a:extLst>
                </p:cNvPr>
                <p:cNvGrpSpPr/>
                <p:nvPr/>
              </p:nvGrpSpPr>
              <p:grpSpPr>
                <a:xfrm>
                  <a:off x="9699784" y="4149687"/>
                  <a:ext cx="1248326" cy="737384"/>
                  <a:chOff x="1506071" y="4826148"/>
                  <a:chExt cx="1086522" cy="578225"/>
                </a:xfrm>
                <a:solidFill>
                  <a:schemeClr val="accent6"/>
                </a:solidFill>
              </p:grpSpPr>
              <p:grpSp>
                <p:nvGrpSpPr>
                  <p:cNvPr id="39" name="Group 38">
                    <a:extLst>
                      <a:ext uri="{FF2B5EF4-FFF2-40B4-BE49-F238E27FC236}">
                        <a16:creationId xmlns:a16="http://schemas.microsoft.com/office/drawing/2014/main" id="{F66FDDD4-1877-6911-C70A-9B27EF419138}"/>
                      </a:ext>
                    </a:extLst>
                  </p:cNvPr>
                  <p:cNvGrpSpPr/>
                  <p:nvPr/>
                </p:nvGrpSpPr>
                <p:grpSpPr>
                  <a:xfrm>
                    <a:off x="1506071" y="4826148"/>
                    <a:ext cx="1086522" cy="434341"/>
                    <a:chOff x="1506071" y="4826148"/>
                    <a:chExt cx="1086522" cy="434341"/>
                  </a:xfrm>
                  <a:grpFill/>
                </p:grpSpPr>
                <p:sp>
                  <p:nvSpPr>
                    <p:cNvPr id="41" name="Rectangle 40">
                      <a:extLst>
                        <a:ext uri="{FF2B5EF4-FFF2-40B4-BE49-F238E27FC236}">
                          <a16:creationId xmlns:a16="http://schemas.microsoft.com/office/drawing/2014/main" id="{5CEABC5F-5047-BC2D-AB90-C88E1F4DC8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970032"/>
                      <a:ext cx="1086522" cy="290457"/>
                    </a:xfrm>
                    <a:prstGeom prst="rect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latin typeface="Lora" pitchFamily="2" charset="0"/>
                      </a:endParaRPr>
                    </a:p>
                  </p:txBody>
                </p:sp>
                <p:sp>
                  <p:nvSpPr>
                    <p:cNvPr id="42" name="Oval 41">
                      <a:extLst>
                        <a:ext uri="{FF2B5EF4-FFF2-40B4-BE49-F238E27FC236}">
                          <a16:creationId xmlns:a16="http://schemas.microsoft.com/office/drawing/2014/main" id="{1DF2F25C-BC69-CD25-6148-FFD1879A0D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506071" y="4826148"/>
                      <a:ext cx="1086522" cy="290456"/>
                    </a:xfrm>
                    <a:prstGeom prst="ellipse">
                      <a:avLst/>
                    </a:prstGeom>
                    <a:grp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 sz="2000">
                        <a:latin typeface="Lora" pitchFamily="2" charset="0"/>
                      </a:endParaRPr>
                    </a:p>
                  </p:txBody>
                </p:sp>
              </p:grp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2D989240-752E-B37B-5B92-FA62D8D56921}"/>
                      </a:ext>
                    </a:extLst>
                  </p:cNvPr>
                  <p:cNvSpPr/>
                  <p:nvPr/>
                </p:nvSpPr>
                <p:spPr>
                  <a:xfrm>
                    <a:off x="1506071" y="5113917"/>
                    <a:ext cx="1086522" cy="290456"/>
                  </a:xfrm>
                  <a:prstGeom prst="ellipse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000">
                      <a:latin typeface="Lora" pitchFamily="2" charset="0"/>
                    </a:endParaRPr>
                  </a:p>
                </p:txBody>
              </p:sp>
            </p:grpSp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6E285236-8CBD-0812-431D-91346FF709AB}"/>
                    </a:ext>
                  </a:extLst>
                </p:cNvPr>
                <p:cNvSpPr/>
                <p:nvPr/>
              </p:nvSpPr>
              <p:spPr>
                <a:xfrm>
                  <a:off x="9831151" y="2360406"/>
                  <a:ext cx="985593" cy="1965893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800" b="1" dirty="0">
                      <a:latin typeface="Lora" pitchFamily="2" charset="0"/>
                      <a:cs typeface="Segoe UI" panose="020B0502040204020203" pitchFamily="34" charset="0"/>
                    </a:rPr>
                    <a:t>05</a:t>
                  </a:r>
                </a:p>
              </p:txBody>
            </p:sp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B42D0A0C-1B67-08EA-FE28-3F3AF6083CCF}"/>
                    </a:ext>
                  </a:extLst>
                </p:cNvPr>
                <p:cNvSpPr/>
                <p:nvPr/>
              </p:nvSpPr>
              <p:spPr>
                <a:xfrm>
                  <a:off x="9831151" y="2214183"/>
                  <a:ext cx="985593" cy="29244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Lora" pitchFamily="2" charset="0"/>
                  </a:endParaRPr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52FA0E25-3EE1-0021-5C14-ADA1B3B2E6C2}"/>
                    </a:ext>
                  </a:extLst>
                </p:cNvPr>
                <p:cNvSpPr/>
                <p:nvPr/>
              </p:nvSpPr>
              <p:spPr>
                <a:xfrm>
                  <a:off x="9831151" y="4171952"/>
                  <a:ext cx="985593" cy="292447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000">
                    <a:latin typeface="Lora" pitchFamily="2" charset="0"/>
                  </a:endParaRPr>
                </a:p>
              </p:txBody>
            </p:sp>
          </p:grp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8B807B7-1939-3035-E8EE-CD03635A8C63}"/>
                  </a:ext>
                </a:extLst>
              </p:cNvPr>
              <p:cNvSpPr txBox="1"/>
              <p:nvPr/>
            </p:nvSpPr>
            <p:spPr>
              <a:xfrm>
                <a:off x="9444697" y="5079217"/>
                <a:ext cx="2110880" cy="8980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5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Maecenas Non </a:t>
                </a:r>
              </a:p>
              <a:p>
                <a:pPr algn="ctr">
                  <a:spcBef>
                    <a:spcPts val="600"/>
                  </a:spcBef>
                </a:pPr>
                <a:r>
                  <a:rPr lang="en-US" sz="10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Lora" pitchFamily="2" charset="0"/>
                  </a:rPr>
                  <a:t>Laoreet Odio. Fusce Lobortis Porttitor Purus, Vel Vestibulum Libero Pharetra Vel. Pellentesque Lorem Augue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664980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8BF175FC-59C4-AF75-56BB-13781BD317D1}"/>
              </a:ext>
            </a:extLst>
          </p:cNvPr>
          <p:cNvGrpSpPr/>
          <p:nvPr/>
        </p:nvGrpSpPr>
        <p:grpSpPr>
          <a:xfrm>
            <a:off x="2425700" y="1719859"/>
            <a:ext cx="7340600" cy="4647874"/>
            <a:chOff x="1651398" y="1229592"/>
            <a:chExt cx="8889204" cy="562840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47CBFD1-616C-39D6-FAA7-A48B3EE45F49}"/>
                </a:ext>
              </a:extLst>
            </p:cNvPr>
            <p:cNvGrpSpPr/>
            <p:nvPr/>
          </p:nvGrpSpPr>
          <p:grpSpPr>
            <a:xfrm>
              <a:off x="1651398" y="1229592"/>
              <a:ext cx="8889204" cy="1468259"/>
              <a:chOff x="1415170" y="597944"/>
              <a:chExt cx="9360000" cy="1546022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3A51A916-4B43-3BFD-62FA-CE23325029B3}"/>
                  </a:ext>
                </a:extLst>
              </p:cNvPr>
              <p:cNvSpPr/>
              <p:nvPr/>
            </p:nvSpPr>
            <p:spPr bwMode="auto">
              <a:xfrm>
                <a:off x="1415171" y="1830577"/>
                <a:ext cx="9359999" cy="13305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D4CDE1B9-B97D-D43C-9685-FFE4E2862570}"/>
                  </a:ext>
                </a:extLst>
              </p:cNvPr>
              <p:cNvGrpSpPr/>
              <p:nvPr/>
            </p:nvGrpSpPr>
            <p:grpSpPr>
              <a:xfrm>
                <a:off x="1415170" y="597944"/>
                <a:ext cx="9359999" cy="1546022"/>
                <a:chOff x="1415170" y="597944"/>
                <a:chExt cx="9359999" cy="1546022"/>
              </a:xfrm>
            </p:grpSpPr>
            <p:sp>
              <p:nvSpPr>
                <p:cNvPr id="38" name="Isosceles Triangle 37">
                  <a:extLst>
                    <a:ext uri="{FF2B5EF4-FFF2-40B4-BE49-F238E27FC236}">
                      <a16:creationId xmlns:a16="http://schemas.microsoft.com/office/drawing/2014/main" id="{17F3BD58-5440-A17B-6C6B-3713D69EE3D5}"/>
                    </a:ext>
                  </a:extLst>
                </p:cNvPr>
                <p:cNvSpPr/>
                <p:nvPr/>
              </p:nvSpPr>
              <p:spPr bwMode="auto">
                <a:xfrm>
                  <a:off x="1415170" y="597944"/>
                  <a:ext cx="9359999" cy="1232404"/>
                </a:xfrm>
                <a:prstGeom prst="triangl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050">
                    <a:latin typeface="Lora" pitchFamily="2" charset="0"/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22829B56-BE7C-8D1A-9D35-2F4A89A494BE}"/>
                    </a:ext>
                  </a:extLst>
                </p:cNvPr>
                <p:cNvSpPr/>
                <p:nvPr/>
              </p:nvSpPr>
              <p:spPr bwMode="auto">
                <a:xfrm>
                  <a:off x="1592934" y="2015968"/>
                  <a:ext cx="9004472" cy="127998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050">
                    <a:latin typeface="Lora" pitchFamily="2" charset="0"/>
                  </a:endParaRPr>
                </a:p>
              </p:txBody>
            </p:sp>
          </p:grpSp>
        </p:grp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618A00E-BED7-29D5-E242-F3ED466CEE8F}"/>
                </a:ext>
              </a:extLst>
            </p:cNvPr>
            <p:cNvSpPr/>
            <p:nvPr/>
          </p:nvSpPr>
          <p:spPr bwMode="auto">
            <a:xfrm>
              <a:off x="1651398" y="6245533"/>
              <a:ext cx="8889203" cy="612467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1050">
                <a:latin typeface="Lora" pitchFamily="2" charset="0"/>
              </a:endParaRPr>
            </a:p>
          </p:txBody>
        </p:sp>
        <p:sp>
          <p:nvSpPr>
            <p:cNvPr id="5" name="Plaque 4">
              <a:extLst>
                <a:ext uri="{FF2B5EF4-FFF2-40B4-BE49-F238E27FC236}">
                  <a16:creationId xmlns:a16="http://schemas.microsoft.com/office/drawing/2014/main" id="{59FFA5EA-D192-4F97-9111-6EA7F653825A}"/>
                </a:ext>
              </a:extLst>
            </p:cNvPr>
            <p:cNvSpPr/>
            <p:nvPr/>
          </p:nvSpPr>
          <p:spPr bwMode="auto">
            <a:xfrm>
              <a:off x="4914494" y="3202985"/>
              <a:ext cx="2363014" cy="2557330"/>
            </a:xfrm>
            <a:prstGeom prst="plaque">
              <a:avLst>
                <a:gd name="adj" fmla="val 1066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en-IN" sz="2800" b="1" dirty="0">
                <a:latin typeface="Lora" pitchFamily="2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5710D93-0CF9-DFE1-A497-00F50A41E390}"/>
                </a:ext>
              </a:extLst>
            </p:cNvPr>
            <p:cNvGrpSpPr/>
            <p:nvPr/>
          </p:nvGrpSpPr>
          <p:grpSpPr>
            <a:xfrm>
              <a:off x="2181001" y="2735834"/>
              <a:ext cx="2295268" cy="3471377"/>
              <a:chOff x="1972822" y="2183961"/>
              <a:chExt cx="2416832" cy="3655231"/>
            </a:xfrm>
          </p:grpSpPr>
          <p:sp>
            <p:nvSpPr>
              <p:cNvPr id="27" name="Rectangle: Top Corners Rounded 26">
                <a:extLst>
                  <a:ext uri="{FF2B5EF4-FFF2-40B4-BE49-F238E27FC236}">
                    <a16:creationId xmlns:a16="http://schemas.microsoft.com/office/drawing/2014/main" id="{D1751892-35D3-25C9-FC06-427B1E1959C1}"/>
                  </a:ext>
                </a:extLst>
              </p:cNvPr>
              <p:cNvSpPr/>
              <p:nvPr/>
            </p:nvSpPr>
            <p:spPr bwMode="auto">
              <a:xfrm>
                <a:off x="2138788" y="2183961"/>
                <a:ext cx="2084899" cy="154632"/>
              </a:xfrm>
              <a:prstGeom prst="round2Same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28" name="Rectangle: Top Corners Rounded 27">
                <a:extLst>
                  <a:ext uri="{FF2B5EF4-FFF2-40B4-BE49-F238E27FC236}">
                    <a16:creationId xmlns:a16="http://schemas.microsoft.com/office/drawing/2014/main" id="{AD12835F-6EA9-B7FC-B338-F120E21F11D6}"/>
                  </a:ext>
                </a:extLst>
              </p:cNvPr>
              <p:cNvSpPr/>
              <p:nvPr/>
            </p:nvSpPr>
            <p:spPr bwMode="auto">
              <a:xfrm flipV="1">
                <a:off x="2138788" y="5684560"/>
                <a:ext cx="2084899" cy="154632"/>
              </a:xfrm>
              <a:prstGeom prst="round2SameRect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07C21EB-2713-60A6-7264-FACAE205E0C3}"/>
                  </a:ext>
                </a:extLst>
              </p:cNvPr>
              <p:cNvSpPr/>
              <p:nvPr/>
            </p:nvSpPr>
            <p:spPr bwMode="auto">
              <a:xfrm>
                <a:off x="2293423" y="2530552"/>
                <a:ext cx="1775629" cy="296205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 dirty="0">
                  <a:latin typeface="Lora" pitchFamily="2" charset="0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1BDAD0B9-92E6-791A-19E0-78FC6BEA479F}"/>
                  </a:ext>
                </a:extLst>
              </p:cNvPr>
              <p:cNvSpPr/>
              <p:nvPr/>
            </p:nvSpPr>
            <p:spPr bwMode="auto">
              <a:xfrm>
                <a:off x="1972822" y="2378588"/>
                <a:ext cx="2416832" cy="364900"/>
              </a:xfrm>
              <a:custGeom>
                <a:avLst/>
                <a:gdLst>
                  <a:gd name="connsiteX0" fmla="*/ 163116 w 2158605"/>
                  <a:gd name="connsiteY0" fmla="*/ 0 h 325912"/>
                  <a:gd name="connsiteX1" fmla="*/ 164902 w 2158605"/>
                  <a:gd name="connsiteY1" fmla="*/ 360 h 325912"/>
                  <a:gd name="connsiteX2" fmla="*/ 164902 w 2158605"/>
                  <a:gd name="connsiteY2" fmla="*/ 0 h 325912"/>
                  <a:gd name="connsiteX3" fmla="*/ 1993702 w 2158605"/>
                  <a:gd name="connsiteY3" fmla="*/ 0 h 325912"/>
                  <a:gd name="connsiteX4" fmla="*/ 1993702 w 2158605"/>
                  <a:gd name="connsiteY4" fmla="*/ 361 h 325912"/>
                  <a:gd name="connsiteX5" fmla="*/ 1995489 w 2158605"/>
                  <a:gd name="connsiteY5" fmla="*/ 0 h 325912"/>
                  <a:gd name="connsiteX6" fmla="*/ 2158605 w 2158605"/>
                  <a:gd name="connsiteY6" fmla="*/ 162956 h 325912"/>
                  <a:gd name="connsiteX7" fmla="*/ 1995489 w 2158605"/>
                  <a:gd name="connsiteY7" fmla="*/ 325912 h 325912"/>
                  <a:gd name="connsiteX8" fmla="*/ 1832373 w 2158605"/>
                  <a:gd name="connsiteY8" fmla="*/ 162956 h 325912"/>
                  <a:gd name="connsiteX9" fmla="*/ 1837394 w 2158605"/>
                  <a:gd name="connsiteY9" fmla="*/ 138110 h 325912"/>
                  <a:gd name="connsiteX10" fmla="*/ 321211 w 2158605"/>
                  <a:gd name="connsiteY10" fmla="*/ 138110 h 325912"/>
                  <a:gd name="connsiteX11" fmla="*/ 326232 w 2158605"/>
                  <a:gd name="connsiteY11" fmla="*/ 162956 h 325912"/>
                  <a:gd name="connsiteX12" fmla="*/ 163116 w 2158605"/>
                  <a:gd name="connsiteY12" fmla="*/ 325912 h 325912"/>
                  <a:gd name="connsiteX13" fmla="*/ 0 w 2158605"/>
                  <a:gd name="connsiteY13" fmla="*/ 162956 h 325912"/>
                  <a:gd name="connsiteX14" fmla="*/ 163116 w 2158605"/>
                  <a:gd name="connsiteY14" fmla="*/ 0 h 325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158605" h="325912">
                    <a:moveTo>
                      <a:pt x="163116" y="0"/>
                    </a:moveTo>
                    <a:lnTo>
                      <a:pt x="164902" y="360"/>
                    </a:lnTo>
                    <a:lnTo>
                      <a:pt x="164902" y="0"/>
                    </a:lnTo>
                    <a:lnTo>
                      <a:pt x="1993702" y="0"/>
                    </a:lnTo>
                    <a:lnTo>
                      <a:pt x="1993702" y="361"/>
                    </a:lnTo>
                    <a:lnTo>
                      <a:pt x="1995489" y="0"/>
                    </a:lnTo>
                    <a:cubicBezTo>
                      <a:pt x="2085575" y="0"/>
                      <a:pt x="2158605" y="72958"/>
                      <a:pt x="2158605" y="162956"/>
                    </a:cubicBezTo>
                    <a:cubicBezTo>
                      <a:pt x="2158605" y="252954"/>
                      <a:pt x="2085575" y="325912"/>
                      <a:pt x="1995489" y="325912"/>
                    </a:cubicBezTo>
                    <a:cubicBezTo>
                      <a:pt x="1905403" y="325912"/>
                      <a:pt x="1832373" y="252954"/>
                      <a:pt x="1832373" y="162956"/>
                    </a:cubicBezTo>
                    <a:lnTo>
                      <a:pt x="1837394" y="138110"/>
                    </a:lnTo>
                    <a:lnTo>
                      <a:pt x="321211" y="138110"/>
                    </a:lnTo>
                    <a:lnTo>
                      <a:pt x="326232" y="162956"/>
                    </a:lnTo>
                    <a:cubicBezTo>
                      <a:pt x="326232" y="252954"/>
                      <a:pt x="253202" y="325912"/>
                      <a:pt x="163116" y="325912"/>
                    </a:cubicBezTo>
                    <a:cubicBezTo>
                      <a:pt x="73030" y="325912"/>
                      <a:pt x="0" y="252954"/>
                      <a:pt x="0" y="162956"/>
                    </a:cubicBezTo>
                    <a:cubicBezTo>
                      <a:pt x="0" y="72958"/>
                      <a:pt x="73030" y="0"/>
                      <a:pt x="163116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0E006D8-8225-27DD-0113-0A9FB0D73299}"/>
                  </a:ext>
                </a:extLst>
              </p:cNvPr>
              <p:cNvSpPr/>
              <p:nvPr/>
            </p:nvSpPr>
            <p:spPr bwMode="auto">
              <a:xfrm>
                <a:off x="1972822" y="5279665"/>
                <a:ext cx="2416832" cy="364900"/>
              </a:xfrm>
              <a:custGeom>
                <a:avLst/>
                <a:gdLst>
                  <a:gd name="connsiteX0" fmla="*/ 163116 w 2158605"/>
                  <a:gd name="connsiteY0" fmla="*/ 0 h 325912"/>
                  <a:gd name="connsiteX1" fmla="*/ 326232 w 2158605"/>
                  <a:gd name="connsiteY1" fmla="*/ 162956 h 325912"/>
                  <a:gd name="connsiteX2" fmla="*/ 321211 w 2158605"/>
                  <a:gd name="connsiteY2" fmla="*/ 187802 h 325912"/>
                  <a:gd name="connsiteX3" fmla="*/ 1837394 w 2158605"/>
                  <a:gd name="connsiteY3" fmla="*/ 187802 h 325912"/>
                  <a:gd name="connsiteX4" fmla="*/ 1832373 w 2158605"/>
                  <a:gd name="connsiteY4" fmla="*/ 162956 h 325912"/>
                  <a:gd name="connsiteX5" fmla="*/ 1995489 w 2158605"/>
                  <a:gd name="connsiteY5" fmla="*/ 0 h 325912"/>
                  <a:gd name="connsiteX6" fmla="*/ 2158605 w 2158605"/>
                  <a:gd name="connsiteY6" fmla="*/ 162956 h 325912"/>
                  <a:gd name="connsiteX7" fmla="*/ 1995489 w 2158605"/>
                  <a:gd name="connsiteY7" fmla="*/ 325912 h 325912"/>
                  <a:gd name="connsiteX8" fmla="*/ 1993702 w 2158605"/>
                  <a:gd name="connsiteY8" fmla="*/ 325552 h 325912"/>
                  <a:gd name="connsiteX9" fmla="*/ 1993702 w 2158605"/>
                  <a:gd name="connsiteY9" fmla="*/ 325912 h 325912"/>
                  <a:gd name="connsiteX10" fmla="*/ 164902 w 2158605"/>
                  <a:gd name="connsiteY10" fmla="*/ 325912 h 325912"/>
                  <a:gd name="connsiteX11" fmla="*/ 164902 w 2158605"/>
                  <a:gd name="connsiteY11" fmla="*/ 325552 h 325912"/>
                  <a:gd name="connsiteX12" fmla="*/ 163116 w 2158605"/>
                  <a:gd name="connsiteY12" fmla="*/ 325912 h 325912"/>
                  <a:gd name="connsiteX13" fmla="*/ 0 w 2158605"/>
                  <a:gd name="connsiteY13" fmla="*/ 162956 h 325912"/>
                  <a:gd name="connsiteX14" fmla="*/ 163116 w 2158605"/>
                  <a:gd name="connsiteY14" fmla="*/ 0 h 325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158605" h="325912">
                    <a:moveTo>
                      <a:pt x="163116" y="0"/>
                    </a:moveTo>
                    <a:cubicBezTo>
                      <a:pt x="253202" y="0"/>
                      <a:pt x="326232" y="72958"/>
                      <a:pt x="326232" y="162956"/>
                    </a:cubicBezTo>
                    <a:lnTo>
                      <a:pt x="321211" y="187802"/>
                    </a:lnTo>
                    <a:lnTo>
                      <a:pt x="1837394" y="187802"/>
                    </a:lnTo>
                    <a:lnTo>
                      <a:pt x="1832373" y="162956"/>
                    </a:lnTo>
                    <a:cubicBezTo>
                      <a:pt x="1832373" y="72958"/>
                      <a:pt x="1905403" y="0"/>
                      <a:pt x="1995489" y="0"/>
                    </a:cubicBezTo>
                    <a:cubicBezTo>
                      <a:pt x="2085575" y="0"/>
                      <a:pt x="2158605" y="72958"/>
                      <a:pt x="2158605" y="162956"/>
                    </a:cubicBezTo>
                    <a:cubicBezTo>
                      <a:pt x="2158605" y="252954"/>
                      <a:pt x="2085575" y="325912"/>
                      <a:pt x="1995489" y="325912"/>
                    </a:cubicBezTo>
                    <a:lnTo>
                      <a:pt x="1993702" y="325552"/>
                    </a:lnTo>
                    <a:lnTo>
                      <a:pt x="1993702" y="325912"/>
                    </a:lnTo>
                    <a:lnTo>
                      <a:pt x="164902" y="325912"/>
                    </a:lnTo>
                    <a:lnTo>
                      <a:pt x="164902" y="325552"/>
                    </a:lnTo>
                    <a:lnTo>
                      <a:pt x="163116" y="325912"/>
                    </a:lnTo>
                    <a:cubicBezTo>
                      <a:pt x="73030" y="325912"/>
                      <a:pt x="0" y="252954"/>
                      <a:pt x="0" y="162956"/>
                    </a:cubicBezTo>
                    <a:cubicBezTo>
                      <a:pt x="0" y="72958"/>
                      <a:pt x="73030" y="0"/>
                      <a:pt x="163116" y="0"/>
                    </a:cubicBez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BADB1F96-E6FA-8A00-C60C-3522166D39B3}"/>
                  </a:ext>
                </a:extLst>
              </p:cNvPr>
              <p:cNvSpPr/>
              <p:nvPr/>
            </p:nvSpPr>
            <p:spPr bwMode="auto">
              <a:xfrm>
                <a:off x="2052362" y="2458050"/>
                <a:ext cx="206179" cy="20597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5E2EF88-8C98-CFF3-C0D9-5AD7071695C9}"/>
                  </a:ext>
                </a:extLst>
              </p:cNvPr>
              <p:cNvSpPr/>
              <p:nvPr/>
            </p:nvSpPr>
            <p:spPr bwMode="auto">
              <a:xfrm>
                <a:off x="4103935" y="2458050"/>
                <a:ext cx="206179" cy="20597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76D92328-A65B-3AB0-9162-9FFCA42FC615}"/>
                  </a:ext>
                </a:extLst>
              </p:cNvPr>
              <p:cNvSpPr/>
              <p:nvPr/>
            </p:nvSpPr>
            <p:spPr bwMode="auto">
              <a:xfrm>
                <a:off x="2052362" y="5359127"/>
                <a:ext cx="206179" cy="20597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3726C82-B65E-6956-210B-8353D5A7B90C}"/>
                  </a:ext>
                </a:extLst>
              </p:cNvPr>
              <p:cNvSpPr/>
              <p:nvPr/>
            </p:nvSpPr>
            <p:spPr bwMode="auto">
              <a:xfrm>
                <a:off x="4103935" y="5359127"/>
                <a:ext cx="206179" cy="20597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E96CFC9-5684-7A2F-1124-099CA4A12358}"/>
                </a:ext>
              </a:extLst>
            </p:cNvPr>
            <p:cNvGrpSpPr/>
            <p:nvPr/>
          </p:nvGrpSpPr>
          <p:grpSpPr>
            <a:xfrm>
              <a:off x="7715734" y="2735834"/>
              <a:ext cx="2295268" cy="3471377"/>
              <a:chOff x="7800689" y="2183961"/>
              <a:chExt cx="2416832" cy="3655231"/>
            </a:xfrm>
          </p:grpSpPr>
          <p:sp>
            <p:nvSpPr>
              <p:cNvPr id="18" name="Rectangle: Top Corners Rounded 17">
                <a:extLst>
                  <a:ext uri="{FF2B5EF4-FFF2-40B4-BE49-F238E27FC236}">
                    <a16:creationId xmlns:a16="http://schemas.microsoft.com/office/drawing/2014/main" id="{F122F9DC-F5EB-DA65-4421-9A2DEFE3E01F}"/>
                  </a:ext>
                </a:extLst>
              </p:cNvPr>
              <p:cNvSpPr/>
              <p:nvPr/>
            </p:nvSpPr>
            <p:spPr bwMode="auto">
              <a:xfrm>
                <a:off x="7966655" y="2183961"/>
                <a:ext cx="2084899" cy="154632"/>
              </a:xfrm>
              <a:prstGeom prst="round2Same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19" name="Rectangle: Top Corners Rounded 18">
                <a:extLst>
                  <a:ext uri="{FF2B5EF4-FFF2-40B4-BE49-F238E27FC236}">
                    <a16:creationId xmlns:a16="http://schemas.microsoft.com/office/drawing/2014/main" id="{1918C77F-DF5D-B9C0-69C9-17F18412824A}"/>
                  </a:ext>
                </a:extLst>
              </p:cNvPr>
              <p:cNvSpPr/>
              <p:nvPr/>
            </p:nvSpPr>
            <p:spPr bwMode="auto">
              <a:xfrm flipV="1">
                <a:off x="7966655" y="5684560"/>
                <a:ext cx="2084899" cy="154632"/>
              </a:xfrm>
              <a:prstGeom prst="round2SameRect">
                <a:avLst/>
              </a:pr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9CAAD599-58A7-D4F6-43C3-9C0733F9DC0C}"/>
                  </a:ext>
                </a:extLst>
              </p:cNvPr>
              <p:cNvSpPr/>
              <p:nvPr/>
            </p:nvSpPr>
            <p:spPr bwMode="auto">
              <a:xfrm>
                <a:off x="8121290" y="2530552"/>
                <a:ext cx="1775629" cy="296205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E8F580F4-CFF8-E6BF-67C6-75E4D8EFBE18}"/>
                  </a:ext>
                </a:extLst>
              </p:cNvPr>
              <p:cNvSpPr/>
              <p:nvPr/>
            </p:nvSpPr>
            <p:spPr bwMode="auto">
              <a:xfrm>
                <a:off x="7800689" y="2378588"/>
                <a:ext cx="2416832" cy="364900"/>
              </a:xfrm>
              <a:custGeom>
                <a:avLst/>
                <a:gdLst>
                  <a:gd name="connsiteX0" fmla="*/ 163116 w 2158605"/>
                  <a:gd name="connsiteY0" fmla="*/ 0 h 325912"/>
                  <a:gd name="connsiteX1" fmla="*/ 164902 w 2158605"/>
                  <a:gd name="connsiteY1" fmla="*/ 360 h 325912"/>
                  <a:gd name="connsiteX2" fmla="*/ 164902 w 2158605"/>
                  <a:gd name="connsiteY2" fmla="*/ 0 h 325912"/>
                  <a:gd name="connsiteX3" fmla="*/ 1993702 w 2158605"/>
                  <a:gd name="connsiteY3" fmla="*/ 0 h 325912"/>
                  <a:gd name="connsiteX4" fmla="*/ 1993702 w 2158605"/>
                  <a:gd name="connsiteY4" fmla="*/ 361 h 325912"/>
                  <a:gd name="connsiteX5" fmla="*/ 1995489 w 2158605"/>
                  <a:gd name="connsiteY5" fmla="*/ 0 h 325912"/>
                  <a:gd name="connsiteX6" fmla="*/ 2158605 w 2158605"/>
                  <a:gd name="connsiteY6" fmla="*/ 162956 h 325912"/>
                  <a:gd name="connsiteX7" fmla="*/ 1995489 w 2158605"/>
                  <a:gd name="connsiteY7" fmla="*/ 325912 h 325912"/>
                  <a:gd name="connsiteX8" fmla="*/ 1832373 w 2158605"/>
                  <a:gd name="connsiteY8" fmla="*/ 162956 h 325912"/>
                  <a:gd name="connsiteX9" fmla="*/ 1837394 w 2158605"/>
                  <a:gd name="connsiteY9" fmla="*/ 138110 h 325912"/>
                  <a:gd name="connsiteX10" fmla="*/ 321211 w 2158605"/>
                  <a:gd name="connsiteY10" fmla="*/ 138110 h 325912"/>
                  <a:gd name="connsiteX11" fmla="*/ 326232 w 2158605"/>
                  <a:gd name="connsiteY11" fmla="*/ 162956 h 325912"/>
                  <a:gd name="connsiteX12" fmla="*/ 163116 w 2158605"/>
                  <a:gd name="connsiteY12" fmla="*/ 325912 h 325912"/>
                  <a:gd name="connsiteX13" fmla="*/ 0 w 2158605"/>
                  <a:gd name="connsiteY13" fmla="*/ 162956 h 325912"/>
                  <a:gd name="connsiteX14" fmla="*/ 163116 w 2158605"/>
                  <a:gd name="connsiteY14" fmla="*/ 0 h 325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158605" h="325912">
                    <a:moveTo>
                      <a:pt x="163116" y="0"/>
                    </a:moveTo>
                    <a:lnTo>
                      <a:pt x="164902" y="360"/>
                    </a:lnTo>
                    <a:lnTo>
                      <a:pt x="164902" y="0"/>
                    </a:lnTo>
                    <a:lnTo>
                      <a:pt x="1993702" y="0"/>
                    </a:lnTo>
                    <a:lnTo>
                      <a:pt x="1993702" y="361"/>
                    </a:lnTo>
                    <a:lnTo>
                      <a:pt x="1995489" y="0"/>
                    </a:lnTo>
                    <a:cubicBezTo>
                      <a:pt x="2085575" y="0"/>
                      <a:pt x="2158605" y="72958"/>
                      <a:pt x="2158605" y="162956"/>
                    </a:cubicBezTo>
                    <a:cubicBezTo>
                      <a:pt x="2158605" y="252954"/>
                      <a:pt x="2085575" y="325912"/>
                      <a:pt x="1995489" y="325912"/>
                    </a:cubicBezTo>
                    <a:cubicBezTo>
                      <a:pt x="1905403" y="325912"/>
                      <a:pt x="1832373" y="252954"/>
                      <a:pt x="1832373" y="162956"/>
                    </a:cubicBezTo>
                    <a:lnTo>
                      <a:pt x="1837394" y="138110"/>
                    </a:lnTo>
                    <a:lnTo>
                      <a:pt x="321211" y="138110"/>
                    </a:lnTo>
                    <a:lnTo>
                      <a:pt x="326232" y="162956"/>
                    </a:lnTo>
                    <a:cubicBezTo>
                      <a:pt x="326232" y="252954"/>
                      <a:pt x="253202" y="325912"/>
                      <a:pt x="163116" y="325912"/>
                    </a:cubicBezTo>
                    <a:cubicBezTo>
                      <a:pt x="73030" y="325912"/>
                      <a:pt x="0" y="252954"/>
                      <a:pt x="0" y="162956"/>
                    </a:cubicBezTo>
                    <a:cubicBezTo>
                      <a:pt x="0" y="72958"/>
                      <a:pt x="73030" y="0"/>
                      <a:pt x="163116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02F38CFF-888F-321B-1A68-D0D342F906E1}"/>
                  </a:ext>
                </a:extLst>
              </p:cNvPr>
              <p:cNvSpPr/>
              <p:nvPr/>
            </p:nvSpPr>
            <p:spPr bwMode="auto">
              <a:xfrm>
                <a:off x="7880229" y="2458050"/>
                <a:ext cx="206179" cy="20597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EA333663-CB15-5ADE-1E53-FFC13B0EC296}"/>
                  </a:ext>
                </a:extLst>
              </p:cNvPr>
              <p:cNvSpPr/>
              <p:nvPr/>
            </p:nvSpPr>
            <p:spPr bwMode="auto">
              <a:xfrm>
                <a:off x="9931802" y="2458050"/>
                <a:ext cx="206179" cy="20597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DD100E2-C60F-1445-989D-3DA671666DE8}"/>
                  </a:ext>
                </a:extLst>
              </p:cNvPr>
              <p:cNvSpPr/>
              <p:nvPr/>
            </p:nvSpPr>
            <p:spPr bwMode="auto">
              <a:xfrm>
                <a:off x="7800689" y="5279665"/>
                <a:ext cx="2416832" cy="364900"/>
              </a:xfrm>
              <a:custGeom>
                <a:avLst/>
                <a:gdLst>
                  <a:gd name="connsiteX0" fmla="*/ 163116 w 2158605"/>
                  <a:gd name="connsiteY0" fmla="*/ 0 h 325912"/>
                  <a:gd name="connsiteX1" fmla="*/ 326232 w 2158605"/>
                  <a:gd name="connsiteY1" fmla="*/ 162956 h 325912"/>
                  <a:gd name="connsiteX2" fmla="*/ 321211 w 2158605"/>
                  <a:gd name="connsiteY2" fmla="*/ 187802 h 325912"/>
                  <a:gd name="connsiteX3" fmla="*/ 1837394 w 2158605"/>
                  <a:gd name="connsiteY3" fmla="*/ 187802 h 325912"/>
                  <a:gd name="connsiteX4" fmla="*/ 1832373 w 2158605"/>
                  <a:gd name="connsiteY4" fmla="*/ 162956 h 325912"/>
                  <a:gd name="connsiteX5" fmla="*/ 1995489 w 2158605"/>
                  <a:gd name="connsiteY5" fmla="*/ 0 h 325912"/>
                  <a:gd name="connsiteX6" fmla="*/ 2158605 w 2158605"/>
                  <a:gd name="connsiteY6" fmla="*/ 162956 h 325912"/>
                  <a:gd name="connsiteX7" fmla="*/ 1995489 w 2158605"/>
                  <a:gd name="connsiteY7" fmla="*/ 325912 h 325912"/>
                  <a:gd name="connsiteX8" fmla="*/ 1993702 w 2158605"/>
                  <a:gd name="connsiteY8" fmla="*/ 325552 h 325912"/>
                  <a:gd name="connsiteX9" fmla="*/ 1993702 w 2158605"/>
                  <a:gd name="connsiteY9" fmla="*/ 325912 h 325912"/>
                  <a:gd name="connsiteX10" fmla="*/ 164902 w 2158605"/>
                  <a:gd name="connsiteY10" fmla="*/ 325912 h 325912"/>
                  <a:gd name="connsiteX11" fmla="*/ 164902 w 2158605"/>
                  <a:gd name="connsiteY11" fmla="*/ 325552 h 325912"/>
                  <a:gd name="connsiteX12" fmla="*/ 163116 w 2158605"/>
                  <a:gd name="connsiteY12" fmla="*/ 325912 h 325912"/>
                  <a:gd name="connsiteX13" fmla="*/ 0 w 2158605"/>
                  <a:gd name="connsiteY13" fmla="*/ 162956 h 325912"/>
                  <a:gd name="connsiteX14" fmla="*/ 163116 w 2158605"/>
                  <a:gd name="connsiteY14" fmla="*/ 0 h 3259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158605" h="325912">
                    <a:moveTo>
                      <a:pt x="163116" y="0"/>
                    </a:moveTo>
                    <a:cubicBezTo>
                      <a:pt x="253202" y="0"/>
                      <a:pt x="326232" y="72958"/>
                      <a:pt x="326232" y="162956"/>
                    </a:cubicBezTo>
                    <a:lnTo>
                      <a:pt x="321211" y="187802"/>
                    </a:lnTo>
                    <a:lnTo>
                      <a:pt x="1837394" y="187802"/>
                    </a:lnTo>
                    <a:lnTo>
                      <a:pt x="1832373" y="162956"/>
                    </a:lnTo>
                    <a:cubicBezTo>
                      <a:pt x="1832373" y="72958"/>
                      <a:pt x="1905403" y="0"/>
                      <a:pt x="1995489" y="0"/>
                    </a:cubicBezTo>
                    <a:cubicBezTo>
                      <a:pt x="2085575" y="0"/>
                      <a:pt x="2158605" y="72958"/>
                      <a:pt x="2158605" y="162956"/>
                    </a:cubicBezTo>
                    <a:cubicBezTo>
                      <a:pt x="2158605" y="252954"/>
                      <a:pt x="2085575" y="325912"/>
                      <a:pt x="1995489" y="325912"/>
                    </a:cubicBezTo>
                    <a:lnTo>
                      <a:pt x="1993702" y="325552"/>
                    </a:lnTo>
                    <a:lnTo>
                      <a:pt x="1993702" y="325912"/>
                    </a:lnTo>
                    <a:lnTo>
                      <a:pt x="164902" y="325912"/>
                    </a:lnTo>
                    <a:lnTo>
                      <a:pt x="164902" y="325552"/>
                    </a:lnTo>
                    <a:lnTo>
                      <a:pt x="163116" y="325912"/>
                    </a:lnTo>
                    <a:cubicBezTo>
                      <a:pt x="73030" y="325912"/>
                      <a:pt x="0" y="252954"/>
                      <a:pt x="0" y="162956"/>
                    </a:cubicBezTo>
                    <a:cubicBezTo>
                      <a:pt x="0" y="72958"/>
                      <a:pt x="73030" y="0"/>
                      <a:pt x="163116" y="0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>
                <a:noFill/>
              </a:ln>
              <a:effectLst>
                <a:outerShdw blurRad="50800" dist="38100" dir="16200000" rotWithShape="0">
                  <a:prstClr val="black">
                    <a:alpha val="40000"/>
                  </a:prstClr>
                </a:outerShdw>
              </a:effec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4FBB4D32-0F71-69EC-629A-53C7E96A3033}"/>
                  </a:ext>
                </a:extLst>
              </p:cNvPr>
              <p:cNvSpPr/>
              <p:nvPr/>
            </p:nvSpPr>
            <p:spPr bwMode="auto">
              <a:xfrm>
                <a:off x="7880229" y="5359127"/>
                <a:ext cx="206179" cy="20597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FE38414F-1E86-6F5B-94CD-8B00E3A09D6E}"/>
                  </a:ext>
                </a:extLst>
              </p:cNvPr>
              <p:cNvSpPr/>
              <p:nvPr/>
            </p:nvSpPr>
            <p:spPr bwMode="auto">
              <a:xfrm>
                <a:off x="9931802" y="5359127"/>
                <a:ext cx="206179" cy="20597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050">
                  <a:latin typeface="Lora" pitchFamily="2" charset="0"/>
                </a:endParaRPr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A9693B8-F476-A65A-477B-FF71BF0BAD01}"/>
                </a:ext>
              </a:extLst>
            </p:cNvPr>
            <p:cNvSpPr txBox="1"/>
            <p:nvPr/>
          </p:nvSpPr>
          <p:spPr>
            <a:xfrm>
              <a:off x="1961888" y="6367999"/>
              <a:ext cx="2733493" cy="307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050" b="1" dirty="0">
                  <a:solidFill>
                    <a:schemeClr val="bg1"/>
                  </a:solidFill>
                  <a:latin typeface="Lora" pitchFamily="2" charset="0"/>
                </a:rPr>
                <a:t>Sample Text</a:t>
              </a:r>
              <a:endParaRPr lang="en-US" sz="900" b="1" dirty="0">
                <a:solidFill>
                  <a:schemeClr val="bg1"/>
                </a:solidFill>
                <a:latin typeface="Lora" pitchFamily="2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A2F1D27-F410-2CF1-46C1-54E4922084DA}"/>
                </a:ext>
              </a:extLst>
            </p:cNvPr>
            <p:cNvSpPr txBox="1"/>
            <p:nvPr/>
          </p:nvSpPr>
          <p:spPr>
            <a:xfrm>
              <a:off x="7860793" y="6372110"/>
              <a:ext cx="2094183" cy="307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fontAlgn="base"/>
              <a:r>
                <a:rPr lang="en-IN" sz="1050" b="1" dirty="0">
                  <a:solidFill>
                    <a:schemeClr val="bg1"/>
                  </a:solidFill>
                  <a:latin typeface="Lora" pitchFamily="2" charset="0"/>
                </a:rPr>
                <a:t>Sample Text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CAD2A91-F7F3-0D29-B238-74BCE6225556}"/>
                </a:ext>
              </a:extLst>
            </p:cNvPr>
            <p:cNvSpPr txBox="1"/>
            <p:nvPr/>
          </p:nvSpPr>
          <p:spPr>
            <a:xfrm>
              <a:off x="4695381" y="2076647"/>
              <a:ext cx="3018583" cy="3727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  <a:latin typeface="Lora" pitchFamily="2" charset="0"/>
                </a:rPr>
                <a:t>Your Text Hear</a:t>
              </a:r>
            </a:p>
          </p:txBody>
        </p:sp>
        <p:sp>
          <p:nvSpPr>
            <p:cNvPr id="17" name="Freeform 46">
              <a:extLst>
                <a:ext uri="{FF2B5EF4-FFF2-40B4-BE49-F238E27FC236}">
                  <a16:creationId xmlns:a16="http://schemas.microsoft.com/office/drawing/2014/main" id="{D97722F1-A3B9-DF49-D776-51352FD6E187}"/>
                </a:ext>
              </a:extLst>
            </p:cNvPr>
            <p:cNvSpPr/>
            <p:nvPr/>
          </p:nvSpPr>
          <p:spPr>
            <a:xfrm>
              <a:off x="5769166" y="1424867"/>
              <a:ext cx="653667" cy="571728"/>
            </a:xfrm>
            <a:custGeom>
              <a:avLst/>
              <a:gdLst>
                <a:gd name="connsiteX0" fmla="*/ 267158 w 1100442"/>
                <a:gd name="connsiteY0" fmla="*/ 524263 h 962498"/>
                <a:gd name="connsiteX1" fmla="*/ 415917 w 1100442"/>
                <a:gd name="connsiteY1" fmla="*/ 524263 h 962498"/>
                <a:gd name="connsiteX2" fmla="*/ 605068 w 1100442"/>
                <a:gd name="connsiteY2" fmla="*/ 608054 h 962498"/>
                <a:gd name="connsiteX3" fmla="*/ 720601 w 1100442"/>
                <a:gd name="connsiteY3" fmla="*/ 608054 h 962498"/>
                <a:gd name="connsiteX4" fmla="*/ 749439 w 1100442"/>
                <a:gd name="connsiteY4" fmla="*/ 697573 h 962498"/>
                <a:gd name="connsiteX5" fmla="*/ 600679 w 1100442"/>
                <a:gd name="connsiteY5" fmla="*/ 720305 h 962498"/>
                <a:gd name="connsiteX6" fmla="*/ 600679 w 1100442"/>
                <a:gd name="connsiteY6" fmla="*/ 768589 h 962498"/>
                <a:gd name="connsiteX7" fmla="*/ 642235 w 1100442"/>
                <a:gd name="connsiteY7" fmla="*/ 766475 h 962498"/>
                <a:gd name="connsiteX8" fmla="*/ 801383 w 1100442"/>
                <a:gd name="connsiteY8" fmla="*/ 700393 h 962498"/>
                <a:gd name="connsiteX9" fmla="*/ 818669 w 1100442"/>
                <a:gd name="connsiteY9" fmla="*/ 660656 h 962498"/>
                <a:gd name="connsiteX10" fmla="*/ 990534 w 1100442"/>
                <a:gd name="connsiteY10" fmla="*/ 576864 h 962498"/>
                <a:gd name="connsiteX11" fmla="*/ 1074273 w 1100442"/>
                <a:gd name="connsiteY11" fmla="*/ 699071 h 962498"/>
                <a:gd name="connsiteX12" fmla="*/ 691583 w 1100442"/>
                <a:gd name="connsiteY12" fmla="*/ 920665 h 962498"/>
                <a:gd name="connsiteX13" fmla="*/ 407140 w 1100442"/>
                <a:gd name="connsiteY13" fmla="*/ 920665 h 962498"/>
                <a:gd name="connsiteX14" fmla="*/ 267158 w 1100442"/>
                <a:gd name="connsiteY14" fmla="*/ 849562 h 962498"/>
                <a:gd name="connsiteX15" fmla="*/ 0 w 1100442"/>
                <a:gd name="connsiteY15" fmla="*/ 492984 h 962498"/>
                <a:gd name="connsiteX16" fmla="*/ 222378 w 1100442"/>
                <a:gd name="connsiteY16" fmla="*/ 492984 h 962498"/>
                <a:gd name="connsiteX17" fmla="*/ 222378 w 1100442"/>
                <a:gd name="connsiteY17" fmla="*/ 882250 h 962498"/>
                <a:gd name="connsiteX18" fmla="*/ 0 w 1100442"/>
                <a:gd name="connsiteY18" fmla="*/ 882250 h 962498"/>
                <a:gd name="connsiteX19" fmla="*/ 822062 w 1100442"/>
                <a:gd name="connsiteY19" fmla="*/ 422066 h 962498"/>
                <a:gd name="connsiteX20" fmla="*/ 821841 w 1100442"/>
                <a:gd name="connsiteY20" fmla="*/ 422107 h 962498"/>
                <a:gd name="connsiteX21" fmla="*/ 785384 w 1100442"/>
                <a:gd name="connsiteY21" fmla="*/ 475179 h 962498"/>
                <a:gd name="connsiteX22" fmla="*/ 838666 w 1100442"/>
                <a:gd name="connsiteY22" fmla="*/ 511383 h 962498"/>
                <a:gd name="connsiteX23" fmla="*/ 875387 w 1100442"/>
                <a:gd name="connsiteY23" fmla="*/ 458489 h 962498"/>
                <a:gd name="connsiteX24" fmla="*/ 822062 w 1100442"/>
                <a:gd name="connsiteY24" fmla="*/ 422066 h 962498"/>
                <a:gd name="connsiteX25" fmla="*/ 816815 w 1100442"/>
                <a:gd name="connsiteY25" fmla="*/ 345423 h 962498"/>
                <a:gd name="connsiteX26" fmla="*/ 834431 w 1100442"/>
                <a:gd name="connsiteY26" fmla="*/ 357480 h 962498"/>
                <a:gd name="connsiteX27" fmla="*/ 837429 w 1100442"/>
                <a:gd name="connsiteY27" fmla="*/ 373414 h 962498"/>
                <a:gd name="connsiteX28" fmla="*/ 861685 w 1100442"/>
                <a:gd name="connsiteY28" fmla="*/ 379309 h 962498"/>
                <a:gd name="connsiteX29" fmla="*/ 871483 w 1100442"/>
                <a:gd name="connsiteY29" fmla="*/ 365128 h 962498"/>
                <a:gd name="connsiteX30" fmla="*/ 892527 w 1100442"/>
                <a:gd name="connsiteY30" fmla="*/ 361251 h 962498"/>
                <a:gd name="connsiteX31" fmla="*/ 907198 w 1100442"/>
                <a:gd name="connsiteY31" fmla="*/ 371289 h 962498"/>
                <a:gd name="connsiteX32" fmla="*/ 911107 w 1100442"/>
                <a:gd name="connsiteY32" fmla="*/ 392163 h 962498"/>
                <a:gd name="connsiteX33" fmla="*/ 900398 w 1100442"/>
                <a:gd name="connsiteY33" fmla="*/ 407406 h 962498"/>
                <a:gd name="connsiteX34" fmla="*/ 912874 w 1100442"/>
                <a:gd name="connsiteY34" fmla="*/ 427112 h 962498"/>
                <a:gd name="connsiteX35" fmla="*/ 931561 w 1100442"/>
                <a:gd name="connsiteY35" fmla="*/ 423659 h 962498"/>
                <a:gd name="connsiteX36" fmla="*/ 949231 w 1100442"/>
                <a:gd name="connsiteY36" fmla="*/ 435716 h 962498"/>
                <a:gd name="connsiteX37" fmla="*/ 952444 w 1100442"/>
                <a:gd name="connsiteY37" fmla="*/ 453084 h 962498"/>
                <a:gd name="connsiteX38" fmla="*/ 940370 w 1100442"/>
                <a:gd name="connsiteY38" fmla="*/ 470553 h 962498"/>
                <a:gd name="connsiteX39" fmla="*/ 940342 w 1100442"/>
                <a:gd name="connsiteY39" fmla="*/ 470558 h 962498"/>
                <a:gd name="connsiteX40" fmla="*/ 921441 w 1100442"/>
                <a:gd name="connsiteY40" fmla="*/ 474063 h 962498"/>
                <a:gd name="connsiteX41" fmla="*/ 916837 w 1100442"/>
                <a:gd name="connsiteY41" fmla="*/ 496689 h 962498"/>
                <a:gd name="connsiteX42" fmla="*/ 932418 w 1100442"/>
                <a:gd name="connsiteY42" fmla="*/ 507312 h 962498"/>
                <a:gd name="connsiteX43" fmla="*/ 936327 w 1100442"/>
                <a:gd name="connsiteY43" fmla="*/ 528239 h 962498"/>
                <a:gd name="connsiteX44" fmla="*/ 926260 w 1100442"/>
                <a:gd name="connsiteY44" fmla="*/ 542792 h 962498"/>
                <a:gd name="connsiteX45" fmla="*/ 905217 w 1100442"/>
                <a:gd name="connsiteY45" fmla="*/ 546616 h 962498"/>
                <a:gd name="connsiteX46" fmla="*/ 890439 w 1100442"/>
                <a:gd name="connsiteY46" fmla="*/ 536578 h 962498"/>
                <a:gd name="connsiteX47" fmla="*/ 870306 w 1100442"/>
                <a:gd name="connsiteY47" fmla="*/ 550387 h 962498"/>
                <a:gd name="connsiteX48" fmla="*/ 873411 w 1100442"/>
                <a:gd name="connsiteY48" fmla="*/ 567118 h 962498"/>
                <a:gd name="connsiteX49" fmla="*/ 861529 w 1100442"/>
                <a:gd name="connsiteY49" fmla="*/ 584899 h 962498"/>
                <a:gd name="connsiteX50" fmla="*/ 861471 w 1100442"/>
                <a:gd name="connsiteY50" fmla="*/ 584910 h 962498"/>
                <a:gd name="connsiteX51" fmla="*/ 843962 w 1100442"/>
                <a:gd name="connsiteY51" fmla="*/ 588150 h 962498"/>
                <a:gd name="connsiteX52" fmla="*/ 826292 w 1100442"/>
                <a:gd name="connsiteY52" fmla="*/ 576094 h 962498"/>
                <a:gd name="connsiteX53" fmla="*/ 823508 w 1100442"/>
                <a:gd name="connsiteY53" fmla="*/ 560957 h 962498"/>
                <a:gd name="connsiteX54" fmla="*/ 797538 w 1100442"/>
                <a:gd name="connsiteY54" fmla="*/ 556336 h 962498"/>
                <a:gd name="connsiteX55" fmla="*/ 789239 w 1100442"/>
                <a:gd name="connsiteY55" fmla="*/ 568286 h 962498"/>
                <a:gd name="connsiteX56" fmla="*/ 768196 w 1100442"/>
                <a:gd name="connsiteY56" fmla="*/ 572163 h 962498"/>
                <a:gd name="connsiteX57" fmla="*/ 753524 w 1100442"/>
                <a:gd name="connsiteY57" fmla="*/ 562125 h 962498"/>
                <a:gd name="connsiteX58" fmla="*/ 749616 w 1100442"/>
                <a:gd name="connsiteY58" fmla="*/ 541252 h 962498"/>
                <a:gd name="connsiteX59" fmla="*/ 757165 w 1100442"/>
                <a:gd name="connsiteY59" fmla="*/ 530629 h 962498"/>
                <a:gd name="connsiteX60" fmla="*/ 741637 w 1100442"/>
                <a:gd name="connsiteY60" fmla="*/ 507684 h 962498"/>
                <a:gd name="connsiteX61" fmla="*/ 729001 w 1100442"/>
                <a:gd name="connsiteY61" fmla="*/ 509968 h 962498"/>
                <a:gd name="connsiteX62" fmla="*/ 711389 w 1100442"/>
                <a:gd name="connsiteY62" fmla="*/ 497989 h 962498"/>
                <a:gd name="connsiteX63" fmla="*/ 711385 w 1100442"/>
                <a:gd name="connsiteY63" fmla="*/ 497964 h 962498"/>
                <a:gd name="connsiteX64" fmla="*/ 708118 w 1100442"/>
                <a:gd name="connsiteY64" fmla="*/ 480596 h 962498"/>
                <a:gd name="connsiteX65" fmla="*/ 719878 w 1100442"/>
                <a:gd name="connsiteY65" fmla="*/ 462826 h 962498"/>
                <a:gd name="connsiteX66" fmla="*/ 720273 w 1100442"/>
                <a:gd name="connsiteY66" fmla="*/ 462750 h 962498"/>
                <a:gd name="connsiteX67" fmla="*/ 732696 w 1100442"/>
                <a:gd name="connsiteY67" fmla="*/ 460413 h 962498"/>
                <a:gd name="connsiteX68" fmla="*/ 738853 w 1100442"/>
                <a:gd name="connsiteY68" fmla="*/ 433273 h 962498"/>
                <a:gd name="connsiteX69" fmla="*/ 728144 w 1100442"/>
                <a:gd name="connsiteY69" fmla="*/ 425996 h 962498"/>
                <a:gd name="connsiteX70" fmla="*/ 724235 w 1100442"/>
                <a:gd name="connsiteY70" fmla="*/ 405069 h 962498"/>
                <a:gd name="connsiteX71" fmla="*/ 734355 w 1100442"/>
                <a:gd name="connsiteY71" fmla="*/ 390516 h 962498"/>
                <a:gd name="connsiteX72" fmla="*/ 755398 w 1100442"/>
                <a:gd name="connsiteY72" fmla="*/ 386639 h 962498"/>
                <a:gd name="connsiteX73" fmla="*/ 766910 w 1100442"/>
                <a:gd name="connsiteY73" fmla="*/ 394500 h 962498"/>
                <a:gd name="connsiteX74" fmla="*/ 789881 w 1100442"/>
                <a:gd name="connsiteY74" fmla="*/ 380637 h 962498"/>
                <a:gd name="connsiteX75" fmla="*/ 787150 w 1100442"/>
                <a:gd name="connsiteY75" fmla="*/ 366137 h 962498"/>
                <a:gd name="connsiteX76" fmla="*/ 799305 w 1100442"/>
                <a:gd name="connsiteY76" fmla="*/ 348663 h 962498"/>
                <a:gd name="connsiteX77" fmla="*/ 954374 w 1100442"/>
                <a:gd name="connsiteY77" fmla="*/ 267271 h 962498"/>
                <a:gd name="connsiteX78" fmla="*/ 962246 w 1100442"/>
                <a:gd name="connsiteY78" fmla="*/ 271933 h 962498"/>
                <a:gd name="connsiteX79" fmla="*/ 959832 w 1100442"/>
                <a:gd name="connsiteY79" fmla="*/ 288632 h 962498"/>
                <a:gd name="connsiteX80" fmla="*/ 938437 w 1100442"/>
                <a:gd name="connsiteY80" fmla="*/ 303084 h 962498"/>
                <a:gd name="connsiteX81" fmla="*/ 922167 w 1100442"/>
                <a:gd name="connsiteY81" fmla="*/ 298552 h 962498"/>
                <a:gd name="connsiteX82" fmla="*/ 926712 w 1100442"/>
                <a:gd name="connsiteY82" fmla="*/ 282326 h 962498"/>
                <a:gd name="connsiteX83" fmla="*/ 944813 w 1100442"/>
                <a:gd name="connsiteY83" fmla="*/ 270081 h 962498"/>
                <a:gd name="connsiteX84" fmla="*/ 945502 w 1100442"/>
                <a:gd name="connsiteY84" fmla="*/ 269526 h 962498"/>
                <a:gd name="connsiteX85" fmla="*/ 954374 w 1100442"/>
                <a:gd name="connsiteY85" fmla="*/ 267271 h 962498"/>
                <a:gd name="connsiteX86" fmla="*/ 508021 w 1100442"/>
                <a:gd name="connsiteY86" fmla="*/ 229053 h 962498"/>
                <a:gd name="connsiteX87" fmla="*/ 428775 w 1100442"/>
                <a:gd name="connsiteY87" fmla="*/ 307660 h 962498"/>
                <a:gd name="connsiteX88" fmla="*/ 428775 w 1100442"/>
                <a:gd name="connsiteY88" fmla="*/ 308190 h 962498"/>
                <a:gd name="connsiteX89" fmla="*/ 508555 w 1100442"/>
                <a:gd name="connsiteY89" fmla="*/ 386797 h 962498"/>
                <a:gd name="connsiteX90" fmla="*/ 587802 w 1100442"/>
                <a:gd name="connsiteY90" fmla="*/ 307660 h 962498"/>
                <a:gd name="connsiteX91" fmla="*/ 508021 w 1100442"/>
                <a:gd name="connsiteY91" fmla="*/ 229053 h 962498"/>
                <a:gd name="connsiteX92" fmla="*/ 991023 w 1100442"/>
                <a:gd name="connsiteY92" fmla="*/ 211169 h 962498"/>
                <a:gd name="connsiteX93" fmla="*/ 1000169 w 1100442"/>
                <a:gd name="connsiteY93" fmla="*/ 211575 h 962498"/>
                <a:gd name="connsiteX94" fmla="*/ 1005941 w 1100442"/>
                <a:gd name="connsiteY94" fmla="*/ 227433 h 962498"/>
                <a:gd name="connsiteX95" fmla="*/ 994058 w 1100442"/>
                <a:gd name="connsiteY95" fmla="*/ 250268 h 962498"/>
                <a:gd name="connsiteX96" fmla="*/ 977604 w 1100442"/>
                <a:gd name="connsiteY96" fmla="*/ 254065 h 962498"/>
                <a:gd name="connsiteX97" fmla="*/ 973797 w 1100442"/>
                <a:gd name="connsiteY97" fmla="*/ 237655 h 962498"/>
                <a:gd name="connsiteX98" fmla="*/ 983888 w 1100442"/>
                <a:gd name="connsiteY98" fmla="*/ 218237 h 962498"/>
                <a:gd name="connsiteX99" fmla="*/ 984267 w 1100442"/>
                <a:gd name="connsiteY99" fmla="*/ 217331 h 962498"/>
                <a:gd name="connsiteX100" fmla="*/ 991023 w 1100442"/>
                <a:gd name="connsiteY100" fmla="*/ 211169 h 962498"/>
                <a:gd name="connsiteX101" fmla="*/ 1006244 w 1100442"/>
                <a:gd name="connsiteY101" fmla="*/ 139765 h 962498"/>
                <a:gd name="connsiteX102" fmla="*/ 1017982 w 1100442"/>
                <a:gd name="connsiteY102" fmla="*/ 151914 h 962498"/>
                <a:gd name="connsiteX103" fmla="*/ 1017982 w 1100442"/>
                <a:gd name="connsiteY103" fmla="*/ 177639 h 962498"/>
                <a:gd name="connsiteX104" fmla="*/ 1006294 w 1100442"/>
                <a:gd name="connsiteY104" fmla="*/ 187613 h 962498"/>
                <a:gd name="connsiteX105" fmla="*/ 994269 w 1100442"/>
                <a:gd name="connsiteY105" fmla="*/ 175800 h 962498"/>
                <a:gd name="connsiteX106" fmla="*/ 994269 w 1100442"/>
                <a:gd name="connsiteY106" fmla="*/ 153911 h 962498"/>
                <a:gd name="connsiteX107" fmla="*/ 994064 w 1100442"/>
                <a:gd name="connsiteY107" fmla="*/ 151470 h 962498"/>
                <a:gd name="connsiteX108" fmla="*/ 1006244 w 1100442"/>
                <a:gd name="connsiteY108" fmla="*/ 139765 h 962498"/>
                <a:gd name="connsiteX109" fmla="*/ 492546 w 1100442"/>
                <a:gd name="connsiteY109" fmla="*/ 96270 h 962498"/>
                <a:gd name="connsiteX110" fmla="*/ 523495 w 1100442"/>
                <a:gd name="connsiteY110" fmla="*/ 96270 h 962498"/>
                <a:gd name="connsiteX111" fmla="*/ 549786 w 1100442"/>
                <a:gd name="connsiteY111" fmla="*/ 122349 h 962498"/>
                <a:gd name="connsiteX112" fmla="*/ 549786 w 1100442"/>
                <a:gd name="connsiteY112" fmla="*/ 150764 h 962498"/>
                <a:gd name="connsiteX113" fmla="*/ 589409 w 1100442"/>
                <a:gd name="connsiteY113" fmla="*/ 168451 h 962498"/>
                <a:gd name="connsiteX114" fmla="*/ 610827 w 1100442"/>
                <a:gd name="connsiteY114" fmla="*/ 147206 h 962498"/>
                <a:gd name="connsiteX115" fmla="*/ 648158 w 1100442"/>
                <a:gd name="connsiteY115" fmla="*/ 147057 h 962498"/>
                <a:gd name="connsiteX116" fmla="*/ 648308 w 1100442"/>
                <a:gd name="connsiteY116" fmla="*/ 147206 h 962498"/>
                <a:gd name="connsiteX117" fmla="*/ 669726 w 1100442"/>
                <a:gd name="connsiteY117" fmla="*/ 169035 h 962498"/>
                <a:gd name="connsiteX118" fmla="*/ 669726 w 1100442"/>
                <a:gd name="connsiteY118" fmla="*/ 205895 h 962498"/>
                <a:gd name="connsiteX119" fmla="*/ 646863 w 1100442"/>
                <a:gd name="connsiteY119" fmla="*/ 228628 h 962498"/>
                <a:gd name="connsiteX120" fmla="*/ 661802 w 1100442"/>
                <a:gd name="connsiteY120" fmla="*/ 266232 h 962498"/>
                <a:gd name="connsiteX121" fmla="*/ 694785 w 1100442"/>
                <a:gd name="connsiteY121" fmla="*/ 266232 h 962498"/>
                <a:gd name="connsiteX122" fmla="*/ 721129 w 1100442"/>
                <a:gd name="connsiteY122" fmla="*/ 292310 h 962498"/>
                <a:gd name="connsiteX123" fmla="*/ 721129 w 1100442"/>
                <a:gd name="connsiteY123" fmla="*/ 323010 h 962498"/>
                <a:gd name="connsiteX124" fmla="*/ 694785 w 1100442"/>
                <a:gd name="connsiteY124" fmla="*/ 349088 h 962498"/>
                <a:gd name="connsiteX125" fmla="*/ 661480 w 1100442"/>
                <a:gd name="connsiteY125" fmla="*/ 349088 h 962498"/>
                <a:gd name="connsiteX126" fmla="*/ 646328 w 1100442"/>
                <a:gd name="connsiteY126" fmla="*/ 386267 h 962498"/>
                <a:gd name="connsiteX127" fmla="*/ 669726 w 1100442"/>
                <a:gd name="connsiteY127" fmla="*/ 409637 h 962498"/>
                <a:gd name="connsiteX128" fmla="*/ 669876 w 1100442"/>
                <a:gd name="connsiteY128" fmla="*/ 446668 h 962498"/>
                <a:gd name="connsiteX129" fmla="*/ 669726 w 1100442"/>
                <a:gd name="connsiteY129" fmla="*/ 446816 h 962498"/>
                <a:gd name="connsiteX130" fmla="*/ 647773 w 1100442"/>
                <a:gd name="connsiteY130" fmla="*/ 468062 h 962498"/>
                <a:gd name="connsiteX131" fmla="*/ 610442 w 1100442"/>
                <a:gd name="connsiteY131" fmla="*/ 468210 h 962498"/>
                <a:gd name="connsiteX132" fmla="*/ 610292 w 1100442"/>
                <a:gd name="connsiteY132" fmla="*/ 468062 h 962498"/>
                <a:gd name="connsiteX133" fmla="*/ 588284 w 1100442"/>
                <a:gd name="connsiteY133" fmla="*/ 446232 h 962498"/>
                <a:gd name="connsiteX134" fmla="*/ 549518 w 1100442"/>
                <a:gd name="connsiteY134" fmla="*/ 463494 h 962498"/>
                <a:gd name="connsiteX135" fmla="*/ 549518 w 1100442"/>
                <a:gd name="connsiteY135" fmla="*/ 493025 h 962498"/>
                <a:gd name="connsiteX136" fmla="*/ 523227 w 1100442"/>
                <a:gd name="connsiteY136" fmla="*/ 519156 h 962498"/>
                <a:gd name="connsiteX137" fmla="*/ 492546 w 1100442"/>
                <a:gd name="connsiteY137" fmla="*/ 519156 h 962498"/>
                <a:gd name="connsiteX138" fmla="*/ 466256 w 1100442"/>
                <a:gd name="connsiteY138" fmla="*/ 492918 h 962498"/>
                <a:gd name="connsiteX139" fmla="*/ 466256 w 1100442"/>
                <a:gd name="connsiteY139" fmla="*/ 466362 h 962498"/>
                <a:gd name="connsiteX140" fmla="*/ 423420 w 1100442"/>
                <a:gd name="connsiteY140" fmla="*/ 450428 h 962498"/>
                <a:gd name="connsiteX141" fmla="*/ 405429 w 1100442"/>
                <a:gd name="connsiteY141" fmla="*/ 468062 h 962498"/>
                <a:gd name="connsiteX142" fmla="*/ 368269 w 1100442"/>
                <a:gd name="connsiteY142" fmla="*/ 468062 h 962498"/>
                <a:gd name="connsiteX143" fmla="*/ 346369 w 1100442"/>
                <a:gd name="connsiteY143" fmla="*/ 446285 h 962498"/>
                <a:gd name="connsiteX144" fmla="*/ 346219 w 1100442"/>
                <a:gd name="connsiteY144" fmla="*/ 409255 h 962498"/>
                <a:gd name="connsiteX145" fmla="*/ 346369 w 1100442"/>
                <a:gd name="connsiteY145" fmla="*/ 409106 h 962498"/>
                <a:gd name="connsiteX146" fmla="*/ 362754 w 1100442"/>
                <a:gd name="connsiteY146" fmla="*/ 392853 h 962498"/>
                <a:gd name="connsiteX147" fmla="*/ 343531 w 1100442"/>
                <a:gd name="connsiteY147" fmla="*/ 349088 h 962498"/>
                <a:gd name="connsiteX148" fmla="*/ 321203 w 1100442"/>
                <a:gd name="connsiteY148" fmla="*/ 349088 h 962498"/>
                <a:gd name="connsiteX149" fmla="*/ 294912 w 1100442"/>
                <a:gd name="connsiteY149" fmla="*/ 323010 h 962498"/>
                <a:gd name="connsiteX150" fmla="*/ 294912 w 1100442"/>
                <a:gd name="connsiteY150" fmla="*/ 292310 h 962498"/>
                <a:gd name="connsiteX151" fmla="*/ 321203 w 1100442"/>
                <a:gd name="connsiteY151" fmla="*/ 266232 h 962498"/>
                <a:gd name="connsiteX152" fmla="*/ 343103 w 1100442"/>
                <a:gd name="connsiteY152" fmla="*/ 266232 h 962498"/>
                <a:gd name="connsiteX153" fmla="*/ 362218 w 1100442"/>
                <a:gd name="connsiteY153" fmla="*/ 221723 h 962498"/>
                <a:gd name="connsiteX154" fmla="*/ 346154 w 1100442"/>
                <a:gd name="connsiteY154" fmla="*/ 205789 h 962498"/>
                <a:gd name="connsiteX155" fmla="*/ 346154 w 1100442"/>
                <a:gd name="connsiteY155" fmla="*/ 168929 h 962498"/>
                <a:gd name="connsiteX156" fmla="*/ 368269 w 1100442"/>
                <a:gd name="connsiteY156" fmla="*/ 147312 h 962498"/>
                <a:gd name="connsiteX157" fmla="*/ 405429 w 1100442"/>
                <a:gd name="connsiteY157" fmla="*/ 147312 h 962498"/>
                <a:gd name="connsiteX158" fmla="*/ 422671 w 1100442"/>
                <a:gd name="connsiteY158" fmla="*/ 164414 h 962498"/>
                <a:gd name="connsiteX159" fmla="*/ 466256 w 1100442"/>
                <a:gd name="connsiteY159" fmla="*/ 147896 h 962498"/>
                <a:gd name="connsiteX160" fmla="*/ 466256 w 1100442"/>
                <a:gd name="connsiteY160" fmla="*/ 122349 h 962498"/>
                <a:gd name="connsiteX161" fmla="*/ 492546 w 1100442"/>
                <a:gd name="connsiteY161" fmla="*/ 96270 h 962498"/>
                <a:gd name="connsiteX162" fmla="*/ 848540 w 1100442"/>
                <a:gd name="connsiteY162" fmla="*/ 88931 h 962498"/>
                <a:gd name="connsiteX163" fmla="*/ 860262 w 1100442"/>
                <a:gd name="connsiteY163" fmla="*/ 100622 h 962498"/>
                <a:gd name="connsiteX164" fmla="*/ 860262 w 1100442"/>
                <a:gd name="connsiteY164" fmla="*/ 175221 h 962498"/>
                <a:gd name="connsiteX165" fmla="*/ 911456 w 1100442"/>
                <a:gd name="connsiteY165" fmla="*/ 197688 h 962498"/>
                <a:gd name="connsiteX166" fmla="*/ 917727 w 1100442"/>
                <a:gd name="connsiteY166" fmla="*/ 213822 h 962498"/>
                <a:gd name="connsiteX167" fmla="*/ 901550 w 1100442"/>
                <a:gd name="connsiteY167" fmla="*/ 220076 h 962498"/>
                <a:gd name="connsiteX168" fmla="*/ 843583 w 1100442"/>
                <a:gd name="connsiteY168" fmla="*/ 194693 h 962498"/>
                <a:gd name="connsiteX169" fmla="*/ 835679 w 1100442"/>
                <a:gd name="connsiteY169" fmla="*/ 183210 h 962498"/>
                <a:gd name="connsiteX170" fmla="*/ 835679 w 1100442"/>
                <a:gd name="connsiteY170" fmla="*/ 100622 h 962498"/>
                <a:gd name="connsiteX171" fmla="*/ 848540 w 1100442"/>
                <a:gd name="connsiteY171" fmla="*/ 88931 h 962498"/>
                <a:gd name="connsiteX172" fmla="*/ 985576 w 1100442"/>
                <a:gd name="connsiteY172" fmla="*/ 74400 h 962498"/>
                <a:gd name="connsiteX173" fmla="*/ 993294 w 1100442"/>
                <a:gd name="connsiteY173" fmla="*/ 79311 h 962498"/>
                <a:gd name="connsiteX174" fmla="*/ 1005441 w 1100442"/>
                <a:gd name="connsiteY174" fmla="*/ 102014 h 962498"/>
                <a:gd name="connsiteX175" fmla="*/ 999236 w 1100442"/>
                <a:gd name="connsiteY175" fmla="*/ 117688 h 962498"/>
                <a:gd name="connsiteX176" fmla="*/ 983519 w 1100442"/>
                <a:gd name="connsiteY176" fmla="*/ 111500 h 962498"/>
                <a:gd name="connsiteX177" fmla="*/ 973190 w 1100442"/>
                <a:gd name="connsiteY177" fmla="*/ 92213 h 962498"/>
                <a:gd name="connsiteX178" fmla="*/ 976637 w 1100442"/>
                <a:gd name="connsiteY178" fmla="*/ 76370 h 962498"/>
                <a:gd name="connsiteX179" fmla="*/ 985576 w 1100442"/>
                <a:gd name="connsiteY179" fmla="*/ 74400 h 962498"/>
                <a:gd name="connsiteX180" fmla="*/ 951601 w 1100442"/>
                <a:gd name="connsiteY180" fmla="*/ 965 h 962498"/>
                <a:gd name="connsiteX181" fmla="*/ 958887 w 1100442"/>
                <a:gd name="connsiteY181" fmla="*/ 8090 h 962498"/>
                <a:gd name="connsiteX182" fmla="*/ 959252 w 1100442"/>
                <a:gd name="connsiteY182" fmla="*/ 9047 h 962498"/>
                <a:gd name="connsiteX183" fmla="*/ 972426 w 1100442"/>
                <a:gd name="connsiteY183" fmla="*/ 43601 h 962498"/>
                <a:gd name="connsiteX184" fmla="*/ 972506 w 1100442"/>
                <a:gd name="connsiteY184" fmla="*/ 43549 h 962498"/>
                <a:gd name="connsiteX185" fmla="*/ 973375 w 1100442"/>
                <a:gd name="connsiteY185" fmla="*/ 47674 h 962498"/>
                <a:gd name="connsiteX186" fmla="*/ 964100 w 1100442"/>
                <a:gd name="connsiteY186" fmla="*/ 62442 h 962498"/>
                <a:gd name="connsiteX187" fmla="*/ 928609 w 1100442"/>
                <a:gd name="connsiteY187" fmla="*/ 73320 h 962498"/>
                <a:gd name="connsiteX188" fmla="*/ 912049 w 1100442"/>
                <a:gd name="connsiteY188" fmla="*/ 64478 h 962498"/>
                <a:gd name="connsiteX189" fmla="*/ 920916 w 1100442"/>
                <a:gd name="connsiteY189" fmla="*/ 47963 h 962498"/>
                <a:gd name="connsiteX190" fmla="*/ 924288 w 1100442"/>
                <a:gd name="connsiteY190" fmla="*/ 46938 h 962498"/>
                <a:gd name="connsiteX191" fmla="*/ 897439 w 1100442"/>
                <a:gd name="connsiteY191" fmla="*/ 35928 h 962498"/>
                <a:gd name="connsiteX192" fmla="*/ 730430 w 1100442"/>
                <a:gd name="connsiteY192" fmla="*/ 127673 h 962498"/>
                <a:gd name="connsiteX193" fmla="*/ 822424 w 1100442"/>
                <a:gd name="connsiteY193" fmla="*/ 294229 h 962498"/>
                <a:gd name="connsiteX194" fmla="*/ 859972 w 1100442"/>
                <a:gd name="connsiteY194" fmla="*/ 299537 h 962498"/>
                <a:gd name="connsiteX195" fmla="*/ 870511 w 1100442"/>
                <a:gd name="connsiteY195" fmla="*/ 299195 h 962498"/>
                <a:gd name="connsiteX196" fmla="*/ 885609 w 1100442"/>
                <a:gd name="connsiteY196" fmla="*/ 297224 h 962498"/>
                <a:gd name="connsiteX197" fmla="*/ 900016 w 1100442"/>
                <a:gd name="connsiteY197" fmla="*/ 306067 h 962498"/>
                <a:gd name="connsiteX198" fmla="*/ 891150 w 1100442"/>
                <a:gd name="connsiteY198" fmla="*/ 320435 h 962498"/>
                <a:gd name="connsiteX199" fmla="*/ 890088 w 1100442"/>
                <a:gd name="connsiteY199" fmla="*/ 320637 h 962498"/>
                <a:gd name="connsiteX200" fmla="*/ 872224 w 1100442"/>
                <a:gd name="connsiteY200" fmla="*/ 322950 h 962498"/>
                <a:gd name="connsiteX201" fmla="*/ 860025 w 1100442"/>
                <a:gd name="connsiteY201" fmla="*/ 323370 h 962498"/>
                <a:gd name="connsiteX202" fmla="*/ 701152 w 1100442"/>
                <a:gd name="connsiteY202" fmla="*/ 165282 h 962498"/>
                <a:gd name="connsiteX203" fmla="*/ 859670 w 1100442"/>
                <a:gd name="connsiteY203" fmla="*/ 6840 h 962498"/>
                <a:gd name="connsiteX204" fmla="*/ 937673 w 1100442"/>
                <a:gd name="connsiteY204" fmla="*/ 27178 h 962498"/>
                <a:gd name="connsiteX205" fmla="*/ 934353 w 1100442"/>
                <a:gd name="connsiteY205" fmla="*/ 18507 h 962498"/>
                <a:gd name="connsiteX206" fmla="*/ 941397 w 1100442"/>
                <a:gd name="connsiteY206" fmla="*/ 1065 h 962498"/>
                <a:gd name="connsiteX207" fmla="*/ 951601 w 1100442"/>
                <a:gd name="connsiteY207" fmla="*/ 965 h 962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</a:cxnLst>
              <a:rect l="l" t="t" r="r" b="b"/>
              <a:pathLst>
                <a:path w="1100442" h="962498">
                  <a:moveTo>
                    <a:pt x="267158" y="524263"/>
                  </a:moveTo>
                  <a:lnTo>
                    <a:pt x="415917" y="524263"/>
                  </a:lnTo>
                  <a:cubicBezTo>
                    <a:pt x="478968" y="535365"/>
                    <a:pt x="542018" y="569022"/>
                    <a:pt x="605068" y="608054"/>
                  </a:cubicBezTo>
                  <a:lnTo>
                    <a:pt x="720601" y="608054"/>
                  </a:lnTo>
                  <a:cubicBezTo>
                    <a:pt x="772903" y="611138"/>
                    <a:pt x="800308" y="663299"/>
                    <a:pt x="749439" y="697573"/>
                  </a:cubicBezTo>
                  <a:cubicBezTo>
                    <a:pt x="708958" y="726826"/>
                    <a:pt x="655491" y="725151"/>
                    <a:pt x="600679" y="720305"/>
                  </a:cubicBezTo>
                  <a:cubicBezTo>
                    <a:pt x="562885" y="718455"/>
                    <a:pt x="561273" y="768413"/>
                    <a:pt x="600679" y="768589"/>
                  </a:cubicBezTo>
                  <a:cubicBezTo>
                    <a:pt x="614382" y="769647"/>
                    <a:pt x="629249" y="766475"/>
                    <a:pt x="642235" y="766475"/>
                  </a:cubicBezTo>
                  <a:cubicBezTo>
                    <a:pt x="710569" y="766386"/>
                    <a:pt x="766902" y="753522"/>
                    <a:pt x="801383" y="700393"/>
                  </a:cubicBezTo>
                  <a:lnTo>
                    <a:pt x="818669" y="660656"/>
                  </a:lnTo>
                  <a:lnTo>
                    <a:pt x="990534" y="576864"/>
                  </a:lnTo>
                  <a:cubicBezTo>
                    <a:pt x="1076512" y="549021"/>
                    <a:pt x="1137682" y="637483"/>
                    <a:pt x="1074273" y="699071"/>
                  </a:cubicBezTo>
                  <a:cubicBezTo>
                    <a:pt x="949785" y="788149"/>
                    <a:pt x="822161" y="861456"/>
                    <a:pt x="691583" y="920665"/>
                  </a:cubicBezTo>
                  <a:cubicBezTo>
                    <a:pt x="596739" y="977408"/>
                    <a:pt x="501894" y="975469"/>
                    <a:pt x="407140" y="920665"/>
                  </a:cubicBezTo>
                  <a:lnTo>
                    <a:pt x="267158" y="849562"/>
                  </a:lnTo>
                  <a:close/>
                  <a:moveTo>
                    <a:pt x="0" y="492984"/>
                  </a:moveTo>
                  <a:lnTo>
                    <a:pt x="222378" y="492984"/>
                  </a:lnTo>
                  <a:lnTo>
                    <a:pt x="222378" y="882250"/>
                  </a:lnTo>
                  <a:lnTo>
                    <a:pt x="0" y="882250"/>
                  </a:lnTo>
                  <a:close/>
                  <a:moveTo>
                    <a:pt x="822062" y="422066"/>
                  </a:moveTo>
                  <a:cubicBezTo>
                    <a:pt x="821988" y="422079"/>
                    <a:pt x="821915" y="422093"/>
                    <a:pt x="821841" y="422107"/>
                  </a:cubicBezTo>
                  <a:cubicBezTo>
                    <a:pt x="796999" y="426776"/>
                    <a:pt x="780676" y="450537"/>
                    <a:pt x="785384" y="475179"/>
                  </a:cubicBezTo>
                  <a:cubicBezTo>
                    <a:pt x="790075" y="499735"/>
                    <a:pt x="813888" y="515915"/>
                    <a:pt x="838666" y="511383"/>
                  </a:cubicBezTo>
                  <a:cubicBezTo>
                    <a:pt x="863532" y="506834"/>
                    <a:pt x="879971" y="483153"/>
                    <a:pt x="875387" y="458489"/>
                  </a:cubicBezTo>
                  <a:cubicBezTo>
                    <a:pt x="870799" y="433825"/>
                    <a:pt x="846928" y="417518"/>
                    <a:pt x="822062" y="422066"/>
                  </a:cubicBezTo>
                  <a:close/>
                  <a:moveTo>
                    <a:pt x="816815" y="345423"/>
                  </a:moveTo>
                  <a:cubicBezTo>
                    <a:pt x="825033" y="343939"/>
                    <a:pt x="832915" y="349331"/>
                    <a:pt x="834431" y="357480"/>
                  </a:cubicBezTo>
                  <a:lnTo>
                    <a:pt x="837429" y="373414"/>
                  </a:lnTo>
                  <a:cubicBezTo>
                    <a:pt x="845739" y="374313"/>
                    <a:pt x="853894" y="376296"/>
                    <a:pt x="861685" y="379309"/>
                  </a:cubicBezTo>
                  <a:lnTo>
                    <a:pt x="871483" y="365128"/>
                  </a:lnTo>
                  <a:cubicBezTo>
                    <a:pt x="876239" y="358329"/>
                    <a:pt x="885630" y="356599"/>
                    <a:pt x="892527" y="361251"/>
                  </a:cubicBezTo>
                  <a:lnTo>
                    <a:pt x="907198" y="371289"/>
                  </a:lnTo>
                  <a:cubicBezTo>
                    <a:pt x="914052" y="376006"/>
                    <a:pt x="915798" y="385319"/>
                    <a:pt x="911107" y="392163"/>
                  </a:cubicBezTo>
                  <a:lnTo>
                    <a:pt x="900398" y="407406"/>
                  </a:lnTo>
                  <a:cubicBezTo>
                    <a:pt x="905394" y="413416"/>
                    <a:pt x="909586" y="420039"/>
                    <a:pt x="912874" y="427112"/>
                  </a:cubicBezTo>
                  <a:lnTo>
                    <a:pt x="931561" y="423659"/>
                  </a:lnTo>
                  <a:cubicBezTo>
                    <a:pt x="939786" y="422202"/>
                    <a:pt x="947662" y="427577"/>
                    <a:pt x="949231" y="435716"/>
                  </a:cubicBezTo>
                  <a:lnTo>
                    <a:pt x="952444" y="453084"/>
                  </a:lnTo>
                  <a:cubicBezTo>
                    <a:pt x="953969" y="461216"/>
                    <a:pt x="948567" y="469037"/>
                    <a:pt x="940370" y="470553"/>
                  </a:cubicBezTo>
                  <a:cubicBezTo>
                    <a:pt x="940359" y="470555"/>
                    <a:pt x="940353" y="470556"/>
                    <a:pt x="940342" y="470558"/>
                  </a:cubicBezTo>
                  <a:lnTo>
                    <a:pt x="921441" y="474063"/>
                  </a:lnTo>
                  <a:cubicBezTo>
                    <a:pt x="920858" y="481766"/>
                    <a:pt x="919310" y="489366"/>
                    <a:pt x="916837" y="496689"/>
                  </a:cubicBezTo>
                  <a:lnTo>
                    <a:pt x="932418" y="507312"/>
                  </a:lnTo>
                  <a:cubicBezTo>
                    <a:pt x="939304" y="512032"/>
                    <a:pt x="941054" y="521385"/>
                    <a:pt x="936327" y="528239"/>
                  </a:cubicBezTo>
                  <a:lnTo>
                    <a:pt x="926260" y="542792"/>
                  </a:lnTo>
                  <a:cubicBezTo>
                    <a:pt x="921505" y="549599"/>
                    <a:pt x="912098" y="551309"/>
                    <a:pt x="905217" y="546616"/>
                  </a:cubicBezTo>
                  <a:lnTo>
                    <a:pt x="890439" y="536578"/>
                  </a:lnTo>
                  <a:cubicBezTo>
                    <a:pt x="884356" y="542024"/>
                    <a:pt x="877588" y="546665"/>
                    <a:pt x="870306" y="550387"/>
                  </a:cubicBezTo>
                  <a:lnTo>
                    <a:pt x="873411" y="567118"/>
                  </a:lnTo>
                  <a:cubicBezTo>
                    <a:pt x="875082" y="575282"/>
                    <a:pt x="869760" y="583243"/>
                    <a:pt x="861529" y="584899"/>
                  </a:cubicBezTo>
                  <a:cubicBezTo>
                    <a:pt x="861509" y="584902"/>
                    <a:pt x="861492" y="584907"/>
                    <a:pt x="861471" y="584910"/>
                  </a:cubicBezTo>
                  <a:lnTo>
                    <a:pt x="843962" y="588150"/>
                  </a:lnTo>
                  <a:cubicBezTo>
                    <a:pt x="835737" y="589606"/>
                    <a:pt x="827862" y="584233"/>
                    <a:pt x="826292" y="576094"/>
                  </a:cubicBezTo>
                  <a:lnTo>
                    <a:pt x="823508" y="560957"/>
                  </a:lnTo>
                  <a:cubicBezTo>
                    <a:pt x="814674" y="560642"/>
                    <a:pt x="805931" y="559086"/>
                    <a:pt x="797538" y="556336"/>
                  </a:cubicBezTo>
                  <a:lnTo>
                    <a:pt x="789239" y="568286"/>
                  </a:lnTo>
                  <a:cubicBezTo>
                    <a:pt x="784484" y="575085"/>
                    <a:pt x="775095" y="576815"/>
                    <a:pt x="768196" y="572163"/>
                  </a:cubicBezTo>
                  <a:lnTo>
                    <a:pt x="753524" y="562125"/>
                  </a:lnTo>
                  <a:cubicBezTo>
                    <a:pt x="746670" y="557408"/>
                    <a:pt x="744926" y="548095"/>
                    <a:pt x="749616" y="541252"/>
                  </a:cubicBezTo>
                  <a:lnTo>
                    <a:pt x="757165" y="530629"/>
                  </a:lnTo>
                  <a:cubicBezTo>
                    <a:pt x="750883" y="523778"/>
                    <a:pt x="745651" y="516047"/>
                    <a:pt x="741637" y="507684"/>
                  </a:cubicBezTo>
                  <a:lnTo>
                    <a:pt x="729001" y="509968"/>
                  </a:lnTo>
                  <a:cubicBezTo>
                    <a:pt x="720803" y="511484"/>
                    <a:pt x="712918" y="506121"/>
                    <a:pt x="711389" y="497989"/>
                  </a:cubicBezTo>
                  <a:cubicBezTo>
                    <a:pt x="711388" y="497981"/>
                    <a:pt x="711386" y="497973"/>
                    <a:pt x="711385" y="497964"/>
                  </a:cubicBezTo>
                  <a:lnTo>
                    <a:pt x="708118" y="480596"/>
                  </a:lnTo>
                  <a:cubicBezTo>
                    <a:pt x="706419" y="472468"/>
                    <a:pt x="711684" y="464512"/>
                    <a:pt x="719878" y="462826"/>
                  </a:cubicBezTo>
                  <a:cubicBezTo>
                    <a:pt x="720009" y="462799"/>
                    <a:pt x="720141" y="462774"/>
                    <a:pt x="720273" y="462750"/>
                  </a:cubicBezTo>
                  <a:lnTo>
                    <a:pt x="732696" y="460413"/>
                  </a:lnTo>
                  <a:cubicBezTo>
                    <a:pt x="733377" y="451113"/>
                    <a:pt x="735452" y="441966"/>
                    <a:pt x="738853" y="433273"/>
                  </a:cubicBezTo>
                  <a:lnTo>
                    <a:pt x="728144" y="425996"/>
                  </a:lnTo>
                  <a:cubicBezTo>
                    <a:pt x="721283" y="421260"/>
                    <a:pt x="719540" y="411929"/>
                    <a:pt x="724235" y="405069"/>
                  </a:cubicBezTo>
                  <a:lnTo>
                    <a:pt x="734355" y="390516"/>
                  </a:lnTo>
                  <a:cubicBezTo>
                    <a:pt x="739093" y="383691"/>
                    <a:pt x="748506" y="381957"/>
                    <a:pt x="755398" y="386639"/>
                  </a:cubicBezTo>
                  <a:lnTo>
                    <a:pt x="766910" y="394500"/>
                  </a:lnTo>
                  <a:cubicBezTo>
                    <a:pt x="773854" y="388805"/>
                    <a:pt x="781591" y="384136"/>
                    <a:pt x="789881" y="380637"/>
                  </a:cubicBezTo>
                  <a:lnTo>
                    <a:pt x="787150" y="366137"/>
                  </a:lnTo>
                  <a:cubicBezTo>
                    <a:pt x="785684" y="357992"/>
                    <a:pt x="791107" y="350195"/>
                    <a:pt x="799305" y="348663"/>
                  </a:cubicBezTo>
                  <a:close/>
                  <a:moveTo>
                    <a:pt x="954374" y="267271"/>
                  </a:moveTo>
                  <a:cubicBezTo>
                    <a:pt x="957404" y="267707"/>
                    <a:pt x="960267" y="269295"/>
                    <a:pt x="962246" y="271933"/>
                  </a:cubicBezTo>
                  <a:cubicBezTo>
                    <a:pt x="966203" y="277210"/>
                    <a:pt x="965122" y="284685"/>
                    <a:pt x="959832" y="288632"/>
                  </a:cubicBezTo>
                  <a:cubicBezTo>
                    <a:pt x="953141" y="294069"/>
                    <a:pt x="945981" y="298904"/>
                    <a:pt x="938437" y="303084"/>
                  </a:cubicBezTo>
                  <a:cubicBezTo>
                    <a:pt x="932689" y="306314"/>
                    <a:pt x="925405" y="304285"/>
                    <a:pt x="922167" y="298552"/>
                  </a:cubicBezTo>
                  <a:cubicBezTo>
                    <a:pt x="918929" y="292818"/>
                    <a:pt x="920964" y="285555"/>
                    <a:pt x="926712" y="282326"/>
                  </a:cubicBezTo>
                  <a:cubicBezTo>
                    <a:pt x="933097" y="278786"/>
                    <a:pt x="939155" y="274687"/>
                    <a:pt x="944813" y="270081"/>
                  </a:cubicBezTo>
                  <a:cubicBezTo>
                    <a:pt x="945036" y="269886"/>
                    <a:pt x="945266" y="269702"/>
                    <a:pt x="945502" y="269526"/>
                  </a:cubicBezTo>
                  <a:cubicBezTo>
                    <a:pt x="948147" y="267553"/>
                    <a:pt x="951344" y="266836"/>
                    <a:pt x="954374" y="267271"/>
                  </a:cubicBezTo>
                  <a:close/>
                  <a:moveTo>
                    <a:pt x="508021" y="229053"/>
                  </a:moveTo>
                  <a:cubicBezTo>
                    <a:pt x="464303" y="229170"/>
                    <a:pt x="428892" y="264295"/>
                    <a:pt x="428775" y="307660"/>
                  </a:cubicBezTo>
                  <a:cubicBezTo>
                    <a:pt x="428774" y="307837"/>
                    <a:pt x="428774" y="308014"/>
                    <a:pt x="428775" y="308190"/>
                  </a:cubicBezTo>
                  <a:cubicBezTo>
                    <a:pt x="428922" y="351750"/>
                    <a:pt x="464641" y="386944"/>
                    <a:pt x="508555" y="386797"/>
                  </a:cubicBezTo>
                  <a:cubicBezTo>
                    <a:pt x="552469" y="386651"/>
                    <a:pt x="587950" y="351220"/>
                    <a:pt x="587802" y="307660"/>
                  </a:cubicBezTo>
                  <a:cubicBezTo>
                    <a:pt x="587654" y="264100"/>
                    <a:pt x="551935" y="228906"/>
                    <a:pt x="508021" y="229053"/>
                  </a:cubicBezTo>
                  <a:close/>
                  <a:moveTo>
                    <a:pt x="991023" y="211169"/>
                  </a:moveTo>
                  <a:cubicBezTo>
                    <a:pt x="993901" y="210127"/>
                    <a:pt x="997177" y="210180"/>
                    <a:pt x="1000169" y="211575"/>
                  </a:cubicBezTo>
                  <a:cubicBezTo>
                    <a:pt x="1006155" y="214364"/>
                    <a:pt x="1008739" y="221465"/>
                    <a:pt x="1005941" y="227433"/>
                  </a:cubicBezTo>
                  <a:cubicBezTo>
                    <a:pt x="1002598" y="235350"/>
                    <a:pt x="998624" y="242986"/>
                    <a:pt x="994058" y="250268"/>
                  </a:cubicBezTo>
                  <a:cubicBezTo>
                    <a:pt x="990567" y="255848"/>
                    <a:pt x="983200" y="257548"/>
                    <a:pt x="977604" y="254065"/>
                  </a:cubicBezTo>
                  <a:cubicBezTo>
                    <a:pt x="972007" y="250582"/>
                    <a:pt x="970305" y="243235"/>
                    <a:pt x="973797" y="237655"/>
                  </a:cubicBezTo>
                  <a:cubicBezTo>
                    <a:pt x="977678" y="231463"/>
                    <a:pt x="981053" y="224969"/>
                    <a:pt x="983888" y="218237"/>
                  </a:cubicBezTo>
                  <a:cubicBezTo>
                    <a:pt x="984001" y="217930"/>
                    <a:pt x="984128" y="217628"/>
                    <a:pt x="984267" y="217331"/>
                  </a:cubicBezTo>
                  <a:cubicBezTo>
                    <a:pt x="985666" y="214347"/>
                    <a:pt x="988146" y="212210"/>
                    <a:pt x="991023" y="211169"/>
                  </a:cubicBezTo>
                  <a:close/>
                  <a:moveTo>
                    <a:pt x="1006244" y="139765"/>
                  </a:moveTo>
                  <a:cubicBezTo>
                    <a:pt x="1012850" y="139887"/>
                    <a:pt x="1018106" y="145327"/>
                    <a:pt x="1017982" y="151914"/>
                  </a:cubicBezTo>
                  <a:cubicBezTo>
                    <a:pt x="1018668" y="160476"/>
                    <a:pt x="1018668" y="169077"/>
                    <a:pt x="1017982" y="177639"/>
                  </a:cubicBezTo>
                  <a:cubicBezTo>
                    <a:pt x="1017042" y="183358"/>
                    <a:pt x="1012107" y="187570"/>
                    <a:pt x="1006294" y="187613"/>
                  </a:cubicBezTo>
                  <a:cubicBezTo>
                    <a:pt x="999702" y="187663"/>
                    <a:pt x="994319" y="182373"/>
                    <a:pt x="994269" y="175800"/>
                  </a:cubicBezTo>
                  <a:cubicBezTo>
                    <a:pt x="994849" y="168515"/>
                    <a:pt x="994849" y="161196"/>
                    <a:pt x="994269" y="153911"/>
                  </a:cubicBezTo>
                  <a:cubicBezTo>
                    <a:pt x="994116" y="153107"/>
                    <a:pt x="994048" y="152289"/>
                    <a:pt x="994064" y="151470"/>
                  </a:cubicBezTo>
                  <a:cubicBezTo>
                    <a:pt x="994185" y="144883"/>
                    <a:pt x="999639" y="139642"/>
                    <a:pt x="1006244" y="139765"/>
                  </a:cubicBezTo>
                  <a:close/>
                  <a:moveTo>
                    <a:pt x="492546" y="96270"/>
                  </a:moveTo>
                  <a:lnTo>
                    <a:pt x="523495" y="96270"/>
                  </a:lnTo>
                  <a:cubicBezTo>
                    <a:pt x="537991" y="96328"/>
                    <a:pt x="549727" y="107970"/>
                    <a:pt x="549786" y="122349"/>
                  </a:cubicBezTo>
                  <a:lnTo>
                    <a:pt x="549786" y="150764"/>
                  </a:lnTo>
                  <a:cubicBezTo>
                    <a:pt x="563724" y="154896"/>
                    <a:pt x="577048" y="160844"/>
                    <a:pt x="589409" y="168451"/>
                  </a:cubicBezTo>
                  <a:lnTo>
                    <a:pt x="610827" y="147206"/>
                  </a:lnTo>
                  <a:cubicBezTo>
                    <a:pt x="621094" y="136939"/>
                    <a:pt x="637808" y="136872"/>
                    <a:pt x="648158" y="147057"/>
                  </a:cubicBezTo>
                  <a:cubicBezTo>
                    <a:pt x="648209" y="147106"/>
                    <a:pt x="648259" y="147155"/>
                    <a:pt x="648308" y="147206"/>
                  </a:cubicBezTo>
                  <a:lnTo>
                    <a:pt x="669726" y="169035"/>
                  </a:lnTo>
                  <a:cubicBezTo>
                    <a:pt x="679951" y="179229"/>
                    <a:pt x="679951" y="195701"/>
                    <a:pt x="669726" y="205895"/>
                  </a:cubicBezTo>
                  <a:lnTo>
                    <a:pt x="646863" y="228628"/>
                  </a:lnTo>
                  <a:cubicBezTo>
                    <a:pt x="653406" y="240494"/>
                    <a:pt x="658425" y="253127"/>
                    <a:pt x="661802" y="266232"/>
                  </a:cubicBezTo>
                  <a:lnTo>
                    <a:pt x="694785" y="266232"/>
                  </a:lnTo>
                  <a:cubicBezTo>
                    <a:pt x="709302" y="266261"/>
                    <a:pt x="721071" y="277911"/>
                    <a:pt x="721129" y="292310"/>
                  </a:cubicBezTo>
                  <a:lnTo>
                    <a:pt x="721129" y="323010"/>
                  </a:lnTo>
                  <a:cubicBezTo>
                    <a:pt x="721071" y="337409"/>
                    <a:pt x="709302" y="349059"/>
                    <a:pt x="694785" y="349088"/>
                  </a:cubicBezTo>
                  <a:lnTo>
                    <a:pt x="661480" y="349088"/>
                  </a:lnTo>
                  <a:cubicBezTo>
                    <a:pt x="658008" y="362058"/>
                    <a:pt x="652917" y="374547"/>
                    <a:pt x="646328" y="386267"/>
                  </a:cubicBezTo>
                  <a:lnTo>
                    <a:pt x="669726" y="409637"/>
                  </a:lnTo>
                  <a:cubicBezTo>
                    <a:pt x="680077" y="419821"/>
                    <a:pt x="680144" y="436401"/>
                    <a:pt x="669876" y="446668"/>
                  </a:cubicBezTo>
                  <a:cubicBezTo>
                    <a:pt x="669827" y="446717"/>
                    <a:pt x="669777" y="446767"/>
                    <a:pt x="669726" y="446816"/>
                  </a:cubicBezTo>
                  <a:lnTo>
                    <a:pt x="647773" y="468062"/>
                  </a:lnTo>
                  <a:cubicBezTo>
                    <a:pt x="637506" y="478329"/>
                    <a:pt x="620792" y="478394"/>
                    <a:pt x="610442" y="468210"/>
                  </a:cubicBezTo>
                  <a:cubicBezTo>
                    <a:pt x="610391" y="468161"/>
                    <a:pt x="610342" y="468111"/>
                    <a:pt x="610292" y="468062"/>
                  </a:cubicBezTo>
                  <a:lnTo>
                    <a:pt x="588284" y="446232"/>
                  </a:lnTo>
                  <a:cubicBezTo>
                    <a:pt x="576176" y="453637"/>
                    <a:pt x="563144" y="459440"/>
                    <a:pt x="549518" y="463494"/>
                  </a:cubicBezTo>
                  <a:lnTo>
                    <a:pt x="549518" y="493025"/>
                  </a:lnTo>
                  <a:cubicBezTo>
                    <a:pt x="549489" y="507424"/>
                    <a:pt x="537744" y="519098"/>
                    <a:pt x="523227" y="519156"/>
                  </a:cubicBezTo>
                  <a:lnTo>
                    <a:pt x="492546" y="519156"/>
                  </a:lnTo>
                  <a:cubicBezTo>
                    <a:pt x="477988" y="519098"/>
                    <a:pt x="466227" y="507359"/>
                    <a:pt x="466256" y="492918"/>
                  </a:cubicBezTo>
                  <a:lnTo>
                    <a:pt x="466256" y="466362"/>
                  </a:lnTo>
                  <a:cubicBezTo>
                    <a:pt x="451296" y="463063"/>
                    <a:pt x="436877" y="457700"/>
                    <a:pt x="423420" y="450428"/>
                  </a:cubicBezTo>
                  <a:lnTo>
                    <a:pt x="405429" y="468062"/>
                  </a:lnTo>
                  <a:cubicBezTo>
                    <a:pt x="395152" y="478203"/>
                    <a:pt x="378546" y="478203"/>
                    <a:pt x="368269" y="468062"/>
                  </a:cubicBezTo>
                  <a:lnTo>
                    <a:pt x="346369" y="446285"/>
                  </a:lnTo>
                  <a:cubicBezTo>
                    <a:pt x="336018" y="436101"/>
                    <a:pt x="335951" y="419522"/>
                    <a:pt x="346219" y="409255"/>
                  </a:cubicBezTo>
                  <a:cubicBezTo>
                    <a:pt x="346269" y="409205"/>
                    <a:pt x="346319" y="409156"/>
                    <a:pt x="346369" y="409106"/>
                  </a:cubicBezTo>
                  <a:lnTo>
                    <a:pt x="362754" y="392853"/>
                  </a:lnTo>
                  <a:cubicBezTo>
                    <a:pt x="354214" y="379281"/>
                    <a:pt x="347737" y="364534"/>
                    <a:pt x="343531" y="349088"/>
                  </a:cubicBezTo>
                  <a:lnTo>
                    <a:pt x="321203" y="349088"/>
                  </a:lnTo>
                  <a:cubicBezTo>
                    <a:pt x="306707" y="349030"/>
                    <a:pt x="294971" y="337389"/>
                    <a:pt x="294912" y="323010"/>
                  </a:cubicBezTo>
                  <a:lnTo>
                    <a:pt x="294912" y="292310"/>
                  </a:lnTo>
                  <a:cubicBezTo>
                    <a:pt x="294971" y="277932"/>
                    <a:pt x="306707" y="266290"/>
                    <a:pt x="321203" y="266232"/>
                  </a:cubicBezTo>
                  <a:lnTo>
                    <a:pt x="343103" y="266232"/>
                  </a:lnTo>
                  <a:cubicBezTo>
                    <a:pt x="347211" y="250536"/>
                    <a:pt x="353654" y="235535"/>
                    <a:pt x="362218" y="221723"/>
                  </a:cubicBezTo>
                  <a:lnTo>
                    <a:pt x="346154" y="205789"/>
                  </a:lnTo>
                  <a:cubicBezTo>
                    <a:pt x="335930" y="195595"/>
                    <a:pt x="335930" y="179123"/>
                    <a:pt x="346154" y="168929"/>
                  </a:cubicBezTo>
                  <a:lnTo>
                    <a:pt x="368269" y="147312"/>
                  </a:lnTo>
                  <a:cubicBezTo>
                    <a:pt x="378546" y="137170"/>
                    <a:pt x="395152" y="137170"/>
                    <a:pt x="405429" y="147312"/>
                  </a:cubicBezTo>
                  <a:lnTo>
                    <a:pt x="422671" y="164414"/>
                  </a:lnTo>
                  <a:cubicBezTo>
                    <a:pt x="436328" y="156871"/>
                    <a:pt x="451006" y="151308"/>
                    <a:pt x="466256" y="147896"/>
                  </a:cubicBezTo>
                  <a:lnTo>
                    <a:pt x="466256" y="122349"/>
                  </a:lnTo>
                  <a:cubicBezTo>
                    <a:pt x="466315" y="107970"/>
                    <a:pt x="478051" y="96328"/>
                    <a:pt x="492546" y="96270"/>
                  </a:cubicBezTo>
                  <a:close/>
                  <a:moveTo>
                    <a:pt x="848540" y="88931"/>
                  </a:moveTo>
                  <a:cubicBezTo>
                    <a:pt x="854888" y="89224"/>
                    <a:pt x="859968" y="94291"/>
                    <a:pt x="860262" y="100622"/>
                  </a:cubicBezTo>
                  <a:lnTo>
                    <a:pt x="860262" y="175221"/>
                  </a:lnTo>
                  <a:lnTo>
                    <a:pt x="911456" y="197688"/>
                  </a:lnTo>
                  <a:cubicBezTo>
                    <a:pt x="917656" y="200416"/>
                    <a:pt x="920463" y="207640"/>
                    <a:pt x="917727" y="213822"/>
                  </a:cubicBezTo>
                  <a:cubicBezTo>
                    <a:pt x="914992" y="220004"/>
                    <a:pt x="907749" y="222804"/>
                    <a:pt x="901550" y="220076"/>
                  </a:cubicBezTo>
                  <a:lnTo>
                    <a:pt x="843583" y="194693"/>
                  </a:lnTo>
                  <a:cubicBezTo>
                    <a:pt x="838815" y="192872"/>
                    <a:pt x="835669" y="188302"/>
                    <a:pt x="835679" y="183210"/>
                  </a:cubicBezTo>
                  <a:lnTo>
                    <a:pt x="835679" y="100622"/>
                  </a:lnTo>
                  <a:cubicBezTo>
                    <a:pt x="835993" y="93852"/>
                    <a:pt x="841751" y="88618"/>
                    <a:pt x="848540" y="88931"/>
                  </a:cubicBezTo>
                  <a:close/>
                  <a:moveTo>
                    <a:pt x="985576" y="74400"/>
                  </a:moveTo>
                  <a:cubicBezTo>
                    <a:pt x="988590" y="74932"/>
                    <a:pt x="991401" y="76612"/>
                    <a:pt x="993294" y="79311"/>
                  </a:cubicBezTo>
                  <a:cubicBezTo>
                    <a:pt x="997966" y="86531"/>
                    <a:pt x="1002029" y="94125"/>
                    <a:pt x="1005441" y="102014"/>
                  </a:cubicBezTo>
                  <a:cubicBezTo>
                    <a:pt x="1008068" y="108051"/>
                    <a:pt x="1005288" y="115069"/>
                    <a:pt x="999236" y="117688"/>
                  </a:cubicBezTo>
                  <a:cubicBezTo>
                    <a:pt x="993181" y="120308"/>
                    <a:pt x="986146" y="117537"/>
                    <a:pt x="983519" y="111500"/>
                  </a:cubicBezTo>
                  <a:cubicBezTo>
                    <a:pt x="980618" y="104797"/>
                    <a:pt x="977164" y="98346"/>
                    <a:pt x="973190" y="92213"/>
                  </a:cubicBezTo>
                  <a:cubicBezTo>
                    <a:pt x="970013" y="86846"/>
                    <a:pt x="971515" y="79943"/>
                    <a:pt x="976637" y="76370"/>
                  </a:cubicBezTo>
                  <a:cubicBezTo>
                    <a:pt x="979344" y="74483"/>
                    <a:pt x="982562" y="73868"/>
                    <a:pt x="985576" y="74400"/>
                  </a:cubicBezTo>
                  <a:close/>
                  <a:moveTo>
                    <a:pt x="951601" y="965"/>
                  </a:moveTo>
                  <a:cubicBezTo>
                    <a:pt x="954766" y="2237"/>
                    <a:pt x="957445" y="4712"/>
                    <a:pt x="958887" y="8090"/>
                  </a:cubicBezTo>
                  <a:cubicBezTo>
                    <a:pt x="959021" y="8404"/>
                    <a:pt x="959143" y="8724"/>
                    <a:pt x="959252" y="9047"/>
                  </a:cubicBezTo>
                  <a:lnTo>
                    <a:pt x="972426" y="43601"/>
                  </a:lnTo>
                  <a:lnTo>
                    <a:pt x="972506" y="43549"/>
                  </a:lnTo>
                  <a:cubicBezTo>
                    <a:pt x="972995" y="44874"/>
                    <a:pt x="973288" y="46264"/>
                    <a:pt x="973375" y="47674"/>
                  </a:cubicBezTo>
                  <a:cubicBezTo>
                    <a:pt x="974410" y="54215"/>
                    <a:pt x="970453" y="60517"/>
                    <a:pt x="964100" y="62442"/>
                  </a:cubicBezTo>
                  <a:lnTo>
                    <a:pt x="928609" y="73320"/>
                  </a:lnTo>
                  <a:cubicBezTo>
                    <a:pt x="921588" y="75439"/>
                    <a:pt x="914174" y="71480"/>
                    <a:pt x="912049" y="64478"/>
                  </a:cubicBezTo>
                  <a:cubicBezTo>
                    <a:pt x="909925" y="57476"/>
                    <a:pt x="913894" y="50082"/>
                    <a:pt x="920916" y="47963"/>
                  </a:cubicBezTo>
                  <a:lnTo>
                    <a:pt x="924288" y="46938"/>
                  </a:lnTo>
                  <a:cubicBezTo>
                    <a:pt x="915767" y="42304"/>
                    <a:pt x="906764" y="38612"/>
                    <a:pt x="897439" y="35928"/>
                  </a:cubicBezTo>
                  <a:cubicBezTo>
                    <a:pt x="825917" y="15270"/>
                    <a:pt x="751145" y="56345"/>
                    <a:pt x="730430" y="127673"/>
                  </a:cubicBezTo>
                  <a:cubicBezTo>
                    <a:pt x="709715" y="199000"/>
                    <a:pt x="750902" y="273570"/>
                    <a:pt x="822424" y="294229"/>
                  </a:cubicBezTo>
                  <a:cubicBezTo>
                    <a:pt x="834627" y="297753"/>
                    <a:pt x="847268" y="299540"/>
                    <a:pt x="859972" y="299537"/>
                  </a:cubicBezTo>
                  <a:cubicBezTo>
                    <a:pt x="863555" y="299537"/>
                    <a:pt x="866823" y="299537"/>
                    <a:pt x="870511" y="299195"/>
                  </a:cubicBezTo>
                  <a:cubicBezTo>
                    <a:pt x="875579" y="298841"/>
                    <a:pt x="880621" y="298184"/>
                    <a:pt x="885609" y="297224"/>
                  </a:cubicBezTo>
                  <a:cubicBezTo>
                    <a:pt x="892036" y="295698"/>
                    <a:pt x="898486" y="299658"/>
                    <a:pt x="900016" y="306067"/>
                  </a:cubicBezTo>
                  <a:cubicBezTo>
                    <a:pt x="901546" y="312476"/>
                    <a:pt x="897577" y="318908"/>
                    <a:pt x="891150" y="320435"/>
                  </a:cubicBezTo>
                  <a:cubicBezTo>
                    <a:pt x="890799" y="320519"/>
                    <a:pt x="890445" y="320585"/>
                    <a:pt x="890088" y="320637"/>
                  </a:cubicBezTo>
                  <a:cubicBezTo>
                    <a:pt x="884183" y="321749"/>
                    <a:pt x="878218" y="322521"/>
                    <a:pt x="872224" y="322950"/>
                  </a:cubicBezTo>
                  <a:cubicBezTo>
                    <a:pt x="868219" y="323239"/>
                    <a:pt x="864056" y="323370"/>
                    <a:pt x="860025" y="323370"/>
                  </a:cubicBezTo>
                  <a:cubicBezTo>
                    <a:pt x="772380" y="323467"/>
                    <a:pt x="701250" y="252689"/>
                    <a:pt x="701152" y="165282"/>
                  </a:cubicBezTo>
                  <a:cubicBezTo>
                    <a:pt x="701054" y="77875"/>
                    <a:pt x="772025" y="6938"/>
                    <a:pt x="859670" y="6840"/>
                  </a:cubicBezTo>
                  <a:cubicBezTo>
                    <a:pt x="886993" y="6810"/>
                    <a:pt x="913861" y="13815"/>
                    <a:pt x="937673" y="27178"/>
                  </a:cubicBezTo>
                  <a:lnTo>
                    <a:pt x="934353" y="18507"/>
                  </a:lnTo>
                  <a:cubicBezTo>
                    <a:pt x="931469" y="11750"/>
                    <a:pt x="934623" y="3941"/>
                    <a:pt x="941397" y="1065"/>
                  </a:cubicBezTo>
                  <a:cubicBezTo>
                    <a:pt x="944785" y="-373"/>
                    <a:pt x="948436" y="-306"/>
                    <a:pt x="951601" y="965"/>
                  </a:cubicBezTo>
                  <a:close/>
                </a:path>
              </a:pathLst>
            </a:custGeom>
            <a:solidFill>
              <a:schemeClr val="bg1"/>
            </a:solidFill>
            <a:ln w="944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050">
                <a:latin typeface="Lora" pitchFamily="2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748B50C-F156-4126-05B2-0F2C0DB2F4F8}"/>
                </a:ext>
              </a:extLst>
            </p:cNvPr>
            <p:cNvSpPr txBox="1"/>
            <p:nvPr/>
          </p:nvSpPr>
          <p:spPr>
            <a:xfrm>
              <a:off x="2486464" y="3597584"/>
              <a:ext cx="1685329" cy="19008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Maecenas Non Laoreet Odio. Fusce Lobortis Porttitor Purus, Vel Vestibulum Libero Pharetra Vel. Pellentesque Lorem Augue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CCDA68F-F975-F8F3-B916-E510E5FF553E}"/>
                </a:ext>
              </a:extLst>
            </p:cNvPr>
            <p:cNvSpPr txBox="1"/>
            <p:nvPr/>
          </p:nvSpPr>
          <p:spPr>
            <a:xfrm>
              <a:off x="8025181" y="3597584"/>
              <a:ext cx="1685329" cy="190080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anchor="t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200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Maecenas Non Laoreet Odio. Fusce Lobortis Porttitor Purus, Vel Vestibulum Libero Pharetra Vel. Pellentesque Lorem Augue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3E4DCF5-262F-D222-BC62-652F42F60D9B}"/>
                </a:ext>
              </a:extLst>
            </p:cNvPr>
            <p:cNvSpPr txBox="1"/>
            <p:nvPr/>
          </p:nvSpPr>
          <p:spPr>
            <a:xfrm>
              <a:off x="5010516" y="4296984"/>
              <a:ext cx="2170969" cy="4099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Pillar Diagram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9026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20746A0B-CCE1-DF1D-43E4-04FA3D6AA680}"/>
              </a:ext>
            </a:extLst>
          </p:cNvPr>
          <p:cNvGrpSpPr/>
          <p:nvPr/>
        </p:nvGrpSpPr>
        <p:grpSpPr>
          <a:xfrm>
            <a:off x="2222500" y="1686025"/>
            <a:ext cx="7747000" cy="4501952"/>
            <a:chOff x="1638577" y="1181594"/>
            <a:chExt cx="8914846" cy="5180613"/>
          </a:xfrm>
        </p:grpSpPr>
        <p:sp>
          <p:nvSpPr>
            <p:cNvPr id="3" name="Arrow: Up 2">
              <a:extLst>
                <a:ext uri="{FF2B5EF4-FFF2-40B4-BE49-F238E27FC236}">
                  <a16:creationId xmlns:a16="http://schemas.microsoft.com/office/drawing/2014/main" id="{DBED78BD-3406-4D0A-9046-4307E34AAE37}"/>
                </a:ext>
              </a:extLst>
            </p:cNvPr>
            <p:cNvSpPr/>
            <p:nvPr/>
          </p:nvSpPr>
          <p:spPr bwMode="auto">
            <a:xfrm>
              <a:off x="1638577" y="1181594"/>
              <a:ext cx="8914846" cy="5174131"/>
            </a:xfrm>
            <a:prstGeom prst="upArrow">
              <a:avLst>
                <a:gd name="adj1" fmla="val 82522"/>
                <a:gd name="adj2" fmla="val 27666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4" name="Isosceles Triangle 3">
              <a:extLst>
                <a:ext uri="{FF2B5EF4-FFF2-40B4-BE49-F238E27FC236}">
                  <a16:creationId xmlns:a16="http://schemas.microsoft.com/office/drawing/2014/main" id="{BBAA5E00-F063-0C16-C83B-81C5436A7CF2}"/>
                </a:ext>
              </a:extLst>
            </p:cNvPr>
            <p:cNvSpPr/>
            <p:nvPr/>
          </p:nvSpPr>
          <p:spPr bwMode="auto">
            <a:xfrm>
              <a:off x="2427249" y="1274285"/>
              <a:ext cx="7337502" cy="1216626"/>
            </a:xfrm>
            <a:prstGeom prst="triangle">
              <a:avLst>
                <a:gd name="adj" fmla="val 49696"/>
              </a:avLst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6" name="Rectangle: Top Corners One Rounded and One Snipped 5">
              <a:extLst>
                <a:ext uri="{FF2B5EF4-FFF2-40B4-BE49-F238E27FC236}">
                  <a16:creationId xmlns:a16="http://schemas.microsoft.com/office/drawing/2014/main" id="{FB1C7A33-0C6D-B78E-E99A-98F03AC1F9E9}"/>
                </a:ext>
              </a:extLst>
            </p:cNvPr>
            <p:cNvSpPr/>
            <p:nvPr/>
          </p:nvSpPr>
          <p:spPr bwMode="auto">
            <a:xfrm>
              <a:off x="2471854" y="2934837"/>
              <a:ext cx="2386361" cy="1404000"/>
            </a:xfrm>
            <a:prstGeom prst="snipRoundRect">
              <a:avLst>
                <a:gd name="adj1" fmla="val 0"/>
                <a:gd name="adj2" fmla="val 16667"/>
              </a:avLst>
            </a:prstGeom>
            <a:solidFill>
              <a:schemeClr val="accent1"/>
            </a:solidFill>
            <a:ln w="31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7" name="Rectangle: Top Corners One Rounded and One Snipped 6">
              <a:extLst>
                <a:ext uri="{FF2B5EF4-FFF2-40B4-BE49-F238E27FC236}">
                  <a16:creationId xmlns:a16="http://schemas.microsoft.com/office/drawing/2014/main" id="{BE30B63F-93B2-5D7A-F27B-600F7A4E41EF}"/>
                </a:ext>
              </a:extLst>
            </p:cNvPr>
            <p:cNvSpPr/>
            <p:nvPr/>
          </p:nvSpPr>
          <p:spPr bwMode="auto">
            <a:xfrm>
              <a:off x="4902820" y="2934837"/>
              <a:ext cx="2386361" cy="1404000"/>
            </a:xfrm>
            <a:prstGeom prst="snipRoundRect">
              <a:avLst>
                <a:gd name="adj1" fmla="val 0"/>
                <a:gd name="adj2" fmla="val 16667"/>
              </a:avLst>
            </a:prstGeom>
            <a:solidFill>
              <a:schemeClr val="accent2"/>
            </a:solidFill>
            <a:ln w="31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8" name="Rectangle: Top Corners One Rounded and One Snipped 7">
              <a:extLst>
                <a:ext uri="{FF2B5EF4-FFF2-40B4-BE49-F238E27FC236}">
                  <a16:creationId xmlns:a16="http://schemas.microsoft.com/office/drawing/2014/main" id="{D7ED9B17-2EEA-2D65-FAC8-A123C50585BE}"/>
                </a:ext>
              </a:extLst>
            </p:cNvPr>
            <p:cNvSpPr/>
            <p:nvPr/>
          </p:nvSpPr>
          <p:spPr bwMode="auto">
            <a:xfrm>
              <a:off x="7333787" y="2934837"/>
              <a:ext cx="2386361" cy="1404000"/>
            </a:xfrm>
            <a:prstGeom prst="snipRoundRect">
              <a:avLst>
                <a:gd name="adj1" fmla="val 0"/>
                <a:gd name="adj2" fmla="val 16667"/>
              </a:avLst>
            </a:prstGeom>
            <a:solidFill>
              <a:schemeClr val="accent3"/>
            </a:solidFill>
            <a:ln w="31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9" name="Rectangle: Top Corners One Rounded and One Snipped 8">
              <a:extLst>
                <a:ext uri="{FF2B5EF4-FFF2-40B4-BE49-F238E27FC236}">
                  <a16:creationId xmlns:a16="http://schemas.microsoft.com/office/drawing/2014/main" id="{26CEE0CB-5BE3-93B8-D8BD-1FC5566BE74F}"/>
                </a:ext>
              </a:extLst>
            </p:cNvPr>
            <p:cNvSpPr/>
            <p:nvPr/>
          </p:nvSpPr>
          <p:spPr bwMode="auto">
            <a:xfrm>
              <a:off x="2471854" y="4457485"/>
              <a:ext cx="2386361" cy="1404000"/>
            </a:xfrm>
            <a:prstGeom prst="snipRoundRect">
              <a:avLst>
                <a:gd name="adj1" fmla="val 0"/>
                <a:gd name="adj2" fmla="val 16667"/>
              </a:avLst>
            </a:prstGeom>
            <a:solidFill>
              <a:schemeClr val="accent1">
                <a:lumMod val="7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10" name="Rectangle: Top Corners One Rounded and One Snipped 9">
              <a:extLst>
                <a:ext uri="{FF2B5EF4-FFF2-40B4-BE49-F238E27FC236}">
                  <a16:creationId xmlns:a16="http://schemas.microsoft.com/office/drawing/2014/main" id="{E617F012-540D-45C0-5D36-00EB0E58BC7C}"/>
                </a:ext>
              </a:extLst>
            </p:cNvPr>
            <p:cNvSpPr/>
            <p:nvPr/>
          </p:nvSpPr>
          <p:spPr bwMode="auto">
            <a:xfrm>
              <a:off x="4902820" y="4457485"/>
              <a:ext cx="2386361" cy="1404000"/>
            </a:xfrm>
            <a:prstGeom prst="snipRoundRect">
              <a:avLst>
                <a:gd name="adj1" fmla="val 0"/>
                <a:gd name="adj2" fmla="val 16667"/>
              </a:avLst>
            </a:prstGeom>
            <a:solidFill>
              <a:schemeClr val="accent2">
                <a:lumMod val="7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11" name="Rectangle: Top Corners One Rounded and One Snipped 10">
              <a:extLst>
                <a:ext uri="{FF2B5EF4-FFF2-40B4-BE49-F238E27FC236}">
                  <a16:creationId xmlns:a16="http://schemas.microsoft.com/office/drawing/2014/main" id="{A9F97B2F-7EAE-3CB4-C3E9-56141233521E}"/>
                </a:ext>
              </a:extLst>
            </p:cNvPr>
            <p:cNvSpPr/>
            <p:nvPr/>
          </p:nvSpPr>
          <p:spPr bwMode="auto">
            <a:xfrm>
              <a:off x="7333787" y="4457485"/>
              <a:ext cx="2386361" cy="1404000"/>
            </a:xfrm>
            <a:prstGeom prst="snipRoundRect">
              <a:avLst>
                <a:gd name="adj1" fmla="val 0"/>
                <a:gd name="adj2" fmla="val 16667"/>
              </a:avLst>
            </a:prstGeom>
            <a:solidFill>
              <a:schemeClr val="accent3">
                <a:lumMod val="7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77E1EC8-A294-45A1-9C68-9B210B5B191E}"/>
                </a:ext>
              </a:extLst>
            </p:cNvPr>
            <p:cNvSpPr/>
            <p:nvPr/>
          </p:nvSpPr>
          <p:spPr bwMode="auto">
            <a:xfrm>
              <a:off x="1914294" y="6066969"/>
              <a:ext cx="8363415" cy="29523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D2D9108-8729-759C-C349-6FED10B44498}"/>
                </a:ext>
              </a:extLst>
            </p:cNvPr>
            <p:cNvSpPr/>
            <p:nvPr/>
          </p:nvSpPr>
          <p:spPr bwMode="auto">
            <a:xfrm>
              <a:off x="2478000" y="2609559"/>
              <a:ext cx="7236000" cy="20663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3175"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4DA0D8-99C5-D8C9-E5DB-06A128E09D06}"/>
                </a:ext>
              </a:extLst>
            </p:cNvPr>
            <p:cNvSpPr/>
            <p:nvPr/>
          </p:nvSpPr>
          <p:spPr>
            <a:xfrm>
              <a:off x="5111849" y="5382958"/>
              <a:ext cx="2164814" cy="38959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Laoreet Odio. Fusce Lobortis Porttitor Purus, Vel</a:t>
              </a:r>
              <a:endPara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Lora" pitchFamily="2" charset="0"/>
                <a:cs typeface="Calibri" pitchFamily="34" charset="0"/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B17782D-E144-0B51-3B15-0F5C66CE3E5E}"/>
                </a:ext>
              </a:extLst>
            </p:cNvPr>
            <p:cNvSpPr/>
            <p:nvPr/>
          </p:nvSpPr>
          <p:spPr>
            <a:xfrm>
              <a:off x="5040675" y="1818694"/>
              <a:ext cx="2110652" cy="389590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rPr>
                <a:t>Sample Headline</a:t>
              </a:r>
            </a:p>
          </p:txBody>
        </p:sp>
        <p:grpSp>
          <p:nvGrpSpPr>
            <p:cNvPr id="16" name="Graphic 90">
              <a:extLst>
                <a:ext uri="{FF2B5EF4-FFF2-40B4-BE49-F238E27FC236}">
                  <a16:creationId xmlns:a16="http://schemas.microsoft.com/office/drawing/2014/main" id="{8E368BD1-4E9E-E6C8-85E5-82A5C50D3238}"/>
                </a:ext>
              </a:extLst>
            </p:cNvPr>
            <p:cNvGrpSpPr/>
            <p:nvPr/>
          </p:nvGrpSpPr>
          <p:grpSpPr>
            <a:xfrm>
              <a:off x="5916000" y="1383281"/>
              <a:ext cx="360000" cy="360000"/>
              <a:chOff x="4424830" y="1249742"/>
              <a:chExt cx="360000" cy="360000"/>
            </a:xfrm>
          </p:grpSpPr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3A40AB35-0E8D-643B-CF1B-1686E6AA4964}"/>
                  </a:ext>
                </a:extLst>
              </p:cNvPr>
              <p:cNvSpPr/>
              <p:nvPr/>
            </p:nvSpPr>
            <p:spPr>
              <a:xfrm>
                <a:off x="4458580" y="1407242"/>
                <a:ext cx="292500" cy="67500"/>
              </a:xfrm>
              <a:custGeom>
                <a:avLst/>
                <a:gdLst>
                  <a:gd name="connsiteX0" fmla="*/ 281250 w 292500"/>
                  <a:gd name="connsiteY0" fmla="*/ 67500 h 67500"/>
                  <a:gd name="connsiteX1" fmla="*/ 270000 w 292500"/>
                  <a:gd name="connsiteY1" fmla="*/ 56250 h 67500"/>
                  <a:gd name="connsiteX2" fmla="*/ 270000 w 292500"/>
                  <a:gd name="connsiteY2" fmla="*/ 26250 h 67500"/>
                  <a:gd name="connsiteX3" fmla="*/ 266250 w 292500"/>
                  <a:gd name="connsiteY3" fmla="*/ 22500 h 67500"/>
                  <a:gd name="connsiteX4" fmla="*/ 26250 w 292500"/>
                  <a:gd name="connsiteY4" fmla="*/ 22500 h 67500"/>
                  <a:gd name="connsiteX5" fmla="*/ 22500 w 292500"/>
                  <a:gd name="connsiteY5" fmla="*/ 26250 h 67500"/>
                  <a:gd name="connsiteX6" fmla="*/ 22500 w 292500"/>
                  <a:gd name="connsiteY6" fmla="*/ 56250 h 67500"/>
                  <a:gd name="connsiteX7" fmla="*/ 11250 w 292500"/>
                  <a:gd name="connsiteY7" fmla="*/ 67500 h 67500"/>
                  <a:gd name="connsiteX8" fmla="*/ 0 w 292500"/>
                  <a:gd name="connsiteY8" fmla="*/ 56250 h 67500"/>
                  <a:gd name="connsiteX9" fmla="*/ 0 w 292500"/>
                  <a:gd name="connsiteY9" fmla="*/ 26250 h 67500"/>
                  <a:gd name="connsiteX10" fmla="*/ 26250 w 292500"/>
                  <a:gd name="connsiteY10" fmla="*/ 0 h 67500"/>
                  <a:gd name="connsiteX11" fmla="*/ 266250 w 292500"/>
                  <a:gd name="connsiteY11" fmla="*/ 0 h 67500"/>
                  <a:gd name="connsiteX12" fmla="*/ 292500 w 292500"/>
                  <a:gd name="connsiteY12" fmla="*/ 26250 h 67500"/>
                  <a:gd name="connsiteX13" fmla="*/ 292500 w 292500"/>
                  <a:gd name="connsiteY13" fmla="*/ 56250 h 67500"/>
                  <a:gd name="connsiteX14" fmla="*/ 281250 w 292500"/>
                  <a:gd name="connsiteY14" fmla="*/ 67500 h 67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500" h="67500">
                    <a:moveTo>
                      <a:pt x="281250" y="67500"/>
                    </a:moveTo>
                    <a:cubicBezTo>
                      <a:pt x="275040" y="67500"/>
                      <a:pt x="270000" y="62460"/>
                      <a:pt x="270000" y="56250"/>
                    </a:cubicBezTo>
                    <a:lnTo>
                      <a:pt x="270000" y="26250"/>
                    </a:lnTo>
                    <a:cubicBezTo>
                      <a:pt x="270000" y="24180"/>
                      <a:pt x="268320" y="22500"/>
                      <a:pt x="266250" y="22500"/>
                    </a:cubicBezTo>
                    <a:lnTo>
                      <a:pt x="26250" y="22500"/>
                    </a:lnTo>
                    <a:cubicBezTo>
                      <a:pt x="24180" y="22500"/>
                      <a:pt x="22500" y="24180"/>
                      <a:pt x="22500" y="26250"/>
                    </a:cubicBezTo>
                    <a:lnTo>
                      <a:pt x="22500" y="56250"/>
                    </a:lnTo>
                    <a:cubicBezTo>
                      <a:pt x="22500" y="62460"/>
                      <a:pt x="17460" y="67500"/>
                      <a:pt x="11250" y="67500"/>
                    </a:cubicBezTo>
                    <a:cubicBezTo>
                      <a:pt x="5040" y="67500"/>
                      <a:pt x="0" y="62460"/>
                      <a:pt x="0" y="56250"/>
                    </a:cubicBezTo>
                    <a:lnTo>
                      <a:pt x="0" y="26250"/>
                    </a:lnTo>
                    <a:cubicBezTo>
                      <a:pt x="0" y="11775"/>
                      <a:pt x="11775" y="0"/>
                      <a:pt x="26250" y="0"/>
                    </a:cubicBezTo>
                    <a:lnTo>
                      <a:pt x="266250" y="0"/>
                    </a:lnTo>
                    <a:cubicBezTo>
                      <a:pt x="280725" y="0"/>
                      <a:pt x="292500" y="11775"/>
                      <a:pt x="292500" y="26250"/>
                    </a:cubicBezTo>
                    <a:lnTo>
                      <a:pt x="292500" y="56250"/>
                    </a:lnTo>
                    <a:cubicBezTo>
                      <a:pt x="292500" y="62460"/>
                      <a:pt x="287460" y="67500"/>
                      <a:pt x="281250" y="675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9973FEA1-6183-4077-C125-33A7570EF45A}"/>
                  </a:ext>
                </a:extLst>
              </p:cNvPr>
              <p:cNvSpPr/>
              <p:nvPr/>
            </p:nvSpPr>
            <p:spPr>
              <a:xfrm>
                <a:off x="4593580" y="1354742"/>
                <a:ext cx="22500" cy="120000"/>
              </a:xfrm>
              <a:custGeom>
                <a:avLst/>
                <a:gdLst>
                  <a:gd name="connsiteX0" fmla="*/ 11250 w 22500"/>
                  <a:gd name="connsiteY0" fmla="*/ 120000 h 120000"/>
                  <a:gd name="connsiteX1" fmla="*/ 0 w 22500"/>
                  <a:gd name="connsiteY1" fmla="*/ 108750 h 120000"/>
                  <a:gd name="connsiteX2" fmla="*/ 0 w 22500"/>
                  <a:gd name="connsiteY2" fmla="*/ 11250 h 120000"/>
                  <a:gd name="connsiteX3" fmla="*/ 11250 w 22500"/>
                  <a:gd name="connsiteY3" fmla="*/ 0 h 120000"/>
                  <a:gd name="connsiteX4" fmla="*/ 22500 w 22500"/>
                  <a:gd name="connsiteY4" fmla="*/ 11250 h 120000"/>
                  <a:gd name="connsiteX5" fmla="*/ 22500 w 22500"/>
                  <a:gd name="connsiteY5" fmla="*/ 108750 h 120000"/>
                  <a:gd name="connsiteX6" fmla="*/ 11250 w 22500"/>
                  <a:gd name="connsiteY6" fmla="*/ 120000 h 12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2500" h="120000">
                    <a:moveTo>
                      <a:pt x="11250" y="120000"/>
                    </a:moveTo>
                    <a:cubicBezTo>
                      <a:pt x="5040" y="120000"/>
                      <a:pt x="0" y="114960"/>
                      <a:pt x="0" y="108750"/>
                    </a:cubicBezTo>
                    <a:lnTo>
                      <a:pt x="0" y="11250"/>
                    </a:lnTo>
                    <a:cubicBezTo>
                      <a:pt x="0" y="5040"/>
                      <a:pt x="5040" y="0"/>
                      <a:pt x="11250" y="0"/>
                    </a:cubicBezTo>
                    <a:cubicBezTo>
                      <a:pt x="17460" y="0"/>
                      <a:pt x="22500" y="5040"/>
                      <a:pt x="22500" y="11250"/>
                    </a:cubicBezTo>
                    <a:lnTo>
                      <a:pt x="22500" y="108750"/>
                    </a:lnTo>
                    <a:cubicBezTo>
                      <a:pt x="22500" y="114960"/>
                      <a:pt x="17460" y="120000"/>
                      <a:pt x="11250" y="1200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D6EB3669-A890-87EA-33E3-E53760187E1A}"/>
                  </a:ext>
                </a:extLst>
              </p:cNvPr>
              <p:cNvSpPr/>
              <p:nvPr/>
            </p:nvSpPr>
            <p:spPr>
              <a:xfrm>
                <a:off x="4582330" y="1504742"/>
                <a:ext cx="45000" cy="45000"/>
              </a:xfrm>
              <a:custGeom>
                <a:avLst/>
                <a:gdLst>
                  <a:gd name="connsiteX0" fmla="*/ 45000 w 45000"/>
                  <a:gd name="connsiteY0" fmla="*/ 22500 h 45000"/>
                  <a:gd name="connsiteX1" fmla="*/ 22500 w 45000"/>
                  <a:gd name="connsiteY1" fmla="*/ 45000 h 45000"/>
                  <a:gd name="connsiteX2" fmla="*/ 0 w 45000"/>
                  <a:gd name="connsiteY2" fmla="*/ 22500 h 45000"/>
                  <a:gd name="connsiteX3" fmla="*/ 22500 w 45000"/>
                  <a:gd name="connsiteY3" fmla="*/ 0 h 45000"/>
                  <a:gd name="connsiteX4" fmla="*/ 45000 w 45000"/>
                  <a:gd name="connsiteY4" fmla="*/ 22500 h 4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000" h="45000">
                    <a:moveTo>
                      <a:pt x="45000" y="22500"/>
                    </a:moveTo>
                    <a:cubicBezTo>
                      <a:pt x="45000" y="34926"/>
                      <a:pt x="34926" y="45000"/>
                      <a:pt x="22500" y="45000"/>
                    </a:cubicBezTo>
                    <a:cubicBezTo>
                      <a:pt x="10074" y="45000"/>
                      <a:pt x="0" y="34926"/>
                      <a:pt x="0" y="22500"/>
                    </a:cubicBezTo>
                    <a:cubicBezTo>
                      <a:pt x="0" y="10074"/>
                      <a:pt x="10074" y="0"/>
                      <a:pt x="22500" y="0"/>
                    </a:cubicBezTo>
                    <a:cubicBezTo>
                      <a:pt x="34926" y="0"/>
                      <a:pt x="45000" y="10074"/>
                      <a:pt x="45000" y="225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D118FC14-7DF6-29FC-CE18-1D5CC2C39780}"/>
                  </a:ext>
                </a:extLst>
              </p:cNvPr>
              <p:cNvSpPr/>
              <p:nvPr/>
            </p:nvSpPr>
            <p:spPr>
              <a:xfrm>
                <a:off x="4559830" y="1564742"/>
                <a:ext cx="90000" cy="45000"/>
              </a:xfrm>
              <a:custGeom>
                <a:avLst/>
                <a:gdLst>
                  <a:gd name="connsiteX0" fmla="*/ 78750 w 90000"/>
                  <a:gd name="connsiteY0" fmla="*/ 45000 h 45000"/>
                  <a:gd name="connsiteX1" fmla="*/ 67500 w 90000"/>
                  <a:gd name="connsiteY1" fmla="*/ 33750 h 45000"/>
                  <a:gd name="connsiteX2" fmla="*/ 56250 w 90000"/>
                  <a:gd name="connsiteY2" fmla="*/ 22500 h 45000"/>
                  <a:gd name="connsiteX3" fmla="*/ 33750 w 90000"/>
                  <a:gd name="connsiteY3" fmla="*/ 22500 h 45000"/>
                  <a:gd name="connsiteX4" fmla="*/ 22500 w 90000"/>
                  <a:gd name="connsiteY4" fmla="*/ 33750 h 45000"/>
                  <a:gd name="connsiteX5" fmla="*/ 11250 w 90000"/>
                  <a:gd name="connsiteY5" fmla="*/ 45000 h 45000"/>
                  <a:gd name="connsiteX6" fmla="*/ 0 w 90000"/>
                  <a:gd name="connsiteY6" fmla="*/ 33750 h 45000"/>
                  <a:gd name="connsiteX7" fmla="*/ 33750 w 90000"/>
                  <a:gd name="connsiteY7" fmla="*/ 0 h 45000"/>
                  <a:gd name="connsiteX8" fmla="*/ 56250 w 90000"/>
                  <a:gd name="connsiteY8" fmla="*/ 0 h 45000"/>
                  <a:gd name="connsiteX9" fmla="*/ 90000 w 90000"/>
                  <a:gd name="connsiteY9" fmla="*/ 33750 h 45000"/>
                  <a:gd name="connsiteX10" fmla="*/ 78750 w 90000"/>
                  <a:gd name="connsiteY10" fmla="*/ 45000 h 4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000" h="45000">
                    <a:moveTo>
                      <a:pt x="78750" y="45000"/>
                    </a:moveTo>
                    <a:cubicBezTo>
                      <a:pt x="72540" y="45000"/>
                      <a:pt x="67500" y="39960"/>
                      <a:pt x="67500" y="33750"/>
                    </a:cubicBezTo>
                    <a:cubicBezTo>
                      <a:pt x="67500" y="27540"/>
                      <a:pt x="62460" y="22500"/>
                      <a:pt x="56250" y="22500"/>
                    </a:cubicBezTo>
                    <a:lnTo>
                      <a:pt x="33750" y="22500"/>
                    </a:lnTo>
                    <a:cubicBezTo>
                      <a:pt x="27540" y="22500"/>
                      <a:pt x="22500" y="27540"/>
                      <a:pt x="22500" y="33750"/>
                    </a:cubicBezTo>
                    <a:cubicBezTo>
                      <a:pt x="22500" y="39960"/>
                      <a:pt x="17460" y="45000"/>
                      <a:pt x="11250" y="45000"/>
                    </a:cubicBezTo>
                    <a:cubicBezTo>
                      <a:pt x="5040" y="45000"/>
                      <a:pt x="0" y="39960"/>
                      <a:pt x="0" y="33750"/>
                    </a:cubicBezTo>
                    <a:cubicBezTo>
                      <a:pt x="0" y="15135"/>
                      <a:pt x="15135" y="0"/>
                      <a:pt x="33750" y="0"/>
                    </a:cubicBezTo>
                    <a:lnTo>
                      <a:pt x="56250" y="0"/>
                    </a:lnTo>
                    <a:cubicBezTo>
                      <a:pt x="74865" y="0"/>
                      <a:pt x="90000" y="15135"/>
                      <a:pt x="90000" y="33750"/>
                    </a:cubicBezTo>
                    <a:cubicBezTo>
                      <a:pt x="90000" y="39960"/>
                      <a:pt x="84960" y="45000"/>
                      <a:pt x="78750" y="450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F275F5AA-93C2-9EAA-6E19-A53D10CE2F7C}"/>
                  </a:ext>
                </a:extLst>
              </p:cNvPr>
              <p:cNvSpPr/>
              <p:nvPr/>
            </p:nvSpPr>
            <p:spPr>
              <a:xfrm>
                <a:off x="4717330" y="1504742"/>
                <a:ext cx="45000" cy="45000"/>
              </a:xfrm>
              <a:custGeom>
                <a:avLst/>
                <a:gdLst>
                  <a:gd name="connsiteX0" fmla="*/ 45000 w 45000"/>
                  <a:gd name="connsiteY0" fmla="*/ 22500 h 45000"/>
                  <a:gd name="connsiteX1" fmla="*/ 22500 w 45000"/>
                  <a:gd name="connsiteY1" fmla="*/ 45000 h 45000"/>
                  <a:gd name="connsiteX2" fmla="*/ 0 w 45000"/>
                  <a:gd name="connsiteY2" fmla="*/ 22500 h 45000"/>
                  <a:gd name="connsiteX3" fmla="*/ 22500 w 45000"/>
                  <a:gd name="connsiteY3" fmla="*/ 0 h 45000"/>
                  <a:gd name="connsiteX4" fmla="*/ 45000 w 45000"/>
                  <a:gd name="connsiteY4" fmla="*/ 22500 h 4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000" h="45000">
                    <a:moveTo>
                      <a:pt x="45000" y="22500"/>
                    </a:moveTo>
                    <a:cubicBezTo>
                      <a:pt x="45000" y="34926"/>
                      <a:pt x="34926" y="45000"/>
                      <a:pt x="22500" y="45000"/>
                    </a:cubicBezTo>
                    <a:cubicBezTo>
                      <a:pt x="10074" y="45000"/>
                      <a:pt x="0" y="34926"/>
                      <a:pt x="0" y="22500"/>
                    </a:cubicBezTo>
                    <a:cubicBezTo>
                      <a:pt x="0" y="10074"/>
                      <a:pt x="10074" y="0"/>
                      <a:pt x="22500" y="0"/>
                    </a:cubicBezTo>
                    <a:cubicBezTo>
                      <a:pt x="34926" y="0"/>
                      <a:pt x="45000" y="10074"/>
                      <a:pt x="45000" y="225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C67022C2-3669-697F-0D2B-A5760C754068}"/>
                  </a:ext>
                </a:extLst>
              </p:cNvPr>
              <p:cNvSpPr/>
              <p:nvPr/>
            </p:nvSpPr>
            <p:spPr>
              <a:xfrm>
                <a:off x="4694830" y="1564742"/>
                <a:ext cx="90000" cy="45000"/>
              </a:xfrm>
              <a:custGeom>
                <a:avLst/>
                <a:gdLst>
                  <a:gd name="connsiteX0" fmla="*/ 78750 w 90000"/>
                  <a:gd name="connsiteY0" fmla="*/ 45000 h 45000"/>
                  <a:gd name="connsiteX1" fmla="*/ 67500 w 90000"/>
                  <a:gd name="connsiteY1" fmla="*/ 33750 h 45000"/>
                  <a:gd name="connsiteX2" fmla="*/ 56250 w 90000"/>
                  <a:gd name="connsiteY2" fmla="*/ 22500 h 45000"/>
                  <a:gd name="connsiteX3" fmla="*/ 33750 w 90000"/>
                  <a:gd name="connsiteY3" fmla="*/ 22500 h 45000"/>
                  <a:gd name="connsiteX4" fmla="*/ 22500 w 90000"/>
                  <a:gd name="connsiteY4" fmla="*/ 33750 h 45000"/>
                  <a:gd name="connsiteX5" fmla="*/ 11250 w 90000"/>
                  <a:gd name="connsiteY5" fmla="*/ 45000 h 45000"/>
                  <a:gd name="connsiteX6" fmla="*/ 0 w 90000"/>
                  <a:gd name="connsiteY6" fmla="*/ 33750 h 45000"/>
                  <a:gd name="connsiteX7" fmla="*/ 33750 w 90000"/>
                  <a:gd name="connsiteY7" fmla="*/ 0 h 45000"/>
                  <a:gd name="connsiteX8" fmla="*/ 56250 w 90000"/>
                  <a:gd name="connsiteY8" fmla="*/ 0 h 45000"/>
                  <a:gd name="connsiteX9" fmla="*/ 90000 w 90000"/>
                  <a:gd name="connsiteY9" fmla="*/ 33750 h 45000"/>
                  <a:gd name="connsiteX10" fmla="*/ 78750 w 90000"/>
                  <a:gd name="connsiteY10" fmla="*/ 45000 h 4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000" h="45000">
                    <a:moveTo>
                      <a:pt x="78750" y="45000"/>
                    </a:moveTo>
                    <a:cubicBezTo>
                      <a:pt x="72540" y="45000"/>
                      <a:pt x="67500" y="39960"/>
                      <a:pt x="67500" y="33750"/>
                    </a:cubicBezTo>
                    <a:cubicBezTo>
                      <a:pt x="67500" y="27540"/>
                      <a:pt x="62460" y="22500"/>
                      <a:pt x="56250" y="22500"/>
                    </a:cubicBezTo>
                    <a:lnTo>
                      <a:pt x="33750" y="22500"/>
                    </a:lnTo>
                    <a:cubicBezTo>
                      <a:pt x="27540" y="22500"/>
                      <a:pt x="22500" y="27540"/>
                      <a:pt x="22500" y="33750"/>
                    </a:cubicBezTo>
                    <a:cubicBezTo>
                      <a:pt x="22500" y="39960"/>
                      <a:pt x="17460" y="45000"/>
                      <a:pt x="11250" y="45000"/>
                    </a:cubicBezTo>
                    <a:cubicBezTo>
                      <a:pt x="5040" y="45000"/>
                      <a:pt x="0" y="39960"/>
                      <a:pt x="0" y="33750"/>
                    </a:cubicBezTo>
                    <a:cubicBezTo>
                      <a:pt x="0" y="15135"/>
                      <a:pt x="15135" y="0"/>
                      <a:pt x="33750" y="0"/>
                    </a:cubicBezTo>
                    <a:lnTo>
                      <a:pt x="56250" y="0"/>
                    </a:lnTo>
                    <a:cubicBezTo>
                      <a:pt x="74865" y="0"/>
                      <a:pt x="90000" y="15135"/>
                      <a:pt x="90000" y="33750"/>
                    </a:cubicBezTo>
                    <a:cubicBezTo>
                      <a:pt x="90000" y="39960"/>
                      <a:pt x="84960" y="45000"/>
                      <a:pt x="78750" y="450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3EC9483-F68F-BCC2-1521-A838AF22F85B}"/>
                  </a:ext>
                </a:extLst>
              </p:cNvPr>
              <p:cNvSpPr/>
              <p:nvPr/>
            </p:nvSpPr>
            <p:spPr>
              <a:xfrm>
                <a:off x="4447330" y="1504742"/>
                <a:ext cx="45000" cy="45000"/>
              </a:xfrm>
              <a:custGeom>
                <a:avLst/>
                <a:gdLst>
                  <a:gd name="connsiteX0" fmla="*/ 45000 w 45000"/>
                  <a:gd name="connsiteY0" fmla="*/ 22500 h 45000"/>
                  <a:gd name="connsiteX1" fmla="*/ 22500 w 45000"/>
                  <a:gd name="connsiteY1" fmla="*/ 45000 h 45000"/>
                  <a:gd name="connsiteX2" fmla="*/ 0 w 45000"/>
                  <a:gd name="connsiteY2" fmla="*/ 22500 h 45000"/>
                  <a:gd name="connsiteX3" fmla="*/ 22500 w 45000"/>
                  <a:gd name="connsiteY3" fmla="*/ 0 h 45000"/>
                  <a:gd name="connsiteX4" fmla="*/ 45000 w 45000"/>
                  <a:gd name="connsiteY4" fmla="*/ 22500 h 4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000" h="45000">
                    <a:moveTo>
                      <a:pt x="45000" y="22500"/>
                    </a:moveTo>
                    <a:cubicBezTo>
                      <a:pt x="45000" y="34926"/>
                      <a:pt x="34926" y="45000"/>
                      <a:pt x="22500" y="45000"/>
                    </a:cubicBezTo>
                    <a:cubicBezTo>
                      <a:pt x="10074" y="45000"/>
                      <a:pt x="0" y="34926"/>
                      <a:pt x="0" y="22500"/>
                    </a:cubicBezTo>
                    <a:cubicBezTo>
                      <a:pt x="0" y="10074"/>
                      <a:pt x="10074" y="0"/>
                      <a:pt x="22500" y="0"/>
                    </a:cubicBezTo>
                    <a:cubicBezTo>
                      <a:pt x="34926" y="0"/>
                      <a:pt x="45000" y="10074"/>
                      <a:pt x="45000" y="225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22CABDF2-0A4C-2FCF-AAF5-4D2E87381BFD}"/>
                  </a:ext>
                </a:extLst>
              </p:cNvPr>
              <p:cNvSpPr/>
              <p:nvPr/>
            </p:nvSpPr>
            <p:spPr>
              <a:xfrm>
                <a:off x="4424830" y="1564742"/>
                <a:ext cx="90000" cy="45000"/>
              </a:xfrm>
              <a:custGeom>
                <a:avLst/>
                <a:gdLst>
                  <a:gd name="connsiteX0" fmla="*/ 78750 w 90000"/>
                  <a:gd name="connsiteY0" fmla="*/ 45000 h 45000"/>
                  <a:gd name="connsiteX1" fmla="*/ 67500 w 90000"/>
                  <a:gd name="connsiteY1" fmla="*/ 33750 h 45000"/>
                  <a:gd name="connsiteX2" fmla="*/ 56250 w 90000"/>
                  <a:gd name="connsiteY2" fmla="*/ 22500 h 45000"/>
                  <a:gd name="connsiteX3" fmla="*/ 33750 w 90000"/>
                  <a:gd name="connsiteY3" fmla="*/ 22500 h 45000"/>
                  <a:gd name="connsiteX4" fmla="*/ 22500 w 90000"/>
                  <a:gd name="connsiteY4" fmla="*/ 33750 h 45000"/>
                  <a:gd name="connsiteX5" fmla="*/ 11250 w 90000"/>
                  <a:gd name="connsiteY5" fmla="*/ 45000 h 45000"/>
                  <a:gd name="connsiteX6" fmla="*/ 0 w 90000"/>
                  <a:gd name="connsiteY6" fmla="*/ 33750 h 45000"/>
                  <a:gd name="connsiteX7" fmla="*/ 33750 w 90000"/>
                  <a:gd name="connsiteY7" fmla="*/ 0 h 45000"/>
                  <a:gd name="connsiteX8" fmla="*/ 56250 w 90000"/>
                  <a:gd name="connsiteY8" fmla="*/ 0 h 45000"/>
                  <a:gd name="connsiteX9" fmla="*/ 90000 w 90000"/>
                  <a:gd name="connsiteY9" fmla="*/ 33750 h 45000"/>
                  <a:gd name="connsiteX10" fmla="*/ 78750 w 90000"/>
                  <a:gd name="connsiteY10" fmla="*/ 45000 h 45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0000" h="45000">
                    <a:moveTo>
                      <a:pt x="78750" y="45000"/>
                    </a:moveTo>
                    <a:cubicBezTo>
                      <a:pt x="72540" y="45000"/>
                      <a:pt x="67500" y="39960"/>
                      <a:pt x="67500" y="33750"/>
                    </a:cubicBezTo>
                    <a:cubicBezTo>
                      <a:pt x="67500" y="27540"/>
                      <a:pt x="62460" y="22500"/>
                      <a:pt x="56250" y="22500"/>
                    </a:cubicBezTo>
                    <a:lnTo>
                      <a:pt x="33750" y="22500"/>
                    </a:lnTo>
                    <a:cubicBezTo>
                      <a:pt x="27540" y="22500"/>
                      <a:pt x="22500" y="27540"/>
                      <a:pt x="22500" y="33750"/>
                    </a:cubicBezTo>
                    <a:cubicBezTo>
                      <a:pt x="22500" y="39960"/>
                      <a:pt x="17460" y="45000"/>
                      <a:pt x="11250" y="45000"/>
                    </a:cubicBezTo>
                    <a:cubicBezTo>
                      <a:pt x="5040" y="45000"/>
                      <a:pt x="0" y="39960"/>
                      <a:pt x="0" y="33750"/>
                    </a:cubicBezTo>
                    <a:cubicBezTo>
                      <a:pt x="0" y="15135"/>
                      <a:pt x="15135" y="0"/>
                      <a:pt x="33750" y="0"/>
                    </a:cubicBezTo>
                    <a:lnTo>
                      <a:pt x="56250" y="0"/>
                    </a:lnTo>
                    <a:cubicBezTo>
                      <a:pt x="74865" y="0"/>
                      <a:pt x="90000" y="15135"/>
                      <a:pt x="90000" y="33750"/>
                    </a:cubicBezTo>
                    <a:cubicBezTo>
                      <a:pt x="90000" y="39960"/>
                      <a:pt x="84960" y="45000"/>
                      <a:pt x="78750" y="45000"/>
                    </a:cubicBezTo>
                    <a:close/>
                  </a:path>
                </a:pathLst>
              </a:custGeom>
              <a:solidFill>
                <a:schemeClr val="bg1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EFB61816-8C11-1320-209A-B39A2387143F}"/>
                  </a:ext>
                </a:extLst>
              </p:cNvPr>
              <p:cNvSpPr/>
              <p:nvPr/>
            </p:nvSpPr>
            <p:spPr>
              <a:xfrm>
                <a:off x="4529828" y="1250150"/>
                <a:ext cx="150028" cy="119591"/>
              </a:xfrm>
              <a:custGeom>
                <a:avLst/>
                <a:gdLst>
                  <a:gd name="connsiteX0" fmla="*/ 127007 w 150028"/>
                  <a:gd name="connsiteY0" fmla="*/ 119591 h 119591"/>
                  <a:gd name="connsiteX1" fmla="*/ 22997 w 150028"/>
                  <a:gd name="connsiteY1" fmla="*/ 119591 h 119591"/>
                  <a:gd name="connsiteX2" fmla="*/ 11942 w 150028"/>
                  <a:gd name="connsiteY2" fmla="*/ 110426 h 119591"/>
                  <a:gd name="connsiteX3" fmla="*/ 197 w 150028"/>
                  <a:gd name="connsiteY3" fmla="*/ 47921 h 119591"/>
                  <a:gd name="connsiteX4" fmla="*/ 4277 w 150028"/>
                  <a:gd name="connsiteY4" fmla="*/ 37016 h 119591"/>
                  <a:gd name="connsiteX5" fmla="*/ 15827 w 150028"/>
                  <a:gd name="connsiteY5" fmla="*/ 35561 h 119591"/>
                  <a:gd name="connsiteX6" fmla="*/ 41027 w 150028"/>
                  <a:gd name="connsiteY6" fmla="*/ 46751 h 119591"/>
                  <a:gd name="connsiteX7" fmla="*/ 65297 w 150028"/>
                  <a:gd name="connsiteY7" fmla="*/ 5186 h 119591"/>
                  <a:gd name="connsiteX8" fmla="*/ 84737 w 150028"/>
                  <a:gd name="connsiteY8" fmla="*/ 5186 h 119591"/>
                  <a:gd name="connsiteX9" fmla="*/ 109007 w 150028"/>
                  <a:gd name="connsiteY9" fmla="*/ 46751 h 119591"/>
                  <a:gd name="connsiteX10" fmla="*/ 134207 w 150028"/>
                  <a:gd name="connsiteY10" fmla="*/ 35561 h 119591"/>
                  <a:gd name="connsiteX11" fmla="*/ 145757 w 150028"/>
                  <a:gd name="connsiteY11" fmla="*/ 37016 h 119591"/>
                  <a:gd name="connsiteX12" fmla="*/ 149837 w 150028"/>
                  <a:gd name="connsiteY12" fmla="*/ 47921 h 119591"/>
                  <a:gd name="connsiteX13" fmla="*/ 138092 w 150028"/>
                  <a:gd name="connsiteY13" fmla="*/ 110426 h 119591"/>
                  <a:gd name="connsiteX14" fmla="*/ 127007 w 150028"/>
                  <a:gd name="connsiteY14" fmla="*/ 119591 h 119591"/>
                  <a:gd name="connsiteX15" fmla="*/ 32327 w 150028"/>
                  <a:gd name="connsiteY15" fmla="*/ 97091 h 119591"/>
                  <a:gd name="connsiteX16" fmla="*/ 117677 w 150028"/>
                  <a:gd name="connsiteY16" fmla="*/ 97091 h 119591"/>
                  <a:gd name="connsiteX17" fmla="*/ 123737 w 150028"/>
                  <a:gd name="connsiteY17" fmla="*/ 64811 h 119591"/>
                  <a:gd name="connsiteX18" fmla="*/ 108902 w 150028"/>
                  <a:gd name="connsiteY18" fmla="*/ 71396 h 119591"/>
                  <a:gd name="connsiteX19" fmla="*/ 94622 w 150028"/>
                  <a:gd name="connsiteY19" fmla="*/ 66776 h 119591"/>
                  <a:gd name="connsiteX20" fmla="*/ 75002 w 150028"/>
                  <a:gd name="connsiteY20" fmla="*/ 33161 h 119591"/>
                  <a:gd name="connsiteX21" fmla="*/ 55367 w 150028"/>
                  <a:gd name="connsiteY21" fmla="*/ 66791 h 119591"/>
                  <a:gd name="connsiteX22" fmla="*/ 41087 w 150028"/>
                  <a:gd name="connsiteY22" fmla="*/ 71411 h 119591"/>
                  <a:gd name="connsiteX23" fmla="*/ 26252 w 150028"/>
                  <a:gd name="connsiteY23" fmla="*/ 64811 h 119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0028" h="119591">
                    <a:moveTo>
                      <a:pt x="127007" y="119591"/>
                    </a:moveTo>
                    <a:lnTo>
                      <a:pt x="22997" y="119591"/>
                    </a:lnTo>
                    <a:cubicBezTo>
                      <a:pt x="17582" y="119591"/>
                      <a:pt x="12947" y="115736"/>
                      <a:pt x="11942" y="110426"/>
                    </a:cubicBezTo>
                    <a:lnTo>
                      <a:pt x="197" y="47921"/>
                    </a:lnTo>
                    <a:cubicBezTo>
                      <a:pt x="-583" y="43811"/>
                      <a:pt x="992" y="39611"/>
                      <a:pt x="4277" y="37016"/>
                    </a:cubicBezTo>
                    <a:cubicBezTo>
                      <a:pt x="7547" y="34436"/>
                      <a:pt x="11987" y="33866"/>
                      <a:pt x="15827" y="35561"/>
                    </a:cubicBezTo>
                    <a:lnTo>
                      <a:pt x="41027" y="46751"/>
                    </a:lnTo>
                    <a:lnTo>
                      <a:pt x="65297" y="5186"/>
                    </a:lnTo>
                    <a:cubicBezTo>
                      <a:pt x="69347" y="-1729"/>
                      <a:pt x="80687" y="-1729"/>
                      <a:pt x="84737" y="5186"/>
                    </a:cubicBezTo>
                    <a:lnTo>
                      <a:pt x="109007" y="46751"/>
                    </a:lnTo>
                    <a:lnTo>
                      <a:pt x="134207" y="35561"/>
                    </a:lnTo>
                    <a:cubicBezTo>
                      <a:pt x="138017" y="33866"/>
                      <a:pt x="142472" y="34436"/>
                      <a:pt x="145757" y="37016"/>
                    </a:cubicBezTo>
                    <a:cubicBezTo>
                      <a:pt x="149042" y="39611"/>
                      <a:pt x="150602" y="43811"/>
                      <a:pt x="149837" y="47921"/>
                    </a:cubicBezTo>
                    <a:lnTo>
                      <a:pt x="138092" y="110426"/>
                    </a:lnTo>
                    <a:cubicBezTo>
                      <a:pt x="137072" y="115736"/>
                      <a:pt x="132422" y="119591"/>
                      <a:pt x="127007" y="119591"/>
                    </a:cubicBezTo>
                    <a:close/>
                    <a:moveTo>
                      <a:pt x="32327" y="97091"/>
                    </a:moveTo>
                    <a:lnTo>
                      <a:pt x="117677" y="97091"/>
                    </a:lnTo>
                    <a:lnTo>
                      <a:pt x="123737" y="64811"/>
                    </a:lnTo>
                    <a:lnTo>
                      <a:pt x="108902" y="71396"/>
                    </a:lnTo>
                    <a:cubicBezTo>
                      <a:pt x="103652" y="73676"/>
                      <a:pt x="97517" y="71741"/>
                      <a:pt x="94622" y="66776"/>
                    </a:cubicBezTo>
                    <a:lnTo>
                      <a:pt x="75002" y="33161"/>
                    </a:lnTo>
                    <a:lnTo>
                      <a:pt x="55367" y="66791"/>
                    </a:lnTo>
                    <a:cubicBezTo>
                      <a:pt x="52457" y="71756"/>
                      <a:pt x="46322" y="73691"/>
                      <a:pt x="41087" y="71411"/>
                    </a:cubicBezTo>
                    <a:lnTo>
                      <a:pt x="26252" y="64811"/>
                    </a:lnTo>
                    <a:close/>
                  </a:path>
                </a:pathLst>
              </a:custGeom>
              <a:solidFill>
                <a:schemeClr val="bg1"/>
              </a:solidFill>
              <a:ln w="1468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848B0DC-8948-473D-7862-CC949986A08B}"/>
                </a:ext>
              </a:extLst>
            </p:cNvPr>
            <p:cNvSpPr/>
            <p:nvPr/>
          </p:nvSpPr>
          <p:spPr>
            <a:xfrm>
              <a:off x="4613159" y="2107326"/>
              <a:ext cx="3555014" cy="318756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  <a:cs typeface="Calibri" pitchFamily="34" charset="0"/>
                </a:rPr>
                <a:t>This Is A Sample Text That You Can Edit.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BA51199-BAE3-67DC-B955-C8E6E30A3C7E}"/>
                </a:ext>
              </a:extLst>
            </p:cNvPr>
            <p:cNvSpPr/>
            <p:nvPr/>
          </p:nvSpPr>
          <p:spPr>
            <a:xfrm>
              <a:off x="2816997" y="3855638"/>
              <a:ext cx="1887839" cy="38959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Laoreet Odio. Fusce Lobortis Porttitor Purus, Vel</a:t>
              </a:r>
              <a:endPara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Lora" pitchFamily="2" charset="0"/>
                <a:cs typeface="Calibri" pitchFamily="34" charset="0"/>
              </a:endParaRP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EB57740-73A5-7A64-9CA9-17CBE2073587}"/>
                </a:ext>
              </a:extLst>
            </p:cNvPr>
            <p:cNvSpPr/>
            <p:nvPr/>
          </p:nvSpPr>
          <p:spPr>
            <a:xfrm>
              <a:off x="5165739" y="3855638"/>
              <a:ext cx="2046065" cy="38959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Laoreet Odio. Fusce Lobortis Porttitor Purus, Vel</a:t>
              </a:r>
              <a:endPara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Lora" pitchFamily="2" charset="0"/>
                <a:cs typeface="Calibri" pitchFamily="34" charset="0"/>
              </a:endParaRPr>
            </a:p>
          </p:txBody>
        </p:sp>
        <p:grpSp>
          <p:nvGrpSpPr>
            <p:cNvPr id="20" name="Graphic 167">
              <a:extLst>
                <a:ext uri="{FF2B5EF4-FFF2-40B4-BE49-F238E27FC236}">
                  <a16:creationId xmlns:a16="http://schemas.microsoft.com/office/drawing/2014/main" id="{253632B8-AE6E-0E78-AB13-7366F0CA2B18}"/>
                </a:ext>
              </a:extLst>
            </p:cNvPr>
            <p:cNvGrpSpPr/>
            <p:nvPr/>
          </p:nvGrpSpPr>
          <p:grpSpPr>
            <a:xfrm>
              <a:off x="5879999" y="3137736"/>
              <a:ext cx="432000" cy="432000"/>
              <a:chOff x="4284000" y="2920627"/>
              <a:chExt cx="432000" cy="432000"/>
            </a:xfrm>
          </p:grpSpPr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6FCB1625-EEF3-D3FF-7632-718139985F9B}"/>
                  </a:ext>
                </a:extLst>
              </p:cNvPr>
              <p:cNvSpPr/>
              <p:nvPr/>
            </p:nvSpPr>
            <p:spPr>
              <a:xfrm>
                <a:off x="4486059" y="3182037"/>
                <a:ext cx="98541" cy="98541"/>
              </a:xfrm>
              <a:custGeom>
                <a:avLst/>
                <a:gdLst>
                  <a:gd name="connsiteX0" fmla="*/ 49271 w 98541"/>
                  <a:gd name="connsiteY0" fmla="*/ 0 h 98541"/>
                  <a:gd name="connsiteX1" fmla="*/ 0 w 98541"/>
                  <a:gd name="connsiteY1" fmla="*/ 49271 h 98541"/>
                  <a:gd name="connsiteX2" fmla="*/ 49271 w 98541"/>
                  <a:gd name="connsiteY2" fmla="*/ 98542 h 98541"/>
                  <a:gd name="connsiteX3" fmla="*/ 98542 w 98541"/>
                  <a:gd name="connsiteY3" fmla="*/ 49271 h 98541"/>
                  <a:gd name="connsiteX4" fmla="*/ 49271 w 98541"/>
                  <a:gd name="connsiteY4" fmla="*/ 0 h 98541"/>
                  <a:gd name="connsiteX5" fmla="*/ 49271 w 98541"/>
                  <a:gd name="connsiteY5" fmla="*/ 84464 h 98541"/>
                  <a:gd name="connsiteX6" fmla="*/ 14077 w 98541"/>
                  <a:gd name="connsiteY6" fmla="*/ 49271 h 98541"/>
                  <a:gd name="connsiteX7" fmla="*/ 49271 w 98541"/>
                  <a:gd name="connsiteY7" fmla="*/ 14077 h 98541"/>
                  <a:gd name="connsiteX8" fmla="*/ 84464 w 98541"/>
                  <a:gd name="connsiteY8" fmla="*/ 49271 h 98541"/>
                  <a:gd name="connsiteX9" fmla="*/ 49271 w 98541"/>
                  <a:gd name="connsiteY9" fmla="*/ 84464 h 98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8541" h="98541">
                    <a:moveTo>
                      <a:pt x="49271" y="0"/>
                    </a:moveTo>
                    <a:cubicBezTo>
                      <a:pt x="22109" y="0"/>
                      <a:pt x="0" y="22109"/>
                      <a:pt x="0" y="49271"/>
                    </a:cubicBezTo>
                    <a:cubicBezTo>
                      <a:pt x="0" y="76433"/>
                      <a:pt x="22109" y="98542"/>
                      <a:pt x="49271" y="98542"/>
                    </a:cubicBezTo>
                    <a:cubicBezTo>
                      <a:pt x="76433" y="98542"/>
                      <a:pt x="98542" y="76433"/>
                      <a:pt x="98542" y="49271"/>
                    </a:cubicBezTo>
                    <a:cubicBezTo>
                      <a:pt x="98542" y="22109"/>
                      <a:pt x="76433" y="0"/>
                      <a:pt x="49271" y="0"/>
                    </a:cubicBezTo>
                    <a:close/>
                    <a:moveTo>
                      <a:pt x="49271" y="84464"/>
                    </a:moveTo>
                    <a:cubicBezTo>
                      <a:pt x="29865" y="84464"/>
                      <a:pt x="14077" y="68677"/>
                      <a:pt x="14077" y="49271"/>
                    </a:cubicBezTo>
                    <a:cubicBezTo>
                      <a:pt x="14077" y="29865"/>
                      <a:pt x="29865" y="14077"/>
                      <a:pt x="49271" y="14077"/>
                    </a:cubicBezTo>
                    <a:cubicBezTo>
                      <a:pt x="68677" y="14077"/>
                      <a:pt x="84464" y="29865"/>
                      <a:pt x="84464" y="49271"/>
                    </a:cubicBezTo>
                    <a:cubicBezTo>
                      <a:pt x="84464" y="68677"/>
                      <a:pt x="68677" y="84464"/>
                      <a:pt x="49271" y="84464"/>
                    </a:cubicBez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6B1E545-E8BC-3A8E-40CF-01B4DD92AF6B}"/>
                  </a:ext>
                </a:extLst>
              </p:cNvPr>
              <p:cNvSpPr/>
              <p:nvPr/>
            </p:nvSpPr>
            <p:spPr>
              <a:xfrm>
                <a:off x="4570524" y="3055340"/>
                <a:ext cx="98541" cy="98541"/>
              </a:xfrm>
              <a:custGeom>
                <a:avLst/>
                <a:gdLst>
                  <a:gd name="connsiteX0" fmla="*/ 49271 w 98541"/>
                  <a:gd name="connsiteY0" fmla="*/ 0 h 98541"/>
                  <a:gd name="connsiteX1" fmla="*/ 0 w 98541"/>
                  <a:gd name="connsiteY1" fmla="*/ 49271 h 98541"/>
                  <a:gd name="connsiteX2" fmla="*/ 49271 w 98541"/>
                  <a:gd name="connsiteY2" fmla="*/ 98542 h 98541"/>
                  <a:gd name="connsiteX3" fmla="*/ 98542 w 98541"/>
                  <a:gd name="connsiteY3" fmla="*/ 49271 h 98541"/>
                  <a:gd name="connsiteX4" fmla="*/ 49271 w 98541"/>
                  <a:gd name="connsiteY4" fmla="*/ 0 h 98541"/>
                  <a:gd name="connsiteX5" fmla="*/ 49271 w 98541"/>
                  <a:gd name="connsiteY5" fmla="*/ 84464 h 98541"/>
                  <a:gd name="connsiteX6" fmla="*/ 14077 w 98541"/>
                  <a:gd name="connsiteY6" fmla="*/ 49271 h 98541"/>
                  <a:gd name="connsiteX7" fmla="*/ 49271 w 98541"/>
                  <a:gd name="connsiteY7" fmla="*/ 14077 h 98541"/>
                  <a:gd name="connsiteX8" fmla="*/ 84464 w 98541"/>
                  <a:gd name="connsiteY8" fmla="*/ 49271 h 98541"/>
                  <a:gd name="connsiteX9" fmla="*/ 49271 w 98541"/>
                  <a:gd name="connsiteY9" fmla="*/ 84464 h 98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8541" h="98541">
                    <a:moveTo>
                      <a:pt x="49271" y="0"/>
                    </a:moveTo>
                    <a:cubicBezTo>
                      <a:pt x="22109" y="0"/>
                      <a:pt x="0" y="22109"/>
                      <a:pt x="0" y="49271"/>
                    </a:cubicBezTo>
                    <a:cubicBezTo>
                      <a:pt x="0" y="76433"/>
                      <a:pt x="22109" y="98542"/>
                      <a:pt x="49271" y="98542"/>
                    </a:cubicBezTo>
                    <a:cubicBezTo>
                      <a:pt x="76433" y="98542"/>
                      <a:pt x="98542" y="76433"/>
                      <a:pt x="98542" y="49271"/>
                    </a:cubicBezTo>
                    <a:cubicBezTo>
                      <a:pt x="98542" y="22109"/>
                      <a:pt x="76433" y="0"/>
                      <a:pt x="49271" y="0"/>
                    </a:cubicBezTo>
                    <a:close/>
                    <a:moveTo>
                      <a:pt x="49271" y="84464"/>
                    </a:moveTo>
                    <a:cubicBezTo>
                      <a:pt x="29865" y="84464"/>
                      <a:pt x="14077" y="68677"/>
                      <a:pt x="14077" y="49271"/>
                    </a:cubicBezTo>
                    <a:cubicBezTo>
                      <a:pt x="14077" y="29865"/>
                      <a:pt x="29865" y="14077"/>
                      <a:pt x="49271" y="14077"/>
                    </a:cubicBezTo>
                    <a:cubicBezTo>
                      <a:pt x="68677" y="14077"/>
                      <a:pt x="84464" y="29865"/>
                      <a:pt x="84464" y="49271"/>
                    </a:cubicBezTo>
                    <a:cubicBezTo>
                      <a:pt x="84464" y="68677"/>
                      <a:pt x="68677" y="84464"/>
                      <a:pt x="49271" y="84464"/>
                    </a:cubicBez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2512776-CE30-252C-CFCE-F6C78B49DDE5}"/>
                  </a:ext>
                </a:extLst>
              </p:cNvPr>
              <p:cNvSpPr/>
              <p:nvPr/>
            </p:nvSpPr>
            <p:spPr>
              <a:xfrm>
                <a:off x="4324169" y="3041263"/>
                <a:ext cx="98541" cy="98541"/>
              </a:xfrm>
              <a:custGeom>
                <a:avLst/>
                <a:gdLst>
                  <a:gd name="connsiteX0" fmla="*/ 49271 w 98541"/>
                  <a:gd name="connsiteY0" fmla="*/ 0 h 98541"/>
                  <a:gd name="connsiteX1" fmla="*/ 0 w 98541"/>
                  <a:gd name="connsiteY1" fmla="*/ 49271 h 98541"/>
                  <a:gd name="connsiteX2" fmla="*/ 49271 w 98541"/>
                  <a:gd name="connsiteY2" fmla="*/ 98542 h 98541"/>
                  <a:gd name="connsiteX3" fmla="*/ 98542 w 98541"/>
                  <a:gd name="connsiteY3" fmla="*/ 49271 h 98541"/>
                  <a:gd name="connsiteX4" fmla="*/ 49271 w 98541"/>
                  <a:gd name="connsiteY4" fmla="*/ 0 h 98541"/>
                  <a:gd name="connsiteX5" fmla="*/ 49271 w 98541"/>
                  <a:gd name="connsiteY5" fmla="*/ 84464 h 98541"/>
                  <a:gd name="connsiteX6" fmla="*/ 14077 w 98541"/>
                  <a:gd name="connsiteY6" fmla="*/ 49271 h 98541"/>
                  <a:gd name="connsiteX7" fmla="*/ 49271 w 98541"/>
                  <a:gd name="connsiteY7" fmla="*/ 14077 h 98541"/>
                  <a:gd name="connsiteX8" fmla="*/ 84464 w 98541"/>
                  <a:gd name="connsiteY8" fmla="*/ 49271 h 98541"/>
                  <a:gd name="connsiteX9" fmla="*/ 49271 w 98541"/>
                  <a:gd name="connsiteY9" fmla="*/ 84464 h 98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8541" h="98541">
                    <a:moveTo>
                      <a:pt x="49271" y="0"/>
                    </a:moveTo>
                    <a:cubicBezTo>
                      <a:pt x="22109" y="0"/>
                      <a:pt x="0" y="22109"/>
                      <a:pt x="0" y="49271"/>
                    </a:cubicBezTo>
                    <a:cubicBezTo>
                      <a:pt x="0" y="76433"/>
                      <a:pt x="22109" y="98542"/>
                      <a:pt x="49271" y="98542"/>
                    </a:cubicBezTo>
                    <a:cubicBezTo>
                      <a:pt x="76433" y="98542"/>
                      <a:pt x="98542" y="76433"/>
                      <a:pt x="98542" y="49271"/>
                    </a:cubicBezTo>
                    <a:cubicBezTo>
                      <a:pt x="98542" y="22109"/>
                      <a:pt x="76433" y="0"/>
                      <a:pt x="49271" y="0"/>
                    </a:cubicBezTo>
                    <a:close/>
                    <a:moveTo>
                      <a:pt x="49271" y="84464"/>
                    </a:moveTo>
                    <a:cubicBezTo>
                      <a:pt x="29865" y="84464"/>
                      <a:pt x="14077" y="68677"/>
                      <a:pt x="14077" y="49271"/>
                    </a:cubicBezTo>
                    <a:cubicBezTo>
                      <a:pt x="14077" y="29865"/>
                      <a:pt x="29865" y="14077"/>
                      <a:pt x="49271" y="14077"/>
                    </a:cubicBezTo>
                    <a:cubicBezTo>
                      <a:pt x="68677" y="14077"/>
                      <a:pt x="84464" y="29865"/>
                      <a:pt x="84464" y="49271"/>
                    </a:cubicBezTo>
                    <a:cubicBezTo>
                      <a:pt x="84464" y="68677"/>
                      <a:pt x="68677" y="84464"/>
                      <a:pt x="49271" y="84464"/>
                    </a:cubicBez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7184DFC7-D450-A6F0-ED35-8E8C84EA77BC}"/>
                  </a:ext>
                </a:extLst>
              </p:cNvPr>
              <p:cNvSpPr/>
              <p:nvPr/>
            </p:nvSpPr>
            <p:spPr>
              <a:xfrm>
                <a:off x="4635934" y="3198176"/>
                <a:ext cx="80339" cy="80339"/>
              </a:xfrm>
              <a:custGeom>
                <a:avLst/>
                <a:gdLst>
                  <a:gd name="connsiteX0" fmla="*/ 80340 w 80339"/>
                  <a:gd name="connsiteY0" fmla="*/ 9953 h 80339"/>
                  <a:gd name="connsiteX1" fmla="*/ 70387 w 80339"/>
                  <a:gd name="connsiteY1" fmla="*/ 0 h 80339"/>
                  <a:gd name="connsiteX2" fmla="*/ 40170 w 80339"/>
                  <a:gd name="connsiteY2" fmla="*/ 30217 h 80339"/>
                  <a:gd name="connsiteX3" fmla="*/ 9953 w 80339"/>
                  <a:gd name="connsiteY3" fmla="*/ 0 h 80339"/>
                  <a:gd name="connsiteX4" fmla="*/ 0 w 80339"/>
                  <a:gd name="connsiteY4" fmla="*/ 9953 h 80339"/>
                  <a:gd name="connsiteX5" fmla="*/ 30217 w 80339"/>
                  <a:gd name="connsiteY5" fmla="*/ 40170 h 80339"/>
                  <a:gd name="connsiteX6" fmla="*/ 0 w 80339"/>
                  <a:gd name="connsiteY6" fmla="*/ 70387 h 80339"/>
                  <a:gd name="connsiteX7" fmla="*/ 9953 w 80339"/>
                  <a:gd name="connsiteY7" fmla="*/ 80340 h 80339"/>
                  <a:gd name="connsiteX8" fmla="*/ 40170 w 80339"/>
                  <a:gd name="connsiteY8" fmla="*/ 50123 h 80339"/>
                  <a:gd name="connsiteX9" fmla="*/ 70387 w 80339"/>
                  <a:gd name="connsiteY9" fmla="*/ 80340 h 80339"/>
                  <a:gd name="connsiteX10" fmla="*/ 80340 w 80339"/>
                  <a:gd name="connsiteY10" fmla="*/ 70387 h 80339"/>
                  <a:gd name="connsiteX11" fmla="*/ 50123 w 80339"/>
                  <a:gd name="connsiteY11" fmla="*/ 40170 h 80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0339" h="80339">
                    <a:moveTo>
                      <a:pt x="80340" y="9953"/>
                    </a:moveTo>
                    <a:lnTo>
                      <a:pt x="70387" y="0"/>
                    </a:lnTo>
                    <a:lnTo>
                      <a:pt x="40170" y="30217"/>
                    </a:lnTo>
                    <a:lnTo>
                      <a:pt x="9953" y="0"/>
                    </a:lnTo>
                    <a:lnTo>
                      <a:pt x="0" y="9953"/>
                    </a:lnTo>
                    <a:lnTo>
                      <a:pt x="30217" y="40170"/>
                    </a:lnTo>
                    <a:lnTo>
                      <a:pt x="0" y="70387"/>
                    </a:lnTo>
                    <a:lnTo>
                      <a:pt x="9953" y="80340"/>
                    </a:lnTo>
                    <a:lnTo>
                      <a:pt x="40170" y="50123"/>
                    </a:lnTo>
                    <a:lnTo>
                      <a:pt x="70387" y="80340"/>
                    </a:lnTo>
                    <a:lnTo>
                      <a:pt x="80340" y="70387"/>
                    </a:lnTo>
                    <a:lnTo>
                      <a:pt x="50123" y="40170"/>
                    </a:ln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4CC16A48-CF2E-4BBC-5EC2-3A2A605541B9}"/>
                  </a:ext>
                </a:extLst>
              </p:cNvPr>
              <p:cNvSpPr/>
              <p:nvPr/>
            </p:nvSpPr>
            <p:spPr>
              <a:xfrm>
                <a:off x="4284000" y="2923667"/>
                <a:ext cx="80339" cy="80339"/>
              </a:xfrm>
              <a:custGeom>
                <a:avLst/>
                <a:gdLst>
                  <a:gd name="connsiteX0" fmla="*/ 80340 w 80339"/>
                  <a:gd name="connsiteY0" fmla="*/ 9953 h 80339"/>
                  <a:gd name="connsiteX1" fmla="*/ 70387 w 80339"/>
                  <a:gd name="connsiteY1" fmla="*/ 0 h 80339"/>
                  <a:gd name="connsiteX2" fmla="*/ 40170 w 80339"/>
                  <a:gd name="connsiteY2" fmla="*/ 30217 h 80339"/>
                  <a:gd name="connsiteX3" fmla="*/ 9953 w 80339"/>
                  <a:gd name="connsiteY3" fmla="*/ 0 h 80339"/>
                  <a:gd name="connsiteX4" fmla="*/ 0 w 80339"/>
                  <a:gd name="connsiteY4" fmla="*/ 9953 h 80339"/>
                  <a:gd name="connsiteX5" fmla="*/ 30217 w 80339"/>
                  <a:gd name="connsiteY5" fmla="*/ 40170 h 80339"/>
                  <a:gd name="connsiteX6" fmla="*/ 0 w 80339"/>
                  <a:gd name="connsiteY6" fmla="*/ 70387 h 80339"/>
                  <a:gd name="connsiteX7" fmla="*/ 9953 w 80339"/>
                  <a:gd name="connsiteY7" fmla="*/ 80340 h 80339"/>
                  <a:gd name="connsiteX8" fmla="*/ 40170 w 80339"/>
                  <a:gd name="connsiteY8" fmla="*/ 50123 h 80339"/>
                  <a:gd name="connsiteX9" fmla="*/ 70387 w 80339"/>
                  <a:gd name="connsiteY9" fmla="*/ 80340 h 80339"/>
                  <a:gd name="connsiteX10" fmla="*/ 80340 w 80339"/>
                  <a:gd name="connsiteY10" fmla="*/ 70387 h 80339"/>
                  <a:gd name="connsiteX11" fmla="*/ 50123 w 80339"/>
                  <a:gd name="connsiteY11" fmla="*/ 40170 h 80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0339" h="80339">
                    <a:moveTo>
                      <a:pt x="80340" y="9953"/>
                    </a:moveTo>
                    <a:lnTo>
                      <a:pt x="70387" y="0"/>
                    </a:lnTo>
                    <a:lnTo>
                      <a:pt x="40170" y="30217"/>
                    </a:lnTo>
                    <a:lnTo>
                      <a:pt x="9953" y="0"/>
                    </a:lnTo>
                    <a:lnTo>
                      <a:pt x="0" y="9953"/>
                    </a:lnTo>
                    <a:lnTo>
                      <a:pt x="30217" y="40170"/>
                    </a:lnTo>
                    <a:lnTo>
                      <a:pt x="0" y="70387"/>
                    </a:lnTo>
                    <a:lnTo>
                      <a:pt x="9953" y="80340"/>
                    </a:lnTo>
                    <a:lnTo>
                      <a:pt x="40170" y="50123"/>
                    </a:lnTo>
                    <a:lnTo>
                      <a:pt x="70387" y="80340"/>
                    </a:lnTo>
                    <a:lnTo>
                      <a:pt x="80340" y="70387"/>
                    </a:lnTo>
                    <a:lnTo>
                      <a:pt x="50123" y="40170"/>
                    </a:ln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E6085510-ACC3-D171-791C-411DFA2080EF}"/>
                  </a:ext>
                </a:extLst>
              </p:cNvPr>
              <p:cNvSpPr/>
              <p:nvPr/>
            </p:nvSpPr>
            <p:spPr>
              <a:xfrm>
                <a:off x="4607780" y="2958861"/>
                <a:ext cx="80339" cy="80339"/>
              </a:xfrm>
              <a:custGeom>
                <a:avLst/>
                <a:gdLst>
                  <a:gd name="connsiteX0" fmla="*/ 80340 w 80339"/>
                  <a:gd name="connsiteY0" fmla="*/ 9953 h 80339"/>
                  <a:gd name="connsiteX1" fmla="*/ 70387 w 80339"/>
                  <a:gd name="connsiteY1" fmla="*/ 0 h 80339"/>
                  <a:gd name="connsiteX2" fmla="*/ 40170 w 80339"/>
                  <a:gd name="connsiteY2" fmla="*/ 30217 h 80339"/>
                  <a:gd name="connsiteX3" fmla="*/ 9953 w 80339"/>
                  <a:gd name="connsiteY3" fmla="*/ 0 h 80339"/>
                  <a:gd name="connsiteX4" fmla="*/ 0 w 80339"/>
                  <a:gd name="connsiteY4" fmla="*/ 9953 h 80339"/>
                  <a:gd name="connsiteX5" fmla="*/ 30217 w 80339"/>
                  <a:gd name="connsiteY5" fmla="*/ 40170 h 80339"/>
                  <a:gd name="connsiteX6" fmla="*/ 0 w 80339"/>
                  <a:gd name="connsiteY6" fmla="*/ 70387 h 80339"/>
                  <a:gd name="connsiteX7" fmla="*/ 9953 w 80339"/>
                  <a:gd name="connsiteY7" fmla="*/ 80340 h 80339"/>
                  <a:gd name="connsiteX8" fmla="*/ 40170 w 80339"/>
                  <a:gd name="connsiteY8" fmla="*/ 50123 h 80339"/>
                  <a:gd name="connsiteX9" fmla="*/ 70387 w 80339"/>
                  <a:gd name="connsiteY9" fmla="*/ 80340 h 80339"/>
                  <a:gd name="connsiteX10" fmla="*/ 80340 w 80339"/>
                  <a:gd name="connsiteY10" fmla="*/ 70387 h 80339"/>
                  <a:gd name="connsiteX11" fmla="*/ 50123 w 80339"/>
                  <a:gd name="connsiteY11" fmla="*/ 40170 h 80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80339" h="80339">
                    <a:moveTo>
                      <a:pt x="80340" y="9953"/>
                    </a:moveTo>
                    <a:lnTo>
                      <a:pt x="70387" y="0"/>
                    </a:lnTo>
                    <a:lnTo>
                      <a:pt x="40170" y="30217"/>
                    </a:lnTo>
                    <a:lnTo>
                      <a:pt x="9953" y="0"/>
                    </a:lnTo>
                    <a:lnTo>
                      <a:pt x="0" y="9953"/>
                    </a:lnTo>
                    <a:lnTo>
                      <a:pt x="30217" y="40170"/>
                    </a:lnTo>
                    <a:lnTo>
                      <a:pt x="0" y="70387"/>
                    </a:lnTo>
                    <a:lnTo>
                      <a:pt x="9953" y="80340"/>
                    </a:lnTo>
                    <a:lnTo>
                      <a:pt x="40170" y="50123"/>
                    </a:lnTo>
                    <a:lnTo>
                      <a:pt x="70387" y="80340"/>
                    </a:lnTo>
                    <a:lnTo>
                      <a:pt x="80340" y="70387"/>
                    </a:lnTo>
                    <a:lnTo>
                      <a:pt x="50123" y="40170"/>
                    </a:ln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57CA78AD-0578-319C-85A9-9AFCC11F7163}"/>
                  </a:ext>
                </a:extLst>
              </p:cNvPr>
              <p:cNvSpPr/>
              <p:nvPr/>
            </p:nvSpPr>
            <p:spPr>
              <a:xfrm>
                <a:off x="4288976" y="3020150"/>
                <a:ext cx="256546" cy="330814"/>
              </a:xfrm>
              <a:custGeom>
                <a:avLst/>
                <a:gdLst>
                  <a:gd name="connsiteX0" fmla="*/ 256546 w 256546"/>
                  <a:gd name="connsiteY0" fmla="*/ 21858 h 330814"/>
                  <a:gd name="connsiteX1" fmla="*/ 214314 w 256546"/>
                  <a:gd name="connsiteY1" fmla="*/ 742 h 330814"/>
                  <a:gd name="connsiteX2" fmla="*/ 208472 w 256546"/>
                  <a:gd name="connsiteY2" fmla="*/ 538 h 330814"/>
                  <a:gd name="connsiteX3" fmla="*/ 204495 w 256546"/>
                  <a:gd name="connsiteY3" fmla="*/ 4811 h 330814"/>
                  <a:gd name="connsiteX4" fmla="*/ 190418 w 256546"/>
                  <a:gd name="connsiteY4" fmla="*/ 47043 h 330814"/>
                  <a:gd name="connsiteX5" fmla="*/ 203763 w 256546"/>
                  <a:gd name="connsiteY5" fmla="*/ 51498 h 330814"/>
                  <a:gd name="connsiteX6" fmla="*/ 212512 w 256546"/>
                  <a:gd name="connsiteY6" fmla="*/ 25244 h 330814"/>
                  <a:gd name="connsiteX7" fmla="*/ 214300 w 256546"/>
                  <a:gd name="connsiteY7" fmla="*/ 28735 h 330814"/>
                  <a:gd name="connsiteX8" fmla="*/ 219213 w 256546"/>
                  <a:gd name="connsiteY8" fmla="*/ 56982 h 330814"/>
                  <a:gd name="connsiteX9" fmla="*/ 191734 w 256546"/>
                  <a:gd name="connsiteY9" fmla="*/ 134618 h 330814"/>
                  <a:gd name="connsiteX10" fmla="*/ 179916 w 256546"/>
                  <a:gd name="connsiteY10" fmla="*/ 147971 h 330814"/>
                  <a:gd name="connsiteX11" fmla="*/ 133038 w 256546"/>
                  <a:gd name="connsiteY11" fmla="*/ 180511 h 330814"/>
                  <a:gd name="connsiteX12" fmla="*/ 68050 w 256546"/>
                  <a:gd name="connsiteY12" fmla="*/ 236004 h 330814"/>
                  <a:gd name="connsiteX13" fmla="*/ 49271 w 256546"/>
                  <a:gd name="connsiteY13" fmla="*/ 232273 h 330814"/>
                  <a:gd name="connsiteX14" fmla="*/ 0 w 256546"/>
                  <a:gd name="connsiteY14" fmla="*/ 281544 h 330814"/>
                  <a:gd name="connsiteX15" fmla="*/ 49271 w 256546"/>
                  <a:gd name="connsiteY15" fmla="*/ 330815 h 330814"/>
                  <a:gd name="connsiteX16" fmla="*/ 98542 w 256546"/>
                  <a:gd name="connsiteY16" fmla="*/ 281544 h 330814"/>
                  <a:gd name="connsiteX17" fmla="*/ 80129 w 256546"/>
                  <a:gd name="connsiteY17" fmla="*/ 243190 h 330814"/>
                  <a:gd name="connsiteX18" fmla="*/ 140000 w 256546"/>
                  <a:gd name="connsiteY18" fmla="*/ 192751 h 330814"/>
                  <a:gd name="connsiteX19" fmla="*/ 189989 w 256546"/>
                  <a:gd name="connsiteY19" fmla="*/ 157818 h 330814"/>
                  <a:gd name="connsiteX20" fmla="*/ 203130 w 256546"/>
                  <a:gd name="connsiteY20" fmla="*/ 142882 h 330814"/>
                  <a:gd name="connsiteX21" fmla="*/ 233276 w 256546"/>
                  <a:gd name="connsiteY21" fmla="*/ 57629 h 330814"/>
                  <a:gd name="connsiteX22" fmla="*/ 227075 w 256546"/>
                  <a:gd name="connsiteY22" fmla="*/ 22865 h 330814"/>
                  <a:gd name="connsiteX23" fmla="*/ 250247 w 256546"/>
                  <a:gd name="connsiteY23" fmla="*/ 34451 h 330814"/>
                  <a:gd name="connsiteX24" fmla="*/ 256546 w 256546"/>
                  <a:gd name="connsiteY24" fmla="*/ 21858 h 330814"/>
                  <a:gd name="connsiteX25" fmla="*/ 84464 w 256546"/>
                  <a:gd name="connsiteY25" fmla="*/ 281544 h 330814"/>
                  <a:gd name="connsiteX26" fmla="*/ 49271 w 256546"/>
                  <a:gd name="connsiteY26" fmla="*/ 316738 h 330814"/>
                  <a:gd name="connsiteX27" fmla="*/ 14077 w 256546"/>
                  <a:gd name="connsiteY27" fmla="*/ 281544 h 330814"/>
                  <a:gd name="connsiteX28" fmla="*/ 49271 w 256546"/>
                  <a:gd name="connsiteY28" fmla="*/ 246351 h 330814"/>
                  <a:gd name="connsiteX29" fmla="*/ 84464 w 256546"/>
                  <a:gd name="connsiteY29" fmla="*/ 281544 h 330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256546" h="330814">
                    <a:moveTo>
                      <a:pt x="256546" y="21858"/>
                    </a:moveTo>
                    <a:lnTo>
                      <a:pt x="214314" y="742"/>
                    </a:lnTo>
                    <a:cubicBezTo>
                      <a:pt x="212484" y="-173"/>
                      <a:pt x="210358" y="-243"/>
                      <a:pt x="208472" y="538"/>
                    </a:cubicBezTo>
                    <a:cubicBezTo>
                      <a:pt x="206586" y="1320"/>
                      <a:pt x="205129" y="2882"/>
                      <a:pt x="204495" y="4811"/>
                    </a:cubicBezTo>
                    <a:lnTo>
                      <a:pt x="190418" y="47043"/>
                    </a:lnTo>
                    <a:lnTo>
                      <a:pt x="203763" y="51498"/>
                    </a:lnTo>
                    <a:lnTo>
                      <a:pt x="212512" y="25244"/>
                    </a:lnTo>
                    <a:cubicBezTo>
                      <a:pt x="213181" y="26581"/>
                      <a:pt x="213793" y="27792"/>
                      <a:pt x="214300" y="28735"/>
                    </a:cubicBezTo>
                    <a:cubicBezTo>
                      <a:pt x="218312" y="36231"/>
                      <a:pt x="219783" y="44685"/>
                      <a:pt x="219213" y="56982"/>
                    </a:cubicBezTo>
                    <a:cubicBezTo>
                      <a:pt x="217946" y="84348"/>
                      <a:pt x="208191" y="111919"/>
                      <a:pt x="191734" y="134618"/>
                    </a:cubicBezTo>
                    <a:cubicBezTo>
                      <a:pt x="188454" y="139137"/>
                      <a:pt x="184273" y="143515"/>
                      <a:pt x="179916" y="147971"/>
                    </a:cubicBezTo>
                    <a:cubicBezTo>
                      <a:pt x="167007" y="161182"/>
                      <a:pt x="150508" y="170572"/>
                      <a:pt x="133038" y="180511"/>
                    </a:cubicBezTo>
                    <a:cubicBezTo>
                      <a:pt x="108178" y="194658"/>
                      <a:pt x="82662" y="209419"/>
                      <a:pt x="68050" y="236004"/>
                    </a:cubicBezTo>
                    <a:cubicBezTo>
                      <a:pt x="62250" y="233611"/>
                      <a:pt x="55915" y="232273"/>
                      <a:pt x="49271" y="232273"/>
                    </a:cubicBezTo>
                    <a:cubicBezTo>
                      <a:pt x="22109" y="232273"/>
                      <a:pt x="0" y="254382"/>
                      <a:pt x="0" y="281544"/>
                    </a:cubicBezTo>
                    <a:cubicBezTo>
                      <a:pt x="0" y="308706"/>
                      <a:pt x="22109" y="330815"/>
                      <a:pt x="49271" y="330815"/>
                    </a:cubicBezTo>
                    <a:cubicBezTo>
                      <a:pt x="76433" y="330815"/>
                      <a:pt x="98542" y="308706"/>
                      <a:pt x="98542" y="281544"/>
                    </a:cubicBezTo>
                    <a:cubicBezTo>
                      <a:pt x="98542" y="266052"/>
                      <a:pt x="91341" y="252228"/>
                      <a:pt x="80129" y="243190"/>
                    </a:cubicBezTo>
                    <a:cubicBezTo>
                      <a:pt x="92770" y="219829"/>
                      <a:pt x="115681" y="206589"/>
                      <a:pt x="140000" y="192751"/>
                    </a:cubicBezTo>
                    <a:cubicBezTo>
                      <a:pt x="157547" y="182763"/>
                      <a:pt x="175693" y="172437"/>
                      <a:pt x="189989" y="157818"/>
                    </a:cubicBezTo>
                    <a:cubicBezTo>
                      <a:pt x="194726" y="152968"/>
                      <a:pt x="199294" y="148175"/>
                      <a:pt x="203130" y="142882"/>
                    </a:cubicBezTo>
                    <a:cubicBezTo>
                      <a:pt x="221177" y="117986"/>
                      <a:pt x="231890" y="87705"/>
                      <a:pt x="233276" y="57629"/>
                    </a:cubicBezTo>
                    <a:cubicBezTo>
                      <a:pt x="233727" y="47866"/>
                      <a:pt x="233382" y="35147"/>
                      <a:pt x="227075" y="22865"/>
                    </a:cubicBezTo>
                    <a:lnTo>
                      <a:pt x="250247" y="34451"/>
                    </a:lnTo>
                    <a:lnTo>
                      <a:pt x="256546" y="21858"/>
                    </a:lnTo>
                    <a:close/>
                    <a:moveTo>
                      <a:pt x="84464" y="281544"/>
                    </a:moveTo>
                    <a:cubicBezTo>
                      <a:pt x="84464" y="300950"/>
                      <a:pt x="68677" y="316738"/>
                      <a:pt x="49271" y="316738"/>
                    </a:cubicBezTo>
                    <a:cubicBezTo>
                      <a:pt x="29865" y="316738"/>
                      <a:pt x="14077" y="300950"/>
                      <a:pt x="14077" y="281544"/>
                    </a:cubicBezTo>
                    <a:cubicBezTo>
                      <a:pt x="14077" y="262138"/>
                      <a:pt x="29865" y="246351"/>
                      <a:pt x="49271" y="246351"/>
                    </a:cubicBezTo>
                    <a:cubicBezTo>
                      <a:pt x="68677" y="246351"/>
                      <a:pt x="84464" y="262138"/>
                      <a:pt x="84464" y="281544"/>
                    </a:cubicBez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6525C0C7-D90E-092A-648C-46AC8B48228D}"/>
                  </a:ext>
                </a:extLst>
              </p:cNvPr>
              <p:cNvSpPr/>
              <p:nvPr/>
            </p:nvSpPr>
            <p:spPr>
              <a:xfrm>
                <a:off x="4440266" y="2922562"/>
                <a:ext cx="19391" cy="19560"/>
              </a:xfrm>
              <a:custGeom>
                <a:avLst/>
                <a:gdLst>
                  <a:gd name="connsiteX0" fmla="*/ 11241 w 19391"/>
                  <a:gd name="connsiteY0" fmla="*/ 0 h 19560"/>
                  <a:gd name="connsiteX1" fmla="*/ 0 w 19391"/>
                  <a:gd name="connsiteY1" fmla="*/ 8453 h 19560"/>
                  <a:gd name="connsiteX2" fmla="*/ 7489 w 19391"/>
                  <a:gd name="connsiteY2" fmla="*/ 19561 h 19560"/>
                  <a:gd name="connsiteX3" fmla="*/ 19392 w 19391"/>
                  <a:gd name="connsiteY3" fmla="*/ 12043 h 19560"/>
                  <a:gd name="connsiteX4" fmla="*/ 11241 w 19391"/>
                  <a:gd name="connsiteY4" fmla="*/ 0 h 19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391" h="19560">
                    <a:moveTo>
                      <a:pt x="11241" y="0"/>
                    </a:moveTo>
                    <a:lnTo>
                      <a:pt x="0" y="8453"/>
                    </a:lnTo>
                    <a:cubicBezTo>
                      <a:pt x="1985" y="11107"/>
                      <a:pt x="4575" y="14943"/>
                      <a:pt x="7489" y="19561"/>
                    </a:cubicBezTo>
                    <a:lnTo>
                      <a:pt x="19392" y="12043"/>
                    </a:lnTo>
                    <a:cubicBezTo>
                      <a:pt x="16238" y="7046"/>
                      <a:pt x="13493" y="2991"/>
                      <a:pt x="1124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C029A923-D9F5-4FA3-09CC-F5AB91651AE6}"/>
                  </a:ext>
                </a:extLst>
              </p:cNvPr>
              <p:cNvSpPr/>
              <p:nvPr/>
            </p:nvSpPr>
            <p:spPr>
              <a:xfrm>
                <a:off x="4481175" y="2997172"/>
                <a:ext cx="18518" cy="18399"/>
              </a:xfrm>
              <a:custGeom>
                <a:avLst/>
                <a:gdLst>
                  <a:gd name="connsiteX0" fmla="*/ 12754 w 18518"/>
                  <a:gd name="connsiteY0" fmla="*/ 0 h 18399"/>
                  <a:gd name="connsiteX1" fmla="*/ 0 w 18518"/>
                  <a:gd name="connsiteY1" fmla="*/ 5955 h 18399"/>
                  <a:gd name="connsiteX2" fmla="*/ 5342 w 18518"/>
                  <a:gd name="connsiteY2" fmla="*/ 18399 h 18399"/>
                  <a:gd name="connsiteX3" fmla="*/ 18519 w 18518"/>
                  <a:gd name="connsiteY3" fmla="*/ 13472 h 18399"/>
                  <a:gd name="connsiteX4" fmla="*/ 12754 w 18518"/>
                  <a:gd name="connsiteY4" fmla="*/ 0 h 18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18" h="18399">
                    <a:moveTo>
                      <a:pt x="12754" y="0"/>
                    </a:moveTo>
                    <a:lnTo>
                      <a:pt x="0" y="5955"/>
                    </a:lnTo>
                    <a:cubicBezTo>
                      <a:pt x="2316" y="10924"/>
                      <a:pt x="4111" y="15112"/>
                      <a:pt x="5342" y="18399"/>
                    </a:cubicBezTo>
                    <a:lnTo>
                      <a:pt x="18519" y="13472"/>
                    </a:lnTo>
                    <a:cubicBezTo>
                      <a:pt x="17167" y="9840"/>
                      <a:pt x="15225" y="5314"/>
                      <a:pt x="12754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80B1F530-ADEA-1E0C-55A0-7A5D721D7DE8}"/>
                  </a:ext>
                </a:extLst>
              </p:cNvPr>
              <p:cNvSpPr/>
              <p:nvPr/>
            </p:nvSpPr>
            <p:spPr>
              <a:xfrm>
                <a:off x="4454969" y="2946839"/>
                <a:ext cx="19215" cy="19243"/>
              </a:xfrm>
              <a:custGeom>
                <a:avLst/>
                <a:gdLst>
                  <a:gd name="connsiteX0" fmla="*/ 12121 w 19215"/>
                  <a:gd name="connsiteY0" fmla="*/ 0 h 19243"/>
                  <a:gd name="connsiteX1" fmla="*/ 0 w 19215"/>
                  <a:gd name="connsiteY1" fmla="*/ 7151 h 19243"/>
                  <a:gd name="connsiteX2" fmla="*/ 6940 w 19215"/>
                  <a:gd name="connsiteY2" fmla="*/ 19244 h 19243"/>
                  <a:gd name="connsiteX3" fmla="*/ 19216 w 19215"/>
                  <a:gd name="connsiteY3" fmla="*/ 12353 h 19243"/>
                  <a:gd name="connsiteX4" fmla="*/ 12121 w 19215"/>
                  <a:gd name="connsiteY4" fmla="*/ 0 h 19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15" h="19243">
                    <a:moveTo>
                      <a:pt x="12121" y="0"/>
                    </a:moveTo>
                    <a:lnTo>
                      <a:pt x="0" y="7151"/>
                    </a:lnTo>
                    <a:cubicBezTo>
                      <a:pt x="2266" y="11009"/>
                      <a:pt x="4603" y="15077"/>
                      <a:pt x="6940" y="19244"/>
                    </a:cubicBezTo>
                    <a:lnTo>
                      <a:pt x="19216" y="12353"/>
                    </a:lnTo>
                    <a:cubicBezTo>
                      <a:pt x="16837" y="8102"/>
                      <a:pt x="14443" y="3942"/>
                      <a:pt x="12121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8DEA5D5F-1104-D138-6E0E-B678BA75FDAD}"/>
                  </a:ext>
                </a:extLst>
              </p:cNvPr>
              <p:cNvSpPr/>
              <p:nvPr/>
            </p:nvSpPr>
            <p:spPr>
              <a:xfrm>
                <a:off x="4468617" y="2971692"/>
                <a:ext cx="19004" cy="18997"/>
              </a:xfrm>
              <a:custGeom>
                <a:avLst/>
                <a:gdLst>
                  <a:gd name="connsiteX0" fmla="*/ 12409 w 19004"/>
                  <a:gd name="connsiteY0" fmla="*/ 0 h 18997"/>
                  <a:gd name="connsiteX1" fmla="*/ 0 w 19004"/>
                  <a:gd name="connsiteY1" fmla="*/ 6623 h 18997"/>
                  <a:gd name="connsiteX2" fmla="*/ 6454 w 19004"/>
                  <a:gd name="connsiteY2" fmla="*/ 18997 h 18997"/>
                  <a:gd name="connsiteX3" fmla="*/ 19004 w 19004"/>
                  <a:gd name="connsiteY3" fmla="*/ 12620 h 18997"/>
                  <a:gd name="connsiteX4" fmla="*/ 12409 w 19004"/>
                  <a:gd name="connsiteY4" fmla="*/ 0 h 189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04" h="18997">
                    <a:moveTo>
                      <a:pt x="12409" y="0"/>
                    </a:moveTo>
                    <a:lnTo>
                      <a:pt x="0" y="6623"/>
                    </a:lnTo>
                    <a:cubicBezTo>
                      <a:pt x="2231" y="10818"/>
                      <a:pt x="4413" y="14985"/>
                      <a:pt x="6454" y="18997"/>
                    </a:cubicBezTo>
                    <a:lnTo>
                      <a:pt x="19004" y="12620"/>
                    </a:lnTo>
                    <a:cubicBezTo>
                      <a:pt x="16921" y="8524"/>
                      <a:pt x="14704" y="4272"/>
                      <a:pt x="12409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87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</p:grp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0AF90D4-D6CD-B529-7158-4FF1B442BC78}"/>
                </a:ext>
              </a:extLst>
            </p:cNvPr>
            <p:cNvSpPr/>
            <p:nvPr/>
          </p:nvSpPr>
          <p:spPr>
            <a:xfrm>
              <a:off x="7689792" y="3855638"/>
              <a:ext cx="1809807" cy="53126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Laoreet Odio. Fusce Lobortis Porttitor Purus, Vel</a:t>
              </a:r>
              <a:endPara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Lora" pitchFamily="2" charset="0"/>
                <a:cs typeface="Calibri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4EE6D10-5419-32DB-5C46-C3B06B526FA9}"/>
                </a:ext>
              </a:extLst>
            </p:cNvPr>
            <p:cNvSpPr/>
            <p:nvPr/>
          </p:nvSpPr>
          <p:spPr>
            <a:xfrm>
              <a:off x="2703067" y="5382958"/>
              <a:ext cx="2138878" cy="38959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Laoreet Odio. Fusce Lobortis Porttitor Purus, Vel</a:t>
              </a:r>
              <a:endPara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Lora" pitchFamily="2" charset="0"/>
                <a:cs typeface="Calibri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BF002591-DB54-2532-EDC9-5869E60C8965}"/>
                </a:ext>
              </a:extLst>
            </p:cNvPr>
            <p:cNvSpPr/>
            <p:nvPr/>
          </p:nvSpPr>
          <p:spPr>
            <a:xfrm>
              <a:off x="7647474" y="5382958"/>
              <a:ext cx="1903054" cy="389590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800" b="1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Laoreet Odio. Fusce Lobortis Porttitor Purus, Vel</a:t>
              </a:r>
              <a:endPara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Lora" pitchFamily="2" charset="0"/>
                <a:cs typeface="Calibri" pitchFamily="34" charset="0"/>
              </a:endParaRPr>
            </a:p>
          </p:txBody>
        </p:sp>
        <p:grpSp>
          <p:nvGrpSpPr>
            <p:cNvPr id="24" name="Graphic 185">
              <a:extLst>
                <a:ext uri="{FF2B5EF4-FFF2-40B4-BE49-F238E27FC236}">
                  <a16:creationId xmlns:a16="http://schemas.microsoft.com/office/drawing/2014/main" id="{EA51D467-9038-2C22-B508-70CB58D26D3C}"/>
                </a:ext>
              </a:extLst>
            </p:cNvPr>
            <p:cNvGrpSpPr/>
            <p:nvPr/>
          </p:nvGrpSpPr>
          <p:grpSpPr>
            <a:xfrm>
              <a:off x="5915999" y="4735495"/>
              <a:ext cx="360000" cy="360000"/>
              <a:chOff x="4333875" y="3190875"/>
              <a:chExt cx="360000" cy="360000"/>
            </a:xfrm>
          </p:grpSpPr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1E3B6353-481C-52AF-AD6B-85A2F903D0A9}"/>
                  </a:ext>
                </a:extLst>
              </p:cNvPr>
              <p:cNvSpPr/>
              <p:nvPr/>
            </p:nvSpPr>
            <p:spPr>
              <a:xfrm>
                <a:off x="4350168" y="3190875"/>
                <a:ext cx="265319" cy="316274"/>
              </a:xfrm>
              <a:custGeom>
                <a:avLst/>
                <a:gdLst>
                  <a:gd name="connsiteX0" fmla="*/ 0 w 265319"/>
                  <a:gd name="connsiteY0" fmla="*/ 0 h 316274"/>
                  <a:gd name="connsiteX1" fmla="*/ 0 w 265319"/>
                  <a:gd name="connsiteY1" fmla="*/ 269964 h 316274"/>
                  <a:gd name="connsiteX2" fmla="*/ 41890 w 265319"/>
                  <a:gd name="connsiteY2" fmla="*/ 316274 h 316274"/>
                  <a:gd name="connsiteX3" fmla="*/ 41890 w 265319"/>
                  <a:gd name="connsiteY3" fmla="*/ 23270 h 316274"/>
                  <a:gd name="connsiteX4" fmla="*/ 265320 w 265319"/>
                  <a:gd name="connsiteY4" fmla="*/ 23270 h 316274"/>
                  <a:gd name="connsiteX5" fmla="*/ 265320 w 265319"/>
                  <a:gd name="connsiteY5" fmla="*/ 0 h 316274"/>
                  <a:gd name="connsiteX6" fmla="*/ 0 w 265319"/>
                  <a:gd name="connsiteY6" fmla="*/ 0 h 316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319" h="316274">
                    <a:moveTo>
                      <a:pt x="0" y="0"/>
                    </a:moveTo>
                    <a:lnTo>
                      <a:pt x="0" y="269964"/>
                    </a:lnTo>
                    <a:cubicBezTo>
                      <a:pt x="0" y="293990"/>
                      <a:pt x="18454" y="313920"/>
                      <a:pt x="41890" y="316274"/>
                    </a:cubicBezTo>
                    <a:lnTo>
                      <a:pt x="41890" y="23270"/>
                    </a:lnTo>
                    <a:lnTo>
                      <a:pt x="265320" y="23270"/>
                    </a:lnTo>
                    <a:lnTo>
                      <a:pt x="2653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 w="70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D197E029-6565-4354-124A-EFE9899C5385}"/>
                  </a:ext>
                </a:extLst>
              </p:cNvPr>
              <p:cNvSpPr/>
              <p:nvPr/>
            </p:nvSpPr>
            <p:spPr>
              <a:xfrm>
                <a:off x="4415328" y="3237423"/>
                <a:ext cx="265312" cy="316511"/>
              </a:xfrm>
              <a:custGeom>
                <a:avLst/>
                <a:gdLst>
                  <a:gd name="connsiteX0" fmla="*/ 0 w 265312"/>
                  <a:gd name="connsiteY0" fmla="*/ 0 h 316511"/>
                  <a:gd name="connsiteX1" fmla="*/ 0 w 265312"/>
                  <a:gd name="connsiteY1" fmla="*/ 269964 h 316511"/>
                  <a:gd name="connsiteX2" fmla="*/ 46548 w 265312"/>
                  <a:gd name="connsiteY2" fmla="*/ 316512 h 316511"/>
                  <a:gd name="connsiteX3" fmla="*/ 218765 w 265312"/>
                  <a:gd name="connsiteY3" fmla="*/ 316512 h 316511"/>
                  <a:gd name="connsiteX4" fmla="*/ 265313 w 265312"/>
                  <a:gd name="connsiteY4" fmla="*/ 269964 h 316511"/>
                  <a:gd name="connsiteX5" fmla="*/ 265313 w 265312"/>
                  <a:gd name="connsiteY5" fmla="*/ 0 h 316511"/>
                  <a:gd name="connsiteX6" fmla="*/ 0 w 265312"/>
                  <a:gd name="connsiteY6" fmla="*/ 0 h 316511"/>
                  <a:gd name="connsiteX7" fmla="*/ 55858 w 265312"/>
                  <a:gd name="connsiteY7" fmla="*/ 53525 h 316511"/>
                  <a:gd name="connsiteX8" fmla="*/ 209455 w 265312"/>
                  <a:gd name="connsiteY8" fmla="*/ 53525 h 316511"/>
                  <a:gd name="connsiteX9" fmla="*/ 209455 w 265312"/>
                  <a:gd name="connsiteY9" fmla="*/ 76795 h 316511"/>
                  <a:gd name="connsiteX10" fmla="*/ 55858 w 265312"/>
                  <a:gd name="connsiteY10" fmla="*/ 76795 h 316511"/>
                  <a:gd name="connsiteX11" fmla="*/ 55858 w 265312"/>
                  <a:gd name="connsiteY11" fmla="*/ 53525 h 316511"/>
                  <a:gd name="connsiteX12" fmla="*/ 90763 w 265312"/>
                  <a:gd name="connsiteY12" fmla="*/ 265306 h 316511"/>
                  <a:gd name="connsiteX13" fmla="*/ 55858 w 265312"/>
                  <a:gd name="connsiteY13" fmla="*/ 230400 h 316511"/>
                  <a:gd name="connsiteX14" fmla="*/ 90763 w 265312"/>
                  <a:gd name="connsiteY14" fmla="*/ 195487 h 316511"/>
                  <a:gd name="connsiteX15" fmla="*/ 125676 w 265312"/>
                  <a:gd name="connsiteY15" fmla="*/ 230400 h 316511"/>
                  <a:gd name="connsiteX16" fmla="*/ 90763 w 265312"/>
                  <a:gd name="connsiteY16" fmla="*/ 265306 h 316511"/>
                  <a:gd name="connsiteX17" fmla="*/ 55858 w 265312"/>
                  <a:gd name="connsiteY17" fmla="*/ 132653 h 316511"/>
                  <a:gd name="connsiteX18" fmla="*/ 55858 w 265312"/>
                  <a:gd name="connsiteY18" fmla="*/ 109382 h 316511"/>
                  <a:gd name="connsiteX19" fmla="*/ 139637 w 265312"/>
                  <a:gd name="connsiteY19" fmla="*/ 109382 h 316511"/>
                  <a:gd name="connsiteX20" fmla="*/ 139637 w 265312"/>
                  <a:gd name="connsiteY20" fmla="*/ 132653 h 316511"/>
                  <a:gd name="connsiteX21" fmla="*/ 55858 w 265312"/>
                  <a:gd name="connsiteY21" fmla="*/ 132653 h 316511"/>
                  <a:gd name="connsiteX22" fmla="*/ 169891 w 265312"/>
                  <a:gd name="connsiteY22" fmla="*/ 265306 h 316511"/>
                  <a:gd name="connsiteX23" fmla="*/ 146621 w 265312"/>
                  <a:gd name="connsiteY23" fmla="*/ 265306 h 316511"/>
                  <a:gd name="connsiteX24" fmla="*/ 146621 w 265312"/>
                  <a:gd name="connsiteY24" fmla="*/ 237377 h 316511"/>
                  <a:gd name="connsiteX25" fmla="*/ 169891 w 265312"/>
                  <a:gd name="connsiteY25" fmla="*/ 237377 h 316511"/>
                  <a:gd name="connsiteX26" fmla="*/ 169891 w 265312"/>
                  <a:gd name="connsiteY26" fmla="*/ 265306 h 316511"/>
                  <a:gd name="connsiteX27" fmla="*/ 211781 w 265312"/>
                  <a:gd name="connsiteY27" fmla="*/ 265306 h 316511"/>
                  <a:gd name="connsiteX28" fmla="*/ 188510 w 265312"/>
                  <a:gd name="connsiteY28" fmla="*/ 265306 h 316511"/>
                  <a:gd name="connsiteX29" fmla="*/ 188510 w 265312"/>
                  <a:gd name="connsiteY29" fmla="*/ 200146 h 316511"/>
                  <a:gd name="connsiteX30" fmla="*/ 211781 w 265312"/>
                  <a:gd name="connsiteY30" fmla="*/ 200146 h 316511"/>
                  <a:gd name="connsiteX31" fmla="*/ 211781 w 265312"/>
                  <a:gd name="connsiteY31" fmla="*/ 265306 h 316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265312" h="316511">
                    <a:moveTo>
                      <a:pt x="0" y="0"/>
                    </a:moveTo>
                    <a:lnTo>
                      <a:pt x="0" y="269964"/>
                    </a:lnTo>
                    <a:cubicBezTo>
                      <a:pt x="0" y="295567"/>
                      <a:pt x="20945" y="316512"/>
                      <a:pt x="46548" y="316512"/>
                    </a:cubicBezTo>
                    <a:lnTo>
                      <a:pt x="218765" y="316512"/>
                    </a:lnTo>
                    <a:cubicBezTo>
                      <a:pt x="244368" y="316512"/>
                      <a:pt x="265313" y="295567"/>
                      <a:pt x="265313" y="269964"/>
                    </a:cubicBezTo>
                    <a:lnTo>
                      <a:pt x="265313" y="0"/>
                    </a:lnTo>
                    <a:lnTo>
                      <a:pt x="0" y="0"/>
                    </a:lnTo>
                    <a:close/>
                    <a:moveTo>
                      <a:pt x="55858" y="53525"/>
                    </a:moveTo>
                    <a:lnTo>
                      <a:pt x="209455" y="53525"/>
                    </a:lnTo>
                    <a:lnTo>
                      <a:pt x="209455" y="76795"/>
                    </a:lnTo>
                    <a:lnTo>
                      <a:pt x="55858" y="76795"/>
                    </a:lnTo>
                    <a:lnTo>
                      <a:pt x="55858" y="53525"/>
                    </a:lnTo>
                    <a:close/>
                    <a:moveTo>
                      <a:pt x="90763" y="265306"/>
                    </a:moveTo>
                    <a:cubicBezTo>
                      <a:pt x="71482" y="265306"/>
                      <a:pt x="55858" y="249674"/>
                      <a:pt x="55858" y="230400"/>
                    </a:cubicBezTo>
                    <a:cubicBezTo>
                      <a:pt x="55858" y="211118"/>
                      <a:pt x="71489" y="195487"/>
                      <a:pt x="90763" y="195487"/>
                    </a:cubicBezTo>
                    <a:cubicBezTo>
                      <a:pt x="110038" y="195487"/>
                      <a:pt x="125676" y="211118"/>
                      <a:pt x="125676" y="230400"/>
                    </a:cubicBezTo>
                    <a:cubicBezTo>
                      <a:pt x="125676" y="249674"/>
                      <a:pt x="110045" y="265306"/>
                      <a:pt x="90763" y="265306"/>
                    </a:cubicBezTo>
                    <a:close/>
                    <a:moveTo>
                      <a:pt x="55858" y="132653"/>
                    </a:moveTo>
                    <a:lnTo>
                      <a:pt x="55858" y="109382"/>
                    </a:lnTo>
                    <a:lnTo>
                      <a:pt x="139637" y="109382"/>
                    </a:lnTo>
                    <a:cubicBezTo>
                      <a:pt x="139637" y="109382"/>
                      <a:pt x="139637" y="132653"/>
                      <a:pt x="139637" y="132653"/>
                    </a:cubicBezTo>
                    <a:lnTo>
                      <a:pt x="55858" y="132653"/>
                    </a:lnTo>
                    <a:close/>
                    <a:moveTo>
                      <a:pt x="169891" y="265306"/>
                    </a:moveTo>
                    <a:lnTo>
                      <a:pt x="146621" y="265306"/>
                    </a:lnTo>
                    <a:lnTo>
                      <a:pt x="146621" y="237377"/>
                    </a:lnTo>
                    <a:lnTo>
                      <a:pt x="169891" y="237377"/>
                    </a:lnTo>
                    <a:lnTo>
                      <a:pt x="169891" y="265306"/>
                    </a:lnTo>
                    <a:close/>
                    <a:moveTo>
                      <a:pt x="211781" y="265306"/>
                    </a:moveTo>
                    <a:lnTo>
                      <a:pt x="188510" y="265306"/>
                    </a:lnTo>
                    <a:lnTo>
                      <a:pt x="188510" y="200146"/>
                    </a:lnTo>
                    <a:lnTo>
                      <a:pt x="211781" y="200146"/>
                    </a:lnTo>
                    <a:lnTo>
                      <a:pt x="211781" y="265306"/>
                    </a:lnTo>
                    <a:close/>
                  </a:path>
                </a:pathLst>
              </a:custGeom>
              <a:solidFill>
                <a:schemeClr val="bg1"/>
              </a:solidFill>
              <a:ln w="704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</p:grpSp>
        <p:grpSp>
          <p:nvGrpSpPr>
            <p:cNvPr id="25" name="Graphic 5">
              <a:extLst>
                <a:ext uri="{FF2B5EF4-FFF2-40B4-BE49-F238E27FC236}">
                  <a16:creationId xmlns:a16="http://schemas.microsoft.com/office/drawing/2014/main" id="{82B1410B-1089-DF8A-8C3D-047F90584061}"/>
                </a:ext>
              </a:extLst>
            </p:cNvPr>
            <p:cNvGrpSpPr/>
            <p:nvPr/>
          </p:nvGrpSpPr>
          <p:grpSpPr>
            <a:xfrm>
              <a:off x="3431033" y="3119736"/>
              <a:ext cx="468000" cy="468000"/>
              <a:chOff x="1907033" y="3052648"/>
              <a:chExt cx="468000" cy="468000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B666A441-CB4D-37AE-3223-8EB0A5CE60E2}"/>
                  </a:ext>
                </a:extLst>
              </p:cNvPr>
              <p:cNvSpPr/>
              <p:nvPr/>
            </p:nvSpPr>
            <p:spPr>
              <a:xfrm>
                <a:off x="2016720" y="3469460"/>
                <a:ext cx="58500" cy="14625"/>
              </a:xfrm>
              <a:custGeom>
                <a:avLst/>
                <a:gdLst>
                  <a:gd name="connsiteX0" fmla="*/ 0 w 58500"/>
                  <a:gd name="connsiteY0" fmla="*/ 0 h 14625"/>
                  <a:gd name="connsiteX1" fmla="*/ 58500 w 58500"/>
                  <a:gd name="connsiteY1" fmla="*/ 0 h 14625"/>
                  <a:gd name="connsiteX2" fmla="*/ 58500 w 58500"/>
                  <a:gd name="connsiteY2" fmla="*/ 14625 h 14625"/>
                  <a:gd name="connsiteX3" fmla="*/ 0 w 58500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00" h="14625">
                    <a:moveTo>
                      <a:pt x="0" y="0"/>
                    </a:moveTo>
                    <a:lnTo>
                      <a:pt x="58500" y="0"/>
                    </a:lnTo>
                    <a:lnTo>
                      <a:pt x="58500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A0BA3D3-C606-2967-DF76-21B588685BF2}"/>
                  </a:ext>
                </a:extLst>
              </p:cNvPr>
              <p:cNvSpPr/>
              <p:nvPr/>
            </p:nvSpPr>
            <p:spPr>
              <a:xfrm>
                <a:off x="2250720" y="3157816"/>
                <a:ext cx="82163" cy="82163"/>
              </a:xfrm>
              <a:custGeom>
                <a:avLst/>
                <a:gdLst>
                  <a:gd name="connsiteX0" fmla="*/ 0 w 82163"/>
                  <a:gd name="connsiteY0" fmla="*/ 82163 h 82163"/>
                  <a:gd name="connsiteX1" fmla="*/ 82163 w 82163"/>
                  <a:gd name="connsiteY1" fmla="*/ 41082 h 82163"/>
                  <a:gd name="connsiteX2" fmla="*/ 0 w 82163"/>
                  <a:gd name="connsiteY2" fmla="*/ 0 h 82163"/>
                  <a:gd name="connsiteX3" fmla="*/ 14625 w 82163"/>
                  <a:gd name="connsiteY3" fmla="*/ 23663 h 82163"/>
                  <a:gd name="connsiteX4" fmla="*/ 49462 w 82163"/>
                  <a:gd name="connsiteY4" fmla="*/ 41082 h 82163"/>
                  <a:gd name="connsiteX5" fmla="*/ 14625 w 82163"/>
                  <a:gd name="connsiteY5" fmla="*/ 58500 h 82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2163" h="82163">
                    <a:moveTo>
                      <a:pt x="0" y="82163"/>
                    </a:moveTo>
                    <a:lnTo>
                      <a:pt x="82163" y="41082"/>
                    </a:lnTo>
                    <a:lnTo>
                      <a:pt x="0" y="0"/>
                    </a:lnTo>
                    <a:close/>
                    <a:moveTo>
                      <a:pt x="14625" y="23663"/>
                    </a:moveTo>
                    <a:lnTo>
                      <a:pt x="49462" y="41082"/>
                    </a:lnTo>
                    <a:lnTo>
                      <a:pt x="14625" y="58500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77905AB5-AD82-D124-4629-1BFE816D5A4A}"/>
                  </a:ext>
                </a:extLst>
              </p:cNvPr>
              <p:cNvSpPr/>
              <p:nvPr/>
            </p:nvSpPr>
            <p:spPr>
              <a:xfrm>
                <a:off x="1914345" y="3059960"/>
                <a:ext cx="453375" cy="453375"/>
              </a:xfrm>
              <a:custGeom>
                <a:avLst/>
                <a:gdLst>
                  <a:gd name="connsiteX0" fmla="*/ 431438 w 453375"/>
                  <a:gd name="connsiteY0" fmla="*/ 65813 h 453375"/>
                  <a:gd name="connsiteX1" fmla="*/ 314438 w 453375"/>
                  <a:gd name="connsiteY1" fmla="*/ 65813 h 453375"/>
                  <a:gd name="connsiteX2" fmla="*/ 292500 w 453375"/>
                  <a:gd name="connsiteY2" fmla="*/ 87750 h 453375"/>
                  <a:gd name="connsiteX3" fmla="*/ 292500 w 453375"/>
                  <a:gd name="connsiteY3" fmla="*/ 190125 h 453375"/>
                  <a:gd name="connsiteX4" fmla="*/ 314438 w 453375"/>
                  <a:gd name="connsiteY4" fmla="*/ 212063 h 453375"/>
                  <a:gd name="connsiteX5" fmla="*/ 358313 w 453375"/>
                  <a:gd name="connsiteY5" fmla="*/ 212063 h 453375"/>
                  <a:gd name="connsiteX6" fmla="*/ 358313 w 453375"/>
                  <a:gd name="connsiteY6" fmla="*/ 277875 h 453375"/>
                  <a:gd name="connsiteX7" fmla="*/ 343688 w 453375"/>
                  <a:gd name="connsiteY7" fmla="*/ 292500 h 453375"/>
                  <a:gd name="connsiteX8" fmla="*/ 306313 w 453375"/>
                  <a:gd name="connsiteY8" fmla="*/ 292500 h 453375"/>
                  <a:gd name="connsiteX9" fmla="*/ 321750 w 453375"/>
                  <a:gd name="connsiteY9" fmla="*/ 255938 h 453375"/>
                  <a:gd name="connsiteX10" fmla="*/ 270563 w 453375"/>
                  <a:gd name="connsiteY10" fmla="*/ 204750 h 453375"/>
                  <a:gd name="connsiteX11" fmla="*/ 263250 w 453375"/>
                  <a:gd name="connsiteY11" fmla="*/ 205335 h 453375"/>
                  <a:gd name="connsiteX12" fmla="*/ 263250 w 453375"/>
                  <a:gd name="connsiteY12" fmla="*/ 36563 h 453375"/>
                  <a:gd name="connsiteX13" fmla="*/ 226688 w 453375"/>
                  <a:gd name="connsiteY13" fmla="*/ 0 h 453375"/>
                  <a:gd name="connsiteX14" fmla="*/ 36563 w 453375"/>
                  <a:gd name="connsiteY14" fmla="*/ 0 h 453375"/>
                  <a:gd name="connsiteX15" fmla="*/ 0 w 453375"/>
                  <a:gd name="connsiteY15" fmla="*/ 36563 h 453375"/>
                  <a:gd name="connsiteX16" fmla="*/ 0 w 453375"/>
                  <a:gd name="connsiteY16" fmla="*/ 416813 h 453375"/>
                  <a:gd name="connsiteX17" fmla="*/ 36563 w 453375"/>
                  <a:gd name="connsiteY17" fmla="*/ 453375 h 453375"/>
                  <a:gd name="connsiteX18" fmla="*/ 175500 w 453375"/>
                  <a:gd name="connsiteY18" fmla="*/ 453375 h 453375"/>
                  <a:gd name="connsiteX19" fmla="*/ 189708 w 453375"/>
                  <a:gd name="connsiteY19" fmla="*/ 453375 h 453375"/>
                  <a:gd name="connsiteX20" fmla="*/ 329063 w 453375"/>
                  <a:gd name="connsiteY20" fmla="*/ 453375 h 453375"/>
                  <a:gd name="connsiteX21" fmla="*/ 329063 w 453375"/>
                  <a:gd name="connsiteY21" fmla="*/ 366261 h 453375"/>
                  <a:gd name="connsiteX22" fmla="*/ 338064 w 453375"/>
                  <a:gd name="connsiteY22" fmla="*/ 355461 h 453375"/>
                  <a:gd name="connsiteX23" fmla="*/ 361457 w 453375"/>
                  <a:gd name="connsiteY23" fmla="*/ 351205 h 453375"/>
                  <a:gd name="connsiteX24" fmla="*/ 409500 w 453375"/>
                  <a:gd name="connsiteY24" fmla="*/ 293655 h 453375"/>
                  <a:gd name="connsiteX25" fmla="*/ 409500 w 453375"/>
                  <a:gd name="connsiteY25" fmla="*/ 212063 h 453375"/>
                  <a:gd name="connsiteX26" fmla="*/ 431438 w 453375"/>
                  <a:gd name="connsiteY26" fmla="*/ 212063 h 453375"/>
                  <a:gd name="connsiteX27" fmla="*/ 453375 w 453375"/>
                  <a:gd name="connsiteY27" fmla="*/ 190125 h 453375"/>
                  <a:gd name="connsiteX28" fmla="*/ 453375 w 453375"/>
                  <a:gd name="connsiteY28" fmla="*/ 87750 h 453375"/>
                  <a:gd name="connsiteX29" fmla="*/ 431438 w 453375"/>
                  <a:gd name="connsiteY29" fmla="*/ 65813 h 453375"/>
                  <a:gd name="connsiteX30" fmla="*/ 277656 w 453375"/>
                  <a:gd name="connsiteY30" fmla="*/ 370130 h 453375"/>
                  <a:gd name="connsiteX31" fmla="*/ 270563 w 453375"/>
                  <a:gd name="connsiteY31" fmla="*/ 377223 h 453375"/>
                  <a:gd name="connsiteX32" fmla="*/ 263469 w 453375"/>
                  <a:gd name="connsiteY32" fmla="*/ 370130 h 453375"/>
                  <a:gd name="connsiteX33" fmla="*/ 267967 w 453375"/>
                  <a:gd name="connsiteY33" fmla="*/ 307125 h 453375"/>
                  <a:gd name="connsiteX34" fmla="*/ 273166 w 453375"/>
                  <a:gd name="connsiteY34" fmla="*/ 307125 h 453375"/>
                  <a:gd name="connsiteX35" fmla="*/ 178615 w 453375"/>
                  <a:gd name="connsiteY35" fmla="*/ 351000 h 453375"/>
                  <a:gd name="connsiteX36" fmla="*/ 43875 w 453375"/>
                  <a:gd name="connsiteY36" fmla="*/ 351000 h 453375"/>
                  <a:gd name="connsiteX37" fmla="*/ 43875 w 453375"/>
                  <a:gd name="connsiteY37" fmla="*/ 73125 h 453375"/>
                  <a:gd name="connsiteX38" fmla="*/ 219375 w 453375"/>
                  <a:gd name="connsiteY38" fmla="*/ 73125 h 453375"/>
                  <a:gd name="connsiteX39" fmla="*/ 219375 w 453375"/>
                  <a:gd name="connsiteY39" fmla="*/ 255938 h 453375"/>
                  <a:gd name="connsiteX40" fmla="*/ 237305 w 453375"/>
                  <a:gd name="connsiteY40" fmla="*/ 294767 h 453375"/>
                  <a:gd name="connsiteX41" fmla="*/ 178615 w 453375"/>
                  <a:gd name="connsiteY41" fmla="*/ 351000 h 453375"/>
                  <a:gd name="connsiteX42" fmla="*/ 307125 w 453375"/>
                  <a:gd name="connsiteY42" fmla="*/ 255938 h 453375"/>
                  <a:gd name="connsiteX43" fmla="*/ 270563 w 453375"/>
                  <a:gd name="connsiteY43" fmla="*/ 292500 h 453375"/>
                  <a:gd name="connsiteX44" fmla="*/ 234000 w 453375"/>
                  <a:gd name="connsiteY44" fmla="*/ 255938 h 453375"/>
                  <a:gd name="connsiteX45" fmla="*/ 270563 w 453375"/>
                  <a:gd name="connsiteY45" fmla="*/ 219375 h 453375"/>
                  <a:gd name="connsiteX46" fmla="*/ 307125 w 453375"/>
                  <a:gd name="connsiteY46" fmla="*/ 255938 h 453375"/>
                  <a:gd name="connsiteX47" fmla="*/ 87750 w 453375"/>
                  <a:gd name="connsiteY47" fmla="*/ 14625 h 453375"/>
                  <a:gd name="connsiteX48" fmla="*/ 175500 w 453375"/>
                  <a:gd name="connsiteY48" fmla="*/ 14625 h 453375"/>
                  <a:gd name="connsiteX49" fmla="*/ 175500 w 453375"/>
                  <a:gd name="connsiteY49" fmla="*/ 21938 h 453375"/>
                  <a:gd name="connsiteX50" fmla="*/ 168188 w 453375"/>
                  <a:gd name="connsiteY50" fmla="*/ 29250 h 453375"/>
                  <a:gd name="connsiteX51" fmla="*/ 95063 w 453375"/>
                  <a:gd name="connsiteY51" fmla="*/ 29250 h 453375"/>
                  <a:gd name="connsiteX52" fmla="*/ 87750 w 453375"/>
                  <a:gd name="connsiteY52" fmla="*/ 21938 h 453375"/>
                  <a:gd name="connsiteX53" fmla="*/ 36563 w 453375"/>
                  <a:gd name="connsiteY53" fmla="*/ 14625 h 453375"/>
                  <a:gd name="connsiteX54" fmla="*/ 73125 w 453375"/>
                  <a:gd name="connsiteY54" fmla="*/ 14625 h 453375"/>
                  <a:gd name="connsiteX55" fmla="*/ 73125 w 453375"/>
                  <a:gd name="connsiteY55" fmla="*/ 21938 h 453375"/>
                  <a:gd name="connsiteX56" fmla="*/ 95063 w 453375"/>
                  <a:gd name="connsiteY56" fmla="*/ 43875 h 453375"/>
                  <a:gd name="connsiteX57" fmla="*/ 168188 w 453375"/>
                  <a:gd name="connsiteY57" fmla="*/ 43875 h 453375"/>
                  <a:gd name="connsiteX58" fmla="*/ 190125 w 453375"/>
                  <a:gd name="connsiteY58" fmla="*/ 21938 h 453375"/>
                  <a:gd name="connsiteX59" fmla="*/ 190125 w 453375"/>
                  <a:gd name="connsiteY59" fmla="*/ 14625 h 453375"/>
                  <a:gd name="connsiteX60" fmla="*/ 226688 w 453375"/>
                  <a:gd name="connsiteY60" fmla="*/ 14625 h 453375"/>
                  <a:gd name="connsiteX61" fmla="*/ 248625 w 453375"/>
                  <a:gd name="connsiteY61" fmla="*/ 36563 h 453375"/>
                  <a:gd name="connsiteX62" fmla="*/ 248625 w 453375"/>
                  <a:gd name="connsiteY62" fmla="*/ 209759 h 453375"/>
                  <a:gd name="connsiteX63" fmla="*/ 234000 w 453375"/>
                  <a:gd name="connsiteY63" fmla="*/ 220187 h 453375"/>
                  <a:gd name="connsiteX64" fmla="*/ 234000 w 453375"/>
                  <a:gd name="connsiteY64" fmla="*/ 73125 h 453375"/>
                  <a:gd name="connsiteX65" fmla="*/ 219375 w 453375"/>
                  <a:gd name="connsiteY65" fmla="*/ 58500 h 453375"/>
                  <a:gd name="connsiteX66" fmla="*/ 43875 w 453375"/>
                  <a:gd name="connsiteY66" fmla="*/ 58500 h 453375"/>
                  <a:gd name="connsiteX67" fmla="*/ 29250 w 453375"/>
                  <a:gd name="connsiteY67" fmla="*/ 73125 h 453375"/>
                  <a:gd name="connsiteX68" fmla="*/ 29250 w 453375"/>
                  <a:gd name="connsiteY68" fmla="*/ 351000 h 453375"/>
                  <a:gd name="connsiteX69" fmla="*/ 43875 w 453375"/>
                  <a:gd name="connsiteY69" fmla="*/ 365625 h 453375"/>
                  <a:gd name="connsiteX70" fmla="*/ 175873 w 453375"/>
                  <a:gd name="connsiteY70" fmla="*/ 365625 h 453375"/>
                  <a:gd name="connsiteX71" fmla="*/ 175500 w 453375"/>
                  <a:gd name="connsiteY71" fmla="*/ 372938 h 453375"/>
                  <a:gd name="connsiteX72" fmla="*/ 175500 w 453375"/>
                  <a:gd name="connsiteY72" fmla="*/ 380250 h 453375"/>
                  <a:gd name="connsiteX73" fmla="*/ 14625 w 453375"/>
                  <a:gd name="connsiteY73" fmla="*/ 380250 h 453375"/>
                  <a:gd name="connsiteX74" fmla="*/ 14625 w 453375"/>
                  <a:gd name="connsiteY74" fmla="*/ 36563 h 453375"/>
                  <a:gd name="connsiteX75" fmla="*/ 36563 w 453375"/>
                  <a:gd name="connsiteY75" fmla="*/ 14625 h 453375"/>
                  <a:gd name="connsiteX76" fmla="*/ 36563 w 453375"/>
                  <a:gd name="connsiteY76" fmla="*/ 438750 h 453375"/>
                  <a:gd name="connsiteX77" fmla="*/ 14625 w 453375"/>
                  <a:gd name="connsiteY77" fmla="*/ 416813 h 453375"/>
                  <a:gd name="connsiteX78" fmla="*/ 14625 w 453375"/>
                  <a:gd name="connsiteY78" fmla="*/ 394875 h 453375"/>
                  <a:gd name="connsiteX79" fmla="*/ 175500 w 453375"/>
                  <a:gd name="connsiteY79" fmla="*/ 394875 h 453375"/>
                  <a:gd name="connsiteX80" fmla="*/ 175500 w 453375"/>
                  <a:gd name="connsiteY80" fmla="*/ 438750 h 453375"/>
                  <a:gd name="connsiteX81" fmla="*/ 394875 w 453375"/>
                  <a:gd name="connsiteY81" fmla="*/ 293655 h 453375"/>
                  <a:gd name="connsiteX82" fmla="*/ 358846 w 453375"/>
                  <a:gd name="connsiteY82" fmla="*/ 336821 h 453375"/>
                  <a:gd name="connsiteX83" fmla="*/ 335454 w 453375"/>
                  <a:gd name="connsiteY83" fmla="*/ 341070 h 453375"/>
                  <a:gd name="connsiteX84" fmla="*/ 314438 w 453375"/>
                  <a:gd name="connsiteY84" fmla="*/ 366261 h 453375"/>
                  <a:gd name="connsiteX85" fmla="*/ 314438 w 453375"/>
                  <a:gd name="connsiteY85" fmla="*/ 438750 h 453375"/>
                  <a:gd name="connsiteX86" fmla="*/ 226688 w 453375"/>
                  <a:gd name="connsiteY86" fmla="*/ 438750 h 453375"/>
                  <a:gd name="connsiteX87" fmla="*/ 226688 w 453375"/>
                  <a:gd name="connsiteY87" fmla="*/ 343688 h 453375"/>
                  <a:gd name="connsiteX88" fmla="*/ 212063 w 453375"/>
                  <a:gd name="connsiteY88" fmla="*/ 343688 h 453375"/>
                  <a:gd name="connsiteX89" fmla="*/ 212063 w 453375"/>
                  <a:gd name="connsiteY89" fmla="*/ 438750 h 453375"/>
                  <a:gd name="connsiteX90" fmla="*/ 190125 w 453375"/>
                  <a:gd name="connsiteY90" fmla="*/ 438750 h 453375"/>
                  <a:gd name="connsiteX91" fmla="*/ 190125 w 453375"/>
                  <a:gd name="connsiteY91" fmla="*/ 372938 h 453375"/>
                  <a:gd name="connsiteX92" fmla="*/ 253298 w 453375"/>
                  <a:gd name="connsiteY92" fmla="*/ 307257 h 453375"/>
                  <a:gd name="connsiteX93" fmla="*/ 248406 w 453375"/>
                  <a:gd name="connsiteY93" fmla="*/ 375738 h 453375"/>
                  <a:gd name="connsiteX94" fmla="*/ 270563 w 453375"/>
                  <a:gd name="connsiteY94" fmla="*/ 397895 h 453375"/>
                  <a:gd name="connsiteX95" fmla="*/ 292719 w 453375"/>
                  <a:gd name="connsiteY95" fmla="*/ 375738 h 453375"/>
                  <a:gd name="connsiteX96" fmla="*/ 287820 w 453375"/>
                  <a:gd name="connsiteY96" fmla="*/ 307125 h 453375"/>
                  <a:gd name="connsiteX97" fmla="*/ 343688 w 453375"/>
                  <a:gd name="connsiteY97" fmla="*/ 307125 h 453375"/>
                  <a:gd name="connsiteX98" fmla="*/ 372938 w 453375"/>
                  <a:gd name="connsiteY98" fmla="*/ 277875 h 453375"/>
                  <a:gd name="connsiteX99" fmla="*/ 372938 w 453375"/>
                  <a:gd name="connsiteY99" fmla="*/ 208406 h 453375"/>
                  <a:gd name="connsiteX100" fmla="*/ 383906 w 453375"/>
                  <a:gd name="connsiteY100" fmla="*/ 197438 h 453375"/>
                  <a:gd name="connsiteX101" fmla="*/ 394875 w 453375"/>
                  <a:gd name="connsiteY101" fmla="*/ 208406 h 453375"/>
                  <a:gd name="connsiteX102" fmla="*/ 438750 w 453375"/>
                  <a:gd name="connsiteY102" fmla="*/ 190125 h 453375"/>
                  <a:gd name="connsiteX103" fmla="*/ 431438 w 453375"/>
                  <a:gd name="connsiteY103" fmla="*/ 197438 h 453375"/>
                  <a:gd name="connsiteX104" fmla="*/ 406933 w 453375"/>
                  <a:gd name="connsiteY104" fmla="*/ 197438 h 453375"/>
                  <a:gd name="connsiteX105" fmla="*/ 383906 w 453375"/>
                  <a:gd name="connsiteY105" fmla="*/ 182813 h 453375"/>
                  <a:gd name="connsiteX106" fmla="*/ 360879 w 453375"/>
                  <a:gd name="connsiteY106" fmla="*/ 197438 h 453375"/>
                  <a:gd name="connsiteX107" fmla="*/ 314438 w 453375"/>
                  <a:gd name="connsiteY107" fmla="*/ 197438 h 453375"/>
                  <a:gd name="connsiteX108" fmla="*/ 307125 w 453375"/>
                  <a:gd name="connsiteY108" fmla="*/ 190125 h 453375"/>
                  <a:gd name="connsiteX109" fmla="*/ 307125 w 453375"/>
                  <a:gd name="connsiteY109" fmla="*/ 87750 h 453375"/>
                  <a:gd name="connsiteX110" fmla="*/ 314438 w 453375"/>
                  <a:gd name="connsiteY110" fmla="*/ 80438 h 453375"/>
                  <a:gd name="connsiteX111" fmla="*/ 431438 w 453375"/>
                  <a:gd name="connsiteY111" fmla="*/ 80438 h 453375"/>
                  <a:gd name="connsiteX112" fmla="*/ 438750 w 453375"/>
                  <a:gd name="connsiteY112" fmla="*/ 87750 h 453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</a:cxnLst>
                <a:rect l="l" t="t" r="r" b="b"/>
                <a:pathLst>
                  <a:path w="453375" h="453375">
                    <a:moveTo>
                      <a:pt x="431438" y="65813"/>
                    </a:moveTo>
                    <a:lnTo>
                      <a:pt x="314438" y="65813"/>
                    </a:lnTo>
                    <a:cubicBezTo>
                      <a:pt x="302343" y="65813"/>
                      <a:pt x="292500" y="75655"/>
                      <a:pt x="292500" y="87750"/>
                    </a:cubicBezTo>
                    <a:lnTo>
                      <a:pt x="292500" y="190125"/>
                    </a:lnTo>
                    <a:cubicBezTo>
                      <a:pt x="292500" y="202220"/>
                      <a:pt x="302343" y="212063"/>
                      <a:pt x="314438" y="212063"/>
                    </a:cubicBezTo>
                    <a:lnTo>
                      <a:pt x="358313" y="212063"/>
                    </a:lnTo>
                    <a:lnTo>
                      <a:pt x="358313" y="277875"/>
                    </a:lnTo>
                    <a:cubicBezTo>
                      <a:pt x="358313" y="285941"/>
                      <a:pt x="351753" y="292500"/>
                      <a:pt x="343688" y="292500"/>
                    </a:cubicBezTo>
                    <a:lnTo>
                      <a:pt x="306313" y="292500"/>
                    </a:lnTo>
                    <a:cubicBezTo>
                      <a:pt x="315827" y="283199"/>
                      <a:pt x="321750" y="270255"/>
                      <a:pt x="321750" y="255938"/>
                    </a:cubicBezTo>
                    <a:cubicBezTo>
                      <a:pt x="321750" y="227719"/>
                      <a:pt x="298781" y="204750"/>
                      <a:pt x="270563" y="204750"/>
                    </a:cubicBezTo>
                    <a:cubicBezTo>
                      <a:pt x="268076" y="204750"/>
                      <a:pt x="265649" y="204991"/>
                      <a:pt x="263250" y="205335"/>
                    </a:cubicBezTo>
                    <a:lnTo>
                      <a:pt x="263250" y="36563"/>
                    </a:lnTo>
                    <a:cubicBezTo>
                      <a:pt x="263250" y="16402"/>
                      <a:pt x="246848" y="0"/>
                      <a:pt x="226688" y="0"/>
                    </a:cubicBezTo>
                    <a:lnTo>
                      <a:pt x="36563" y="0"/>
                    </a:lnTo>
                    <a:cubicBezTo>
                      <a:pt x="16402" y="0"/>
                      <a:pt x="0" y="16402"/>
                      <a:pt x="0" y="36563"/>
                    </a:cubicBezTo>
                    <a:lnTo>
                      <a:pt x="0" y="416813"/>
                    </a:lnTo>
                    <a:cubicBezTo>
                      <a:pt x="0" y="436973"/>
                      <a:pt x="16402" y="453375"/>
                      <a:pt x="36563" y="453375"/>
                    </a:cubicBezTo>
                    <a:lnTo>
                      <a:pt x="175500" y="453375"/>
                    </a:lnTo>
                    <a:lnTo>
                      <a:pt x="189708" y="453375"/>
                    </a:lnTo>
                    <a:lnTo>
                      <a:pt x="329063" y="453375"/>
                    </a:lnTo>
                    <a:lnTo>
                      <a:pt x="329063" y="366261"/>
                    </a:lnTo>
                    <a:cubicBezTo>
                      <a:pt x="329063" y="360952"/>
                      <a:pt x="332850" y="356411"/>
                      <a:pt x="338064" y="355461"/>
                    </a:cubicBezTo>
                    <a:lnTo>
                      <a:pt x="361457" y="351205"/>
                    </a:lnTo>
                    <a:cubicBezTo>
                      <a:pt x="389296" y="346152"/>
                      <a:pt x="409500" y="321940"/>
                      <a:pt x="409500" y="293655"/>
                    </a:cubicBezTo>
                    <a:lnTo>
                      <a:pt x="409500" y="212063"/>
                    </a:lnTo>
                    <a:lnTo>
                      <a:pt x="431438" y="212063"/>
                    </a:lnTo>
                    <a:cubicBezTo>
                      <a:pt x="443532" y="212063"/>
                      <a:pt x="453375" y="202220"/>
                      <a:pt x="453375" y="190125"/>
                    </a:cubicBezTo>
                    <a:lnTo>
                      <a:pt x="453375" y="87750"/>
                    </a:lnTo>
                    <a:cubicBezTo>
                      <a:pt x="453375" y="75655"/>
                      <a:pt x="443532" y="65813"/>
                      <a:pt x="431438" y="65813"/>
                    </a:cubicBezTo>
                    <a:close/>
                    <a:moveTo>
                      <a:pt x="277656" y="370130"/>
                    </a:moveTo>
                    <a:lnTo>
                      <a:pt x="270563" y="377223"/>
                    </a:lnTo>
                    <a:lnTo>
                      <a:pt x="263469" y="370130"/>
                    </a:lnTo>
                    <a:lnTo>
                      <a:pt x="267967" y="307125"/>
                    </a:lnTo>
                    <a:lnTo>
                      <a:pt x="273166" y="307125"/>
                    </a:lnTo>
                    <a:close/>
                    <a:moveTo>
                      <a:pt x="178615" y="351000"/>
                    </a:moveTo>
                    <a:lnTo>
                      <a:pt x="43875" y="351000"/>
                    </a:lnTo>
                    <a:lnTo>
                      <a:pt x="43875" y="73125"/>
                    </a:lnTo>
                    <a:lnTo>
                      <a:pt x="219375" y="73125"/>
                    </a:lnTo>
                    <a:lnTo>
                      <a:pt x="219375" y="255938"/>
                    </a:lnTo>
                    <a:cubicBezTo>
                      <a:pt x="219375" y="271462"/>
                      <a:pt x="226351" y="285370"/>
                      <a:pt x="237305" y="294767"/>
                    </a:cubicBezTo>
                    <a:cubicBezTo>
                      <a:pt x="209021" y="301509"/>
                      <a:pt x="186527" y="323183"/>
                      <a:pt x="178615" y="351000"/>
                    </a:cubicBezTo>
                    <a:close/>
                    <a:moveTo>
                      <a:pt x="307125" y="255938"/>
                    </a:moveTo>
                    <a:cubicBezTo>
                      <a:pt x="307125" y="276098"/>
                      <a:pt x="290723" y="292500"/>
                      <a:pt x="270563" y="292500"/>
                    </a:cubicBezTo>
                    <a:cubicBezTo>
                      <a:pt x="250402" y="292500"/>
                      <a:pt x="234000" y="276098"/>
                      <a:pt x="234000" y="255938"/>
                    </a:cubicBezTo>
                    <a:cubicBezTo>
                      <a:pt x="234000" y="235777"/>
                      <a:pt x="250402" y="219375"/>
                      <a:pt x="270563" y="219375"/>
                    </a:cubicBezTo>
                    <a:cubicBezTo>
                      <a:pt x="290723" y="219375"/>
                      <a:pt x="307125" y="235777"/>
                      <a:pt x="307125" y="255938"/>
                    </a:cubicBezTo>
                    <a:close/>
                    <a:moveTo>
                      <a:pt x="87750" y="14625"/>
                    </a:moveTo>
                    <a:lnTo>
                      <a:pt x="175500" y="14625"/>
                    </a:lnTo>
                    <a:lnTo>
                      <a:pt x="175500" y="21938"/>
                    </a:lnTo>
                    <a:cubicBezTo>
                      <a:pt x="175500" y="25974"/>
                      <a:pt x="172224" y="29250"/>
                      <a:pt x="168188" y="29250"/>
                    </a:cubicBezTo>
                    <a:lnTo>
                      <a:pt x="95063" y="29250"/>
                    </a:lnTo>
                    <a:cubicBezTo>
                      <a:pt x="91026" y="29250"/>
                      <a:pt x="87750" y="25974"/>
                      <a:pt x="87750" y="21938"/>
                    </a:cubicBezTo>
                    <a:close/>
                    <a:moveTo>
                      <a:pt x="36563" y="14625"/>
                    </a:moveTo>
                    <a:lnTo>
                      <a:pt x="73125" y="14625"/>
                    </a:lnTo>
                    <a:lnTo>
                      <a:pt x="73125" y="21938"/>
                    </a:lnTo>
                    <a:cubicBezTo>
                      <a:pt x="73125" y="34032"/>
                      <a:pt x="82968" y="43875"/>
                      <a:pt x="95063" y="43875"/>
                    </a:cubicBezTo>
                    <a:lnTo>
                      <a:pt x="168188" y="43875"/>
                    </a:lnTo>
                    <a:cubicBezTo>
                      <a:pt x="180282" y="43875"/>
                      <a:pt x="190125" y="34032"/>
                      <a:pt x="190125" y="21938"/>
                    </a:cubicBezTo>
                    <a:lnTo>
                      <a:pt x="190125" y="14625"/>
                    </a:lnTo>
                    <a:lnTo>
                      <a:pt x="226688" y="14625"/>
                    </a:lnTo>
                    <a:cubicBezTo>
                      <a:pt x="238782" y="14625"/>
                      <a:pt x="248625" y="24468"/>
                      <a:pt x="248625" y="36563"/>
                    </a:cubicBezTo>
                    <a:lnTo>
                      <a:pt x="248625" y="209759"/>
                    </a:lnTo>
                    <a:cubicBezTo>
                      <a:pt x="243148" y="212370"/>
                      <a:pt x="238197" y="215894"/>
                      <a:pt x="234000" y="220187"/>
                    </a:cubicBezTo>
                    <a:lnTo>
                      <a:pt x="234000" y="73125"/>
                    </a:lnTo>
                    <a:cubicBezTo>
                      <a:pt x="234000" y="65059"/>
                      <a:pt x="227441" y="58500"/>
                      <a:pt x="219375" y="58500"/>
                    </a:cubicBezTo>
                    <a:lnTo>
                      <a:pt x="43875" y="58500"/>
                    </a:lnTo>
                    <a:cubicBezTo>
                      <a:pt x="35809" y="58500"/>
                      <a:pt x="29250" y="65059"/>
                      <a:pt x="29250" y="73125"/>
                    </a:cubicBezTo>
                    <a:lnTo>
                      <a:pt x="29250" y="351000"/>
                    </a:lnTo>
                    <a:cubicBezTo>
                      <a:pt x="29250" y="359066"/>
                      <a:pt x="35809" y="365625"/>
                      <a:pt x="43875" y="365625"/>
                    </a:cubicBezTo>
                    <a:lnTo>
                      <a:pt x="175873" y="365625"/>
                    </a:lnTo>
                    <a:cubicBezTo>
                      <a:pt x="175654" y="368038"/>
                      <a:pt x="175500" y="370466"/>
                      <a:pt x="175500" y="372938"/>
                    </a:cubicBezTo>
                    <a:lnTo>
                      <a:pt x="175500" y="380250"/>
                    </a:lnTo>
                    <a:lnTo>
                      <a:pt x="14625" y="380250"/>
                    </a:lnTo>
                    <a:lnTo>
                      <a:pt x="14625" y="36563"/>
                    </a:lnTo>
                    <a:cubicBezTo>
                      <a:pt x="14625" y="24468"/>
                      <a:pt x="24468" y="14625"/>
                      <a:pt x="36563" y="14625"/>
                    </a:cubicBezTo>
                    <a:close/>
                    <a:moveTo>
                      <a:pt x="36563" y="438750"/>
                    </a:moveTo>
                    <a:cubicBezTo>
                      <a:pt x="24468" y="438750"/>
                      <a:pt x="14625" y="428907"/>
                      <a:pt x="14625" y="416813"/>
                    </a:cubicBezTo>
                    <a:lnTo>
                      <a:pt x="14625" y="394875"/>
                    </a:lnTo>
                    <a:lnTo>
                      <a:pt x="175500" y="394875"/>
                    </a:lnTo>
                    <a:lnTo>
                      <a:pt x="175500" y="438750"/>
                    </a:lnTo>
                    <a:close/>
                    <a:moveTo>
                      <a:pt x="394875" y="293655"/>
                    </a:moveTo>
                    <a:cubicBezTo>
                      <a:pt x="394875" y="314869"/>
                      <a:pt x="379724" y="333026"/>
                      <a:pt x="358846" y="336821"/>
                    </a:cubicBezTo>
                    <a:lnTo>
                      <a:pt x="335454" y="341070"/>
                    </a:lnTo>
                    <a:cubicBezTo>
                      <a:pt x="323278" y="343285"/>
                      <a:pt x="314438" y="353881"/>
                      <a:pt x="314438" y="366261"/>
                    </a:cubicBezTo>
                    <a:lnTo>
                      <a:pt x="314438" y="438750"/>
                    </a:lnTo>
                    <a:lnTo>
                      <a:pt x="226688" y="438750"/>
                    </a:lnTo>
                    <a:lnTo>
                      <a:pt x="226688" y="343688"/>
                    </a:lnTo>
                    <a:lnTo>
                      <a:pt x="212063" y="343688"/>
                    </a:lnTo>
                    <a:lnTo>
                      <a:pt x="212063" y="438750"/>
                    </a:lnTo>
                    <a:lnTo>
                      <a:pt x="190125" y="438750"/>
                    </a:lnTo>
                    <a:lnTo>
                      <a:pt x="190125" y="372938"/>
                    </a:lnTo>
                    <a:cubicBezTo>
                      <a:pt x="190125" y="337538"/>
                      <a:pt x="218234" y="308661"/>
                      <a:pt x="253298" y="307257"/>
                    </a:cubicBezTo>
                    <a:lnTo>
                      <a:pt x="248406" y="375738"/>
                    </a:lnTo>
                    <a:lnTo>
                      <a:pt x="270563" y="397895"/>
                    </a:lnTo>
                    <a:lnTo>
                      <a:pt x="292719" y="375738"/>
                    </a:lnTo>
                    <a:lnTo>
                      <a:pt x="287820" y="307125"/>
                    </a:lnTo>
                    <a:lnTo>
                      <a:pt x="343688" y="307125"/>
                    </a:lnTo>
                    <a:cubicBezTo>
                      <a:pt x="359819" y="307125"/>
                      <a:pt x="372938" y="294006"/>
                      <a:pt x="372938" y="277875"/>
                    </a:cubicBezTo>
                    <a:lnTo>
                      <a:pt x="372938" y="208406"/>
                    </a:lnTo>
                    <a:cubicBezTo>
                      <a:pt x="372938" y="202359"/>
                      <a:pt x="377859" y="197438"/>
                      <a:pt x="383906" y="197438"/>
                    </a:cubicBezTo>
                    <a:cubicBezTo>
                      <a:pt x="389954" y="197438"/>
                      <a:pt x="394875" y="202359"/>
                      <a:pt x="394875" y="208406"/>
                    </a:cubicBezTo>
                    <a:close/>
                    <a:moveTo>
                      <a:pt x="438750" y="190125"/>
                    </a:moveTo>
                    <a:cubicBezTo>
                      <a:pt x="438750" y="194162"/>
                      <a:pt x="435474" y="197438"/>
                      <a:pt x="431438" y="197438"/>
                    </a:cubicBezTo>
                    <a:lnTo>
                      <a:pt x="406933" y="197438"/>
                    </a:lnTo>
                    <a:cubicBezTo>
                      <a:pt x="402809" y="188823"/>
                      <a:pt x="394078" y="182813"/>
                      <a:pt x="383906" y="182813"/>
                    </a:cubicBezTo>
                    <a:cubicBezTo>
                      <a:pt x="373735" y="182813"/>
                      <a:pt x="365003" y="188823"/>
                      <a:pt x="360879" y="197438"/>
                    </a:cubicBezTo>
                    <a:lnTo>
                      <a:pt x="314438" y="197438"/>
                    </a:lnTo>
                    <a:cubicBezTo>
                      <a:pt x="310401" y="197438"/>
                      <a:pt x="307125" y="194162"/>
                      <a:pt x="307125" y="190125"/>
                    </a:cubicBezTo>
                    <a:lnTo>
                      <a:pt x="307125" y="87750"/>
                    </a:lnTo>
                    <a:cubicBezTo>
                      <a:pt x="307125" y="83714"/>
                      <a:pt x="310401" y="80438"/>
                      <a:pt x="314438" y="80438"/>
                    </a:cubicBezTo>
                    <a:lnTo>
                      <a:pt x="431438" y="80438"/>
                    </a:lnTo>
                    <a:cubicBezTo>
                      <a:pt x="435474" y="80438"/>
                      <a:pt x="438750" y="83714"/>
                      <a:pt x="438750" y="87750"/>
                    </a:cubicBez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459B387-3A39-4DF3-3793-9F60C4757AC7}"/>
                  </a:ext>
                </a:extLst>
              </p:cNvPr>
              <p:cNvSpPr/>
              <p:nvPr/>
            </p:nvSpPr>
            <p:spPr>
              <a:xfrm>
                <a:off x="1972845" y="3235460"/>
                <a:ext cx="73125" cy="73125"/>
              </a:xfrm>
              <a:custGeom>
                <a:avLst/>
                <a:gdLst>
                  <a:gd name="connsiteX0" fmla="*/ 0 w 73125"/>
                  <a:gd name="connsiteY0" fmla="*/ 73125 h 73125"/>
                  <a:gd name="connsiteX1" fmla="*/ 73125 w 73125"/>
                  <a:gd name="connsiteY1" fmla="*/ 73125 h 73125"/>
                  <a:gd name="connsiteX2" fmla="*/ 73125 w 73125"/>
                  <a:gd name="connsiteY2" fmla="*/ 0 h 73125"/>
                  <a:gd name="connsiteX3" fmla="*/ 0 w 73125"/>
                  <a:gd name="connsiteY3" fmla="*/ 0 h 73125"/>
                  <a:gd name="connsiteX4" fmla="*/ 14625 w 73125"/>
                  <a:gd name="connsiteY4" fmla="*/ 14625 h 73125"/>
                  <a:gd name="connsiteX5" fmla="*/ 58500 w 73125"/>
                  <a:gd name="connsiteY5" fmla="*/ 14625 h 73125"/>
                  <a:gd name="connsiteX6" fmla="*/ 58500 w 73125"/>
                  <a:gd name="connsiteY6" fmla="*/ 58500 h 73125"/>
                  <a:gd name="connsiteX7" fmla="*/ 14625 w 73125"/>
                  <a:gd name="connsiteY7" fmla="*/ 58500 h 73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3125" h="73125">
                    <a:moveTo>
                      <a:pt x="0" y="73125"/>
                    </a:moveTo>
                    <a:lnTo>
                      <a:pt x="73125" y="73125"/>
                    </a:lnTo>
                    <a:lnTo>
                      <a:pt x="73125" y="0"/>
                    </a:lnTo>
                    <a:lnTo>
                      <a:pt x="0" y="0"/>
                    </a:lnTo>
                    <a:close/>
                    <a:moveTo>
                      <a:pt x="14625" y="14625"/>
                    </a:moveTo>
                    <a:lnTo>
                      <a:pt x="58500" y="14625"/>
                    </a:lnTo>
                    <a:lnTo>
                      <a:pt x="58500" y="58500"/>
                    </a:lnTo>
                    <a:lnTo>
                      <a:pt x="14625" y="58500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2AF3342-EB5A-DFF7-8640-1CF4542C3AE8}"/>
                  </a:ext>
                </a:extLst>
              </p:cNvPr>
              <p:cNvSpPr/>
              <p:nvPr/>
            </p:nvSpPr>
            <p:spPr>
              <a:xfrm>
                <a:off x="1972845" y="3323210"/>
                <a:ext cx="73125" cy="73125"/>
              </a:xfrm>
              <a:custGeom>
                <a:avLst/>
                <a:gdLst>
                  <a:gd name="connsiteX0" fmla="*/ 0 w 73125"/>
                  <a:gd name="connsiteY0" fmla="*/ 73125 h 73125"/>
                  <a:gd name="connsiteX1" fmla="*/ 73125 w 73125"/>
                  <a:gd name="connsiteY1" fmla="*/ 73125 h 73125"/>
                  <a:gd name="connsiteX2" fmla="*/ 73125 w 73125"/>
                  <a:gd name="connsiteY2" fmla="*/ 0 h 73125"/>
                  <a:gd name="connsiteX3" fmla="*/ 0 w 73125"/>
                  <a:gd name="connsiteY3" fmla="*/ 0 h 73125"/>
                  <a:gd name="connsiteX4" fmla="*/ 14625 w 73125"/>
                  <a:gd name="connsiteY4" fmla="*/ 14625 h 73125"/>
                  <a:gd name="connsiteX5" fmla="*/ 58500 w 73125"/>
                  <a:gd name="connsiteY5" fmla="*/ 14625 h 73125"/>
                  <a:gd name="connsiteX6" fmla="*/ 58500 w 73125"/>
                  <a:gd name="connsiteY6" fmla="*/ 58500 h 73125"/>
                  <a:gd name="connsiteX7" fmla="*/ 14625 w 73125"/>
                  <a:gd name="connsiteY7" fmla="*/ 58500 h 73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3125" h="73125">
                    <a:moveTo>
                      <a:pt x="0" y="73125"/>
                    </a:moveTo>
                    <a:lnTo>
                      <a:pt x="73125" y="73125"/>
                    </a:lnTo>
                    <a:lnTo>
                      <a:pt x="73125" y="0"/>
                    </a:lnTo>
                    <a:lnTo>
                      <a:pt x="0" y="0"/>
                    </a:lnTo>
                    <a:close/>
                    <a:moveTo>
                      <a:pt x="14625" y="14625"/>
                    </a:moveTo>
                    <a:lnTo>
                      <a:pt x="58500" y="14625"/>
                    </a:lnTo>
                    <a:lnTo>
                      <a:pt x="58500" y="58500"/>
                    </a:lnTo>
                    <a:lnTo>
                      <a:pt x="14625" y="58500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3F933B68-E68B-8F82-A049-1AE3DAC06122}"/>
                  </a:ext>
                </a:extLst>
              </p:cNvPr>
              <p:cNvSpPr/>
              <p:nvPr/>
            </p:nvSpPr>
            <p:spPr>
              <a:xfrm>
                <a:off x="1972845" y="3142540"/>
                <a:ext cx="92919" cy="78294"/>
              </a:xfrm>
              <a:custGeom>
                <a:avLst/>
                <a:gdLst>
                  <a:gd name="connsiteX0" fmla="*/ 92920 w 92919"/>
                  <a:gd name="connsiteY0" fmla="*/ 10340 h 78294"/>
                  <a:gd name="connsiteX1" fmla="*/ 82580 w 92919"/>
                  <a:gd name="connsiteY1" fmla="*/ 0 h 78294"/>
                  <a:gd name="connsiteX2" fmla="*/ 73125 w 92919"/>
                  <a:gd name="connsiteY2" fmla="*/ 9455 h 78294"/>
                  <a:gd name="connsiteX3" fmla="*/ 73125 w 92919"/>
                  <a:gd name="connsiteY3" fmla="*/ 5170 h 78294"/>
                  <a:gd name="connsiteX4" fmla="*/ 0 w 92919"/>
                  <a:gd name="connsiteY4" fmla="*/ 5170 h 78294"/>
                  <a:gd name="connsiteX5" fmla="*/ 0 w 92919"/>
                  <a:gd name="connsiteY5" fmla="*/ 78295 h 78294"/>
                  <a:gd name="connsiteX6" fmla="*/ 73125 w 92919"/>
                  <a:gd name="connsiteY6" fmla="*/ 78295 h 78294"/>
                  <a:gd name="connsiteX7" fmla="*/ 73125 w 92919"/>
                  <a:gd name="connsiteY7" fmla="*/ 30135 h 78294"/>
                  <a:gd name="connsiteX8" fmla="*/ 14625 w 92919"/>
                  <a:gd name="connsiteY8" fmla="*/ 19795 h 78294"/>
                  <a:gd name="connsiteX9" fmla="*/ 58500 w 92919"/>
                  <a:gd name="connsiteY9" fmla="*/ 19795 h 78294"/>
                  <a:gd name="connsiteX10" fmla="*/ 58500 w 92919"/>
                  <a:gd name="connsiteY10" fmla="*/ 24080 h 78294"/>
                  <a:gd name="connsiteX11" fmla="*/ 36563 w 92919"/>
                  <a:gd name="connsiteY11" fmla="*/ 46018 h 78294"/>
                  <a:gd name="connsiteX12" fmla="*/ 27107 w 92919"/>
                  <a:gd name="connsiteY12" fmla="*/ 36562 h 78294"/>
                  <a:gd name="connsiteX13" fmla="*/ 16768 w 92919"/>
                  <a:gd name="connsiteY13" fmla="*/ 46902 h 78294"/>
                  <a:gd name="connsiteX14" fmla="*/ 33535 w 92919"/>
                  <a:gd name="connsiteY14" fmla="*/ 63670 h 78294"/>
                  <a:gd name="connsiteX15" fmla="*/ 14625 w 92919"/>
                  <a:gd name="connsiteY15" fmla="*/ 63670 h 78294"/>
                  <a:gd name="connsiteX16" fmla="*/ 58500 w 92919"/>
                  <a:gd name="connsiteY16" fmla="*/ 63670 h 78294"/>
                  <a:gd name="connsiteX17" fmla="*/ 39590 w 92919"/>
                  <a:gd name="connsiteY17" fmla="*/ 63670 h 78294"/>
                  <a:gd name="connsiteX18" fmla="*/ 58500 w 92919"/>
                  <a:gd name="connsiteY18" fmla="*/ 44760 h 782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2919" h="78294">
                    <a:moveTo>
                      <a:pt x="92920" y="10340"/>
                    </a:moveTo>
                    <a:lnTo>
                      <a:pt x="82580" y="0"/>
                    </a:lnTo>
                    <a:lnTo>
                      <a:pt x="73125" y="9455"/>
                    </a:lnTo>
                    <a:lnTo>
                      <a:pt x="73125" y="5170"/>
                    </a:lnTo>
                    <a:lnTo>
                      <a:pt x="0" y="5170"/>
                    </a:lnTo>
                    <a:lnTo>
                      <a:pt x="0" y="78295"/>
                    </a:lnTo>
                    <a:lnTo>
                      <a:pt x="73125" y="78295"/>
                    </a:lnTo>
                    <a:lnTo>
                      <a:pt x="73125" y="30135"/>
                    </a:lnTo>
                    <a:close/>
                    <a:moveTo>
                      <a:pt x="14625" y="19795"/>
                    </a:moveTo>
                    <a:lnTo>
                      <a:pt x="58500" y="19795"/>
                    </a:lnTo>
                    <a:lnTo>
                      <a:pt x="58500" y="24080"/>
                    </a:lnTo>
                    <a:lnTo>
                      <a:pt x="36563" y="46018"/>
                    </a:lnTo>
                    <a:lnTo>
                      <a:pt x="27107" y="36562"/>
                    </a:lnTo>
                    <a:lnTo>
                      <a:pt x="16768" y="46902"/>
                    </a:lnTo>
                    <a:lnTo>
                      <a:pt x="33535" y="63670"/>
                    </a:lnTo>
                    <a:lnTo>
                      <a:pt x="14625" y="63670"/>
                    </a:lnTo>
                    <a:close/>
                    <a:moveTo>
                      <a:pt x="58500" y="63670"/>
                    </a:moveTo>
                    <a:lnTo>
                      <a:pt x="39590" y="63670"/>
                    </a:lnTo>
                    <a:lnTo>
                      <a:pt x="58500" y="44760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F21B1FF6-48C1-0085-2FBB-539A5B687ABB}"/>
                  </a:ext>
                </a:extLst>
              </p:cNvPr>
              <p:cNvSpPr/>
              <p:nvPr/>
            </p:nvSpPr>
            <p:spPr>
              <a:xfrm>
                <a:off x="2060595" y="3206210"/>
                <a:ext cx="58500" cy="14625"/>
              </a:xfrm>
              <a:custGeom>
                <a:avLst/>
                <a:gdLst>
                  <a:gd name="connsiteX0" fmla="*/ 0 w 58500"/>
                  <a:gd name="connsiteY0" fmla="*/ 0 h 14625"/>
                  <a:gd name="connsiteX1" fmla="*/ 58500 w 58500"/>
                  <a:gd name="connsiteY1" fmla="*/ 0 h 14625"/>
                  <a:gd name="connsiteX2" fmla="*/ 58500 w 58500"/>
                  <a:gd name="connsiteY2" fmla="*/ 14625 h 14625"/>
                  <a:gd name="connsiteX3" fmla="*/ 0 w 58500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00" h="14625">
                    <a:moveTo>
                      <a:pt x="0" y="0"/>
                    </a:moveTo>
                    <a:lnTo>
                      <a:pt x="58500" y="0"/>
                    </a:lnTo>
                    <a:lnTo>
                      <a:pt x="58500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82583823-DC02-2BD4-8E23-FB2D9B7C0CD1}"/>
                  </a:ext>
                </a:extLst>
              </p:cNvPr>
              <p:cNvSpPr/>
              <p:nvPr/>
            </p:nvSpPr>
            <p:spPr>
              <a:xfrm>
                <a:off x="2060595" y="3176960"/>
                <a:ext cx="58500" cy="14625"/>
              </a:xfrm>
              <a:custGeom>
                <a:avLst/>
                <a:gdLst>
                  <a:gd name="connsiteX0" fmla="*/ 0 w 58500"/>
                  <a:gd name="connsiteY0" fmla="*/ 0 h 14625"/>
                  <a:gd name="connsiteX1" fmla="*/ 58500 w 58500"/>
                  <a:gd name="connsiteY1" fmla="*/ 0 h 14625"/>
                  <a:gd name="connsiteX2" fmla="*/ 58500 w 58500"/>
                  <a:gd name="connsiteY2" fmla="*/ 14625 h 14625"/>
                  <a:gd name="connsiteX3" fmla="*/ 0 w 58500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00" h="14625">
                    <a:moveTo>
                      <a:pt x="0" y="0"/>
                    </a:moveTo>
                    <a:lnTo>
                      <a:pt x="58500" y="0"/>
                    </a:lnTo>
                    <a:lnTo>
                      <a:pt x="58500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E80E749E-1ED4-B9FB-9007-FBC90DFC63EE}"/>
                  </a:ext>
                </a:extLst>
              </p:cNvPr>
              <p:cNvSpPr/>
              <p:nvPr/>
            </p:nvSpPr>
            <p:spPr>
              <a:xfrm>
                <a:off x="2075220" y="3147710"/>
                <a:ext cx="43875" cy="14625"/>
              </a:xfrm>
              <a:custGeom>
                <a:avLst/>
                <a:gdLst>
                  <a:gd name="connsiteX0" fmla="*/ 0 w 43875"/>
                  <a:gd name="connsiteY0" fmla="*/ 0 h 14625"/>
                  <a:gd name="connsiteX1" fmla="*/ 43875 w 43875"/>
                  <a:gd name="connsiteY1" fmla="*/ 0 h 14625"/>
                  <a:gd name="connsiteX2" fmla="*/ 43875 w 43875"/>
                  <a:gd name="connsiteY2" fmla="*/ 14625 h 14625"/>
                  <a:gd name="connsiteX3" fmla="*/ 0 w 43875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3875" h="14625">
                    <a:moveTo>
                      <a:pt x="0" y="0"/>
                    </a:moveTo>
                    <a:lnTo>
                      <a:pt x="43875" y="0"/>
                    </a:lnTo>
                    <a:lnTo>
                      <a:pt x="43875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B09A62D7-A1A4-1976-DD7C-FA76BF038D40}"/>
                  </a:ext>
                </a:extLst>
              </p:cNvPr>
              <p:cNvSpPr/>
              <p:nvPr/>
            </p:nvSpPr>
            <p:spPr>
              <a:xfrm>
                <a:off x="2060595" y="3235460"/>
                <a:ext cx="58500" cy="14625"/>
              </a:xfrm>
              <a:custGeom>
                <a:avLst/>
                <a:gdLst>
                  <a:gd name="connsiteX0" fmla="*/ 0 w 58500"/>
                  <a:gd name="connsiteY0" fmla="*/ 0 h 14625"/>
                  <a:gd name="connsiteX1" fmla="*/ 58500 w 58500"/>
                  <a:gd name="connsiteY1" fmla="*/ 0 h 14625"/>
                  <a:gd name="connsiteX2" fmla="*/ 58500 w 58500"/>
                  <a:gd name="connsiteY2" fmla="*/ 14625 h 14625"/>
                  <a:gd name="connsiteX3" fmla="*/ 0 w 58500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00" h="14625">
                    <a:moveTo>
                      <a:pt x="0" y="0"/>
                    </a:moveTo>
                    <a:lnTo>
                      <a:pt x="58500" y="0"/>
                    </a:lnTo>
                    <a:lnTo>
                      <a:pt x="58500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ECFF431F-1CE9-B9A2-46CF-E921C4B924D8}"/>
                  </a:ext>
                </a:extLst>
              </p:cNvPr>
              <p:cNvSpPr/>
              <p:nvPr/>
            </p:nvSpPr>
            <p:spPr>
              <a:xfrm>
                <a:off x="2060595" y="3264710"/>
                <a:ext cx="58500" cy="14625"/>
              </a:xfrm>
              <a:custGeom>
                <a:avLst/>
                <a:gdLst>
                  <a:gd name="connsiteX0" fmla="*/ 0 w 58500"/>
                  <a:gd name="connsiteY0" fmla="*/ 0 h 14625"/>
                  <a:gd name="connsiteX1" fmla="*/ 58500 w 58500"/>
                  <a:gd name="connsiteY1" fmla="*/ 0 h 14625"/>
                  <a:gd name="connsiteX2" fmla="*/ 58500 w 58500"/>
                  <a:gd name="connsiteY2" fmla="*/ 14625 h 14625"/>
                  <a:gd name="connsiteX3" fmla="*/ 0 w 58500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00" h="14625">
                    <a:moveTo>
                      <a:pt x="0" y="0"/>
                    </a:moveTo>
                    <a:lnTo>
                      <a:pt x="58500" y="0"/>
                    </a:lnTo>
                    <a:lnTo>
                      <a:pt x="58500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65C1ABB1-E56E-0E4F-7DF4-E37DD04F725F}"/>
                  </a:ext>
                </a:extLst>
              </p:cNvPr>
              <p:cNvSpPr/>
              <p:nvPr/>
            </p:nvSpPr>
            <p:spPr>
              <a:xfrm>
                <a:off x="2060595" y="3293960"/>
                <a:ext cx="14625" cy="14625"/>
              </a:xfrm>
              <a:custGeom>
                <a:avLst/>
                <a:gdLst>
                  <a:gd name="connsiteX0" fmla="*/ 0 w 14625"/>
                  <a:gd name="connsiteY0" fmla="*/ 0 h 14625"/>
                  <a:gd name="connsiteX1" fmla="*/ 14625 w 14625"/>
                  <a:gd name="connsiteY1" fmla="*/ 0 h 14625"/>
                  <a:gd name="connsiteX2" fmla="*/ 14625 w 14625"/>
                  <a:gd name="connsiteY2" fmla="*/ 14625 h 14625"/>
                  <a:gd name="connsiteX3" fmla="*/ 0 w 14625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625" h="14625">
                    <a:moveTo>
                      <a:pt x="0" y="0"/>
                    </a:moveTo>
                    <a:lnTo>
                      <a:pt x="14625" y="0"/>
                    </a:lnTo>
                    <a:lnTo>
                      <a:pt x="14625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28C732D3-DA80-A38E-49DA-B8DAC3E1FBD8}"/>
                  </a:ext>
                </a:extLst>
              </p:cNvPr>
              <p:cNvSpPr/>
              <p:nvPr/>
            </p:nvSpPr>
            <p:spPr>
              <a:xfrm>
                <a:off x="2089845" y="3293960"/>
                <a:ext cx="14625" cy="14625"/>
              </a:xfrm>
              <a:custGeom>
                <a:avLst/>
                <a:gdLst>
                  <a:gd name="connsiteX0" fmla="*/ 0 w 14625"/>
                  <a:gd name="connsiteY0" fmla="*/ 0 h 14625"/>
                  <a:gd name="connsiteX1" fmla="*/ 14625 w 14625"/>
                  <a:gd name="connsiteY1" fmla="*/ 0 h 14625"/>
                  <a:gd name="connsiteX2" fmla="*/ 14625 w 14625"/>
                  <a:gd name="connsiteY2" fmla="*/ 14625 h 14625"/>
                  <a:gd name="connsiteX3" fmla="*/ 0 w 14625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625" h="14625">
                    <a:moveTo>
                      <a:pt x="0" y="0"/>
                    </a:moveTo>
                    <a:lnTo>
                      <a:pt x="14625" y="0"/>
                    </a:lnTo>
                    <a:lnTo>
                      <a:pt x="14625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E54AB23C-2C5E-395B-0B43-F96ADFE37569}"/>
                  </a:ext>
                </a:extLst>
              </p:cNvPr>
              <p:cNvSpPr/>
              <p:nvPr/>
            </p:nvSpPr>
            <p:spPr>
              <a:xfrm>
                <a:off x="2060595" y="3323210"/>
                <a:ext cx="58500" cy="14625"/>
              </a:xfrm>
              <a:custGeom>
                <a:avLst/>
                <a:gdLst>
                  <a:gd name="connsiteX0" fmla="*/ 0 w 58500"/>
                  <a:gd name="connsiteY0" fmla="*/ 0 h 14625"/>
                  <a:gd name="connsiteX1" fmla="*/ 58500 w 58500"/>
                  <a:gd name="connsiteY1" fmla="*/ 0 h 14625"/>
                  <a:gd name="connsiteX2" fmla="*/ 58500 w 58500"/>
                  <a:gd name="connsiteY2" fmla="*/ 14625 h 14625"/>
                  <a:gd name="connsiteX3" fmla="*/ 0 w 58500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500" h="14625">
                    <a:moveTo>
                      <a:pt x="0" y="0"/>
                    </a:moveTo>
                    <a:lnTo>
                      <a:pt x="58500" y="0"/>
                    </a:lnTo>
                    <a:lnTo>
                      <a:pt x="58500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4D2F374C-6A8B-995A-963F-7ACCD696615A}"/>
                  </a:ext>
                </a:extLst>
              </p:cNvPr>
              <p:cNvSpPr/>
              <p:nvPr/>
            </p:nvSpPr>
            <p:spPr>
              <a:xfrm>
                <a:off x="2060595" y="3352460"/>
                <a:ext cx="29250" cy="14625"/>
              </a:xfrm>
              <a:custGeom>
                <a:avLst/>
                <a:gdLst>
                  <a:gd name="connsiteX0" fmla="*/ 0 w 29250"/>
                  <a:gd name="connsiteY0" fmla="*/ 0 h 14625"/>
                  <a:gd name="connsiteX1" fmla="*/ 29250 w 29250"/>
                  <a:gd name="connsiteY1" fmla="*/ 0 h 14625"/>
                  <a:gd name="connsiteX2" fmla="*/ 29250 w 29250"/>
                  <a:gd name="connsiteY2" fmla="*/ 14625 h 14625"/>
                  <a:gd name="connsiteX3" fmla="*/ 0 w 29250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50" h="14625">
                    <a:moveTo>
                      <a:pt x="0" y="0"/>
                    </a:moveTo>
                    <a:lnTo>
                      <a:pt x="29250" y="0"/>
                    </a:lnTo>
                    <a:lnTo>
                      <a:pt x="29250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E5A6DDEB-925E-CC6D-FCD8-42BE0464827C}"/>
                  </a:ext>
                </a:extLst>
              </p:cNvPr>
              <p:cNvSpPr/>
              <p:nvPr/>
            </p:nvSpPr>
            <p:spPr>
              <a:xfrm>
                <a:off x="2060595" y="3381710"/>
                <a:ext cx="29250" cy="14625"/>
              </a:xfrm>
              <a:custGeom>
                <a:avLst/>
                <a:gdLst>
                  <a:gd name="connsiteX0" fmla="*/ 0 w 29250"/>
                  <a:gd name="connsiteY0" fmla="*/ 0 h 14625"/>
                  <a:gd name="connsiteX1" fmla="*/ 29250 w 29250"/>
                  <a:gd name="connsiteY1" fmla="*/ 0 h 14625"/>
                  <a:gd name="connsiteX2" fmla="*/ 29250 w 29250"/>
                  <a:gd name="connsiteY2" fmla="*/ 14625 h 14625"/>
                  <a:gd name="connsiteX3" fmla="*/ 0 w 29250"/>
                  <a:gd name="connsiteY3" fmla="*/ 14625 h 14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9250" h="14625">
                    <a:moveTo>
                      <a:pt x="0" y="0"/>
                    </a:moveTo>
                    <a:lnTo>
                      <a:pt x="29250" y="0"/>
                    </a:lnTo>
                    <a:lnTo>
                      <a:pt x="29250" y="14625"/>
                    </a:lnTo>
                    <a:lnTo>
                      <a:pt x="0" y="14625"/>
                    </a:lnTo>
                    <a:close/>
                  </a:path>
                </a:pathLst>
              </a:custGeom>
              <a:solidFill>
                <a:schemeClr val="bg1"/>
              </a:solidFill>
              <a:ln w="729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</p:grpSp>
        <p:grpSp>
          <p:nvGrpSpPr>
            <p:cNvPr id="26" name="Graphic 28">
              <a:extLst>
                <a:ext uri="{FF2B5EF4-FFF2-40B4-BE49-F238E27FC236}">
                  <a16:creationId xmlns:a16="http://schemas.microsoft.com/office/drawing/2014/main" id="{EBAB87FD-1828-FC7A-2B0F-D2F990F2B35B}"/>
                </a:ext>
              </a:extLst>
            </p:cNvPr>
            <p:cNvGrpSpPr/>
            <p:nvPr/>
          </p:nvGrpSpPr>
          <p:grpSpPr>
            <a:xfrm>
              <a:off x="8271336" y="3119736"/>
              <a:ext cx="468000" cy="468000"/>
              <a:chOff x="6747336" y="3084691"/>
              <a:chExt cx="468000" cy="468000"/>
            </a:xfrm>
          </p:grpSpPr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39F8B079-747B-8280-AC01-F525021F3E15}"/>
                  </a:ext>
                </a:extLst>
              </p:cNvPr>
              <p:cNvSpPr/>
              <p:nvPr/>
            </p:nvSpPr>
            <p:spPr>
              <a:xfrm>
                <a:off x="6927433" y="3154917"/>
                <a:ext cx="109199" cy="93580"/>
              </a:xfrm>
              <a:custGeom>
                <a:avLst/>
                <a:gdLst>
                  <a:gd name="connsiteX0" fmla="*/ 100558 w 109199"/>
                  <a:gd name="connsiteY0" fmla="*/ 9137 h 93580"/>
                  <a:gd name="connsiteX1" fmla="*/ 100230 w 109199"/>
                  <a:gd name="connsiteY1" fmla="*/ 8809 h 93580"/>
                  <a:gd name="connsiteX2" fmla="*/ 57144 w 109199"/>
                  <a:gd name="connsiteY2" fmla="*/ 8809 h 93580"/>
                  <a:gd name="connsiteX3" fmla="*/ 54599 w 109199"/>
                  <a:gd name="connsiteY3" fmla="*/ 11323 h 93580"/>
                  <a:gd name="connsiteX4" fmla="*/ 52056 w 109199"/>
                  <a:gd name="connsiteY4" fmla="*/ 8809 h 93580"/>
                  <a:gd name="connsiteX5" fmla="*/ 8969 w 109199"/>
                  <a:gd name="connsiteY5" fmla="*/ 8809 h 93580"/>
                  <a:gd name="connsiteX6" fmla="*/ 8642 w 109199"/>
                  <a:gd name="connsiteY6" fmla="*/ 51320 h 93580"/>
                  <a:gd name="connsiteX7" fmla="*/ 8969 w 109199"/>
                  <a:gd name="connsiteY7" fmla="*/ 51648 h 93580"/>
                  <a:gd name="connsiteX8" fmla="*/ 49116 w 109199"/>
                  <a:gd name="connsiteY8" fmla="*/ 91326 h 93580"/>
                  <a:gd name="connsiteX9" fmla="*/ 60085 w 109199"/>
                  <a:gd name="connsiteY9" fmla="*/ 91326 h 93580"/>
                  <a:gd name="connsiteX10" fmla="*/ 100231 w 109199"/>
                  <a:gd name="connsiteY10" fmla="*/ 51648 h 93580"/>
                  <a:gd name="connsiteX11" fmla="*/ 100558 w 109199"/>
                  <a:gd name="connsiteY11" fmla="*/ 9137 h 93580"/>
                  <a:gd name="connsiteX12" fmla="*/ 89462 w 109199"/>
                  <a:gd name="connsiteY12" fmla="*/ 40356 h 93580"/>
                  <a:gd name="connsiteX13" fmla="*/ 89262 w 109199"/>
                  <a:gd name="connsiteY13" fmla="*/ 40557 h 93580"/>
                  <a:gd name="connsiteX14" fmla="*/ 54599 w 109199"/>
                  <a:gd name="connsiteY14" fmla="*/ 74812 h 93580"/>
                  <a:gd name="connsiteX15" fmla="*/ 19937 w 109199"/>
                  <a:gd name="connsiteY15" fmla="*/ 40557 h 93580"/>
                  <a:gd name="connsiteX16" fmla="*/ 19736 w 109199"/>
                  <a:gd name="connsiteY16" fmla="*/ 20101 h 93580"/>
                  <a:gd name="connsiteX17" fmla="*/ 19937 w 109199"/>
                  <a:gd name="connsiteY17" fmla="*/ 19900 h 93580"/>
                  <a:gd name="connsiteX18" fmla="*/ 41086 w 109199"/>
                  <a:gd name="connsiteY18" fmla="*/ 19900 h 93580"/>
                  <a:gd name="connsiteX19" fmla="*/ 49114 w 109199"/>
                  <a:gd name="connsiteY19" fmla="*/ 27837 h 93580"/>
                  <a:gd name="connsiteX20" fmla="*/ 60083 w 109199"/>
                  <a:gd name="connsiteY20" fmla="*/ 27837 h 93580"/>
                  <a:gd name="connsiteX21" fmla="*/ 68111 w 109199"/>
                  <a:gd name="connsiteY21" fmla="*/ 19900 h 93580"/>
                  <a:gd name="connsiteX22" fmla="*/ 89260 w 109199"/>
                  <a:gd name="connsiteY22" fmla="*/ 19900 h 93580"/>
                  <a:gd name="connsiteX23" fmla="*/ 89462 w 109199"/>
                  <a:gd name="connsiteY23" fmla="*/ 40356 h 93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09199" h="93580">
                    <a:moveTo>
                      <a:pt x="100558" y="9137"/>
                    </a:moveTo>
                    <a:cubicBezTo>
                      <a:pt x="100450" y="9027"/>
                      <a:pt x="100340" y="8918"/>
                      <a:pt x="100230" y="8809"/>
                    </a:cubicBezTo>
                    <a:cubicBezTo>
                      <a:pt x="88270" y="-2936"/>
                      <a:pt x="69104" y="-2936"/>
                      <a:pt x="57144" y="8809"/>
                    </a:cubicBezTo>
                    <a:lnTo>
                      <a:pt x="54599" y="11323"/>
                    </a:lnTo>
                    <a:lnTo>
                      <a:pt x="52056" y="8809"/>
                    </a:lnTo>
                    <a:cubicBezTo>
                      <a:pt x="40095" y="-2936"/>
                      <a:pt x="20930" y="-2936"/>
                      <a:pt x="8969" y="8809"/>
                    </a:cubicBezTo>
                    <a:cubicBezTo>
                      <a:pt x="-2860" y="20458"/>
                      <a:pt x="-3008" y="39491"/>
                      <a:pt x="8642" y="51320"/>
                    </a:cubicBezTo>
                    <a:cubicBezTo>
                      <a:pt x="8750" y="51431"/>
                      <a:pt x="8859" y="51540"/>
                      <a:pt x="8969" y="51648"/>
                    </a:cubicBezTo>
                    <a:lnTo>
                      <a:pt x="49116" y="91326"/>
                    </a:lnTo>
                    <a:cubicBezTo>
                      <a:pt x="52154" y="94331"/>
                      <a:pt x="57047" y="94331"/>
                      <a:pt x="60085" y="91326"/>
                    </a:cubicBezTo>
                    <a:lnTo>
                      <a:pt x="100231" y="51648"/>
                    </a:lnTo>
                    <a:cubicBezTo>
                      <a:pt x="112060" y="40000"/>
                      <a:pt x="112206" y="20967"/>
                      <a:pt x="100558" y="9137"/>
                    </a:cubicBezTo>
                    <a:close/>
                    <a:moveTo>
                      <a:pt x="89462" y="40356"/>
                    </a:moveTo>
                    <a:cubicBezTo>
                      <a:pt x="89396" y="40424"/>
                      <a:pt x="89329" y="40491"/>
                      <a:pt x="89262" y="40557"/>
                    </a:cubicBezTo>
                    <a:lnTo>
                      <a:pt x="54599" y="74812"/>
                    </a:lnTo>
                    <a:lnTo>
                      <a:pt x="19937" y="40557"/>
                    </a:lnTo>
                    <a:cubicBezTo>
                      <a:pt x="14232" y="34964"/>
                      <a:pt x="14143" y="25806"/>
                      <a:pt x="19736" y="20101"/>
                    </a:cubicBezTo>
                    <a:cubicBezTo>
                      <a:pt x="19803" y="20034"/>
                      <a:pt x="19870" y="19966"/>
                      <a:pt x="19937" y="19900"/>
                    </a:cubicBezTo>
                    <a:cubicBezTo>
                      <a:pt x="25810" y="14142"/>
                      <a:pt x="35212" y="14142"/>
                      <a:pt x="41086" y="19900"/>
                    </a:cubicBezTo>
                    <a:lnTo>
                      <a:pt x="49114" y="27837"/>
                    </a:lnTo>
                    <a:cubicBezTo>
                      <a:pt x="52154" y="30839"/>
                      <a:pt x="57043" y="30839"/>
                      <a:pt x="60083" y="27837"/>
                    </a:cubicBezTo>
                    <a:lnTo>
                      <a:pt x="68111" y="19900"/>
                    </a:lnTo>
                    <a:cubicBezTo>
                      <a:pt x="73986" y="14146"/>
                      <a:pt x="83385" y="14146"/>
                      <a:pt x="89260" y="19900"/>
                    </a:cubicBezTo>
                    <a:cubicBezTo>
                      <a:pt x="94965" y="25493"/>
                      <a:pt x="95056" y="34652"/>
                      <a:pt x="89462" y="40356"/>
                    </a:cubicBezTo>
                    <a:close/>
                  </a:path>
                </a:pathLst>
              </a:custGeom>
              <a:solidFill>
                <a:schemeClr val="bg1"/>
              </a:solidFill>
              <a:ln w="9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139DE9FA-2D04-3F81-5D6C-BD5E194E168A}"/>
                  </a:ext>
                </a:extLst>
              </p:cNvPr>
              <p:cNvSpPr/>
              <p:nvPr/>
            </p:nvSpPr>
            <p:spPr>
              <a:xfrm>
                <a:off x="6872832" y="3084691"/>
                <a:ext cx="218399" cy="218403"/>
              </a:xfrm>
              <a:custGeom>
                <a:avLst/>
                <a:gdLst>
                  <a:gd name="connsiteX0" fmla="*/ 213739 w 218399"/>
                  <a:gd name="connsiteY0" fmla="*/ 90590 h 218403"/>
                  <a:gd name="connsiteX1" fmla="*/ 198656 w 218399"/>
                  <a:gd name="connsiteY1" fmla="*/ 83955 h 218403"/>
                  <a:gd name="connsiteX2" fmla="*/ 196283 w 218399"/>
                  <a:gd name="connsiteY2" fmla="*/ 76353 h 218403"/>
                  <a:gd name="connsiteX3" fmla="*/ 204643 w 218399"/>
                  <a:gd name="connsiteY3" fmla="*/ 61979 h 218403"/>
                  <a:gd name="connsiteX4" fmla="*/ 204707 w 218399"/>
                  <a:gd name="connsiteY4" fmla="*/ 54247 h 218403"/>
                  <a:gd name="connsiteX5" fmla="*/ 190368 w 218399"/>
                  <a:gd name="connsiteY5" fmla="*/ 34276 h 218403"/>
                  <a:gd name="connsiteX6" fmla="*/ 182834 w 218399"/>
                  <a:gd name="connsiteY6" fmla="*/ 31884 h 218403"/>
                  <a:gd name="connsiteX7" fmla="*/ 166937 w 218399"/>
                  <a:gd name="connsiteY7" fmla="*/ 35510 h 218403"/>
                  <a:gd name="connsiteX8" fmla="*/ 160778 w 218399"/>
                  <a:gd name="connsiteY8" fmla="*/ 30978 h 218403"/>
                  <a:gd name="connsiteX9" fmla="*/ 159244 w 218399"/>
                  <a:gd name="connsiteY9" fmla="*/ 14266 h 218403"/>
                  <a:gd name="connsiteX10" fmla="*/ 154753 w 218399"/>
                  <a:gd name="connsiteY10" fmla="*/ 7906 h 218403"/>
                  <a:gd name="connsiteX11" fmla="*/ 131673 w 218399"/>
                  <a:gd name="connsiteY11" fmla="*/ 174 h 218403"/>
                  <a:gd name="connsiteX12" fmla="*/ 124177 w 218399"/>
                  <a:gd name="connsiteY12" fmla="*/ 2703 h 218403"/>
                  <a:gd name="connsiteX13" fmla="*/ 113106 w 218399"/>
                  <a:gd name="connsiteY13" fmla="*/ 15508 h 218403"/>
                  <a:gd name="connsiteX14" fmla="*/ 105953 w 218399"/>
                  <a:gd name="connsiteY14" fmla="*/ 15508 h 218403"/>
                  <a:gd name="connsiteX15" fmla="*/ 94884 w 218399"/>
                  <a:gd name="connsiteY15" fmla="*/ 2702 h 218403"/>
                  <a:gd name="connsiteX16" fmla="*/ 87392 w 218399"/>
                  <a:gd name="connsiteY16" fmla="*/ 173 h 218403"/>
                  <a:gd name="connsiteX17" fmla="*/ 64304 w 218399"/>
                  <a:gd name="connsiteY17" fmla="*/ 7905 h 218403"/>
                  <a:gd name="connsiteX18" fmla="*/ 59814 w 218399"/>
                  <a:gd name="connsiteY18" fmla="*/ 14265 h 218403"/>
                  <a:gd name="connsiteX19" fmla="*/ 58280 w 218399"/>
                  <a:gd name="connsiteY19" fmla="*/ 30977 h 218403"/>
                  <a:gd name="connsiteX20" fmla="*/ 52122 w 218399"/>
                  <a:gd name="connsiteY20" fmla="*/ 35509 h 218403"/>
                  <a:gd name="connsiteX21" fmla="*/ 36228 w 218399"/>
                  <a:gd name="connsiteY21" fmla="*/ 31883 h 218403"/>
                  <a:gd name="connsiteX22" fmla="*/ 28694 w 218399"/>
                  <a:gd name="connsiteY22" fmla="*/ 34275 h 218403"/>
                  <a:gd name="connsiteX23" fmla="*/ 14351 w 218399"/>
                  <a:gd name="connsiteY23" fmla="*/ 54247 h 218403"/>
                  <a:gd name="connsiteX24" fmla="*/ 14415 w 218399"/>
                  <a:gd name="connsiteY24" fmla="*/ 61978 h 218403"/>
                  <a:gd name="connsiteX25" fmla="*/ 22775 w 218399"/>
                  <a:gd name="connsiteY25" fmla="*/ 76352 h 218403"/>
                  <a:gd name="connsiteX26" fmla="*/ 20421 w 218399"/>
                  <a:gd name="connsiteY26" fmla="*/ 83892 h 218403"/>
                  <a:gd name="connsiteX27" fmla="*/ 4753 w 218399"/>
                  <a:gd name="connsiteY27" fmla="*/ 90542 h 218403"/>
                  <a:gd name="connsiteX28" fmla="*/ 0 w 218399"/>
                  <a:gd name="connsiteY28" fmla="*/ 97725 h 218403"/>
                  <a:gd name="connsiteX29" fmla="*/ 0 w 218399"/>
                  <a:gd name="connsiteY29" fmla="*/ 120683 h 218403"/>
                  <a:gd name="connsiteX30" fmla="*/ 4753 w 218399"/>
                  <a:gd name="connsiteY30" fmla="*/ 127866 h 218403"/>
                  <a:gd name="connsiteX31" fmla="*/ 20421 w 218399"/>
                  <a:gd name="connsiteY31" fmla="*/ 134515 h 218403"/>
                  <a:gd name="connsiteX32" fmla="*/ 22775 w 218399"/>
                  <a:gd name="connsiteY32" fmla="*/ 142056 h 218403"/>
                  <a:gd name="connsiteX33" fmla="*/ 14415 w 218399"/>
                  <a:gd name="connsiteY33" fmla="*/ 156429 h 218403"/>
                  <a:gd name="connsiteX34" fmla="*/ 14354 w 218399"/>
                  <a:gd name="connsiteY34" fmla="*/ 164169 h 218403"/>
                  <a:gd name="connsiteX35" fmla="*/ 28685 w 218399"/>
                  <a:gd name="connsiteY35" fmla="*/ 184134 h 218403"/>
                  <a:gd name="connsiteX36" fmla="*/ 36222 w 218399"/>
                  <a:gd name="connsiteY36" fmla="*/ 186526 h 218403"/>
                  <a:gd name="connsiteX37" fmla="*/ 52120 w 218399"/>
                  <a:gd name="connsiteY37" fmla="*/ 182900 h 218403"/>
                  <a:gd name="connsiteX38" fmla="*/ 58278 w 218399"/>
                  <a:gd name="connsiteY38" fmla="*/ 187432 h 218403"/>
                  <a:gd name="connsiteX39" fmla="*/ 59812 w 218399"/>
                  <a:gd name="connsiteY39" fmla="*/ 204144 h 218403"/>
                  <a:gd name="connsiteX40" fmla="*/ 64302 w 218399"/>
                  <a:gd name="connsiteY40" fmla="*/ 210504 h 218403"/>
                  <a:gd name="connsiteX41" fmla="*/ 87382 w 218399"/>
                  <a:gd name="connsiteY41" fmla="*/ 218236 h 218403"/>
                  <a:gd name="connsiteX42" fmla="*/ 94877 w 218399"/>
                  <a:gd name="connsiteY42" fmla="*/ 215707 h 218403"/>
                  <a:gd name="connsiteX43" fmla="*/ 105952 w 218399"/>
                  <a:gd name="connsiteY43" fmla="*/ 202894 h 218403"/>
                  <a:gd name="connsiteX44" fmla="*/ 113101 w 218399"/>
                  <a:gd name="connsiteY44" fmla="*/ 202894 h 218403"/>
                  <a:gd name="connsiteX45" fmla="*/ 124176 w 218399"/>
                  <a:gd name="connsiteY45" fmla="*/ 215707 h 218403"/>
                  <a:gd name="connsiteX46" fmla="*/ 130076 w 218399"/>
                  <a:gd name="connsiteY46" fmla="*/ 218403 h 218403"/>
                  <a:gd name="connsiteX47" fmla="*/ 131672 w 218399"/>
                  <a:gd name="connsiteY47" fmla="*/ 218236 h 218403"/>
                  <a:gd name="connsiteX48" fmla="*/ 154752 w 218399"/>
                  <a:gd name="connsiteY48" fmla="*/ 210504 h 218403"/>
                  <a:gd name="connsiteX49" fmla="*/ 159243 w 218399"/>
                  <a:gd name="connsiteY49" fmla="*/ 204144 h 218403"/>
                  <a:gd name="connsiteX50" fmla="*/ 160778 w 218399"/>
                  <a:gd name="connsiteY50" fmla="*/ 187432 h 218403"/>
                  <a:gd name="connsiteX51" fmla="*/ 166936 w 218399"/>
                  <a:gd name="connsiteY51" fmla="*/ 182907 h 218403"/>
                  <a:gd name="connsiteX52" fmla="*/ 182829 w 218399"/>
                  <a:gd name="connsiteY52" fmla="*/ 186525 h 218403"/>
                  <a:gd name="connsiteX53" fmla="*/ 190363 w 218399"/>
                  <a:gd name="connsiteY53" fmla="*/ 184133 h 218403"/>
                  <a:gd name="connsiteX54" fmla="*/ 204706 w 218399"/>
                  <a:gd name="connsiteY54" fmla="*/ 164161 h 218403"/>
                  <a:gd name="connsiteX55" fmla="*/ 204642 w 218399"/>
                  <a:gd name="connsiteY55" fmla="*/ 156429 h 218403"/>
                  <a:gd name="connsiteX56" fmla="*/ 196282 w 218399"/>
                  <a:gd name="connsiteY56" fmla="*/ 142056 h 218403"/>
                  <a:gd name="connsiteX57" fmla="*/ 198651 w 218399"/>
                  <a:gd name="connsiteY57" fmla="*/ 134454 h 218403"/>
                  <a:gd name="connsiteX58" fmla="*/ 213738 w 218399"/>
                  <a:gd name="connsiteY58" fmla="*/ 127819 h 218403"/>
                  <a:gd name="connsiteX59" fmla="*/ 218399 w 218399"/>
                  <a:gd name="connsiteY59" fmla="*/ 120682 h 218403"/>
                  <a:gd name="connsiteX60" fmla="*/ 218399 w 218399"/>
                  <a:gd name="connsiteY60" fmla="*/ 97724 h 218403"/>
                  <a:gd name="connsiteX61" fmla="*/ 213739 w 218399"/>
                  <a:gd name="connsiteY61" fmla="*/ 90590 h 218403"/>
                  <a:gd name="connsiteX62" fmla="*/ 202801 w 218399"/>
                  <a:gd name="connsiteY62" fmla="*/ 115597 h 218403"/>
                  <a:gd name="connsiteX63" fmla="*/ 188869 w 218399"/>
                  <a:gd name="connsiteY63" fmla="*/ 121721 h 218403"/>
                  <a:gd name="connsiteX64" fmla="*/ 184406 w 218399"/>
                  <a:gd name="connsiteY64" fmla="*/ 127114 h 218403"/>
                  <a:gd name="connsiteX65" fmla="*/ 180456 w 218399"/>
                  <a:gd name="connsiteY65" fmla="*/ 139743 h 218403"/>
                  <a:gd name="connsiteX66" fmla="*/ 180917 w 218399"/>
                  <a:gd name="connsiteY66" fmla="*/ 146660 h 218403"/>
                  <a:gd name="connsiteX67" fmla="*/ 188861 w 218399"/>
                  <a:gd name="connsiteY67" fmla="*/ 160326 h 218403"/>
                  <a:gd name="connsiteX68" fmla="*/ 181713 w 218399"/>
                  <a:gd name="connsiteY68" fmla="*/ 170273 h 218403"/>
                  <a:gd name="connsiteX69" fmla="*/ 166627 w 218399"/>
                  <a:gd name="connsiteY69" fmla="*/ 166839 h 218403"/>
                  <a:gd name="connsiteX70" fmla="*/ 159740 w 218399"/>
                  <a:gd name="connsiteY70" fmla="*/ 168583 h 218403"/>
                  <a:gd name="connsiteX71" fmla="*/ 149271 w 218399"/>
                  <a:gd name="connsiteY71" fmla="*/ 176299 h 218403"/>
                  <a:gd name="connsiteX72" fmla="*/ 145595 w 218399"/>
                  <a:gd name="connsiteY72" fmla="*/ 182225 h 218403"/>
                  <a:gd name="connsiteX73" fmla="*/ 144132 w 218399"/>
                  <a:gd name="connsiteY73" fmla="*/ 198130 h 218403"/>
                  <a:gd name="connsiteX74" fmla="*/ 132886 w 218399"/>
                  <a:gd name="connsiteY74" fmla="*/ 201924 h 218403"/>
                  <a:gd name="connsiteX75" fmla="*/ 122572 w 218399"/>
                  <a:gd name="connsiteY75" fmla="*/ 189996 h 218403"/>
                  <a:gd name="connsiteX76" fmla="*/ 116672 w 218399"/>
                  <a:gd name="connsiteY76" fmla="*/ 187299 h 218403"/>
                  <a:gd name="connsiteX77" fmla="*/ 102387 w 218399"/>
                  <a:gd name="connsiteY77" fmla="*/ 187299 h 218403"/>
                  <a:gd name="connsiteX78" fmla="*/ 96487 w 218399"/>
                  <a:gd name="connsiteY78" fmla="*/ 189996 h 218403"/>
                  <a:gd name="connsiteX79" fmla="*/ 86173 w 218399"/>
                  <a:gd name="connsiteY79" fmla="*/ 201924 h 218403"/>
                  <a:gd name="connsiteX80" fmla="*/ 74927 w 218399"/>
                  <a:gd name="connsiteY80" fmla="*/ 198130 h 218403"/>
                  <a:gd name="connsiteX81" fmla="*/ 73464 w 218399"/>
                  <a:gd name="connsiteY81" fmla="*/ 182225 h 218403"/>
                  <a:gd name="connsiteX82" fmla="*/ 69790 w 218399"/>
                  <a:gd name="connsiteY82" fmla="*/ 176299 h 218403"/>
                  <a:gd name="connsiteX83" fmla="*/ 59308 w 218399"/>
                  <a:gd name="connsiteY83" fmla="*/ 168583 h 218403"/>
                  <a:gd name="connsiteX84" fmla="*/ 52430 w 218399"/>
                  <a:gd name="connsiteY84" fmla="*/ 166839 h 218403"/>
                  <a:gd name="connsiteX85" fmla="*/ 37347 w 218399"/>
                  <a:gd name="connsiteY85" fmla="*/ 170273 h 218403"/>
                  <a:gd name="connsiteX86" fmla="*/ 30199 w 218399"/>
                  <a:gd name="connsiteY86" fmla="*/ 160318 h 218403"/>
                  <a:gd name="connsiteX87" fmla="*/ 38143 w 218399"/>
                  <a:gd name="connsiteY87" fmla="*/ 146660 h 218403"/>
                  <a:gd name="connsiteX88" fmla="*/ 38604 w 218399"/>
                  <a:gd name="connsiteY88" fmla="*/ 139743 h 218403"/>
                  <a:gd name="connsiteX89" fmla="*/ 34654 w 218399"/>
                  <a:gd name="connsiteY89" fmla="*/ 127114 h 218403"/>
                  <a:gd name="connsiteX90" fmla="*/ 30099 w 218399"/>
                  <a:gd name="connsiteY90" fmla="*/ 121676 h 218403"/>
                  <a:gd name="connsiteX91" fmla="*/ 15600 w 218399"/>
                  <a:gd name="connsiteY91" fmla="*/ 115521 h 218403"/>
                  <a:gd name="connsiteX92" fmla="*/ 15600 w 218399"/>
                  <a:gd name="connsiteY92" fmla="*/ 102891 h 218403"/>
                  <a:gd name="connsiteX93" fmla="*/ 30099 w 218399"/>
                  <a:gd name="connsiteY93" fmla="*/ 96737 h 218403"/>
                  <a:gd name="connsiteX94" fmla="*/ 34654 w 218399"/>
                  <a:gd name="connsiteY94" fmla="*/ 91298 h 218403"/>
                  <a:gd name="connsiteX95" fmla="*/ 38604 w 218399"/>
                  <a:gd name="connsiteY95" fmla="*/ 78669 h 218403"/>
                  <a:gd name="connsiteX96" fmla="*/ 38143 w 218399"/>
                  <a:gd name="connsiteY96" fmla="*/ 71753 h 218403"/>
                  <a:gd name="connsiteX97" fmla="*/ 30199 w 218399"/>
                  <a:gd name="connsiteY97" fmla="*/ 58087 h 218403"/>
                  <a:gd name="connsiteX98" fmla="*/ 37347 w 218399"/>
                  <a:gd name="connsiteY98" fmla="*/ 48139 h 218403"/>
                  <a:gd name="connsiteX99" fmla="*/ 52434 w 218399"/>
                  <a:gd name="connsiteY99" fmla="*/ 51574 h 218403"/>
                  <a:gd name="connsiteX100" fmla="*/ 59320 w 218399"/>
                  <a:gd name="connsiteY100" fmla="*/ 49830 h 218403"/>
                  <a:gd name="connsiteX101" fmla="*/ 69790 w 218399"/>
                  <a:gd name="connsiteY101" fmla="*/ 42114 h 218403"/>
                  <a:gd name="connsiteX102" fmla="*/ 73465 w 218399"/>
                  <a:gd name="connsiteY102" fmla="*/ 36188 h 218403"/>
                  <a:gd name="connsiteX103" fmla="*/ 74928 w 218399"/>
                  <a:gd name="connsiteY103" fmla="*/ 20283 h 218403"/>
                  <a:gd name="connsiteX104" fmla="*/ 86178 w 218399"/>
                  <a:gd name="connsiteY104" fmla="*/ 16483 h 218403"/>
                  <a:gd name="connsiteX105" fmla="*/ 96488 w 218399"/>
                  <a:gd name="connsiteY105" fmla="*/ 28411 h 218403"/>
                  <a:gd name="connsiteX106" fmla="*/ 102388 w 218399"/>
                  <a:gd name="connsiteY106" fmla="*/ 31108 h 218403"/>
                  <a:gd name="connsiteX107" fmla="*/ 116673 w 218399"/>
                  <a:gd name="connsiteY107" fmla="*/ 31108 h 218403"/>
                  <a:gd name="connsiteX108" fmla="*/ 122573 w 218399"/>
                  <a:gd name="connsiteY108" fmla="*/ 28411 h 218403"/>
                  <a:gd name="connsiteX109" fmla="*/ 132887 w 218399"/>
                  <a:gd name="connsiteY109" fmla="*/ 16483 h 218403"/>
                  <a:gd name="connsiteX110" fmla="*/ 144133 w 218399"/>
                  <a:gd name="connsiteY110" fmla="*/ 20283 h 218403"/>
                  <a:gd name="connsiteX111" fmla="*/ 145596 w 218399"/>
                  <a:gd name="connsiteY111" fmla="*/ 36188 h 218403"/>
                  <a:gd name="connsiteX112" fmla="*/ 149272 w 218399"/>
                  <a:gd name="connsiteY112" fmla="*/ 42114 h 218403"/>
                  <a:gd name="connsiteX113" fmla="*/ 159753 w 218399"/>
                  <a:gd name="connsiteY113" fmla="*/ 49830 h 218403"/>
                  <a:gd name="connsiteX114" fmla="*/ 166631 w 218399"/>
                  <a:gd name="connsiteY114" fmla="*/ 51574 h 218403"/>
                  <a:gd name="connsiteX115" fmla="*/ 181718 w 218399"/>
                  <a:gd name="connsiteY115" fmla="*/ 48139 h 218403"/>
                  <a:gd name="connsiteX116" fmla="*/ 188862 w 218399"/>
                  <a:gd name="connsiteY116" fmla="*/ 58087 h 218403"/>
                  <a:gd name="connsiteX117" fmla="*/ 180918 w 218399"/>
                  <a:gd name="connsiteY117" fmla="*/ 71753 h 218403"/>
                  <a:gd name="connsiteX118" fmla="*/ 180457 w 218399"/>
                  <a:gd name="connsiteY118" fmla="*/ 78669 h 218403"/>
                  <a:gd name="connsiteX119" fmla="*/ 184411 w 218399"/>
                  <a:gd name="connsiteY119" fmla="*/ 91298 h 218403"/>
                  <a:gd name="connsiteX120" fmla="*/ 188874 w 218399"/>
                  <a:gd name="connsiteY120" fmla="*/ 96691 h 218403"/>
                  <a:gd name="connsiteX121" fmla="*/ 202802 w 218399"/>
                  <a:gd name="connsiteY121" fmla="*/ 102815 h 218403"/>
                  <a:gd name="connsiteX122" fmla="*/ 202802 w 218399"/>
                  <a:gd name="connsiteY122" fmla="*/ 115597 h 218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</a:cxnLst>
                <a:rect l="l" t="t" r="r" b="b"/>
                <a:pathLst>
                  <a:path w="218399" h="218403">
                    <a:moveTo>
                      <a:pt x="213739" y="90590"/>
                    </a:moveTo>
                    <a:lnTo>
                      <a:pt x="198656" y="83955"/>
                    </a:lnTo>
                    <a:cubicBezTo>
                      <a:pt x="197947" y="81296"/>
                      <a:pt x="197160" y="78775"/>
                      <a:pt x="196283" y="76353"/>
                    </a:cubicBezTo>
                    <a:lnTo>
                      <a:pt x="204643" y="61979"/>
                    </a:lnTo>
                    <a:cubicBezTo>
                      <a:pt x="206032" y="59595"/>
                      <a:pt x="206056" y="56655"/>
                      <a:pt x="204707" y="54247"/>
                    </a:cubicBezTo>
                    <a:cubicBezTo>
                      <a:pt x="200678" y="47081"/>
                      <a:pt x="195870" y="40383"/>
                      <a:pt x="190368" y="34276"/>
                    </a:cubicBezTo>
                    <a:cubicBezTo>
                      <a:pt x="188485" y="32157"/>
                      <a:pt x="185594" y="31239"/>
                      <a:pt x="182834" y="31884"/>
                    </a:cubicBezTo>
                    <a:lnTo>
                      <a:pt x="166937" y="35510"/>
                    </a:lnTo>
                    <a:cubicBezTo>
                      <a:pt x="164960" y="33926"/>
                      <a:pt x="162907" y="32415"/>
                      <a:pt x="160778" y="30978"/>
                    </a:cubicBezTo>
                    <a:lnTo>
                      <a:pt x="159244" y="14266"/>
                    </a:lnTo>
                    <a:cubicBezTo>
                      <a:pt x="158990" y="11496"/>
                      <a:pt x="157278" y="9072"/>
                      <a:pt x="154753" y="7906"/>
                    </a:cubicBezTo>
                    <a:cubicBezTo>
                      <a:pt x="147378" y="4460"/>
                      <a:pt x="139635" y="1867"/>
                      <a:pt x="131673" y="174"/>
                    </a:cubicBezTo>
                    <a:cubicBezTo>
                      <a:pt x="128900" y="-425"/>
                      <a:pt x="126021" y="546"/>
                      <a:pt x="124177" y="2703"/>
                    </a:cubicBezTo>
                    <a:lnTo>
                      <a:pt x="113106" y="15508"/>
                    </a:lnTo>
                    <a:lnTo>
                      <a:pt x="105953" y="15508"/>
                    </a:lnTo>
                    <a:lnTo>
                      <a:pt x="94884" y="2702"/>
                    </a:lnTo>
                    <a:cubicBezTo>
                      <a:pt x="93039" y="550"/>
                      <a:pt x="90164" y="-420"/>
                      <a:pt x="87392" y="173"/>
                    </a:cubicBezTo>
                    <a:cubicBezTo>
                      <a:pt x="79427" y="1865"/>
                      <a:pt x="71682" y="4459"/>
                      <a:pt x="64304" y="7905"/>
                    </a:cubicBezTo>
                    <a:cubicBezTo>
                      <a:pt x="61779" y="9071"/>
                      <a:pt x="60068" y="11496"/>
                      <a:pt x="59814" y="14265"/>
                    </a:cubicBezTo>
                    <a:lnTo>
                      <a:pt x="58280" y="30977"/>
                    </a:lnTo>
                    <a:cubicBezTo>
                      <a:pt x="56146" y="32417"/>
                      <a:pt x="54094" y="33928"/>
                      <a:pt x="52122" y="35509"/>
                    </a:cubicBezTo>
                    <a:lnTo>
                      <a:pt x="36228" y="31883"/>
                    </a:lnTo>
                    <a:cubicBezTo>
                      <a:pt x="33469" y="31239"/>
                      <a:pt x="30578" y="32157"/>
                      <a:pt x="28694" y="34275"/>
                    </a:cubicBezTo>
                    <a:cubicBezTo>
                      <a:pt x="23189" y="40381"/>
                      <a:pt x="18379" y="47079"/>
                      <a:pt x="14351" y="54247"/>
                    </a:cubicBezTo>
                    <a:cubicBezTo>
                      <a:pt x="13002" y="56653"/>
                      <a:pt x="13027" y="59594"/>
                      <a:pt x="14415" y="61978"/>
                    </a:cubicBezTo>
                    <a:lnTo>
                      <a:pt x="22775" y="76352"/>
                    </a:lnTo>
                    <a:cubicBezTo>
                      <a:pt x="21906" y="78759"/>
                      <a:pt x="21126" y="81257"/>
                      <a:pt x="20421" y="83892"/>
                    </a:cubicBezTo>
                    <a:lnTo>
                      <a:pt x="4753" y="90542"/>
                    </a:lnTo>
                    <a:cubicBezTo>
                      <a:pt x="1871" y="91766"/>
                      <a:pt x="0" y="94594"/>
                      <a:pt x="0" y="97725"/>
                    </a:cubicBezTo>
                    <a:lnTo>
                      <a:pt x="0" y="120683"/>
                    </a:lnTo>
                    <a:cubicBezTo>
                      <a:pt x="0" y="123814"/>
                      <a:pt x="1871" y="126642"/>
                      <a:pt x="4753" y="127866"/>
                    </a:cubicBezTo>
                    <a:lnTo>
                      <a:pt x="20421" y="134515"/>
                    </a:lnTo>
                    <a:cubicBezTo>
                      <a:pt x="21126" y="137151"/>
                      <a:pt x="21906" y="139650"/>
                      <a:pt x="22775" y="142056"/>
                    </a:cubicBezTo>
                    <a:lnTo>
                      <a:pt x="14415" y="156429"/>
                    </a:lnTo>
                    <a:cubicBezTo>
                      <a:pt x="13025" y="158816"/>
                      <a:pt x="13003" y="161760"/>
                      <a:pt x="14354" y="164169"/>
                    </a:cubicBezTo>
                    <a:cubicBezTo>
                      <a:pt x="18384" y="171329"/>
                      <a:pt x="23190" y="178025"/>
                      <a:pt x="28685" y="184134"/>
                    </a:cubicBezTo>
                    <a:cubicBezTo>
                      <a:pt x="30567" y="186257"/>
                      <a:pt x="33462" y="187175"/>
                      <a:pt x="36222" y="186526"/>
                    </a:cubicBezTo>
                    <a:lnTo>
                      <a:pt x="52120" y="182900"/>
                    </a:lnTo>
                    <a:cubicBezTo>
                      <a:pt x="54096" y="184484"/>
                      <a:pt x="56149" y="185995"/>
                      <a:pt x="58278" y="187432"/>
                    </a:cubicBezTo>
                    <a:lnTo>
                      <a:pt x="59812" y="204144"/>
                    </a:lnTo>
                    <a:cubicBezTo>
                      <a:pt x="60066" y="206914"/>
                      <a:pt x="61778" y="209338"/>
                      <a:pt x="64302" y="210504"/>
                    </a:cubicBezTo>
                    <a:cubicBezTo>
                      <a:pt x="71677" y="213950"/>
                      <a:pt x="79421" y="216543"/>
                      <a:pt x="87382" y="218236"/>
                    </a:cubicBezTo>
                    <a:cubicBezTo>
                      <a:pt x="90154" y="218814"/>
                      <a:pt x="93023" y="217847"/>
                      <a:pt x="94877" y="215707"/>
                    </a:cubicBezTo>
                    <a:lnTo>
                      <a:pt x="105952" y="202894"/>
                    </a:lnTo>
                    <a:lnTo>
                      <a:pt x="113101" y="202894"/>
                    </a:lnTo>
                    <a:lnTo>
                      <a:pt x="124176" y="215707"/>
                    </a:lnTo>
                    <a:cubicBezTo>
                      <a:pt x="125658" y="217419"/>
                      <a:pt x="127811" y="218402"/>
                      <a:pt x="130076" y="218403"/>
                    </a:cubicBezTo>
                    <a:cubicBezTo>
                      <a:pt x="130612" y="218404"/>
                      <a:pt x="131147" y="218348"/>
                      <a:pt x="131672" y="218236"/>
                    </a:cubicBezTo>
                    <a:cubicBezTo>
                      <a:pt x="139634" y="216543"/>
                      <a:pt x="147377" y="213950"/>
                      <a:pt x="154752" y="210504"/>
                    </a:cubicBezTo>
                    <a:cubicBezTo>
                      <a:pt x="157277" y="209338"/>
                      <a:pt x="158988" y="206913"/>
                      <a:pt x="159243" y="204144"/>
                    </a:cubicBezTo>
                    <a:lnTo>
                      <a:pt x="160778" y="187432"/>
                    </a:lnTo>
                    <a:cubicBezTo>
                      <a:pt x="162911" y="185991"/>
                      <a:pt x="164963" y="184484"/>
                      <a:pt x="166936" y="182907"/>
                    </a:cubicBezTo>
                    <a:lnTo>
                      <a:pt x="182829" y="186525"/>
                    </a:lnTo>
                    <a:cubicBezTo>
                      <a:pt x="185589" y="187173"/>
                      <a:pt x="188482" y="186255"/>
                      <a:pt x="190363" y="184133"/>
                    </a:cubicBezTo>
                    <a:cubicBezTo>
                      <a:pt x="195868" y="178027"/>
                      <a:pt x="200678" y="171328"/>
                      <a:pt x="204706" y="164161"/>
                    </a:cubicBezTo>
                    <a:cubicBezTo>
                      <a:pt x="206056" y="161754"/>
                      <a:pt x="206030" y="158813"/>
                      <a:pt x="204642" y="156429"/>
                    </a:cubicBezTo>
                    <a:lnTo>
                      <a:pt x="196282" y="142056"/>
                    </a:lnTo>
                    <a:cubicBezTo>
                      <a:pt x="197158" y="139634"/>
                      <a:pt x="197943" y="137113"/>
                      <a:pt x="198651" y="134454"/>
                    </a:cubicBezTo>
                    <a:lnTo>
                      <a:pt x="213738" y="127819"/>
                    </a:lnTo>
                    <a:cubicBezTo>
                      <a:pt x="216570" y="126576"/>
                      <a:pt x="218400" y="123775"/>
                      <a:pt x="218399" y="120682"/>
                    </a:cubicBezTo>
                    <a:lnTo>
                      <a:pt x="218399" y="97724"/>
                    </a:lnTo>
                    <a:cubicBezTo>
                      <a:pt x="218401" y="94634"/>
                      <a:pt x="216572" y="91833"/>
                      <a:pt x="213739" y="90590"/>
                    </a:cubicBezTo>
                    <a:close/>
                    <a:moveTo>
                      <a:pt x="202801" y="115597"/>
                    </a:moveTo>
                    <a:lnTo>
                      <a:pt x="188869" y="121721"/>
                    </a:lnTo>
                    <a:cubicBezTo>
                      <a:pt x="186612" y="122713"/>
                      <a:pt x="184958" y="124713"/>
                      <a:pt x="184406" y="127114"/>
                    </a:cubicBezTo>
                    <a:cubicBezTo>
                      <a:pt x="183449" y="131428"/>
                      <a:pt x="182128" y="135653"/>
                      <a:pt x="180456" y="139743"/>
                    </a:cubicBezTo>
                    <a:cubicBezTo>
                      <a:pt x="179520" y="141994"/>
                      <a:pt x="179691" y="144553"/>
                      <a:pt x="180917" y="146660"/>
                    </a:cubicBezTo>
                    <a:lnTo>
                      <a:pt x="188861" y="160326"/>
                    </a:lnTo>
                    <a:cubicBezTo>
                      <a:pt x="186692" y="163790"/>
                      <a:pt x="184304" y="167113"/>
                      <a:pt x="181713" y="170273"/>
                    </a:cubicBezTo>
                    <a:lnTo>
                      <a:pt x="166627" y="166839"/>
                    </a:lnTo>
                    <a:cubicBezTo>
                      <a:pt x="164184" y="166269"/>
                      <a:pt x="161617" y="166919"/>
                      <a:pt x="159740" y="168583"/>
                    </a:cubicBezTo>
                    <a:cubicBezTo>
                      <a:pt x="156474" y="171445"/>
                      <a:pt x="152972" y="174026"/>
                      <a:pt x="149271" y="176299"/>
                    </a:cubicBezTo>
                    <a:cubicBezTo>
                      <a:pt x="147181" y="177586"/>
                      <a:pt x="145819" y="179782"/>
                      <a:pt x="145595" y="182225"/>
                    </a:cubicBezTo>
                    <a:lnTo>
                      <a:pt x="144132" y="198130"/>
                    </a:lnTo>
                    <a:cubicBezTo>
                      <a:pt x="140469" y="199637"/>
                      <a:pt x="136713" y="200904"/>
                      <a:pt x="132886" y="201924"/>
                    </a:cubicBezTo>
                    <a:lnTo>
                      <a:pt x="122572" y="189996"/>
                    </a:lnTo>
                    <a:cubicBezTo>
                      <a:pt x="121091" y="188283"/>
                      <a:pt x="118937" y="187298"/>
                      <a:pt x="116672" y="187299"/>
                    </a:cubicBezTo>
                    <a:lnTo>
                      <a:pt x="102387" y="187299"/>
                    </a:lnTo>
                    <a:cubicBezTo>
                      <a:pt x="100122" y="187298"/>
                      <a:pt x="97969" y="188282"/>
                      <a:pt x="96487" y="189996"/>
                    </a:cubicBezTo>
                    <a:lnTo>
                      <a:pt x="86173" y="201924"/>
                    </a:lnTo>
                    <a:cubicBezTo>
                      <a:pt x="82347" y="200904"/>
                      <a:pt x="78590" y="199638"/>
                      <a:pt x="74927" y="198130"/>
                    </a:cubicBezTo>
                    <a:lnTo>
                      <a:pt x="73464" y="182225"/>
                    </a:lnTo>
                    <a:cubicBezTo>
                      <a:pt x="73241" y="179781"/>
                      <a:pt x="71879" y="177585"/>
                      <a:pt x="69790" y="176299"/>
                    </a:cubicBezTo>
                    <a:cubicBezTo>
                      <a:pt x="66086" y="174023"/>
                      <a:pt x="62580" y="171443"/>
                      <a:pt x="59308" y="168583"/>
                    </a:cubicBezTo>
                    <a:cubicBezTo>
                      <a:pt x="57434" y="166920"/>
                      <a:pt x="54870" y="166270"/>
                      <a:pt x="52430" y="166839"/>
                    </a:cubicBezTo>
                    <a:lnTo>
                      <a:pt x="37347" y="170273"/>
                    </a:lnTo>
                    <a:cubicBezTo>
                      <a:pt x="34754" y="167112"/>
                      <a:pt x="32366" y="163786"/>
                      <a:pt x="30199" y="160318"/>
                    </a:cubicBezTo>
                    <a:lnTo>
                      <a:pt x="38143" y="146660"/>
                    </a:lnTo>
                    <a:cubicBezTo>
                      <a:pt x="39370" y="144553"/>
                      <a:pt x="39540" y="141995"/>
                      <a:pt x="38604" y="139743"/>
                    </a:cubicBezTo>
                    <a:cubicBezTo>
                      <a:pt x="36932" y="135653"/>
                      <a:pt x="35611" y="131428"/>
                      <a:pt x="34654" y="127114"/>
                    </a:cubicBezTo>
                    <a:cubicBezTo>
                      <a:pt x="34094" y="124677"/>
                      <a:pt x="32401" y="122654"/>
                      <a:pt x="30099" y="121676"/>
                    </a:cubicBezTo>
                    <a:lnTo>
                      <a:pt x="15600" y="115521"/>
                    </a:lnTo>
                    <a:lnTo>
                      <a:pt x="15600" y="102891"/>
                    </a:lnTo>
                    <a:lnTo>
                      <a:pt x="30099" y="96737"/>
                    </a:lnTo>
                    <a:cubicBezTo>
                      <a:pt x="32401" y="95758"/>
                      <a:pt x="34094" y="93736"/>
                      <a:pt x="34654" y="91298"/>
                    </a:cubicBezTo>
                    <a:cubicBezTo>
                      <a:pt x="35611" y="86984"/>
                      <a:pt x="36932" y="82759"/>
                      <a:pt x="38604" y="78669"/>
                    </a:cubicBezTo>
                    <a:cubicBezTo>
                      <a:pt x="39540" y="76419"/>
                      <a:pt x="39370" y="73860"/>
                      <a:pt x="38143" y="71753"/>
                    </a:cubicBezTo>
                    <a:lnTo>
                      <a:pt x="30199" y="58087"/>
                    </a:lnTo>
                    <a:cubicBezTo>
                      <a:pt x="32368" y="54623"/>
                      <a:pt x="34756" y="51300"/>
                      <a:pt x="37347" y="48139"/>
                    </a:cubicBezTo>
                    <a:lnTo>
                      <a:pt x="52434" y="51574"/>
                    </a:lnTo>
                    <a:cubicBezTo>
                      <a:pt x="54876" y="52142"/>
                      <a:pt x="57442" y="51492"/>
                      <a:pt x="59320" y="49830"/>
                    </a:cubicBezTo>
                    <a:cubicBezTo>
                      <a:pt x="62586" y="46967"/>
                      <a:pt x="66088" y="44386"/>
                      <a:pt x="69790" y="42114"/>
                    </a:cubicBezTo>
                    <a:cubicBezTo>
                      <a:pt x="71878" y="40826"/>
                      <a:pt x="73239" y="38631"/>
                      <a:pt x="73465" y="36188"/>
                    </a:cubicBezTo>
                    <a:lnTo>
                      <a:pt x="74928" y="20283"/>
                    </a:lnTo>
                    <a:cubicBezTo>
                      <a:pt x="78593" y="18778"/>
                      <a:pt x="82351" y="17509"/>
                      <a:pt x="86178" y="16483"/>
                    </a:cubicBezTo>
                    <a:lnTo>
                      <a:pt x="96488" y="28411"/>
                    </a:lnTo>
                    <a:cubicBezTo>
                      <a:pt x="97969" y="30124"/>
                      <a:pt x="100123" y="31109"/>
                      <a:pt x="102388" y="31108"/>
                    </a:cubicBezTo>
                    <a:lnTo>
                      <a:pt x="116673" y="31108"/>
                    </a:lnTo>
                    <a:cubicBezTo>
                      <a:pt x="118938" y="31109"/>
                      <a:pt x="121091" y="30125"/>
                      <a:pt x="122573" y="28411"/>
                    </a:cubicBezTo>
                    <a:lnTo>
                      <a:pt x="132887" y="16483"/>
                    </a:lnTo>
                    <a:cubicBezTo>
                      <a:pt x="136713" y="17509"/>
                      <a:pt x="140469" y="18778"/>
                      <a:pt x="144133" y="20283"/>
                    </a:cubicBezTo>
                    <a:lnTo>
                      <a:pt x="145596" y="36188"/>
                    </a:lnTo>
                    <a:cubicBezTo>
                      <a:pt x="145819" y="38632"/>
                      <a:pt x="147181" y="40828"/>
                      <a:pt x="149272" y="42114"/>
                    </a:cubicBezTo>
                    <a:cubicBezTo>
                      <a:pt x="152975" y="44389"/>
                      <a:pt x="156481" y="46970"/>
                      <a:pt x="159753" y="49830"/>
                    </a:cubicBezTo>
                    <a:cubicBezTo>
                      <a:pt x="161626" y="51494"/>
                      <a:pt x="164191" y="52144"/>
                      <a:pt x="166631" y="51574"/>
                    </a:cubicBezTo>
                    <a:lnTo>
                      <a:pt x="181718" y="48139"/>
                    </a:lnTo>
                    <a:cubicBezTo>
                      <a:pt x="184308" y="51300"/>
                      <a:pt x="186695" y="54623"/>
                      <a:pt x="188862" y="58087"/>
                    </a:cubicBezTo>
                    <a:lnTo>
                      <a:pt x="180918" y="71753"/>
                    </a:lnTo>
                    <a:cubicBezTo>
                      <a:pt x="179692" y="73860"/>
                      <a:pt x="179521" y="76418"/>
                      <a:pt x="180457" y="78669"/>
                    </a:cubicBezTo>
                    <a:cubicBezTo>
                      <a:pt x="182129" y="82759"/>
                      <a:pt x="183451" y="86985"/>
                      <a:pt x="184411" y="91298"/>
                    </a:cubicBezTo>
                    <a:cubicBezTo>
                      <a:pt x="184962" y="93701"/>
                      <a:pt x="186618" y="95701"/>
                      <a:pt x="188874" y="96691"/>
                    </a:cubicBezTo>
                    <a:lnTo>
                      <a:pt x="202802" y="102815"/>
                    </a:lnTo>
                    <a:lnTo>
                      <a:pt x="202802" y="115597"/>
                    </a:lnTo>
                    <a:close/>
                  </a:path>
                </a:pathLst>
              </a:custGeom>
              <a:solidFill>
                <a:schemeClr val="bg1"/>
              </a:solidFill>
              <a:ln w="9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5C3A55BF-B866-49E4-CDC7-49A6D07F6374}"/>
                  </a:ext>
                </a:extLst>
              </p:cNvPr>
              <p:cNvSpPr/>
              <p:nvPr/>
            </p:nvSpPr>
            <p:spPr>
              <a:xfrm>
                <a:off x="6779422" y="3295957"/>
                <a:ext cx="403499" cy="256405"/>
              </a:xfrm>
              <a:custGeom>
                <a:avLst/>
                <a:gdLst>
                  <a:gd name="connsiteX0" fmla="*/ 385472 w 403499"/>
                  <a:gd name="connsiteY0" fmla="*/ 4072 h 256405"/>
                  <a:gd name="connsiteX1" fmla="*/ 339492 w 403499"/>
                  <a:gd name="connsiteY1" fmla="*/ 17453 h 256405"/>
                  <a:gd name="connsiteX2" fmla="*/ 315959 w 403499"/>
                  <a:gd name="connsiteY2" fmla="*/ 59356 h 256405"/>
                  <a:gd name="connsiteX3" fmla="*/ 301889 w 403499"/>
                  <a:gd name="connsiteY3" fmla="*/ 68351 h 256405"/>
                  <a:gd name="connsiteX4" fmla="*/ 195634 w 403499"/>
                  <a:gd name="connsiteY4" fmla="*/ 100138 h 256405"/>
                  <a:gd name="connsiteX5" fmla="*/ 188821 w 403499"/>
                  <a:gd name="connsiteY5" fmla="*/ 99331 h 256405"/>
                  <a:gd name="connsiteX6" fmla="*/ 184521 w 403499"/>
                  <a:gd name="connsiteY6" fmla="*/ 93503 h 256405"/>
                  <a:gd name="connsiteX7" fmla="*/ 191048 w 403499"/>
                  <a:gd name="connsiteY7" fmla="*/ 82413 h 256405"/>
                  <a:gd name="connsiteX8" fmla="*/ 239014 w 403499"/>
                  <a:gd name="connsiteY8" fmla="*/ 67682 h 256405"/>
                  <a:gd name="connsiteX9" fmla="*/ 257025 w 403499"/>
                  <a:gd name="connsiteY9" fmla="*/ 37517 h 256405"/>
                  <a:gd name="connsiteX10" fmla="*/ 226734 w 403499"/>
                  <a:gd name="connsiteY10" fmla="*/ 19093 h 256405"/>
                  <a:gd name="connsiteX11" fmla="*/ 225478 w 403499"/>
                  <a:gd name="connsiteY11" fmla="*/ 19435 h 256405"/>
                  <a:gd name="connsiteX12" fmla="*/ 122509 w 403499"/>
                  <a:gd name="connsiteY12" fmla="*/ 50323 h 256405"/>
                  <a:gd name="connsiteX13" fmla="*/ 44521 w 403499"/>
                  <a:gd name="connsiteY13" fmla="*/ 122541 h 256405"/>
                  <a:gd name="connsiteX14" fmla="*/ 458 w 403499"/>
                  <a:gd name="connsiteY14" fmla="*/ 245771 h 256405"/>
                  <a:gd name="connsiteX15" fmla="*/ 5174 w 403499"/>
                  <a:gd name="connsiteY15" fmla="*/ 255743 h 256405"/>
                  <a:gd name="connsiteX16" fmla="*/ 7786 w 403499"/>
                  <a:gd name="connsiteY16" fmla="*/ 256200 h 256405"/>
                  <a:gd name="connsiteX17" fmla="*/ 108996 w 403499"/>
                  <a:gd name="connsiteY17" fmla="*/ 256405 h 256405"/>
                  <a:gd name="connsiteX18" fmla="*/ 109012 w 403499"/>
                  <a:gd name="connsiteY18" fmla="*/ 256405 h 256405"/>
                  <a:gd name="connsiteX19" fmla="*/ 116648 w 403499"/>
                  <a:gd name="connsiteY19" fmla="*/ 250198 h 256405"/>
                  <a:gd name="connsiteX20" fmla="*/ 122026 w 403499"/>
                  <a:gd name="connsiteY20" fmla="*/ 224322 h 256405"/>
                  <a:gd name="connsiteX21" fmla="*/ 141724 w 403499"/>
                  <a:gd name="connsiteY21" fmla="*/ 201022 h 256405"/>
                  <a:gd name="connsiteX22" fmla="*/ 345274 w 403499"/>
                  <a:gd name="connsiteY22" fmla="*/ 134173 h 256405"/>
                  <a:gd name="connsiteX23" fmla="*/ 361773 w 403499"/>
                  <a:gd name="connsiteY23" fmla="*/ 120500 h 256405"/>
                  <a:gd name="connsiteX24" fmla="*/ 399428 w 403499"/>
                  <a:gd name="connsiteY24" fmla="*/ 50368 h 256405"/>
                  <a:gd name="connsiteX25" fmla="*/ 385472 w 403499"/>
                  <a:gd name="connsiteY25" fmla="*/ 4072 h 256405"/>
                  <a:gd name="connsiteX26" fmla="*/ 385935 w 403499"/>
                  <a:gd name="connsiteY26" fmla="*/ 42511 h 256405"/>
                  <a:gd name="connsiteX27" fmla="*/ 385686 w 403499"/>
                  <a:gd name="connsiteY27" fmla="*/ 42994 h 256405"/>
                  <a:gd name="connsiteX28" fmla="*/ 348088 w 403499"/>
                  <a:gd name="connsiteY28" fmla="*/ 113011 h 256405"/>
                  <a:gd name="connsiteX29" fmla="*/ 340406 w 403499"/>
                  <a:gd name="connsiteY29" fmla="*/ 119349 h 256405"/>
                  <a:gd name="connsiteX30" fmla="*/ 136784 w 403499"/>
                  <a:gd name="connsiteY30" fmla="*/ 186221 h 256405"/>
                  <a:gd name="connsiteX31" fmla="*/ 106692 w 403499"/>
                  <a:gd name="connsiteY31" fmla="*/ 221465 h 256405"/>
                  <a:gd name="connsiteX32" fmla="*/ 102670 w 403499"/>
                  <a:gd name="connsiteY32" fmla="*/ 240790 h 256405"/>
                  <a:gd name="connsiteX33" fmla="*/ 18866 w 403499"/>
                  <a:gd name="connsiteY33" fmla="*/ 240622 h 256405"/>
                  <a:gd name="connsiteX34" fmla="*/ 59207 w 403499"/>
                  <a:gd name="connsiteY34" fmla="*/ 127796 h 256405"/>
                  <a:gd name="connsiteX35" fmla="*/ 126806 w 403499"/>
                  <a:gd name="connsiteY35" fmla="*/ 65320 h 256405"/>
                  <a:gd name="connsiteX36" fmla="*/ 229958 w 403499"/>
                  <a:gd name="connsiteY36" fmla="*/ 34379 h 256405"/>
                  <a:gd name="connsiteX37" fmla="*/ 237354 w 403499"/>
                  <a:gd name="connsiteY37" fmla="*/ 35225 h 256405"/>
                  <a:gd name="connsiteX38" fmla="*/ 241890 w 403499"/>
                  <a:gd name="connsiteY38" fmla="*/ 41296 h 256405"/>
                  <a:gd name="connsiteX39" fmla="*/ 234440 w 403499"/>
                  <a:gd name="connsiteY39" fmla="*/ 52768 h 256405"/>
                  <a:gd name="connsiteX40" fmla="*/ 186673 w 403499"/>
                  <a:gd name="connsiteY40" fmla="*/ 67439 h 256405"/>
                  <a:gd name="connsiteX41" fmla="*/ 169637 w 403499"/>
                  <a:gd name="connsiteY41" fmla="*/ 98227 h 256405"/>
                  <a:gd name="connsiteX42" fmla="*/ 181017 w 403499"/>
                  <a:gd name="connsiteY42" fmla="*/ 112845 h 256405"/>
                  <a:gd name="connsiteX43" fmla="*/ 200105 w 403499"/>
                  <a:gd name="connsiteY43" fmla="*/ 115085 h 256405"/>
                  <a:gd name="connsiteX44" fmla="*/ 306358 w 403499"/>
                  <a:gd name="connsiteY44" fmla="*/ 83298 h 256405"/>
                  <a:gd name="connsiteX45" fmla="*/ 328341 w 403499"/>
                  <a:gd name="connsiteY45" fmla="*/ 68887 h 256405"/>
                  <a:gd name="connsiteX46" fmla="*/ 329179 w 403499"/>
                  <a:gd name="connsiteY46" fmla="*/ 67676 h 256405"/>
                  <a:gd name="connsiteX47" fmla="*/ 353096 w 403499"/>
                  <a:gd name="connsiteY47" fmla="*/ 25088 h 256405"/>
                  <a:gd name="connsiteX48" fmla="*/ 377620 w 403499"/>
                  <a:gd name="connsiteY48" fmla="*/ 17569 h 256405"/>
                  <a:gd name="connsiteX49" fmla="*/ 377623 w 403499"/>
                  <a:gd name="connsiteY49" fmla="*/ 17569 h 256405"/>
                  <a:gd name="connsiteX50" fmla="*/ 385935 w 403499"/>
                  <a:gd name="connsiteY50" fmla="*/ 42511 h 256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403499" h="256405">
                    <a:moveTo>
                      <a:pt x="385472" y="4072"/>
                    </a:moveTo>
                    <a:cubicBezTo>
                      <a:pt x="369059" y="-4739"/>
                      <a:pt x="348614" y="1212"/>
                      <a:pt x="339492" y="17453"/>
                    </a:cubicBezTo>
                    <a:lnTo>
                      <a:pt x="315959" y="59356"/>
                    </a:lnTo>
                    <a:cubicBezTo>
                      <a:pt x="312207" y="63617"/>
                      <a:pt x="307331" y="66735"/>
                      <a:pt x="301889" y="68351"/>
                    </a:cubicBezTo>
                    <a:lnTo>
                      <a:pt x="195634" y="100138"/>
                    </a:lnTo>
                    <a:cubicBezTo>
                      <a:pt x="193348" y="100825"/>
                      <a:pt x="190882" y="100533"/>
                      <a:pt x="188821" y="99331"/>
                    </a:cubicBezTo>
                    <a:cubicBezTo>
                      <a:pt x="186637" y="98072"/>
                      <a:pt x="185079" y="95960"/>
                      <a:pt x="184521" y="93503"/>
                    </a:cubicBezTo>
                    <a:cubicBezTo>
                      <a:pt x="183318" y="88646"/>
                      <a:pt x="186218" y="83718"/>
                      <a:pt x="191048" y="82413"/>
                    </a:cubicBezTo>
                    <a:lnTo>
                      <a:pt x="239014" y="67682"/>
                    </a:lnTo>
                    <a:cubicBezTo>
                      <a:pt x="252078" y="64008"/>
                      <a:pt x="259988" y="50760"/>
                      <a:pt x="257025" y="37517"/>
                    </a:cubicBezTo>
                    <a:cubicBezTo>
                      <a:pt x="253748" y="24065"/>
                      <a:pt x="240186" y="15816"/>
                      <a:pt x="226734" y="19093"/>
                    </a:cubicBezTo>
                    <a:cubicBezTo>
                      <a:pt x="226312" y="19196"/>
                      <a:pt x="225894" y="19310"/>
                      <a:pt x="225478" y="19435"/>
                    </a:cubicBezTo>
                    <a:lnTo>
                      <a:pt x="122509" y="50323"/>
                    </a:lnTo>
                    <a:cubicBezTo>
                      <a:pt x="86288" y="60232"/>
                      <a:pt x="57178" y="87186"/>
                      <a:pt x="44521" y="122541"/>
                    </a:cubicBezTo>
                    <a:lnTo>
                      <a:pt x="458" y="245771"/>
                    </a:lnTo>
                    <a:cubicBezTo>
                      <a:pt x="-993" y="249827"/>
                      <a:pt x="1118" y="254292"/>
                      <a:pt x="5174" y="255743"/>
                    </a:cubicBezTo>
                    <a:cubicBezTo>
                      <a:pt x="6013" y="256044"/>
                      <a:pt x="6896" y="256198"/>
                      <a:pt x="7786" y="256200"/>
                    </a:cubicBezTo>
                    <a:lnTo>
                      <a:pt x="108996" y="256405"/>
                    </a:lnTo>
                    <a:lnTo>
                      <a:pt x="109012" y="256405"/>
                    </a:lnTo>
                    <a:cubicBezTo>
                      <a:pt x="112706" y="256406"/>
                      <a:pt x="115894" y="253814"/>
                      <a:pt x="116648" y="250198"/>
                    </a:cubicBezTo>
                    <a:lnTo>
                      <a:pt x="122026" y="224322"/>
                    </a:lnTo>
                    <a:cubicBezTo>
                      <a:pt x="123779" y="213511"/>
                      <a:pt x="131356" y="204549"/>
                      <a:pt x="141724" y="201022"/>
                    </a:cubicBezTo>
                    <a:lnTo>
                      <a:pt x="345274" y="134173"/>
                    </a:lnTo>
                    <a:cubicBezTo>
                      <a:pt x="352305" y="131865"/>
                      <a:pt x="358199" y="126979"/>
                      <a:pt x="361773" y="120500"/>
                    </a:cubicBezTo>
                    <a:lnTo>
                      <a:pt x="399428" y="50368"/>
                    </a:lnTo>
                    <a:cubicBezTo>
                      <a:pt x="408357" y="33729"/>
                      <a:pt x="402110" y="13003"/>
                      <a:pt x="385472" y="4072"/>
                    </a:cubicBezTo>
                    <a:close/>
                    <a:moveTo>
                      <a:pt x="385935" y="42511"/>
                    </a:moveTo>
                    <a:cubicBezTo>
                      <a:pt x="385854" y="42673"/>
                      <a:pt x="385771" y="42834"/>
                      <a:pt x="385686" y="42994"/>
                    </a:cubicBezTo>
                    <a:lnTo>
                      <a:pt x="348088" y="113011"/>
                    </a:lnTo>
                    <a:cubicBezTo>
                      <a:pt x="346418" y="116016"/>
                      <a:pt x="343674" y="118280"/>
                      <a:pt x="340406" y="119349"/>
                    </a:cubicBezTo>
                    <a:lnTo>
                      <a:pt x="136784" y="186221"/>
                    </a:lnTo>
                    <a:cubicBezTo>
                      <a:pt x="121020" y="191518"/>
                      <a:pt x="109453" y="205066"/>
                      <a:pt x="106692" y="221465"/>
                    </a:cubicBezTo>
                    <a:lnTo>
                      <a:pt x="102670" y="240790"/>
                    </a:lnTo>
                    <a:lnTo>
                      <a:pt x="18866" y="240622"/>
                    </a:lnTo>
                    <a:lnTo>
                      <a:pt x="59207" y="127796"/>
                    </a:lnTo>
                    <a:cubicBezTo>
                      <a:pt x="70183" y="97180"/>
                      <a:pt x="95421" y="73855"/>
                      <a:pt x="126806" y="65320"/>
                    </a:cubicBezTo>
                    <a:lnTo>
                      <a:pt x="229958" y="34379"/>
                    </a:lnTo>
                    <a:cubicBezTo>
                      <a:pt x="232433" y="33622"/>
                      <a:pt x="235113" y="33928"/>
                      <a:pt x="237354" y="35225"/>
                    </a:cubicBezTo>
                    <a:cubicBezTo>
                      <a:pt x="239638" y="36537"/>
                      <a:pt x="241278" y="38734"/>
                      <a:pt x="241890" y="41296"/>
                    </a:cubicBezTo>
                    <a:cubicBezTo>
                      <a:pt x="242765" y="46475"/>
                      <a:pt x="239527" y="51461"/>
                      <a:pt x="234440" y="52768"/>
                    </a:cubicBezTo>
                    <a:lnTo>
                      <a:pt x="186673" y="67439"/>
                    </a:lnTo>
                    <a:cubicBezTo>
                      <a:pt x="173466" y="71236"/>
                      <a:pt x="165840" y="85021"/>
                      <a:pt x="169637" y="98227"/>
                    </a:cubicBezTo>
                    <a:cubicBezTo>
                      <a:pt x="171408" y="104383"/>
                      <a:pt x="175483" y="109619"/>
                      <a:pt x="181017" y="112845"/>
                    </a:cubicBezTo>
                    <a:cubicBezTo>
                      <a:pt x="186790" y="116220"/>
                      <a:pt x="193708" y="117032"/>
                      <a:pt x="200105" y="115085"/>
                    </a:cubicBezTo>
                    <a:lnTo>
                      <a:pt x="306358" y="83298"/>
                    </a:lnTo>
                    <a:cubicBezTo>
                      <a:pt x="314937" y="80746"/>
                      <a:pt x="322579" y="75735"/>
                      <a:pt x="328341" y="68887"/>
                    </a:cubicBezTo>
                    <a:cubicBezTo>
                      <a:pt x="328660" y="68511"/>
                      <a:pt x="328941" y="68106"/>
                      <a:pt x="329179" y="67676"/>
                    </a:cubicBezTo>
                    <a:lnTo>
                      <a:pt x="353096" y="25088"/>
                    </a:lnTo>
                    <a:cubicBezTo>
                      <a:pt x="357945" y="16427"/>
                      <a:pt x="368750" y="13115"/>
                      <a:pt x="377620" y="17569"/>
                    </a:cubicBezTo>
                    <a:lnTo>
                      <a:pt x="377623" y="17569"/>
                    </a:lnTo>
                    <a:cubicBezTo>
                      <a:pt x="386806" y="22160"/>
                      <a:pt x="390529" y="33327"/>
                      <a:pt x="385935" y="42511"/>
                    </a:cubicBezTo>
                    <a:close/>
                  </a:path>
                </a:pathLst>
              </a:custGeom>
              <a:solidFill>
                <a:schemeClr val="bg1"/>
              </a:solidFill>
              <a:ln w="9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</p:grpSp>
        <p:grpSp>
          <p:nvGrpSpPr>
            <p:cNvPr id="27" name="Graphic 36">
              <a:extLst>
                <a:ext uri="{FF2B5EF4-FFF2-40B4-BE49-F238E27FC236}">
                  <a16:creationId xmlns:a16="http://schemas.microsoft.com/office/drawing/2014/main" id="{B18ACC08-94C8-4B68-D95E-5366190D9F01}"/>
                </a:ext>
              </a:extLst>
            </p:cNvPr>
            <p:cNvGrpSpPr/>
            <p:nvPr/>
          </p:nvGrpSpPr>
          <p:grpSpPr>
            <a:xfrm>
              <a:off x="8292966" y="4681495"/>
              <a:ext cx="468000" cy="468000"/>
              <a:chOff x="6693433" y="4657882"/>
              <a:chExt cx="468000" cy="468000"/>
            </a:xfrm>
            <a:solidFill>
              <a:srgbClr val="FFFFFF"/>
            </a:solidFill>
          </p:grpSpPr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6953B317-D4E8-52EF-C170-16659EE2A516}"/>
                  </a:ext>
                </a:extLst>
              </p:cNvPr>
              <p:cNvSpPr/>
              <p:nvPr/>
            </p:nvSpPr>
            <p:spPr>
              <a:xfrm>
                <a:off x="6723626" y="4740914"/>
                <a:ext cx="286838" cy="286838"/>
              </a:xfrm>
              <a:custGeom>
                <a:avLst/>
                <a:gdLst>
                  <a:gd name="connsiteX0" fmla="*/ 241881 w 286838"/>
                  <a:gd name="connsiteY0" fmla="*/ 199187 h 286838"/>
                  <a:gd name="connsiteX1" fmla="*/ 252509 w 286838"/>
                  <a:gd name="connsiteY1" fmla="*/ 173613 h 286838"/>
                  <a:gd name="connsiteX2" fmla="*/ 286839 w 286838"/>
                  <a:gd name="connsiteY2" fmla="*/ 173613 h 286838"/>
                  <a:gd name="connsiteX3" fmla="*/ 286839 w 286838"/>
                  <a:gd name="connsiteY3" fmla="*/ 113226 h 286838"/>
                  <a:gd name="connsiteX4" fmla="*/ 252509 w 286838"/>
                  <a:gd name="connsiteY4" fmla="*/ 113226 h 286838"/>
                  <a:gd name="connsiteX5" fmla="*/ 241881 w 286838"/>
                  <a:gd name="connsiteY5" fmla="*/ 87652 h 286838"/>
                  <a:gd name="connsiteX6" fmla="*/ 266186 w 286838"/>
                  <a:gd name="connsiteY6" fmla="*/ 63354 h 286838"/>
                  <a:gd name="connsiteX7" fmla="*/ 223485 w 286838"/>
                  <a:gd name="connsiteY7" fmla="*/ 20652 h 286838"/>
                  <a:gd name="connsiteX8" fmla="*/ 199187 w 286838"/>
                  <a:gd name="connsiteY8" fmla="*/ 44958 h 286838"/>
                  <a:gd name="connsiteX9" fmla="*/ 173613 w 286838"/>
                  <a:gd name="connsiteY9" fmla="*/ 34330 h 286838"/>
                  <a:gd name="connsiteX10" fmla="*/ 173613 w 286838"/>
                  <a:gd name="connsiteY10" fmla="*/ 0 h 286838"/>
                  <a:gd name="connsiteX11" fmla="*/ 113226 w 286838"/>
                  <a:gd name="connsiteY11" fmla="*/ 0 h 286838"/>
                  <a:gd name="connsiteX12" fmla="*/ 113226 w 286838"/>
                  <a:gd name="connsiteY12" fmla="*/ 34330 h 286838"/>
                  <a:gd name="connsiteX13" fmla="*/ 87652 w 286838"/>
                  <a:gd name="connsiteY13" fmla="*/ 44958 h 286838"/>
                  <a:gd name="connsiteX14" fmla="*/ 63354 w 286838"/>
                  <a:gd name="connsiteY14" fmla="*/ 20652 h 286838"/>
                  <a:gd name="connsiteX15" fmla="*/ 20652 w 286838"/>
                  <a:gd name="connsiteY15" fmla="*/ 63354 h 286838"/>
                  <a:gd name="connsiteX16" fmla="*/ 44958 w 286838"/>
                  <a:gd name="connsiteY16" fmla="*/ 87652 h 286838"/>
                  <a:gd name="connsiteX17" fmla="*/ 34330 w 286838"/>
                  <a:gd name="connsiteY17" fmla="*/ 113226 h 286838"/>
                  <a:gd name="connsiteX18" fmla="*/ 0 w 286838"/>
                  <a:gd name="connsiteY18" fmla="*/ 113226 h 286838"/>
                  <a:gd name="connsiteX19" fmla="*/ 0 w 286838"/>
                  <a:gd name="connsiteY19" fmla="*/ 173613 h 286838"/>
                  <a:gd name="connsiteX20" fmla="*/ 34330 w 286838"/>
                  <a:gd name="connsiteY20" fmla="*/ 173613 h 286838"/>
                  <a:gd name="connsiteX21" fmla="*/ 44958 w 286838"/>
                  <a:gd name="connsiteY21" fmla="*/ 199187 h 286838"/>
                  <a:gd name="connsiteX22" fmla="*/ 20652 w 286838"/>
                  <a:gd name="connsiteY22" fmla="*/ 223485 h 286838"/>
                  <a:gd name="connsiteX23" fmla="*/ 63354 w 286838"/>
                  <a:gd name="connsiteY23" fmla="*/ 266186 h 286838"/>
                  <a:gd name="connsiteX24" fmla="*/ 87652 w 286838"/>
                  <a:gd name="connsiteY24" fmla="*/ 241881 h 286838"/>
                  <a:gd name="connsiteX25" fmla="*/ 113226 w 286838"/>
                  <a:gd name="connsiteY25" fmla="*/ 252509 h 286838"/>
                  <a:gd name="connsiteX26" fmla="*/ 113226 w 286838"/>
                  <a:gd name="connsiteY26" fmla="*/ 286839 h 286838"/>
                  <a:gd name="connsiteX27" fmla="*/ 173613 w 286838"/>
                  <a:gd name="connsiteY27" fmla="*/ 286839 h 286838"/>
                  <a:gd name="connsiteX28" fmla="*/ 173613 w 286838"/>
                  <a:gd name="connsiteY28" fmla="*/ 252509 h 286838"/>
                  <a:gd name="connsiteX29" fmla="*/ 199187 w 286838"/>
                  <a:gd name="connsiteY29" fmla="*/ 241881 h 286838"/>
                  <a:gd name="connsiteX30" fmla="*/ 223485 w 286838"/>
                  <a:gd name="connsiteY30" fmla="*/ 266186 h 286838"/>
                  <a:gd name="connsiteX31" fmla="*/ 266186 w 286838"/>
                  <a:gd name="connsiteY31" fmla="*/ 223485 h 286838"/>
                  <a:gd name="connsiteX32" fmla="*/ 241881 w 286838"/>
                  <a:gd name="connsiteY32" fmla="*/ 199187 h 286838"/>
                  <a:gd name="connsiteX33" fmla="*/ 223478 w 286838"/>
                  <a:gd name="connsiteY33" fmla="*/ 244839 h 286838"/>
                  <a:gd name="connsiteX34" fmla="*/ 201383 w 286838"/>
                  <a:gd name="connsiteY34" fmla="*/ 222730 h 286838"/>
                  <a:gd name="connsiteX35" fmla="*/ 196266 w 286838"/>
                  <a:gd name="connsiteY35" fmla="*/ 226014 h 286838"/>
                  <a:gd name="connsiteX36" fmla="*/ 164449 w 286838"/>
                  <a:gd name="connsiteY36" fmla="*/ 239239 h 286838"/>
                  <a:gd name="connsiteX37" fmla="*/ 158516 w 286838"/>
                  <a:gd name="connsiteY37" fmla="*/ 240529 h 286838"/>
                  <a:gd name="connsiteX38" fmla="*/ 158516 w 286838"/>
                  <a:gd name="connsiteY38" fmla="*/ 271742 h 286838"/>
                  <a:gd name="connsiteX39" fmla="*/ 128323 w 286838"/>
                  <a:gd name="connsiteY39" fmla="*/ 271742 h 286838"/>
                  <a:gd name="connsiteX40" fmla="*/ 128323 w 286838"/>
                  <a:gd name="connsiteY40" fmla="*/ 240529 h 286838"/>
                  <a:gd name="connsiteX41" fmla="*/ 122390 w 286838"/>
                  <a:gd name="connsiteY41" fmla="*/ 239231 h 286838"/>
                  <a:gd name="connsiteX42" fmla="*/ 90573 w 286838"/>
                  <a:gd name="connsiteY42" fmla="*/ 226006 h 286838"/>
                  <a:gd name="connsiteX43" fmla="*/ 85455 w 286838"/>
                  <a:gd name="connsiteY43" fmla="*/ 222723 h 286838"/>
                  <a:gd name="connsiteX44" fmla="*/ 63354 w 286838"/>
                  <a:gd name="connsiteY44" fmla="*/ 244832 h 286838"/>
                  <a:gd name="connsiteX45" fmla="*/ 41999 w 286838"/>
                  <a:gd name="connsiteY45" fmla="*/ 223478 h 286838"/>
                  <a:gd name="connsiteX46" fmla="*/ 64108 w 286838"/>
                  <a:gd name="connsiteY46" fmla="*/ 201376 h 286838"/>
                  <a:gd name="connsiteX47" fmla="*/ 60825 w 286838"/>
                  <a:gd name="connsiteY47" fmla="*/ 196258 h 286838"/>
                  <a:gd name="connsiteX48" fmla="*/ 47600 w 286838"/>
                  <a:gd name="connsiteY48" fmla="*/ 164442 h 286838"/>
                  <a:gd name="connsiteX49" fmla="*/ 46309 w 286838"/>
                  <a:gd name="connsiteY49" fmla="*/ 158516 h 286838"/>
                  <a:gd name="connsiteX50" fmla="*/ 15097 w 286838"/>
                  <a:gd name="connsiteY50" fmla="*/ 158516 h 286838"/>
                  <a:gd name="connsiteX51" fmla="*/ 15097 w 286838"/>
                  <a:gd name="connsiteY51" fmla="*/ 128323 h 286838"/>
                  <a:gd name="connsiteX52" fmla="*/ 46309 w 286838"/>
                  <a:gd name="connsiteY52" fmla="*/ 128323 h 286838"/>
                  <a:gd name="connsiteX53" fmla="*/ 47608 w 286838"/>
                  <a:gd name="connsiteY53" fmla="*/ 122390 h 286838"/>
                  <a:gd name="connsiteX54" fmla="*/ 60832 w 286838"/>
                  <a:gd name="connsiteY54" fmla="*/ 90573 h 286838"/>
                  <a:gd name="connsiteX55" fmla="*/ 64116 w 286838"/>
                  <a:gd name="connsiteY55" fmla="*/ 85455 h 286838"/>
                  <a:gd name="connsiteX56" fmla="*/ 42007 w 286838"/>
                  <a:gd name="connsiteY56" fmla="*/ 63354 h 286838"/>
                  <a:gd name="connsiteX57" fmla="*/ 63361 w 286838"/>
                  <a:gd name="connsiteY57" fmla="*/ 41999 h 286838"/>
                  <a:gd name="connsiteX58" fmla="*/ 85463 w 286838"/>
                  <a:gd name="connsiteY58" fmla="*/ 64108 h 286838"/>
                  <a:gd name="connsiteX59" fmla="*/ 90581 w 286838"/>
                  <a:gd name="connsiteY59" fmla="*/ 60825 h 286838"/>
                  <a:gd name="connsiteX60" fmla="*/ 122397 w 286838"/>
                  <a:gd name="connsiteY60" fmla="*/ 47600 h 286838"/>
                  <a:gd name="connsiteX61" fmla="*/ 128323 w 286838"/>
                  <a:gd name="connsiteY61" fmla="*/ 46309 h 286838"/>
                  <a:gd name="connsiteX62" fmla="*/ 128323 w 286838"/>
                  <a:gd name="connsiteY62" fmla="*/ 15097 h 286838"/>
                  <a:gd name="connsiteX63" fmla="*/ 158516 w 286838"/>
                  <a:gd name="connsiteY63" fmla="*/ 15097 h 286838"/>
                  <a:gd name="connsiteX64" fmla="*/ 158516 w 286838"/>
                  <a:gd name="connsiteY64" fmla="*/ 46309 h 286838"/>
                  <a:gd name="connsiteX65" fmla="*/ 164449 w 286838"/>
                  <a:gd name="connsiteY65" fmla="*/ 47608 h 286838"/>
                  <a:gd name="connsiteX66" fmla="*/ 196266 w 286838"/>
                  <a:gd name="connsiteY66" fmla="*/ 60832 h 286838"/>
                  <a:gd name="connsiteX67" fmla="*/ 201383 w 286838"/>
                  <a:gd name="connsiteY67" fmla="*/ 64116 h 286838"/>
                  <a:gd name="connsiteX68" fmla="*/ 223485 w 286838"/>
                  <a:gd name="connsiteY68" fmla="*/ 42007 h 286838"/>
                  <a:gd name="connsiteX69" fmla="*/ 244839 w 286838"/>
                  <a:gd name="connsiteY69" fmla="*/ 63361 h 286838"/>
                  <a:gd name="connsiteX70" fmla="*/ 222730 w 286838"/>
                  <a:gd name="connsiteY70" fmla="*/ 85463 h 286838"/>
                  <a:gd name="connsiteX71" fmla="*/ 226014 w 286838"/>
                  <a:gd name="connsiteY71" fmla="*/ 90581 h 286838"/>
                  <a:gd name="connsiteX72" fmla="*/ 239239 w 286838"/>
                  <a:gd name="connsiteY72" fmla="*/ 122397 h 286838"/>
                  <a:gd name="connsiteX73" fmla="*/ 240529 w 286838"/>
                  <a:gd name="connsiteY73" fmla="*/ 128323 h 286838"/>
                  <a:gd name="connsiteX74" fmla="*/ 271742 w 286838"/>
                  <a:gd name="connsiteY74" fmla="*/ 128323 h 286838"/>
                  <a:gd name="connsiteX75" fmla="*/ 271742 w 286838"/>
                  <a:gd name="connsiteY75" fmla="*/ 158516 h 286838"/>
                  <a:gd name="connsiteX76" fmla="*/ 240529 w 286838"/>
                  <a:gd name="connsiteY76" fmla="*/ 158516 h 286838"/>
                  <a:gd name="connsiteX77" fmla="*/ 239231 w 286838"/>
                  <a:gd name="connsiteY77" fmla="*/ 164449 h 286838"/>
                  <a:gd name="connsiteX78" fmla="*/ 226006 w 286838"/>
                  <a:gd name="connsiteY78" fmla="*/ 196266 h 286838"/>
                  <a:gd name="connsiteX79" fmla="*/ 222723 w 286838"/>
                  <a:gd name="connsiteY79" fmla="*/ 201383 h 286838"/>
                  <a:gd name="connsiteX80" fmla="*/ 244832 w 286838"/>
                  <a:gd name="connsiteY80" fmla="*/ 223485 h 286838"/>
                  <a:gd name="connsiteX81" fmla="*/ 223478 w 286838"/>
                  <a:gd name="connsiteY81" fmla="*/ 244839 h 286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</a:cxnLst>
                <a:rect l="l" t="t" r="r" b="b"/>
                <a:pathLst>
                  <a:path w="286838" h="286838">
                    <a:moveTo>
                      <a:pt x="241881" y="199187"/>
                    </a:moveTo>
                    <a:cubicBezTo>
                      <a:pt x="246477" y="191095"/>
                      <a:pt x="250040" y="182535"/>
                      <a:pt x="252509" y="173613"/>
                    </a:cubicBezTo>
                    <a:lnTo>
                      <a:pt x="286839" y="173613"/>
                    </a:lnTo>
                    <a:lnTo>
                      <a:pt x="286839" y="113226"/>
                    </a:lnTo>
                    <a:lnTo>
                      <a:pt x="252509" y="113226"/>
                    </a:lnTo>
                    <a:cubicBezTo>
                      <a:pt x="250040" y="104304"/>
                      <a:pt x="246477" y="95751"/>
                      <a:pt x="241881" y="87652"/>
                    </a:cubicBezTo>
                    <a:lnTo>
                      <a:pt x="266186" y="63354"/>
                    </a:lnTo>
                    <a:lnTo>
                      <a:pt x="223485" y="20652"/>
                    </a:lnTo>
                    <a:lnTo>
                      <a:pt x="199187" y="44958"/>
                    </a:lnTo>
                    <a:cubicBezTo>
                      <a:pt x="191095" y="40361"/>
                      <a:pt x="182535" y="36798"/>
                      <a:pt x="173613" y="34330"/>
                    </a:cubicBezTo>
                    <a:lnTo>
                      <a:pt x="173613" y="0"/>
                    </a:lnTo>
                    <a:lnTo>
                      <a:pt x="113226" y="0"/>
                    </a:lnTo>
                    <a:lnTo>
                      <a:pt x="113226" y="34330"/>
                    </a:lnTo>
                    <a:cubicBezTo>
                      <a:pt x="104304" y="36798"/>
                      <a:pt x="95751" y="40361"/>
                      <a:pt x="87652" y="44958"/>
                    </a:cubicBezTo>
                    <a:lnTo>
                      <a:pt x="63354" y="20652"/>
                    </a:lnTo>
                    <a:lnTo>
                      <a:pt x="20652" y="63354"/>
                    </a:lnTo>
                    <a:lnTo>
                      <a:pt x="44958" y="87652"/>
                    </a:lnTo>
                    <a:cubicBezTo>
                      <a:pt x="40361" y="95751"/>
                      <a:pt x="36798" y="104304"/>
                      <a:pt x="34330" y="113226"/>
                    </a:cubicBezTo>
                    <a:lnTo>
                      <a:pt x="0" y="113226"/>
                    </a:lnTo>
                    <a:lnTo>
                      <a:pt x="0" y="173613"/>
                    </a:lnTo>
                    <a:lnTo>
                      <a:pt x="34330" y="173613"/>
                    </a:lnTo>
                    <a:cubicBezTo>
                      <a:pt x="36798" y="182535"/>
                      <a:pt x="40361" y="191087"/>
                      <a:pt x="44958" y="199187"/>
                    </a:cubicBezTo>
                    <a:lnTo>
                      <a:pt x="20652" y="223485"/>
                    </a:lnTo>
                    <a:lnTo>
                      <a:pt x="63354" y="266186"/>
                    </a:lnTo>
                    <a:lnTo>
                      <a:pt x="87652" y="241881"/>
                    </a:lnTo>
                    <a:cubicBezTo>
                      <a:pt x="95744" y="246477"/>
                      <a:pt x="104304" y="250040"/>
                      <a:pt x="113226" y="252509"/>
                    </a:cubicBezTo>
                    <a:lnTo>
                      <a:pt x="113226" y="286839"/>
                    </a:lnTo>
                    <a:lnTo>
                      <a:pt x="173613" y="286839"/>
                    </a:lnTo>
                    <a:lnTo>
                      <a:pt x="173613" y="252509"/>
                    </a:lnTo>
                    <a:cubicBezTo>
                      <a:pt x="182535" y="250040"/>
                      <a:pt x="191087" y="246477"/>
                      <a:pt x="199187" y="241881"/>
                    </a:cubicBezTo>
                    <a:lnTo>
                      <a:pt x="223485" y="266186"/>
                    </a:lnTo>
                    <a:lnTo>
                      <a:pt x="266186" y="223485"/>
                    </a:lnTo>
                    <a:lnTo>
                      <a:pt x="241881" y="199187"/>
                    </a:lnTo>
                    <a:close/>
                    <a:moveTo>
                      <a:pt x="223478" y="244839"/>
                    </a:moveTo>
                    <a:lnTo>
                      <a:pt x="201383" y="222730"/>
                    </a:lnTo>
                    <a:lnTo>
                      <a:pt x="196266" y="226014"/>
                    </a:lnTo>
                    <a:cubicBezTo>
                      <a:pt x="186445" y="232317"/>
                      <a:pt x="175742" y="236763"/>
                      <a:pt x="164449" y="239239"/>
                    </a:cubicBezTo>
                    <a:lnTo>
                      <a:pt x="158516" y="240529"/>
                    </a:lnTo>
                    <a:lnTo>
                      <a:pt x="158516" y="271742"/>
                    </a:lnTo>
                    <a:lnTo>
                      <a:pt x="128323" y="271742"/>
                    </a:lnTo>
                    <a:lnTo>
                      <a:pt x="128323" y="240529"/>
                    </a:lnTo>
                    <a:lnTo>
                      <a:pt x="122390" y="239231"/>
                    </a:lnTo>
                    <a:cubicBezTo>
                      <a:pt x="111097" y="236755"/>
                      <a:pt x="100394" y="232309"/>
                      <a:pt x="90573" y="226006"/>
                    </a:cubicBezTo>
                    <a:lnTo>
                      <a:pt x="85455" y="222723"/>
                    </a:lnTo>
                    <a:lnTo>
                      <a:pt x="63354" y="244832"/>
                    </a:lnTo>
                    <a:lnTo>
                      <a:pt x="41999" y="223478"/>
                    </a:lnTo>
                    <a:lnTo>
                      <a:pt x="64108" y="201376"/>
                    </a:lnTo>
                    <a:lnTo>
                      <a:pt x="60825" y="196258"/>
                    </a:lnTo>
                    <a:cubicBezTo>
                      <a:pt x="54522" y="186438"/>
                      <a:pt x="50076" y="175734"/>
                      <a:pt x="47600" y="164442"/>
                    </a:cubicBezTo>
                    <a:lnTo>
                      <a:pt x="46309" y="158516"/>
                    </a:lnTo>
                    <a:lnTo>
                      <a:pt x="15097" y="158516"/>
                    </a:lnTo>
                    <a:lnTo>
                      <a:pt x="15097" y="128323"/>
                    </a:lnTo>
                    <a:lnTo>
                      <a:pt x="46309" y="128323"/>
                    </a:lnTo>
                    <a:lnTo>
                      <a:pt x="47608" y="122390"/>
                    </a:lnTo>
                    <a:cubicBezTo>
                      <a:pt x="50084" y="111097"/>
                      <a:pt x="54530" y="100394"/>
                      <a:pt x="60832" y="90573"/>
                    </a:cubicBezTo>
                    <a:lnTo>
                      <a:pt x="64116" y="85455"/>
                    </a:lnTo>
                    <a:lnTo>
                      <a:pt x="42007" y="63354"/>
                    </a:lnTo>
                    <a:lnTo>
                      <a:pt x="63361" y="41999"/>
                    </a:lnTo>
                    <a:lnTo>
                      <a:pt x="85463" y="64108"/>
                    </a:lnTo>
                    <a:lnTo>
                      <a:pt x="90581" y="60825"/>
                    </a:lnTo>
                    <a:cubicBezTo>
                      <a:pt x="100401" y="54522"/>
                      <a:pt x="111105" y="50076"/>
                      <a:pt x="122397" y="47600"/>
                    </a:cubicBezTo>
                    <a:lnTo>
                      <a:pt x="128323" y="46309"/>
                    </a:lnTo>
                    <a:lnTo>
                      <a:pt x="128323" y="15097"/>
                    </a:lnTo>
                    <a:lnTo>
                      <a:pt x="158516" y="15097"/>
                    </a:lnTo>
                    <a:lnTo>
                      <a:pt x="158516" y="46309"/>
                    </a:lnTo>
                    <a:lnTo>
                      <a:pt x="164449" y="47608"/>
                    </a:lnTo>
                    <a:cubicBezTo>
                      <a:pt x="175742" y="50084"/>
                      <a:pt x="186445" y="54530"/>
                      <a:pt x="196266" y="60832"/>
                    </a:cubicBezTo>
                    <a:lnTo>
                      <a:pt x="201383" y="64116"/>
                    </a:lnTo>
                    <a:lnTo>
                      <a:pt x="223485" y="42007"/>
                    </a:lnTo>
                    <a:lnTo>
                      <a:pt x="244839" y="63361"/>
                    </a:lnTo>
                    <a:lnTo>
                      <a:pt x="222730" y="85463"/>
                    </a:lnTo>
                    <a:lnTo>
                      <a:pt x="226014" y="90581"/>
                    </a:lnTo>
                    <a:cubicBezTo>
                      <a:pt x="232317" y="100401"/>
                      <a:pt x="236763" y="111105"/>
                      <a:pt x="239239" y="122397"/>
                    </a:cubicBezTo>
                    <a:lnTo>
                      <a:pt x="240529" y="128323"/>
                    </a:lnTo>
                    <a:lnTo>
                      <a:pt x="271742" y="128323"/>
                    </a:lnTo>
                    <a:lnTo>
                      <a:pt x="271742" y="158516"/>
                    </a:lnTo>
                    <a:lnTo>
                      <a:pt x="240529" y="158516"/>
                    </a:lnTo>
                    <a:lnTo>
                      <a:pt x="239231" y="164449"/>
                    </a:lnTo>
                    <a:cubicBezTo>
                      <a:pt x="236755" y="175742"/>
                      <a:pt x="232309" y="186445"/>
                      <a:pt x="226006" y="196266"/>
                    </a:cubicBezTo>
                    <a:lnTo>
                      <a:pt x="222723" y="201383"/>
                    </a:lnTo>
                    <a:lnTo>
                      <a:pt x="244832" y="223485"/>
                    </a:lnTo>
                    <a:lnTo>
                      <a:pt x="223478" y="244839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14325DF2-4944-E7EE-E8D5-5D748FB48527}"/>
                  </a:ext>
                </a:extLst>
              </p:cNvPr>
              <p:cNvSpPr/>
              <p:nvPr/>
            </p:nvSpPr>
            <p:spPr>
              <a:xfrm>
                <a:off x="6799110" y="4816398"/>
                <a:ext cx="135870" cy="135870"/>
              </a:xfrm>
              <a:custGeom>
                <a:avLst/>
                <a:gdLst>
                  <a:gd name="connsiteX0" fmla="*/ 67935 w 135870"/>
                  <a:gd name="connsiteY0" fmla="*/ 0 h 135870"/>
                  <a:gd name="connsiteX1" fmla="*/ 0 w 135870"/>
                  <a:gd name="connsiteY1" fmla="*/ 67935 h 135870"/>
                  <a:gd name="connsiteX2" fmla="*/ 67935 w 135870"/>
                  <a:gd name="connsiteY2" fmla="*/ 135871 h 135870"/>
                  <a:gd name="connsiteX3" fmla="*/ 135871 w 135870"/>
                  <a:gd name="connsiteY3" fmla="*/ 67935 h 135870"/>
                  <a:gd name="connsiteX4" fmla="*/ 67935 w 135870"/>
                  <a:gd name="connsiteY4" fmla="*/ 0 h 135870"/>
                  <a:gd name="connsiteX5" fmla="*/ 67935 w 135870"/>
                  <a:gd name="connsiteY5" fmla="*/ 120774 h 135870"/>
                  <a:gd name="connsiteX6" fmla="*/ 15097 w 135870"/>
                  <a:gd name="connsiteY6" fmla="*/ 67935 h 135870"/>
                  <a:gd name="connsiteX7" fmla="*/ 67935 w 135870"/>
                  <a:gd name="connsiteY7" fmla="*/ 15097 h 135870"/>
                  <a:gd name="connsiteX8" fmla="*/ 120774 w 135870"/>
                  <a:gd name="connsiteY8" fmla="*/ 67935 h 135870"/>
                  <a:gd name="connsiteX9" fmla="*/ 67935 w 135870"/>
                  <a:gd name="connsiteY9" fmla="*/ 120774 h 13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5870" h="135870">
                    <a:moveTo>
                      <a:pt x="67935" y="0"/>
                    </a:moveTo>
                    <a:cubicBezTo>
                      <a:pt x="30473" y="0"/>
                      <a:pt x="0" y="30473"/>
                      <a:pt x="0" y="67935"/>
                    </a:cubicBezTo>
                    <a:cubicBezTo>
                      <a:pt x="0" y="105398"/>
                      <a:pt x="30473" y="135871"/>
                      <a:pt x="67935" y="135871"/>
                    </a:cubicBezTo>
                    <a:cubicBezTo>
                      <a:pt x="105398" y="135871"/>
                      <a:pt x="135871" y="105398"/>
                      <a:pt x="135871" y="67935"/>
                    </a:cubicBezTo>
                    <a:cubicBezTo>
                      <a:pt x="135871" y="30473"/>
                      <a:pt x="105398" y="0"/>
                      <a:pt x="67935" y="0"/>
                    </a:cubicBezTo>
                    <a:close/>
                    <a:moveTo>
                      <a:pt x="67935" y="120774"/>
                    </a:moveTo>
                    <a:cubicBezTo>
                      <a:pt x="38806" y="120774"/>
                      <a:pt x="15097" y="97065"/>
                      <a:pt x="15097" y="67935"/>
                    </a:cubicBezTo>
                    <a:cubicBezTo>
                      <a:pt x="15097" y="38806"/>
                      <a:pt x="38806" y="15097"/>
                      <a:pt x="67935" y="15097"/>
                    </a:cubicBezTo>
                    <a:cubicBezTo>
                      <a:pt x="97065" y="15097"/>
                      <a:pt x="120774" y="38806"/>
                      <a:pt x="120774" y="67935"/>
                    </a:cubicBezTo>
                    <a:cubicBezTo>
                      <a:pt x="120774" y="97065"/>
                      <a:pt x="97065" y="120774"/>
                      <a:pt x="67935" y="120774"/>
                    </a:cubicBez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2A02DC8D-8915-32F3-02B7-8A5F9E5D99D6}"/>
                  </a:ext>
                </a:extLst>
              </p:cNvPr>
              <p:cNvSpPr/>
              <p:nvPr/>
            </p:nvSpPr>
            <p:spPr>
              <a:xfrm>
                <a:off x="6829303" y="4846591"/>
                <a:ext cx="75483" cy="75483"/>
              </a:xfrm>
              <a:custGeom>
                <a:avLst/>
                <a:gdLst>
                  <a:gd name="connsiteX0" fmla="*/ 37742 w 75483"/>
                  <a:gd name="connsiteY0" fmla="*/ 0 h 75483"/>
                  <a:gd name="connsiteX1" fmla="*/ 0 w 75483"/>
                  <a:gd name="connsiteY1" fmla="*/ 37742 h 75483"/>
                  <a:gd name="connsiteX2" fmla="*/ 37742 w 75483"/>
                  <a:gd name="connsiteY2" fmla="*/ 75484 h 75483"/>
                  <a:gd name="connsiteX3" fmla="*/ 75484 w 75483"/>
                  <a:gd name="connsiteY3" fmla="*/ 37742 h 75483"/>
                  <a:gd name="connsiteX4" fmla="*/ 37742 w 75483"/>
                  <a:gd name="connsiteY4" fmla="*/ 0 h 75483"/>
                  <a:gd name="connsiteX5" fmla="*/ 37742 w 75483"/>
                  <a:gd name="connsiteY5" fmla="*/ 60387 h 75483"/>
                  <a:gd name="connsiteX6" fmla="*/ 15097 w 75483"/>
                  <a:gd name="connsiteY6" fmla="*/ 37742 h 75483"/>
                  <a:gd name="connsiteX7" fmla="*/ 37742 w 75483"/>
                  <a:gd name="connsiteY7" fmla="*/ 15097 h 75483"/>
                  <a:gd name="connsiteX8" fmla="*/ 60387 w 75483"/>
                  <a:gd name="connsiteY8" fmla="*/ 37742 h 75483"/>
                  <a:gd name="connsiteX9" fmla="*/ 37742 w 75483"/>
                  <a:gd name="connsiteY9" fmla="*/ 60387 h 75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5483" h="75483">
                    <a:moveTo>
                      <a:pt x="37742" y="0"/>
                    </a:moveTo>
                    <a:cubicBezTo>
                      <a:pt x="16931" y="0"/>
                      <a:pt x="0" y="16931"/>
                      <a:pt x="0" y="37742"/>
                    </a:cubicBezTo>
                    <a:cubicBezTo>
                      <a:pt x="0" y="58553"/>
                      <a:pt x="16931" y="75484"/>
                      <a:pt x="37742" y="75484"/>
                    </a:cubicBezTo>
                    <a:cubicBezTo>
                      <a:pt x="58553" y="75484"/>
                      <a:pt x="75484" y="58553"/>
                      <a:pt x="75484" y="37742"/>
                    </a:cubicBezTo>
                    <a:cubicBezTo>
                      <a:pt x="75484" y="16931"/>
                      <a:pt x="58553" y="0"/>
                      <a:pt x="37742" y="0"/>
                    </a:cubicBezTo>
                    <a:close/>
                    <a:moveTo>
                      <a:pt x="37742" y="60387"/>
                    </a:moveTo>
                    <a:cubicBezTo>
                      <a:pt x="25257" y="60387"/>
                      <a:pt x="15097" y="50227"/>
                      <a:pt x="15097" y="37742"/>
                    </a:cubicBezTo>
                    <a:cubicBezTo>
                      <a:pt x="15097" y="25257"/>
                      <a:pt x="25257" y="15097"/>
                      <a:pt x="37742" y="15097"/>
                    </a:cubicBezTo>
                    <a:cubicBezTo>
                      <a:pt x="50227" y="15097"/>
                      <a:pt x="60387" y="25257"/>
                      <a:pt x="60387" y="37742"/>
                    </a:cubicBezTo>
                    <a:cubicBezTo>
                      <a:pt x="60387" y="50227"/>
                      <a:pt x="50227" y="60387"/>
                      <a:pt x="37742" y="60387"/>
                    </a:cubicBez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8B20B55C-D3C4-7CD6-0D55-1C0CE8107A29}"/>
                  </a:ext>
                </a:extLst>
              </p:cNvPr>
              <p:cNvSpPr/>
              <p:nvPr/>
            </p:nvSpPr>
            <p:spPr>
              <a:xfrm>
                <a:off x="6952289" y="4657882"/>
                <a:ext cx="209143" cy="135870"/>
              </a:xfrm>
              <a:custGeom>
                <a:avLst/>
                <a:gdLst>
                  <a:gd name="connsiteX0" fmla="*/ 88369 w 209143"/>
                  <a:gd name="connsiteY0" fmla="*/ 0 h 135870"/>
                  <a:gd name="connsiteX1" fmla="*/ 88369 w 209143"/>
                  <a:gd name="connsiteY1" fmla="*/ 15097 h 135870"/>
                  <a:gd name="connsiteX2" fmla="*/ 39954 w 209143"/>
                  <a:gd name="connsiteY2" fmla="*/ 15097 h 135870"/>
                  <a:gd name="connsiteX3" fmla="*/ 0 w 209143"/>
                  <a:gd name="connsiteY3" fmla="*/ 55050 h 135870"/>
                  <a:gd name="connsiteX4" fmla="*/ 10673 w 209143"/>
                  <a:gd name="connsiteY4" fmla="*/ 65724 h 135870"/>
                  <a:gd name="connsiteX5" fmla="*/ 46204 w 209143"/>
                  <a:gd name="connsiteY5" fmla="*/ 30194 h 135870"/>
                  <a:gd name="connsiteX6" fmla="*/ 88369 w 209143"/>
                  <a:gd name="connsiteY6" fmla="*/ 30194 h 135870"/>
                  <a:gd name="connsiteX7" fmla="*/ 88369 w 209143"/>
                  <a:gd name="connsiteY7" fmla="*/ 135871 h 135870"/>
                  <a:gd name="connsiteX8" fmla="*/ 209143 w 209143"/>
                  <a:gd name="connsiteY8" fmla="*/ 135871 h 135870"/>
                  <a:gd name="connsiteX9" fmla="*/ 209143 w 209143"/>
                  <a:gd name="connsiteY9" fmla="*/ 0 h 135870"/>
                  <a:gd name="connsiteX10" fmla="*/ 88369 w 209143"/>
                  <a:gd name="connsiteY10" fmla="*/ 0 h 135870"/>
                  <a:gd name="connsiteX11" fmla="*/ 194046 w 209143"/>
                  <a:gd name="connsiteY11" fmla="*/ 120774 h 135870"/>
                  <a:gd name="connsiteX12" fmla="*/ 103466 w 209143"/>
                  <a:gd name="connsiteY12" fmla="*/ 120774 h 135870"/>
                  <a:gd name="connsiteX13" fmla="*/ 103466 w 209143"/>
                  <a:gd name="connsiteY13" fmla="*/ 15097 h 135870"/>
                  <a:gd name="connsiteX14" fmla="*/ 194046 w 209143"/>
                  <a:gd name="connsiteY14" fmla="*/ 15097 h 135870"/>
                  <a:gd name="connsiteX15" fmla="*/ 194046 w 209143"/>
                  <a:gd name="connsiteY15" fmla="*/ 120774 h 13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9143" h="135870">
                    <a:moveTo>
                      <a:pt x="88369" y="0"/>
                    </a:moveTo>
                    <a:lnTo>
                      <a:pt x="88369" y="15097"/>
                    </a:lnTo>
                    <a:lnTo>
                      <a:pt x="39954" y="15097"/>
                    </a:lnTo>
                    <a:lnTo>
                      <a:pt x="0" y="55050"/>
                    </a:lnTo>
                    <a:lnTo>
                      <a:pt x="10673" y="65724"/>
                    </a:lnTo>
                    <a:lnTo>
                      <a:pt x="46204" y="30194"/>
                    </a:lnTo>
                    <a:lnTo>
                      <a:pt x="88369" y="30194"/>
                    </a:lnTo>
                    <a:lnTo>
                      <a:pt x="88369" y="135871"/>
                    </a:lnTo>
                    <a:lnTo>
                      <a:pt x="209143" y="135871"/>
                    </a:lnTo>
                    <a:lnTo>
                      <a:pt x="209143" y="0"/>
                    </a:lnTo>
                    <a:lnTo>
                      <a:pt x="88369" y="0"/>
                    </a:lnTo>
                    <a:close/>
                    <a:moveTo>
                      <a:pt x="194046" y="120774"/>
                    </a:moveTo>
                    <a:lnTo>
                      <a:pt x="103466" y="120774"/>
                    </a:lnTo>
                    <a:lnTo>
                      <a:pt x="103466" y="15097"/>
                    </a:lnTo>
                    <a:lnTo>
                      <a:pt x="194046" y="15097"/>
                    </a:lnTo>
                    <a:lnTo>
                      <a:pt x="194046" y="120774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AF878CFC-D975-1A1E-7EC9-C4EEDA137996}"/>
                  </a:ext>
                </a:extLst>
              </p:cNvPr>
              <p:cNvSpPr/>
              <p:nvPr/>
            </p:nvSpPr>
            <p:spPr>
              <a:xfrm>
                <a:off x="7070852" y="4688075"/>
                <a:ext cx="60387" cy="15096"/>
              </a:xfrm>
              <a:custGeom>
                <a:avLst/>
                <a:gdLst>
                  <a:gd name="connsiteX0" fmla="*/ 0 w 60387"/>
                  <a:gd name="connsiteY0" fmla="*/ 0 h 15096"/>
                  <a:gd name="connsiteX1" fmla="*/ 60387 w 60387"/>
                  <a:gd name="connsiteY1" fmla="*/ 0 h 15096"/>
                  <a:gd name="connsiteX2" fmla="*/ 60387 w 60387"/>
                  <a:gd name="connsiteY2" fmla="*/ 15097 h 15096"/>
                  <a:gd name="connsiteX3" fmla="*/ 0 w 60387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387" h="15096">
                    <a:moveTo>
                      <a:pt x="0" y="0"/>
                    </a:moveTo>
                    <a:lnTo>
                      <a:pt x="60387" y="0"/>
                    </a:lnTo>
                    <a:lnTo>
                      <a:pt x="60387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4524A54B-FB66-A8A0-E89B-73056422A5D3}"/>
                  </a:ext>
                </a:extLst>
              </p:cNvPr>
              <p:cNvSpPr/>
              <p:nvPr/>
            </p:nvSpPr>
            <p:spPr>
              <a:xfrm>
                <a:off x="7070852" y="4718269"/>
                <a:ext cx="60387" cy="15096"/>
              </a:xfrm>
              <a:custGeom>
                <a:avLst/>
                <a:gdLst>
                  <a:gd name="connsiteX0" fmla="*/ 0 w 60387"/>
                  <a:gd name="connsiteY0" fmla="*/ 0 h 15096"/>
                  <a:gd name="connsiteX1" fmla="*/ 60387 w 60387"/>
                  <a:gd name="connsiteY1" fmla="*/ 0 h 15096"/>
                  <a:gd name="connsiteX2" fmla="*/ 60387 w 60387"/>
                  <a:gd name="connsiteY2" fmla="*/ 15097 h 15096"/>
                  <a:gd name="connsiteX3" fmla="*/ 0 w 60387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387" h="15096">
                    <a:moveTo>
                      <a:pt x="0" y="0"/>
                    </a:moveTo>
                    <a:lnTo>
                      <a:pt x="60387" y="0"/>
                    </a:lnTo>
                    <a:lnTo>
                      <a:pt x="60387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D37CD41-A184-BE1D-57EA-BEE07C3EFF67}"/>
                  </a:ext>
                </a:extLst>
              </p:cNvPr>
              <p:cNvSpPr/>
              <p:nvPr/>
            </p:nvSpPr>
            <p:spPr>
              <a:xfrm>
                <a:off x="7070852" y="4748462"/>
                <a:ext cx="30193" cy="15096"/>
              </a:xfrm>
              <a:custGeom>
                <a:avLst/>
                <a:gdLst>
                  <a:gd name="connsiteX0" fmla="*/ 0 w 30193"/>
                  <a:gd name="connsiteY0" fmla="*/ 0 h 15096"/>
                  <a:gd name="connsiteX1" fmla="*/ 30194 w 30193"/>
                  <a:gd name="connsiteY1" fmla="*/ 0 h 15096"/>
                  <a:gd name="connsiteX2" fmla="*/ 30194 w 30193"/>
                  <a:gd name="connsiteY2" fmla="*/ 15097 h 15096"/>
                  <a:gd name="connsiteX3" fmla="*/ 0 w 30193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193" h="15096">
                    <a:moveTo>
                      <a:pt x="0" y="0"/>
                    </a:moveTo>
                    <a:lnTo>
                      <a:pt x="30194" y="0"/>
                    </a:lnTo>
                    <a:lnTo>
                      <a:pt x="30194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6D4CFA2C-B5D9-657E-C383-44BBB08EE2A4}"/>
                  </a:ext>
                </a:extLst>
              </p:cNvPr>
              <p:cNvSpPr/>
              <p:nvPr/>
            </p:nvSpPr>
            <p:spPr>
              <a:xfrm>
                <a:off x="6995368" y="4990011"/>
                <a:ext cx="166064" cy="135870"/>
              </a:xfrm>
              <a:custGeom>
                <a:avLst/>
                <a:gdLst>
                  <a:gd name="connsiteX0" fmla="*/ 45290 w 166064"/>
                  <a:gd name="connsiteY0" fmla="*/ 75484 h 135870"/>
                  <a:gd name="connsiteX1" fmla="*/ 0 w 166064"/>
                  <a:gd name="connsiteY1" fmla="*/ 75484 h 135870"/>
                  <a:gd name="connsiteX2" fmla="*/ 0 w 166064"/>
                  <a:gd name="connsiteY2" fmla="*/ 90581 h 135870"/>
                  <a:gd name="connsiteX3" fmla="*/ 45290 w 166064"/>
                  <a:gd name="connsiteY3" fmla="*/ 90581 h 135870"/>
                  <a:gd name="connsiteX4" fmla="*/ 45290 w 166064"/>
                  <a:gd name="connsiteY4" fmla="*/ 135871 h 135870"/>
                  <a:gd name="connsiteX5" fmla="*/ 166065 w 166064"/>
                  <a:gd name="connsiteY5" fmla="*/ 135871 h 135870"/>
                  <a:gd name="connsiteX6" fmla="*/ 166065 w 166064"/>
                  <a:gd name="connsiteY6" fmla="*/ 0 h 135870"/>
                  <a:gd name="connsiteX7" fmla="*/ 45290 w 166064"/>
                  <a:gd name="connsiteY7" fmla="*/ 0 h 135870"/>
                  <a:gd name="connsiteX8" fmla="*/ 45290 w 166064"/>
                  <a:gd name="connsiteY8" fmla="*/ 75484 h 135870"/>
                  <a:gd name="connsiteX9" fmla="*/ 60387 w 166064"/>
                  <a:gd name="connsiteY9" fmla="*/ 15097 h 135870"/>
                  <a:gd name="connsiteX10" fmla="*/ 150968 w 166064"/>
                  <a:gd name="connsiteY10" fmla="*/ 15097 h 135870"/>
                  <a:gd name="connsiteX11" fmla="*/ 150968 w 166064"/>
                  <a:gd name="connsiteY11" fmla="*/ 120774 h 135870"/>
                  <a:gd name="connsiteX12" fmla="*/ 60387 w 166064"/>
                  <a:gd name="connsiteY12" fmla="*/ 120774 h 135870"/>
                  <a:gd name="connsiteX13" fmla="*/ 60387 w 166064"/>
                  <a:gd name="connsiteY13" fmla="*/ 15097 h 1358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6064" h="135870">
                    <a:moveTo>
                      <a:pt x="45290" y="75484"/>
                    </a:moveTo>
                    <a:lnTo>
                      <a:pt x="0" y="75484"/>
                    </a:lnTo>
                    <a:lnTo>
                      <a:pt x="0" y="90581"/>
                    </a:lnTo>
                    <a:lnTo>
                      <a:pt x="45290" y="90581"/>
                    </a:lnTo>
                    <a:lnTo>
                      <a:pt x="45290" y="135871"/>
                    </a:lnTo>
                    <a:lnTo>
                      <a:pt x="166065" y="135871"/>
                    </a:lnTo>
                    <a:lnTo>
                      <a:pt x="166065" y="0"/>
                    </a:lnTo>
                    <a:lnTo>
                      <a:pt x="45290" y="0"/>
                    </a:lnTo>
                    <a:lnTo>
                      <a:pt x="45290" y="75484"/>
                    </a:lnTo>
                    <a:close/>
                    <a:moveTo>
                      <a:pt x="60387" y="15097"/>
                    </a:moveTo>
                    <a:lnTo>
                      <a:pt x="150968" y="15097"/>
                    </a:lnTo>
                    <a:lnTo>
                      <a:pt x="150968" y="120774"/>
                    </a:lnTo>
                    <a:lnTo>
                      <a:pt x="60387" y="120774"/>
                    </a:lnTo>
                    <a:lnTo>
                      <a:pt x="60387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B3D8FCA-5884-AC67-CB8A-7BD0EE44A66C}"/>
                  </a:ext>
                </a:extLst>
              </p:cNvPr>
              <p:cNvSpPr/>
              <p:nvPr/>
            </p:nvSpPr>
            <p:spPr>
              <a:xfrm>
                <a:off x="7070852" y="5020204"/>
                <a:ext cx="60387" cy="15096"/>
              </a:xfrm>
              <a:custGeom>
                <a:avLst/>
                <a:gdLst>
                  <a:gd name="connsiteX0" fmla="*/ 0 w 60387"/>
                  <a:gd name="connsiteY0" fmla="*/ 0 h 15096"/>
                  <a:gd name="connsiteX1" fmla="*/ 60387 w 60387"/>
                  <a:gd name="connsiteY1" fmla="*/ 0 h 15096"/>
                  <a:gd name="connsiteX2" fmla="*/ 60387 w 60387"/>
                  <a:gd name="connsiteY2" fmla="*/ 15097 h 15096"/>
                  <a:gd name="connsiteX3" fmla="*/ 0 w 60387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387" h="15096">
                    <a:moveTo>
                      <a:pt x="0" y="0"/>
                    </a:moveTo>
                    <a:lnTo>
                      <a:pt x="60387" y="0"/>
                    </a:lnTo>
                    <a:lnTo>
                      <a:pt x="60387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20931D4C-F971-7C3B-FFC6-688FB1190954}"/>
                  </a:ext>
                </a:extLst>
              </p:cNvPr>
              <p:cNvSpPr/>
              <p:nvPr/>
            </p:nvSpPr>
            <p:spPr>
              <a:xfrm>
                <a:off x="7070852" y="5050398"/>
                <a:ext cx="60387" cy="15096"/>
              </a:xfrm>
              <a:custGeom>
                <a:avLst/>
                <a:gdLst>
                  <a:gd name="connsiteX0" fmla="*/ 0 w 60387"/>
                  <a:gd name="connsiteY0" fmla="*/ 0 h 15096"/>
                  <a:gd name="connsiteX1" fmla="*/ 60387 w 60387"/>
                  <a:gd name="connsiteY1" fmla="*/ 0 h 15096"/>
                  <a:gd name="connsiteX2" fmla="*/ 60387 w 60387"/>
                  <a:gd name="connsiteY2" fmla="*/ 15097 h 15096"/>
                  <a:gd name="connsiteX3" fmla="*/ 0 w 60387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387" h="15096">
                    <a:moveTo>
                      <a:pt x="0" y="0"/>
                    </a:moveTo>
                    <a:lnTo>
                      <a:pt x="60387" y="0"/>
                    </a:lnTo>
                    <a:lnTo>
                      <a:pt x="60387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C2B3CB47-E5DF-574E-AB7B-80E9EF316B9B}"/>
                  </a:ext>
                </a:extLst>
              </p:cNvPr>
              <p:cNvSpPr/>
              <p:nvPr/>
            </p:nvSpPr>
            <p:spPr>
              <a:xfrm>
                <a:off x="7070852" y="5080591"/>
                <a:ext cx="60387" cy="15096"/>
              </a:xfrm>
              <a:custGeom>
                <a:avLst/>
                <a:gdLst>
                  <a:gd name="connsiteX0" fmla="*/ 0 w 60387"/>
                  <a:gd name="connsiteY0" fmla="*/ 0 h 15096"/>
                  <a:gd name="connsiteX1" fmla="*/ 60387 w 60387"/>
                  <a:gd name="connsiteY1" fmla="*/ 0 h 15096"/>
                  <a:gd name="connsiteX2" fmla="*/ 60387 w 60387"/>
                  <a:gd name="connsiteY2" fmla="*/ 15097 h 15096"/>
                  <a:gd name="connsiteX3" fmla="*/ 0 w 60387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387" h="15096">
                    <a:moveTo>
                      <a:pt x="0" y="0"/>
                    </a:moveTo>
                    <a:lnTo>
                      <a:pt x="60387" y="0"/>
                    </a:lnTo>
                    <a:lnTo>
                      <a:pt x="60387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B4BBD6BD-DCC6-510C-3770-A7131430CDA3}"/>
                  </a:ext>
                </a:extLst>
              </p:cNvPr>
              <p:cNvSpPr/>
              <p:nvPr/>
            </p:nvSpPr>
            <p:spPr>
              <a:xfrm>
                <a:off x="6693433" y="4710720"/>
                <a:ext cx="347225" cy="415161"/>
              </a:xfrm>
              <a:custGeom>
                <a:avLst/>
                <a:gdLst>
                  <a:gd name="connsiteX0" fmla="*/ 347226 w 347225"/>
                  <a:gd name="connsiteY0" fmla="*/ 173613 h 415161"/>
                  <a:gd name="connsiteX1" fmla="*/ 173613 w 347225"/>
                  <a:gd name="connsiteY1" fmla="*/ 0 h 415161"/>
                  <a:gd name="connsiteX2" fmla="*/ 0 w 347225"/>
                  <a:gd name="connsiteY2" fmla="*/ 173613 h 415161"/>
                  <a:gd name="connsiteX3" fmla="*/ 75484 w 347225"/>
                  <a:gd name="connsiteY3" fmla="*/ 316738 h 415161"/>
                  <a:gd name="connsiteX4" fmla="*/ 75484 w 347225"/>
                  <a:gd name="connsiteY4" fmla="*/ 339677 h 415161"/>
                  <a:gd name="connsiteX5" fmla="*/ 60387 w 347225"/>
                  <a:gd name="connsiteY5" fmla="*/ 339677 h 415161"/>
                  <a:gd name="connsiteX6" fmla="*/ 60387 w 347225"/>
                  <a:gd name="connsiteY6" fmla="*/ 354774 h 415161"/>
                  <a:gd name="connsiteX7" fmla="*/ 75484 w 347225"/>
                  <a:gd name="connsiteY7" fmla="*/ 354774 h 415161"/>
                  <a:gd name="connsiteX8" fmla="*/ 75484 w 347225"/>
                  <a:gd name="connsiteY8" fmla="*/ 369871 h 415161"/>
                  <a:gd name="connsiteX9" fmla="*/ 60387 w 347225"/>
                  <a:gd name="connsiteY9" fmla="*/ 369871 h 415161"/>
                  <a:gd name="connsiteX10" fmla="*/ 60387 w 347225"/>
                  <a:gd name="connsiteY10" fmla="*/ 384968 h 415161"/>
                  <a:gd name="connsiteX11" fmla="*/ 75484 w 347225"/>
                  <a:gd name="connsiteY11" fmla="*/ 384968 h 415161"/>
                  <a:gd name="connsiteX12" fmla="*/ 75484 w 347225"/>
                  <a:gd name="connsiteY12" fmla="*/ 415161 h 415161"/>
                  <a:gd name="connsiteX13" fmla="*/ 271742 w 347225"/>
                  <a:gd name="connsiteY13" fmla="*/ 415161 h 415161"/>
                  <a:gd name="connsiteX14" fmla="*/ 271742 w 347225"/>
                  <a:gd name="connsiteY14" fmla="*/ 384968 h 415161"/>
                  <a:gd name="connsiteX15" fmla="*/ 286839 w 347225"/>
                  <a:gd name="connsiteY15" fmla="*/ 384968 h 415161"/>
                  <a:gd name="connsiteX16" fmla="*/ 286839 w 347225"/>
                  <a:gd name="connsiteY16" fmla="*/ 369871 h 415161"/>
                  <a:gd name="connsiteX17" fmla="*/ 271742 w 347225"/>
                  <a:gd name="connsiteY17" fmla="*/ 369871 h 415161"/>
                  <a:gd name="connsiteX18" fmla="*/ 271742 w 347225"/>
                  <a:gd name="connsiteY18" fmla="*/ 354774 h 415161"/>
                  <a:gd name="connsiteX19" fmla="*/ 286839 w 347225"/>
                  <a:gd name="connsiteY19" fmla="*/ 354774 h 415161"/>
                  <a:gd name="connsiteX20" fmla="*/ 286839 w 347225"/>
                  <a:gd name="connsiteY20" fmla="*/ 339677 h 415161"/>
                  <a:gd name="connsiteX21" fmla="*/ 271742 w 347225"/>
                  <a:gd name="connsiteY21" fmla="*/ 339677 h 415161"/>
                  <a:gd name="connsiteX22" fmla="*/ 271742 w 347225"/>
                  <a:gd name="connsiteY22" fmla="*/ 316738 h 415161"/>
                  <a:gd name="connsiteX23" fmla="*/ 347226 w 347225"/>
                  <a:gd name="connsiteY23" fmla="*/ 173613 h 415161"/>
                  <a:gd name="connsiteX24" fmla="*/ 256645 w 347225"/>
                  <a:gd name="connsiteY24" fmla="*/ 369871 h 415161"/>
                  <a:gd name="connsiteX25" fmla="*/ 241548 w 347225"/>
                  <a:gd name="connsiteY25" fmla="*/ 369871 h 415161"/>
                  <a:gd name="connsiteX26" fmla="*/ 241548 w 347225"/>
                  <a:gd name="connsiteY26" fmla="*/ 384968 h 415161"/>
                  <a:gd name="connsiteX27" fmla="*/ 256645 w 347225"/>
                  <a:gd name="connsiteY27" fmla="*/ 384968 h 415161"/>
                  <a:gd name="connsiteX28" fmla="*/ 256645 w 347225"/>
                  <a:gd name="connsiteY28" fmla="*/ 400065 h 415161"/>
                  <a:gd name="connsiteX29" fmla="*/ 90581 w 347225"/>
                  <a:gd name="connsiteY29" fmla="*/ 400065 h 415161"/>
                  <a:gd name="connsiteX30" fmla="*/ 90581 w 347225"/>
                  <a:gd name="connsiteY30" fmla="*/ 384968 h 415161"/>
                  <a:gd name="connsiteX31" fmla="*/ 226452 w 347225"/>
                  <a:gd name="connsiteY31" fmla="*/ 384968 h 415161"/>
                  <a:gd name="connsiteX32" fmla="*/ 226452 w 347225"/>
                  <a:gd name="connsiteY32" fmla="*/ 369871 h 415161"/>
                  <a:gd name="connsiteX33" fmla="*/ 90581 w 347225"/>
                  <a:gd name="connsiteY33" fmla="*/ 369871 h 415161"/>
                  <a:gd name="connsiteX34" fmla="*/ 90581 w 347225"/>
                  <a:gd name="connsiteY34" fmla="*/ 354774 h 415161"/>
                  <a:gd name="connsiteX35" fmla="*/ 256645 w 347225"/>
                  <a:gd name="connsiteY35" fmla="*/ 354774 h 415161"/>
                  <a:gd name="connsiteX36" fmla="*/ 256645 w 347225"/>
                  <a:gd name="connsiteY36" fmla="*/ 369871 h 415161"/>
                  <a:gd name="connsiteX37" fmla="*/ 260065 w 347225"/>
                  <a:gd name="connsiteY37" fmla="*/ 306382 h 415161"/>
                  <a:gd name="connsiteX38" fmla="*/ 256645 w 347225"/>
                  <a:gd name="connsiteY38" fmla="*/ 308616 h 415161"/>
                  <a:gd name="connsiteX39" fmla="*/ 256645 w 347225"/>
                  <a:gd name="connsiteY39" fmla="*/ 339677 h 415161"/>
                  <a:gd name="connsiteX40" fmla="*/ 90581 w 347225"/>
                  <a:gd name="connsiteY40" fmla="*/ 339677 h 415161"/>
                  <a:gd name="connsiteX41" fmla="*/ 90581 w 347225"/>
                  <a:gd name="connsiteY41" fmla="*/ 308616 h 415161"/>
                  <a:gd name="connsiteX42" fmla="*/ 87161 w 347225"/>
                  <a:gd name="connsiteY42" fmla="*/ 306382 h 415161"/>
                  <a:gd name="connsiteX43" fmla="*/ 15097 w 347225"/>
                  <a:gd name="connsiteY43" fmla="*/ 173613 h 415161"/>
                  <a:gd name="connsiteX44" fmla="*/ 173613 w 347225"/>
                  <a:gd name="connsiteY44" fmla="*/ 15097 h 415161"/>
                  <a:gd name="connsiteX45" fmla="*/ 332129 w 347225"/>
                  <a:gd name="connsiteY45" fmla="*/ 173613 h 415161"/>
                  <a:gd name="connsiteX46" fmla="*/ 260065 w 347225"/>
                  <a:gd name="connsiteY46" fmla="*/ 306382 h 415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347225" h="415161">
                    <a:moveTo>
                      <a:pt x="347226" y="173613"/>
                    </a:moveTo>
                    <a:cubicBezTo>
                      <a:pt x="347226" y="77877"/>
                      <a:pt x="269349" y="0"/>
                      <a:pt x="173613" y="0"/>
                    </a:cubicBezTo>
                    <a:cubicBezTo>
                      <a:pt x="77877" y="0"/>
                      <a:pt x="0" y="77877"/>
                      <a:pt x="0" y="173613"/>
                    </a:cubicBezTo>
                    <a:cubicBezTo>
                      <a:pt x="0" y="231056"/>
                      <a:pt x="28140" y="284250"/>
                      <a:pt x="75484" y="316738"/>
                    </a:cubicBezTo>
                    <a:lnTo>
                      <a:pt x="75484" y="339677"/>
                    </a:lnTo>
                    <a:lnTo>
                      <a:pt x="60387" y="339677"/>
                    </a:lnTo>
                    <a:lnTo>
                      <a:pt x="60387" y="354774"/>
                    </a:lnTo>
                    <a:lnTo>
                      <a:pt x="75484" y="354774"/>
                    </a:lnTo>
                    <a:lnTo>
                      <a:pt x="75484" y="369871"/>
                    </a:lnTo>
                    <a:lnTo>
                      <a:pt x="60387" y="369871"/>
                    </a:lnTo>
                    <a:lnTo>
                      <a:pt x="60387" y="384968"/>
                    </a:lnTo>
                    <a:lnTo>
                      <a:pt x="75484" y="384968"/>
                    </a:lnTo>
                    <a:lnTo>
                      <a:pt x="75484" y="415161"/>
                    </a:lnTo>
                    <a:lnTo>
                      <a:pt x="271742" y="415161"/>
                    </a:lnTo>
                    <a:lnTo>
                      <a:pt x="271742" y="384968"/>
                    </a:lnTo>
                    <a:lnTo>
                      <a:pt x="286839" y="384968"/>
                    </a:lnTo>
                    <a:lnTo>
                      <a:pt x="286839" y="369871"/>
                    </a:lnTo>
                    <a:lnTo>
                      <a:pt x="271742" y="369871"/>
                    </a:lnTo>
                    <a:lnTo>
                      <a:pt x="271742" y="354774"/>
                    </a:lnTo>
                    <a:lnTo>
                      <a:pt x="286839" y="354774"/>
                    </a:lnTo>
                    <a:lnTo>
                      <a:pt x="286839" y="339677"/>
                    </a:lnTo>
                    <a:lnTo>
                      <a:pt x="271742" y="339677"/>
                    </a:lnTo>
                    <a:lnTo>
                      <a:pt x="271742" y="316738"/>
                    </a:lnTo>
                    <a:cubicBezTo>
                      <a:pt x="319085" y="284250"/>
                      <a:pt x="347226" y="231056"/>
                      <a:pt x="347226" y="173613"/>
                    </a:cubicBezTo>
                    <a:close/>
                    <a:moveTo>
                      <a:pt x="256645" y="369871"/>
                    </a:moveTo>
                    <a:lnTo>
                      <a:pt x="241548" y="369871"/>
                    </a:lnTo>
                    <a:lnTo>
                      <a:pt x="241548" y="384968"/>
                    </a:lnTo>
                    <a:lnTo>
                      <a:pt x="256645" y="384968"/>
                    </a:lnTo>
                    <a:lnTo>
                      <a:pt x="256645" y="400065"/>
                    </a:lnTo>
                    <a:lnTo>
                      <a:pt x="90581" y="400065"/>
                    </a:lnTo>
                    <a:lnTo>
                      <a:pt x="90581" y="384968"/>
                    </a:lnTo>
                    <a:lnTo>
                      <a:pt x="226452" y="384968"/>
                    </a:lnTo>
                    <a:lnTo>
                      <a:pt x="226452" y="369871"/>
                    </a:lnTo>
                    <a:lnTo>
                      <a:pt x="90581" y="369871"/>
                    </a:lnTo>
                    <a:lnTo>
                      <a:pt x="90581" y="354774"/>
                    </a:lnTo>
                    <a:lnTo>
                      <a:pt x="256645" y="354774"/>
                    </a:lnTo>
                    <a:lnTo>
                      <a:pt x="256645" y="369871"/>
                    </a:lnTo>
                    <a:close/>
                    <a:moveTo>
                      <a:pt x="260065" y="306382"/>
                    </a:moveTo>
                    <a:lnTo>
                      <a:pt x="256645" y="308616"/>
                    </a:lnTo>
                    <a:lnTo>
                      <a:pt x="256645" y="339677"/>
                    </a:lnTo>
                    <a:lnTo>
                      <a:pt x="90581" y="339677"/>
                    </a:lnTo>
                    <a:lnTo>
                      <a:pt x="90581" y="308616"/>
                    </a:lnTo>
                    <a:lnTo>
                      <a:pt x="87161" y="306382"/>
                    </a:lnTo>
                    <a:cubicBezTo>
                      <a:pt x="42029" y="276935"/>
                      <a:pt x="15097" y="227305"/>
                      <a:pt x="15097" y="173613"/>
                    </a:cubicBezTo>
                    <a:cubicBezTo>
                      <a:pt x="15097" y="86210"/>
                      <a:pt x="86210" y="15097"/>
                      <a:pt x="173613" y="15097"/>
                    </a:cubicBezTo>
                    <a:cubicBezTo>
                      <a:pt x="261016" y="15097"/>
                      <a:pt x="332129" y="86210"/>
                      <a:pt x="332129" y="173613"/>
                    </a:cubicBezTo>
                    <a:cubicBezTo>
                      <a:pt x="332129" y="227305"/>
                      <a:pt x="305196" y="276935"/>
                      <a:pt x="260065" y="306382"/>
                    </a:cubicBez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64026886-46F0-AFE7-CA8A-C971DA0C484B}"/>
                  </a:ext>
                </a:extLst>
              </p:cNvPr>
              <p:cNvSpPr/>
              <p:nvPr/>
            </p:nvSpPr>
            <p:spPr>
              <a:xfrm>
                <a:off x="7116142" y="4748462"/>
                <a:ext cx="15096" cy="15096"/>
              </a:xfrm>
              <a:custGeom>
                <a:avLst/>
                <a:gdLst>
                  <a:gd name="connsiteX0" fmla="*/ 0 w 15096"/>
                  <a:gd name="connsiteY0" fmla="*/ 0 h 15096"/>
                  <a:gd name="connsiteX1" fmla="*/ 15097 w 15096"/>
                  <a:gd name="connsiteY1" fmla="*/ 0 h 15096"/>
                  <a:gd name="connsiteX2" fmla="*/ 15097 w 15096"/>
                  <a:gd name="connsiteY2" fmla="*/ 15097 h 15096"/>
                  <a:gd name="connsiteX3" fmla="*/ 0 w 15096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096" h="15096">
                    <a:moveTo>
                      <a:pt x="0" y="0"/>
                    </a:moveTo>
                    <a:lnTo>
                      <a:pt x="15097" y="0"/>
                    </a:lnTo>
                    <a:lnTo>
                      <a:pt x="15097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</p:grpSp>
        <p:grpSp>
          <p:nvGrpSpPr>
            <p:cNvPr id="28" name="Graphic 34">
              <a:extLst>
                <a:ext uri="{FF2B5EF4-FFF2-40B4-BE49-F238E27FC236}">
                  <a16:creationId xmlns:a16="http://schemas.microsoft.com/office/drawing/2014/main" id="{0F8D561B-FAA7-3B0B-C164-3FEAE5B23C7E}"/>
                </a:ext>
              </a:extLst>
            </p:cNvPr>
            <p:cNvGrpSpPr/>
            <p:nvPr/>
          </p:nvGrpSpPr>
          <p:grpSpPr>
            <a:xfrm>
              <a:off x="3431033" y="4681495"/>
              <a:ext cx="468000" cy="468000"/>
              <a:chOff x="1864318" y="4733296"/>
              <a:chExt cx="468000" cy="468000"/>
            </a:xfrm>
            <a:solidFill>
              <a:srgbClr val="FFFFFF"/>
            </a:solidFill>
          </p:grpSpPr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70DD10E-2E1B-2C8D-DAD5-0C3EA30EDFB3}"/>
                  </a:ext>
                </a:extLst>
              </p:cNvPr>
              <p:cNvSpPr/>
              <p:nvPr/>
            </p:nvSpPr>
            <p:spPr>
              <a:xfrm>
                <a:off x="1864318" y="4733296"/>
                <a:ext cx="468000" cy="468000"/>
              </a:xfrm>
              <a:custGeom>
                <a:avLst/>
                <a:gdLst>
                  <a:gd name="connsiteX0" fmla="*/ 437806 w 468000"/>
                  <a:gd name="connsiteY0" fmla="*/ 75484 h 468000"/>
                  <a:gd name="connsiteX1" fmla="*/ 437806 w 468000"/>
                  <a:gd name="connsiteY1" fmla="*/ 0 h 468000"/>
                  <a:gd name="connsiteX2" fmla="*/ 30194 w 468000"/>
                  <a:gd name="connsiteY2" fmla="*/ 0 h 468000"/>
                  <a:gd name="connsiteX3" fmla="*/ 30194 w 468000"/>
                  <a:gd name="connsiteY3" fmla="*/ 75484 h 468000"/>
                  <a:gd name="connsiteX4" fmla="*/ 0 w 468000"/>
                  <a:gd name="connsiteY4" fmla="*/ 75484 h 468000"/>
                  <a:gd name="connsiteX5" fmla="*/ 0 w 468000"/>
                  <a:gd name="connsiteY5" fmla="*/ 422710 h 468000"/>
                  <a:gd name="connsiteX6" fmla="*/ 181697 w 468000"/>
                  <a:gd name="connsiteY6" fmla="*/ 422710 h 468000"/>
                  <a:gd name="connsiteX7" fmla="*/ 234000 w 468000"/>
                  <a:gd name="connsiteY7" fmla="*/ 468000 h 468000"/>
                  <a:gd name="connsiteX8" fmla="*/ 286303 w 468000"/>
                  <a:gd name="connsiteY8" fmla="*/ 422710 h 468000"/>
                  <a:gd name="connsiteX9" fmla="*/ 468000 w 468000"/>
                  <a:gd name="connsiteY9" fmla="*/ 422710 h 468000"/>
                  <a:gd name="connsiteX10" fmla="*/ 468000 w 468000"/>
                  <a:gd name="connsiteY10" fmla="*/ 75484 h 468000"/>
                  <a:gd name="connsiteX11" fmla="*/ 437806 w 468000"/>
                  <a:gd name="connsiteY11" fmla="*/ 75484 h 468000"/>
                  <a:gd name="connsiteX12" fmla="*/ 452903 w 468000"/>
                  <a:gd name="connsiteY12" fmla="*/ 407613 h 468000"/>
                  <a:gd name="connsiteX13" fmla="*/ 271742 w 468000"/>
                  <a:gd name="connsiteY13" fmla="*/ 407613 h 468000"/>
                  <a:gd name="connsiteX14" fmla="*/ 271742 w 468000"/>
                  <a:gd name="connsiteY14" fmla="*/ 415161 h 468000"/>
                  <a:gd name="connsiteX15" fmla="*/ 234000 w 468000"/>
                  <a:gd name="connsiteY15" fmla="*/ 452903 h 468000"/>
                  <a:gd name="connsiteX16" fmla="*/ 196258 w 468000"/>
                  <a:gd name="connsiteY16" fmla="*/ 415161 h 468000"/>
                  <a:gd name="connsiteX17" fmla="*/ 196258 w 468000"/>
                  <a:gd name="connsiteY17" fmla="*/ 407613 h 468000"/>
                  <a:gd name="connsiteX18" fmla="*/ 15097 w 468000"/>
                  <a:gd name="connsiteY18" fmla="*/ 407613 h 468000"/>
                  <a:gd name="connsiteX19" fmla="*/ 15097 w 468000"/>
                  <a:gd name="connsiteY19" fmla="*/ 90581 h 468000"/>
                  <a:gd name="connsiteX20" fmla="*/ 30194 w 468000"/>
                  <a:gd name="connsiteY20" fmla="*/ 90581 h 468000"/>
                  <a:gd name="connsiteX21" fmla="*/ 30194 w 468000"/>
                  <a:gd name="connsiteY21" fmla="*/ 392516 h 468000"/>
                  <a:gd name="connsiteX22" fmla="*/ 437806 w 468000"/>
                  <a:gd name="connsiteY22" fmla="*/ 392516 h 468000"/>
                  <a:gd name="connsiteX23" fmla="*/ 437806 w 468000"/>
                  <a:gd name="connsiteY23" fmla="*/ 120774 h 468000"/>
                  <a:gd name="connsiteX24" fmla="*/ 422710 w 468000"/>
                  <a:gd name="connsiteY24" fmla="*/ 120774 h 468000"/>
                  <a:gd name="connsiteX25" fmla="*/ 422710 w 468000"/>
                  <a:gd name="connsiteY25" fmla="*/ 377419 h 468000"/>
                  <a:gd name="connsiteX26" fmla="*/ 45290 w 468000"/>
                  <a:gd name="connsiteY26" fmla="*/ 377419 h 468000"/>
                  <a:gd name="connsiteX27" fmla="*/ 45290 w 468000"/>
                  <a:gd name="connsiteY27" fmla="*/ 15097 h 468000"/>
                  <a:gd name="connsiteX28" fmla="*/ 422710 w 468000"/>
                  <a:gd name="connsiteY28" fmla="*/ 15097 h 468000"/>
                  <a:gd name="connsiteX29" fmla="*/ 422710 w 468000"/>
                  <a:gd name="connsiteY29" fmla="*/ 105677 h 468000"/>
                  <a:gd name="connsiteX30" fmla="*/ 437806 w 468000"/>
                  <a:gd name="connsiteY30" fmla="*/ 105677 h 468000"/>
                  <a:gd name="connsiteX31" fmla="*/ 437806 w 468000"/>
                  <a:gd name="connsiteY31" fmla="*/ 90581 h 468000"/>
                  <a:gd name="connsiteX32" fmla="*/ 452903 w 468000"/>
                  <a:gd name="connsiteY32" fmla="*/ 90581 h 468000"/>
                  <a:gd name="connsiteX33" fmla="*/ 452903 w 468000"/>
                  <a:gd name="connsiteY33" fmla="*/ 407613 h 46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68000" h="468000">
                    <a:moveTo>
                      <a:pt x="437806" y="75484"/>
                    </a:moveTo>
                    <a:lnTo>
                      <a:pt x="437806" y="0"/>
                    </a:lnTo>
                    <a:lnTo>
                      <a:pt x="30194" y="0"/>
                    </a:lnTo>
                    <a:lnTo>
                      <a:pt x="30194" y="75484"/>
                    </a:lnTo>
                    <a:lnTo>
                      <a:pt x="0" y="75484"/>
                    </a:lnTo>
                    <a:lnTo>
                      <a:pt x="0" y="422710"/>
                    </a:lnTo>
                    <a:lnTo>
                      <a:pt x="181697" y="422710"/>
                    </a:lnTo>
                    <a:cubicBezTo>
                      <a:pt x="185366" y="448284"/>
                      <a:pt x="207422" y="468000"/>
                      <a:pt x="234000" y="468000"/>
                    </a:cubicBezTo>
                    <a:cubicBezTo>
                      <a:pt x="260578" y="468000"/>
                      <a:pt x="282627" y="448284"/>
                      <a:pt x="286303" y="422710"/>
                    </a:cubicBezTo>
                    <a:lnTo>
                      <a:pt x="468000" y="422710"/>
                    </a:lnTo>
                    <a:lnTo>
                      <a:pt x="468000" y="75484"/>
                    </a:lnTo>
                    <a:lnTo>
                      <a:pt x="437806" y="75484"/>
                    </a:lnTo>
                    <a:close/>
                    <a:moveTo>
                      <a:pt x="452903" y="407613"/>
                    </a:moveTo>
                    <a:lnTo>
                      <a:pt x="271742" y="407613"/>
                    </a:lnTo>
                    <a:lnTo>
                      <a:pt x="271742" y="415161"/>
                    </a:lnTo>
                    <a:cubicBezTo>
                      <a:pt x="271742" y="435972"/>
                      <a:pt x="254811" y="452903"/>
                      <a:pt x="234000" y="452903"/>
                    </a:cubicBezTo>
                    <a:cubicBezTo>
                      <a:pt x="213189" y="452903"/>
                      <a:pt x="196258" y="435972"/>
                      <a:pt x="196258" y="415161"/>
                    </a:cubicBezTo>
                    <a:lnTo>
                      <a:pt x="196258" y="407613"/>
                    </a:lnTo>
                    <a:lnTo>
                      <a:pt x="15097" y="407613"/>
                    </a:lnTo>
                    <a:lnTo>
                      <a:pt x="15097" y="90581"/>
                    </a:lnTo>
                    <a:lnTo>
                      <a:pt x="30194" y="90581"/>
                    </a:lnTo>
                    <a:lnTo>
                      <a:pt x="30194" y="392516"/>
                    </a:lnTo>
                    <a:lnTo>
                      <a:pt x="437806" y="392516"/>
                    </a:lnTo>
                    <a:lnTo>
                      <a:pt x="437806" y="120774"/>
                    </a:lnTo>
                    <a:lnTo>
                      <a:pt x="422710" y="120774"/>
                    </a:lnTo>
                    <a:lnTo>
                      <a:pt x="422710" y="377419"/>
                    </a:lnTo>
                    <a:lnTo>
                      <a:pt x="45290" y="377419"/>
                    </a:lnTo>
                    <a:lnTo>
                      <a:pt x="45290" y="15097"/>
                    </a:lnTo>
                    <a:lnTo>
                      <a:pt x="422710" y="15097"/>
                    </a:lnTo>
                    <a:lnTo>
                      <a:pt x="422710" y="105677"/>
                    </a:lnTo>
                    <a:lnTo>
                      <a:pt x="437806" y="105677"/>
                    </a:lnTo>
                    <a:lnTo>
                      <a:pt x="437806" y="90581"/>
                    </a:lnTo>
                    <a:lnTo>
                      <a:pt x="452903" y="90581"/>
                    </a:lnTo>
                    <a:lnTo>
                      <a:pt x="452903" y="407613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F7F3CF1-D4BA-6EDB-121D-4308C2721EDD}"/>
                  </a:ext>
                </a:extLst>
              </p:cNvPr>
              <p:cNvSpPr/>
              <p:nvPr/>
            </p:nvSpPr>
            <p:spPr>
              <a:xfrm>
                <a:off x="1954898" y="4793683"/>
                <a:ext cx="120774" cy="120774"/>
              </a:xfrm>
              <a:custGeom>
                <a:avLst/>
                <a:gdLst>
                  <a:gd name="connsiteX0" fmla="*/ 60387 w 120774"/>
                  <a:gd name="connsiteY0" fmla="*/ 105677 h 120774"/>
                  <a:gd name="connsiteX1" fmla="*/ 15097 w 120774"/>
                  <a:gd name="connsiteY1" fmla="*/ 60387 h 120774"/>
                  <a:gd name="connsiteX2" fmla="*/ 60387 w 120774"/>
                  <a:gd name="connsiteY2" fmla="*/ 15097 h 120774"/>
                  <a:gd name="connsiteX3" fmla="*/ 60387 w 120774"/>
                  <a:gd name="connsiteY3" fmla="*/ 0 h 120774"/>
                  <a:gd name="connsiteX4" fmla="*/ 0 w 120774"/>
                  <a:gd name="connsiteY4" fmla="*/ 60387 h 120774"/>
                  <a:gd name="connsiteX5" fmla="*/ 60387 w 120774"/>
                  <a:gd name="connsiteY5" fmla="*/ 120774 h 120774"/>
                  <a:gd name="connsiteX6" fmla="*/ 120774 w 120774"/>
                  <a:gd name="connsiteY6" fmla="*/ 60387 h 120774"/>
                  <a:gd name="connsiteX7" fmla="*/ 105677 w 120774"/>
                  <a:gd name="connsiteY7" fmla="*/ 60387 h 120774"/>
                  <a:gd name="connsiteX8" fmla="*/ 60387 w 120774"/>
                  <a:gd name="connsiteY8" fmla="*/ 105677 h 120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0774" h="120774">
                    <a:moveTo>
                      <a:pt x="60387" y="105677"/>
                    </a:moveTo>
                    <a:cubicBezTo>
                      <a:pt x="35409" y="105677"/>
                      <a:pt x="15097" y="85365"/>
                      <a:pt x="15097" y="60387"/>
                    </a:cubicBezTo>
                    <a:cubicBezTo>
                      <a:pt x="15097" y="35409"/>
                      <a:pt x="35409" y="15097"/>
                      <a:pt x="60387" y="15097"/>
                    </a:cubicBezTo>
                    <a:lnTo>
                      <a:pt x="60387" y="0"/>
                    </a:lnTo>
                    <a:cubicBezTo>
                      <a:pt x="27091" y="0"/>
                      <a:pt x="0" y="27091"/>
                      <a:pt x="0" y="60387"/>
                    </a:cubicBezTo>
                    <a:cubicBezTo>
                      <a:pt x="0" y="93683"/>
                      <a:pt x="27091" y="120774"/>
                      <a:pt x="60387" y="120774"/>
                    </a:cubicBezTo>
                    <a:cubicBezTo>
                      <a:pt x="93683" y="120774"/>
                      <a:pt x="120774" y="93683"/>
                      <a:pt x="120774" y="60387"/>
                    </a:cubicBezTo>
                    <a:lnTo>
                      <a:pt x="105677" y="60387"/>
                    </a:lnTo>
                    <a:cubicBezTo>
                      <a:pt x="105677" y="85365"/>
                      <a:pt x="85365" y="105677"/>
                      <a:pt x="60387" y="105677"/>
                    </a:cubicBez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7D91AD4F-0D19-682F-D63B-6F395AA93EBE}"/>
                  </a:ext>
                </a:extLst>
              </p:cNvPr>
              <p:cNvSpPr/>
              <p:nvPr/>
            </p:nvSpPr>
            <p:spPr>
              <a:xfrm>
                <a:off x="1924705" y="4763489"/>
                <a:ext cx="347225" cy="332129"/>
              </a:xfrm>
              <a:custGeom>
                <a:avLst/>
                <a:gdLst>
                  <a:gd name="connsiteX0" fmla="*/ 241548 w 347225"/>
                  <a:gd name="connsiteY0" fmla="*/ 60387 h 332129"/>
                  <a:gd name="connsiteX1" fmla="*/ 175877 w 347225"/>
                  <a:gd name="connsiteY1" fmla="*/ 60387 h 332129"/>
                  <a:gd name="connsiteX2" fmla="*/ 90581 w 347225"/>
                  <a:gd name="connsiteY2" fmla="*/ 0 h 332129"/>
                  <a:gd name="connsiteX3" fmla="*/ 0 w 347225"/>
                  <a:gd name="connsiteY3" fmla="*/ 90581 h 332129"/>
                  <a:gd name="connsiteX4" fmla="*/ 60387 w 347225"/>
                  <a:gd name="connsiteY4" fmla="*/ 175877 h 332129"/>
                  <a:gd name="connsiteX5" fmla="*/ 60387 w 347225"/>
                  <a:gd name="connsiteY5" fmla="*/ 301935 h 332129"/>
                  <a:gd name="connsiteX6" fmla="*/ 90581 w 347225"/>
                  <a:gd name="connsiteY6" fmla="*/ 332129 h 332129"/>
                  <a:gd name="connsiteX7" fmla="*/ 120774 w 347225"/>
                  <a:gd name="connsiteY7" fmla="*/ 301935 h 332129"/>
                  <a:gd name="connsiteX8" fmla="*/ 120774 w 347225"/>
                  <a:gd name="connsiteY8" fmla="*/ 271742 h 332129"/>
                  <a:gd name="connsiteX9" fmla="*/ 241548 w 347225"/>
                  <a:gd name="connsiteY9" fmla="*/ 271742 h 332129"/>
                  <a:gd name="connsiteX10" fmla="*/ 241548 w 347225"/>
                  <a:gd name="connsiteY10" fmla="*/ 332129 h 332129"/>
                  <a:gd name="connsiteX11" fmla="*/ 347226 w 347225"/>
                  <a:gd name="connsiteY11" fmla="*/ 332129 h 332129"/>
                  <a:gd name="connsiteX12" fmla="*/ 347226 w 347225"/>
                  <a:gd name="connsiteY12" fmla="*/ 196258 h 332129"/>
                  <a:gd name="connsiteX13" fmla="*/ 241548 w 347225"/>
                  <a:gd name="connsiteY13" fmla="*/ 196258 h 332129"/>
                  <a:gd name="connsiteX14" fmla="*/ 241548 w 347225"/>
                  <a:gd name="connsiteY14" fmla="*/ 256645 h 332129"/>
                  <a:gd name="connsiteX15" fmla="*/ 120774 w 347225"/>
                  <a:gd name="connsiteY15" fmla="*/ 256645 h 332129"/>
                  <a:gd name="connsiteX16" fmla="*/ 120774 w 347225"/>
                  <a:gd name="connsiteY16" fmla="*/ 175877 h 332129"/>
                  <a:gd name="connsiteX17" fmla="*/ 181161 w 347225"/>
                  <a:gd name="connsiteY17" fmla="*/ 90581 h 332129"/>
                  <a:gd name="connsiteX18" fmla="*/ 179795 w 347225"/>
                  <a:gd name="connsiteY18" fmla="*/ 75484 h 332129"/>
                  <a:gd name="connsiteX19" fmla="*/ 241548 w 347225"/>
                  <a:gd name="connsiteY19" fmla="*/ 75484 h 332129"/>
                  <a:gd name="connsiteX20" fmla="*/ 241548 w 347225"/>
                  <a:gd name="connsiteY20" fmla="*/ 135871 h 332129"/>
                  <a:gd name="connsiteX21" fmla="*/ 347226 w 347225"/>
                  <a:gd name="connsiteY21" fmla="*/ 135871 h 332129"/>
                  <a:gd name="connsiteX22" fmla="*/ 347226 w 347225"/>
                  <a:gd name="connsiteY22" fmla="*/ 0 h 332129"/>
                  <a:gd name="connsiteX23" fmla="*/ 241548 w 347225"/>
                  <a:gd name="connsiteY23" fmla="*/ 0 h 332129"/>
                  <a:gd name="connsiteX24" fmla="*/ 241548 w 347225"/>
                  <a:gd name="connsiteY24" fmla="*/ 60387 h 332129"/>
                  <a:gd name="connsiteX25" fmla="*/ 256645 w 347225"/>
                  <a:gd name="connsiteY25" fmla="*/ 211355 h 332129"/>
                  <a:gd name="connsiteX26" fmla="*/ 332129 w 347225"/>
                  <a:gd name="connsiteY26" fmla="*/ 211355 h 332129"/>
                  <a:gd name="connsiteX27" fmla="*/ 332129 w 347225"/>
                  <a:gd name="connsiteY27" fmla="*/ 317032 h 332129"/>
                  <a:gd name="connsiteX28" fmla="*/ 256645 w 347225"/>
                  <a:gd name="connsiteY28" fmla="*/ 317032 h 332129"/>
                  <a:gd name="connsiteX29" fmla="*/ 256645 w 347225"/>
                  <a:gd name="connsiteY29" fmla="*/ 211355 h 332129"/>
                  <a:gd name="connsiteX30" fmla="*/ 105677 w 347225"/>
                  <a:gd name="connsiteY30" fmla="*/ 256645 h 332129"/>
                  <a:gd name="connsiteX31" fmla="*/ 90581 w 347225"/>
                  <a:gd name="connsiteY31" fmla="*/ 256645 h 332129"/>
                  <a:gd name="connsiteX32" fmla="*/ 90581 w 347225"/>
                  <a:gd name="connsiteY32" fmla="*/ 271742 h 332129"/>
                  <a:gd name="connsiteX33" fmla="*/ 105677 w 347225"/>
                  <a:gd name="connsiteY33" fmla="*/ 271742 h 332129"/>
                  <a:gd name="connsiteX34" fmla="*/ 105677 w 347225"/>
                  <a:gd name="connsiteY34" fmla="*/ 301935 h 332129"/>
                  <a:gd name="connsiteX35" fmla="*/ 90581 w 347225"/>
                  <a:gd name="connsiteY35" fmla="*/ 317032 h 332129"/>
                  <a:gd name="connsiteX36" fmla="*/ 75484 w 347225"/>
                  <a:gd name="connsiteY36" fmla="*/ 301935 h 332129"/>
                  <a:gd name="connsiteX37" fmla="*/ 75484 w 347225"/>
                  <a:gd name="connsiteY37" fmla="*/ 179795 h 332129"/>
                  <a:gd name="connsiteX38" fmla="*/ 90581 w 347225"/>
                  <a:gd name="connsiteY38" fmla="*/ 181161 h 332129"/>
                  <a:gd name="connsiteX39" fmla="*/ 105677 w 347225"/>
                  <a:gd name="connsiteY39" fmla="*/ 179795 h 332129"/>
                  <a:gd name="connsiteX40" fmla="*/ 105677 w 347225"/>
                  <a:gd name="connsiteY40" fmla="*/ 256645 h 332129"/>
                  <a:gd name="connsiteX41" fmla="*/ 90581 w 347225"/>
                  <a:gd name="connsiteY41" fmla="*/ 166065 h 332129"/>
                  <a:gd name="connsiteX42" fmla="*/ 15097 w 347225"/>
                  <a:gd name="connsiteY42" fmla="*/ 90581 h 332129"/>
                  <a:gd name="connsiteX43" fmla="*/ 90581 w 347225"/>
                  <a:gd name="connsiteY43" fmla="*/ 15097 h 332129"/>
                  <a:gd name="connsiteX44" fmla="*/ 159716 w 347225"/>
                  <a:gd name="connsiteY44" fmla="*/ 60387 h 332129"/>
                  <a:gd name="connsiteX45" fmla="*/ 90581 w 347225"/>
                  <a:gd name="connsiteY45" fmla="*/ 60387 h 332129"/>
                  <a:gd name="connsiteX46" fmla="*/ 90581 w 347225"/>
                  <a:gd name="connsiteY46" fmla="*/ 75484 h 332129"/>
                  <a:gd name="connsiteX47" fmla="*/ 164540 w 347225"/>
                  <a:gd name="connsiteY47" fmla="*/ 75484 h 332129"/>
                  <a:gd name="connsiteX48" fmla="*/ 166065 w 347225"/>
                  <a:gd name="connsiteY48" fmla="*/ 90581 h 332129"/>
                  <a:gd name="connsiteX49" fmla="*/ 90581 w 347225"/>
                  <a:gd name="connsiteY49" fmla="*/ 166065 h 332129"/>
                  <a:gd name="connsiteX50" fmla="*/ 256645 w 347225"/>
                  <a:gd name="connsiteY50" fmla="*/ 15097 h 332129"/>
                  <a:gd name="connsiteX51" fmla="*/ 332129 w 347225"/>
                  <a:gd name="connsiteY51" fmla="*/ 15097 h 332129"/>
                  <a:gd name="connsiteX52" fmla="*/ 332129 w 347225"/>
                  <a:gd name="connsiteY52" fmla="*/ 120774 h 332129"/>
                  <a:gd name="connsiteX53" fmla="*/ 256645 w 347225"/>
                  <a:gd name="connsiteY53" fmla="*/ 120774 h 332129"/>
                  <a:gd name="connsiteX54" fmla="*/ 256645 w 347225"/>
                  <a:gd name="connsiteY54" fmla="*/ 15097 h 3321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</a:cxnLst>
                <a:rect l="l" t="t" r="r" b="b"/>
                <a:pathLst>
                  <a:path w="347225" h="332129">
                    <a:moveTo>
                      <a:pt x="241548" y="60387"/>
                    </a:moveTo>
                    <a:lnTo>
                      <a:pt x="175877" y="60387"/>
                    </a:lnTo>
                    <a:cubicBezTo>
                      <a:pt x="163400" y="25264"/>
                      <a:pt x="129930" y="0"/>
                      <a:pt x="90581" y="0"/>
                    </a:cubicBezTo>
                    <a:cubicBezTo>
                      <a:pt x="40633" y="0"/>
                      <a:pt x="0" y="40633"/>
                      <a:pt x="0" y="90581"/>
                    </a:cubicBezTo>
                    <a:cubicBezTo>
                      <a:pt x="0" y="129930"/>
                      <a:pt x="25264" y="163400"/>
                      <a:pt x="60387" y="175877"/>
                    </a:cubicBezTo>
                    <a:lnTo>
                      <a:pt x="60387" y="301935"/>
                    </a:lnTo>
                    <a:cubicBezTo>
                      <a:pt x="60387" y="318587"/>
                      <a:pt x="73929" y="332129"/>
                      <a:pt x="90581" y="332129"/>
                    </a:cubicBezTo>
                    <a:cubicBezTo>
                      <a:pt x="107232" y="332129"/>
                      <a:pt x="120774" y="318587"/>
                      <a:pt x="120774" y="301935"/>
                    </a:cubicBezTo>
                    <a:lnTo>
                      <a:pt x="120774" y="271742"/>
                    </a:lnTo>
                    <a:lnTo>
                      <a:pt x="241548" y="271742"/>
                    </a:lnTo>
                    <a:lnTo>
                      <a:pt x="241548" y="332129"/>
                    </a:lnTo>
                    <a:lnTo>
                      <a:pt x="347226" y="332129"/>
                    </a:lnTo>
                    <a:lnTo>
                      <a:pt x="347226" y="196258"/>
                    </a:lnTo>
                    <a:lnTo>
                      <a:pt x="241548" y="196258"/>
                    </a:lnTo>
                    <a:lnTo>
                      <a:pt x="241548" y="256645"/>
                    </a:lnTo>
                    <a:lnTo>
                      <a:pt x="120774" y="256645"/>
                    </a:lnTo>
                    <a:lnTo>
                      <a:pt x="120774" y="175877"/>
                    </a:lnTo>
                    <a:cubicBezTo>
                      <a:pt x="155897" y="163400"/>
                      <a:pt x="181161" y="129930"/>
                      <a:pt x="181161" y="90581"/>
                    </a:cubicBezTo>
                    <a:cubicBezTo>
                      <a:pt x="181161" y="85425"/>
                      <a:pt x="180625" y="80405"/>
                      <a:pt x="179795" y="75484"/>
                    </a:cubicBezTo>
                    <a:lnTo>
                      <a:pt x="241548" y="75484"/>
                    </a:lnTo>
                    <a:lnTo>
                      <a:pt x="241548" y="135871"/>
                    </a:lnTo>
                    <a:lnTo>
                      <a:pt x="347226" y="135871"/>
                    </a:lnTo>
                    <a:lnTo>
                      <a:pt x="347226" y="0"/>
                    </a:lnTo>
                    <a:lnTo>
                      <a:pt x="241548" y="0"/>
                    </a:lnTo>
                    <a:lnTo>
                      <a:pt x="241548" y="60387"/>
                    </a:lnTo>
                    <a:close/>
                    <a:moveTo>
                      <a:pt x="256645" y="211355"/>
                    </a:moveTo>
                    <a:lnTo>
                      <a:pt x="332129" y="211355"/>
                    </a:lnTo>
                    <a:lnTo>
                      <a:pt x="332129" y="317032"/>
                    </a:lnTo>
                    <a:lnTo>
                      <a:pt x="256645" y="317032"/>
                    </a:lnTo>
                    <a:lnTo>
                      <a:pt x="256645" y="211355"/>
                    </a:lnTo>
                    <a:close/>
                    <a:moveTo>
                      <a:pt x="105677" y="256645"/>
                    </a:moveTo>
                    <a:lnTo>
                      <a:pt x="90581" y="256645"/>
                    </a:lnTo>
                    <a:lnTo>
                      <a:pt x="90581" y="271742"/>
                    </a:lnTo>
                    <a:lnTo>
                      <a:pt x="105677" y="271742"/>
                    </a:lnTo>
                    <a:lnTo>
                      <a:pt x="105677" y="301935"/>
                    </a:lnTo>
                    <a:cubicBezTo>
                      <a:pt x="105677" y="310261"/>
                      <a:pt x="98907" y="317032"/>
                      <a:pt x="90581" y="317032"/>
                    </a:cubicBezTo>
                    <a:cubicBezTo>
                      <a:pt x="82255" y="317032"/>
                      <a:pt x="75484" y="310261"/>
                      <a:pt x="75484" y="301935"/>
                    </a:cubicBezTo>
                    <a:lnTo>
                      <a:pt x="75484" y="179795"/>
                    </a:lnTo>
                    <a:cubicBezTo>
                      <a:pt x="80405" y="180625"/>
                      <a:pt x="85425" y="181161"/>
                      <a:pt x="90581" y="181161"/>
                    </a:cubicBezTo>
                    <a:cubicBezTo>
                      <a:pt x="95736" y="181161"/>
                      <a:pt x="100756" y="180625"/>
                      <a:pt x="105677" y="179795"/>
                    </a:cubicBezTo>
                    <a:lnTo>
                      <a:pt x="105677" y="256645"/>
                    </a:lnTo>
                    <a:close/>
                    <a:moveTo>
                      <a:pt x="90581" y="166065"/>
                    </a:moveTo>
                    <a:cubicBezTo>
                      <a:pt x="48959" y="166065"/>
                      <a:pt x="15097" y="132202"/>
                      <a:pt x="15097" y="90581"/>
                    </a:cubicBezTo>
                    <a:cubicBezTo>
                      <a:pt x="15097" y="48959"/>
                      <a:pt x="48959" y="15097"/>
                      <a:pt x="90581" y="15097"/>
                    </a:cubicBezTo>
                    <a:cubicBezTo>
                      <a:pt x="121461" y="15097"/>
                      <a:pt x="148039" y="33764"/>
                      <a:pt x="159716" y="60387"/>
                    </a:cubicBezTo>
                    <a:lnTo>
                      <a:pt x="90581" y="60387"/>
                    </a:lnTo>
                    <a:lnTo>
                      <a:pt x="90581" y="75484"/>
                    </a:lnTo>
                    <a:lnTo>
                      <a:pt x="164540" y="75484"/>
                    </a:lnTo>
                    <a:cubicBezTo>
                      <a:pt x="165536" y="80360"/>
                      <a:pt x="166065" y="85410"/>
                      <a:pt x="166065" y="90581"/>
                    </a:cubicBezTo>
                    <a:cubicBezTo>
                      <a:pt x="166065" y="132202"/>
                      <a:pt x="132202" y="166065"/>
                      <a:pt x="90581" y="166065"/>
                    </a:cubicBezTo>
                    <a:close/>
                    <a:moveTo>
                      <a:pt x="256645" y="15097"/>
                    </a:moveTo>
                    <a:lnTo>
                      <a:pt x="332129" y="15097"/>
                    </a:lnTo>
                    <a:lnTo>
                      <a:pt x="332129" y="120774"/>
                    </a:lnTo>
                    <a:lnTo>
                      <a:pt x="256645" y="120774"/>
                    </a:lnTo>
                    <a:lnTo>
                      <a:pt x="256645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00ADEFDE-17A8-9054-881F-7158A709D847}"/>
                  </a:ext>
                </a:extLst>
              </p:cNvPr>
              <p:cNvSpPr/>
              <p:nvPr/>
            </p:nvSpPr>
            <p:spPr>
              <a:xfrm>
                <a:off x="2196447" y="4793683"/>
                <a:ext cx="45290" cy="15096"/>
              </a:xfrm>
              <a:custGeom>
                <a:avLst/>
                <a:gdLst>
                  <a:gd name="connsiteX0" fmla="*/ 0 w 45290"/>
                  <a:gd name="connsiteY0" fmla="*/ 0 h 15096"/>
                  <a:gd name="connsiteX1" fmla="*/ 45290 w 45290"/>
                  <a:gd name="connsiteY1" fmla="*/ 0 h 15096"/>
                  <a:gd name="connsiteX2" fmla="*/ 45290 w 45290"/>
                  <a:gd name="connsiteY2" fmla="*/ 15097 h 15096"/>
                  <a:gd name="connsiteX3" fmla="*/ 0 w 45290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290" h="15096">
                    <a:moveTo>
                      <a:pt x="0" y="0"/>
                    </a:moveTo>
                    <a:lnTo>
                      <a:pt x="45290" y="0"/>
                    </a:lnTo>
                    <a:lnTo>
                      <a:pt x="45290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31D595C-5739-FDB5-DDDD-9D973026E1BD}"/>
                  </a:ext>
                </a:extLst>
              </p:cNvPr>
              <p:cNvSpPr/>
              <p:nvPr/>
            </p:nvSpPr>
            <p:spPr>
              <a:xfrm>
                <a:off x="2196447" y="4823876"/>
                <a:ext cx="45290" cy="15096"/>
              </a:xfrm>
              <a:custGeom>
                <a:avLst/>
                <a:gdLst>
                  <a:gd name="connsiteX0" fmla="*/ 0 w 45290"/>
                  <a:gd name="connsiteY0" fmla="*/ 0 h 15096"/>
                  <a:gd name="connsiteX1" fmla="*/ 45290 w 45290"/>
                  <a:gd name="connsiteY1" fmla="*/ 0 h 15096"/>
                  <a:gd name="connsiteX2" fmla="*/ 45290 w 45290"/>
                  <a:gd name="connsiteY2" fmla="*/ 15097 h 15096"/>
                  <a:gd name="connsiteX3" fmla="*/ 0 w 45290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290" h="15096">
                    <a:moveTo>
                      <a:pt x="0" y="0"/>
                    </a:moveTo>
                    <a:lnTo>
                      <a:pt x="45290" y="0"/>
                    </a:lnTo>
                    <a:lnTo>
                      <a:pt x="45290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756D03F1-4D0B-E23E-73F3-58440D453255}"/>
                  </a:ext>
                </a:extLst>
              </p:cNvPr>
              <p:cNvSpPr/>
              <p:nvPr/>
            </p:nvSpPr>
            <p:spPr>
              <a:xfrm>
                <a:off x="2196447" y="4854070"/>
                <a:ext cx="45290" cy="15096"/>
              </a:xfrm>
              <a:custGeom>
                <a:avLst/>
                <a:gdLst>
                  <a:gd name="connsiteX0" fmla="*/ 0 w 45290"/>
                  <a:gd name="connsiteY0" fmla="*/ 0 h 15096"/>
                  <a:gd name="connsiteX1" fmla="*/ 45290 w 45290"/>
                  <a:gd name="connsiteY1" fmla="*/ 0 h 15096"/>
                  <a:gd name="connsiteX2" fmla="*/ 45290 w 45290"/>
                  <a:gd name="connsiteY2" fmla="*/ 15097 h 15096"/>
                  <a:gd name="connsiteX3" fmla="*/ 0 w 45290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290" h="15096">
                    <a:moveTo>
                      <a:pt x="0" y="0"/>
                    </a:moveTo>
                    <a:lnTo>
                      <a:pt x="45290" y="0"/>
                    </a:lnTo>
                    <a:lnTo>
                      <a:pt x="45290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2690C1C9-EBA7-6A2D-D1E3-601B4A24E402}"/>
                  </a:ext>
                </a:extLst>
              </p:cNvPr>
              <p:cNvSpPr/>
              <p:nvPr/>
            </p:nvSpPr>
            <p:spPr>
              <a:xfrm>
                <a:off x="2196447" y="4989941"/>
                <a:ext cx="45290" cy="15096"/>
              </a:xfrm>
              <a:custGeom>
                <a:avLst/>
                <a:gdLst>
                  <a:gd name="connsiteX0" fmla="*/ 0 w 45290"/>
                  <a:gd name="connsiteY0" fmla="*/ 0 h 15096"/>
                  <a:gd name="connsiteX1" fmla="*/ 45290 w 45290"/>
                  <a:gd name="connsiteY1" fmla="*/ 0 h 15096"/>
                  <a:gd name="connsiteX2" fmla="*/ 45290 w 45290"/>
                  <a:gd name="connsiteY2" fmla="*/ 15097 h 15096"/>
                  <a:gd name="connsiteX3" fmla="*/ 0 w 45290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290" h="15096">
                    <a:moveTo>
                      <a:pt x="0" y="0"/>
                    </a:moveTo>
                    <a:lnTo>
                      <a:pt x="45290" y="0"/>
                    </a:lnTo>
                    <a:lnTo>
                      <a:pt x="45290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A0B2475E-7BB6-C176-BC11-067FC1B9337D}"/>
                  </a:ext>
                </a:extLst>
              </p:cNvPr>
              <p:cNvSpPr/>
              <p:nvPr/>
            </p:nvSpPr>
            <p:spPr>
              <a:xfrm>
                <a:off x="2196447" y="5020134"/>
                <a:ext cx="45290" cy="15096"/>
              </a:xfrm>
              <a:custGeom>
                <a:avLst/>
                <a:gdLst>
                  <a:gd name="connsiteX0" fmla="*/ 0 w 45290"/>
                  <a:gd name="connsiteY0" fmla="*/ 0 h 15096"/>
                  <a:gd name="connsiteX1" fmla="*/ 45290 w 45290"/>
                  <a:gd name="connsiteY1" fmla="*/ 0 h 15096"/>
                  <a:gd name="connsiteX2" fmla="*/ 45290 w 45290"/>
                  <a:gd name="connsiteY2" fmla="*/ 15097 h 15096"/>
                  <a:gd name="connsiteX3" fmla="*/ 0 w 45290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290" h="15096">
                    <a:moveTo>
                      <a:pt x="0" y="0"/>
                    </a:moveTo>
                    <a:lnTo>
                      <a:pt x="45290" y="0"/>
                    </a:lnTo>
                    <a:lnTo>
                      <a:pt x="45290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F47B08BA-4E5E-6BCF-9B12-2EFBB744BA9B}"/>
                  </a:ext>
                </a:extLst>
              </p:cNvPr>
              <p:cNvSpPr/>
              <p:nvPr/>
            </p:nvSpPr>
            <p:spPr>
              <a:xfrm>
                <a:off x="2196447" y="5050328"/>
                <a:ext cx="45290" cy="15096"/>
              </a:xfrm>
              <a:custGeom>
                <a:avLst/>
                <a:gdLst>
                  <a:gd name="connsiteX0" fmla="*/ 0 w 45290"/>
                  <a:gd name="connsiteY0" fmla="*/ 0 h 15096"/>
                  <a:gd name="connsiteX1" fmla="*/ 45290 w 45290"/>
                  <a:gd name="connsiteY1" fmla="*/ 0 h 15096"/>
                  <a:gd name="connsiteX2" fmla="*/ 45290 w 45290"/>
                  <a:gd name="connsiteY2" fmla="*/ 15097 h 15096"/>
                  <a:gd name="connsiteX3" fmla="*/ 0 w 45290"/>
                  <a:gd name="connsiteY3" fmla="*/ 15097 h 15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290" h="15096">
                    <a:moveTo>
                      <a:pt x="0" y="0"/>
                    </a:moveTo>
                    <a:lnTo>
                      <a:pt x="45290" y="0"/>
                    </a:lnTo>
                    <a:lnTo>
                      <a:pt x="45290" y="15097"/>
                    </a:lnTo>
                    <a:lnTo>
                      <a:pt x="0" y="15097"/>
                    </a:lnTo>
                    <a:close/>
                  </a:path>
                </a:pathLst>
              </a:custGeom>
              <a:solidFill>
                <a:schemeClr val="bg1"/>
              </a:solidFill>
              <a:ln w="94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10354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A650701D-5FCF-932F-6EBD-907B9E8DB60A}"/>
              </a:ext>
            </a:extLst>
          </p:cNvPr>
          <p:cNvGrpSpPr/>
          <p:nvPr/>
        </p:nvGrpSpPr>
        <p:grpSpPr>
          <a:xfrm>
            <a:off x="2146300" y="1570666"/>
            <a:ext cx="7315200" cy="4749506"/>
            <a:chOff x="114300" y="1570666"/>
            <a:chExt cx="7315200" cy="474950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9FE972B-4D73-1B46-34C6-23CD3B528DB9}"/>
                </a:ext>
              </a:extLst>
            </p:cNvPr>
            <p:cNvGrpSpPr/>
            <p:nvPr/>
          </p:nvGrpSpPr>
          <p:grpSpPr>
            <a:xfrm>
              <a:off x="114300" y="1570666"/>
              <a:ext cx="7315200" cy="4749506"/>
              <a:chOff x="1416000" y="462357"/>
              <a:chExt cx="9360000" cy="6077123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C7B85C0-A202-AF84-19E7-2AD6A963027F}"/>
                  </a:ext>
                </a:extLst>
              </p:cNvPr>
              <p:cNvGrpSpPr/>
              <p:nvPr/>
            </p:nvGrpSpPr>
            <p:grpSpPr>
              <a:xfrm>
                <a:off x="8308761" y="2128925"/>
                <a:ext cx="1966570" cy="4050809"/>
                <a:chOff x="8308761" y="2057007"/>
                <a:chExt cx="1966570" cy="4050809"/>
              </a:xfrm>
            </p:grpSpPr>
            <p:sp>
              <p:nvSpPr>
                <p:cNvPr id="44" name="Freeform: Shape 43">
                  <a:extLst>
                    <a:ext uri="{FF2B5EF4-FFF2-40B4-BE49-F238E27FC236}">
                      <a16:creationId xmlns:a16="http://schemas.microsoft.com/office/drawing/2014/main" id="{731067C9-397F-7A86-C772-1B1AA7B737B3}"/>
                    </a:ext>
                  </a:extLst>
                </p:cNvPr>
                <p:cNvSpPr/>
                <p:nvPr/>
              </p:nvSpPr>
              <p:spPr bwMode="auto">
                <a:xfrm>
                  <a:off x="8311805" y="2057007"/>
                  <a:ext cx="1960486" cy="4050809"/>
                </a:xfrm>
                <a:custGeom>
                  <a:avLst/>
                  <a:gdLst>
                    <a:gd name="connsiteX0" fmla="*/ 94810 w 1473791"/>
                    <a:gd name="connsiteY0" fmla="*/ 2550966 h 2722727"/>
                    <a:gd name="connsiteX1" fmla="*/ 1378981 w 1473791"/>
                    <a:gd name="connsiteY1" fmla="*/ 2550966 h 2722727"/>
                    <a:gd name="connsiteX2" fmla="*/ 1473791 w 1473791"/>
                    <a:gd name="connsiteY2" fmla="*/ 2722727 h 2722727"/>
                    <a:gd name="connsiteX3" fmla="*/ 0 w 1473791"/>
                    <a:gd name="connsiteY3" fmla="*/ 2722727 h 2722727"/>
                    <a:gd name="connsiteX4" fmla="*/ 0 w 1473791"/>
                    <a:gd name="connsiteY4" fmla="*/ 0 h 2722727"/>
                    <a:gd name="connsiteX5" fmla="*/ 1473791 w 1473791"/>
                    <a:gd name="connsiteY5" fmla="*/ 0 h 2722727"/>
                    <a:gd name="connsiteX6" fmla="*/ 1378981 w 1473791"/>
                    <a:gd name="connsiteY6" fmla="*/ 171761 h 2722727"/>
                    <a:gd name="connsiteX7" fmla="*/ 1345900 w 1473791"/>
                    <a:gd name="connsiteY7" fmla="*/ 171761 h 2722727"/>
                    <a:gd name="connsiteX8" fmla="*/ 1345900 w 1473791"/>
                    <a:gd name="connsiteY8" fmla="*/ 2550965 h 2722727"/>
                    <a:gd name="connsiteX9" fmla="*/ 127891 w 1473791"/>
                    <a:gd name="connsiteY9" fmla="*/ 2550965 h 2722727"/>
                    <a:gd name="connsiteX10" fmla="*/ 127891 w 1473791"/>
                    <a:gd name="connsiteY10" fmla="*/ 171761 h 2722727"/>
                    <a:gd name="connsiteX11" fmla="*/ 94810 w 1473791"/>
                    <a:gd name="connsiteY11" fmla="*/ 171761 h 27227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473791" h="2722727">
                      <a:moveTo>
                        <a:pt x="94810" y="2550966"/>
                      </a:moveTo>
                      <a:lnTo>
                        <a:pt x="1378981" y="2550966"/>
                      </a:lnTo>
                      <a:lnTo>
                        <a:pt x="1473791" y="2722727"/>
                      </a:lnTo>
                      <a:lnTo>
                        <a:pt x="0" y="2722727"/>
                      </a:lnTo>
                      <a:close/>
                      <a:moveTo>
                        <a:pt x="0" y="0"/>
                      </a:moveTo>
                      <a:lnTo>
                        <a:pt x="1473791" y="0"/>
                      </a:lnTo>
                      <a:lnTo>
                        <a:pt x="1378981" y="171761"/>
                      </a:lnTo>
                      <a:lnTo>
                        <a:pt x="1345900" y="171761"/>
                      </a:lnTo>
                      <a:lnTo>
                        <a:pt x="1345900" y="2550965"/>
                      </a:lnTo>
                      <a:lnTo>
                        <a:pt x="127891" y="2550965"/>
                      </a:lnTo>
                      <a:lnTo>
                        <a:pt x="127891" y="171761"/>
                      </a:lnTo>
                      <a:lnTo>
                        <a:pt x="94810" y="171761"/>
                      </a:lnTo>
                      <a:close/>
                    </a:path>
                  </a:pathLst>
                </a:custGeom>
                <a:solidFill>
                  <a:schemeClr val="accent4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45" name="Rectangle 44">
                  <a:extLst>
                    <a:ext uri="{FF2B5EF4-FFF2-40B4-BE49-F238E27FC236}">
                      <a16:creationId xmlns:a16="http://schemas.microsoft.com/office/drawing/2014/main" id="{668DAF1D-6B5D-7146-ACB3-09CC89039C2A}"/>
                    </a:ext>
                  </a:extLst>
                </p:cNvPr>
                <p:cNvSpPr/>
                <p:nvPr/>
              </p:nvSpPr>
              <p:spPr bwMode="auto">
                <a:xfrm>
                  <a:off x="8473875" y="2487128"/>
                  <a:ext cx="1636955" cy="3183192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46" name="Rectangle: Rounded Corners 45">
                  <a:extLst>
                    <a:ext uri="{FF2B5EF4-FFF2-40B4-BE49-F238E27FC236}">
                      <a16:creationId xmlns:a16="http://schemas.microsoft.com/office/drawing/2014/main" id="{8C3AFB79-BEFD-B438-06D8-8D72500FE9A3}"/>
                    </a:ext>
                  </a:extLst>
                </p:cNvPr>
                <p:cNvSpPr/>
                <p:nvPr/>
              </p:nvSpPr>
              <p:spPr bwMode="auto">
                <a:xfrm>
                  <a:off x="8308761" y="2216297"/>
                  <a:ext cx="1966570" cy="8484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47" name="Rectangle: Rounded Corners 46">
                  <a:extLst>
                    <a:ext uri="{FF2B5EF4-FFF2-40B4-BE49-F238E27FC236}">
                      <a16:creationId xmlns:a16="http://schemas.microsoft.com/office/drawing/2014/main" id="{0A0149BB-5CFA-538D-8CF4-9FBB5F991B4A}"/>
                    </a:ext>
                  </a:extLst>
                </p:cNvPr>
                <p:cNvSpPr/>
                <p:nvPr/>
              </p:nvSpPr>
              <p:spPr bwMode="auto">
                <a:xfrm>
                  <a:off x="8398151" y="2408883"/>
                  <a:ext cx="1787790" cy="8484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48" name="Rectangle: Rounded Corners 47">
                  <a:extLst>
                    <a:ext uri="{FF2B5EF4-FFF2-40B4-BE49-F238E27FC236}">
                      <a16:creationId xmlns:a16="http://schemas.microsoft.com/office/drawing/2014/main" id="{6816E6E4-BDA0-13F6-6060-AE6408BE12C6}"/>
                    </a:ext>
                  </a:extLst>
                </p:cNvPr>
                <p:cNvSpPr/>
                <p:nvPr/>
              </p:nvSpPr>
              <p:spPr bwMode="auto">
                <a:xfrm>
                  <a:off x="8308761" y="5830426"/>
                  <a:ext cx="1966570" cy="84847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49" name="Rectangle: Rounded Corners 48">
                  <a:extLst>
                    <a:ext uri="{FF2B5EF4-FFF2-40B4-BE49-F238E27FC236}">
                      <a16:creationId xmlns:a16="http://schemas.microsoft.com/office/drawing/2014/main" id="{A658C9A9-6CD6-F050-937C-2FB79EB0AAC1}"/>
                    </a:ext>
                  </a:extLst>
                </p:cNvPr>
                <p:cNvSpPr/>
                <p:nvPr/>
              </p:nvSpPr>
              <p:spPr bwMode="auto">
                <a:xfrm>
                  <a:off x="8398151" y="5637837"/>
                  <a:ext cx="1787790" cy="84847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4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6894BC51-9760-E7FE-D8D6-FC08FCF48A99}"/>
                  </a:ext>
                </a:extLst>
              </p:cNvPr>
              <p:cNvGrpSpPr/>
              <p:nvPr/>
            </p:nvGrpSpPr>
            <p:grpSpPr>
              <a:xfrm>
                <a:off x="6178063" y="2128925"/>
                <a:ext cx="1966570" cy="4050809"/>
                <a:chOff x="6178063" y="2057007"/>
                <a:chExt cx="1966570" cy="4050809"/>
              </a:xfrm>
            </p:grpSpPr>
            <p:sp>
              <p:nvSpPr>
                <p:cNvPr id="38" name="Freeform: Shape 37">
                  <a:extLst>
                    <a:ext uri="{FF2B5EF4-FFF2-40B4-BE49-F238E27FC236}">
                      <a16:creationId xmlns:a16="http://schemas.microsoft.com/office/drawing/2014/main" id="{5D1E3426-0F74-80EA-A630-F9978E3BFA99}"/>
                    </a:ext>
                  </a:extLst>
                </p:cNvPr>
                <p:cNvSpPr/>
                <p:nvPr/>
              </p:nvSpPr>
              <p:spPr bwMode="auto">
                <a:xfrm>
                  <a:off x="6181107" y="2057007"/>
                  <a:ext cx="1960486" cy="4050809"/>
                </a:xfrm>
                <a:custGeom>
                  <a:avLst/>
                  <a:gdLst>
                    <a:gd name="connsiteX0" fmla="*/ 94810 w 1473791"/>
                    <a:gd name="connsiteY0" fmla="*/ 2550966 h 2722727"/>
                    <a:gd name="connsiteX1" fmla="*/ 1378981 w 1473791"/>
                    <a:gd name="connsiteY1" fmla="*/ 2550966 h 2722727"/>
                    <a:gd name="connsiteX2" fmla="*/ 1473791 w 1473791"/>
                    <a:gd name="connsiteY2" fmla="*/ 2722727 h 2722727"/>
                    <a:gd name="connsiteX3" fmla="*/ 0 w 1473791"/>
                    <a:gd name="connsiteY3" fmla="*/ 2722727 h 2722727"/>
                    <a:gd name="connsiteX4" fmla="*/ 0 w 1473791"/>
                    <a:gd name="connsiteY4" fmla="*/ 0 h 2722727"/>
                    <a:gd name="connsiteX5" fmla="*/ 1473791 w 1473791"/>
                    <a:gd name="connsiteY5" fmla="*/ 0 h 2722727"/>
                    <a:gd name="connsiteX6" fmla="*/ 1378981 w 1473791"/>
                    <a:gd name="connsiteY6" fmla="*/ 171761 h 2722727"/>
                    <a:gd name="connsiteX7" fmla="*/ 1345900 w 1473791"/>
                    <a:gd name="connsiteY7" fmla="*/ 171761 h 2722727"/>
                    <a:gd name="connsiteX8" fmla="*/ 1345900 w 1473791"/>
                    <a:gd name="connsiteY8" fmla="*/ 2550965 h 2722727"/>
                    <a:gd name="connsiteX9" fmla="*/ 127891 w 1473791"/>
                    <a:gd name="connsiteY9" fmla="*/ 2550965 h 2722727"/>
                    <a:gd name="connsiteX10" fmla="*/ 127891 w 1473791"/>
                    <a:gd name="connsiteY10" fmla="*/ 171761 h 2722727"/>
                    <a:gd name="connsiteX11" fmla="*/ 94810 w 1473791"/>
                    <a:gd name="connsiteY11" fmla="*/ 171761 h 27227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473791" h="2722727">
                      <a:moveTo>
                        <a:pt x="94810" y="2550966"/>
                      </a:moveTo>
                      <a:lnTo>
                        <a:pt x="1378981" y="2550966"/>
                      </a:lnTo>
                      <a:lnTo>
                        <a:pt x="1473791" y="2722727"/>
                      </a:lnTo>
                      <a:lnTo>
                        <a:pt x="0" y="2722727"/>
                      </a:lnTo>
                      <a:close/>
                      <a:moveTo>
                        <a:pt x="0" y="0"/>
                      </a:moveTo>
                      <a:lnTo>
                        <a:pt x="1473791" y="0"/>
                      </a:lnTo>
                      <a:lnTo>
                        <a:pt x="1378981" y="171761"/>
                      </a:lnTo>
                      <a:lnTo>
                        <a:pt x="1345900" y="171761"/>
                      </a:lnTo>
                      <a:lnTo>
                        <a:pt x="1345900" y="2550965"/>
                      </a:lnTo>
                      <a:lnTo>
                        <a:pt x="127891" y="2550965"/>
                      </a:lnTo>
                      <a:lnTo>
                        <a:pt x="127891" y="171761"/>
                      </a:lnTo>
                      <a:lnTo>
                        <a:pt x="94810" y="171761"/>
                      </a:lnTo>
                      <a:close/>
                    </a:path>
                  </a:pathLst>
                </a:custGeom>
                <a:solidFill>
                  <a:schemeClr val="accent3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E0C55EEC-5536-B73C-CECA-0CAD6F909F8B}"/>
                    </a:ext>
                  </a:extLst>
                </p:cNvPr>
                <p:cNvSpPr/>
                <p:nvPr/>
              </p:nvSpPr>
              <p:spPr bwMode="auto">
                <a:xfrm>
                  <a:off x="6342871" y="2487128"/>
                  <a:ext cx="1636955" cy="3183192"/>
                </a:xfrm>
                <a:prstGeom prst="rect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7430D4DC-E703-9738-B7F1-8E392BCAF359}"/>
                    </a:ext>
                  </a:extLst>
                </p:cNvPr>
                <p:cNvSpPr/>
                <p:nvPr/>
              </p:nvSpPr>
              <p:spPr bwMode="auto">
                <a:xfrm>
                  <a:off x="6178063" y="2216297"/>
                  <a:ext cx="1966570" cy="8484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3">
                        <a:lumMod val="75000"/>
                      </a:schemeClr>
                    </a:gs>
                    <a:gs pos="100000">
                      <a:schemeClr val="accent3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9BFDBC3A-4CAA-0598-011C-CF46274DAF2B}"/>
                    </a:ext>
                  </a:extLst>
                </p:cNvPr>
                <p:cNvSpPr/>
                <p:nvPr/>
              </p:nvSpPr>
              <p:spPr bwMode="auto">
                <a:xfrm>
                  <a:off x="6267454" y="2408883"/>
                  <a:ext cx="1787790" cy="8484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3">
                        <a:lumMod val="75000"/>
                      </a:schemeClr>
                    </a:gs>
                    <a:gs pos="100000">
                      <a:schemeClr val="accent3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E0F9C6DB-E151-094C-64B7-29D9456EA5B5}"/>
                    </a:ext>
                  </a:extLst>
                </p:cNvPr>
                <p:cNvSpPr/>
                <p:nvPr/>
              </p:nvSpPr>
              <p:spPr bwMode="auto">
                <a:xfrm>
                  <a:off x="6178063" y="5830426"/>
                  <a:ext cx="1966570" cy="84847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100000">
                      <a:schemeClr val="accent3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03E94B85-3ED8-A017-835C-3DFE0C80D985}"/>
                    </a:ext>
                  </a:extLst>
                </p:cNvPr>
                <p:cNvSpPr/>
                <p:nvPr/>
              </p:nvSpPr>
              <p:spPr bwMode="auto">
                <a:xfrm>
                  <a:off x="6267454" y="5637837"/>
                  <a:ext cx="1787790" cy="84847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3">
                        <a:lumMod val="75000"/>
                      </a:schemeClr>
                    </a:gs>
                    <a:gs pos="100000">
                      <a:schemeClr val="accent3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6A3F8134-3563-0D49-7A32-B4C20E137C0F}"/>
                  </a:ext>
                </a:extLst>
              </p:cNvPr>
              <p:cNvGrpSpPr/>
              <p:nvPr/>
            </p:nvGrpSpPr>
            <p:grpSpPr>
              <a:xfrm>
                <a:off x="4047366" y="2128925"/>
                <a:ext cx="1966570" cy="4050809"/>
                <a:chOff x="4047366" y="2057007"/>
                <a:chExt cx="1966570" cy="4050809"/>
              </a:xfrm>
            </p:grpSpPr>
            <p:sp>
              <p:nvSpPr>
                <p:cNvPr id="32" name="Freeform: Shape 31">
                  <a:extLst>
                    <a:ext uri="{FF2B5EF4-FFF2-40B4-BE49-F238E27FC236}">
                      <a16:creationId xmlns:a16="http://schemas.microsoft.com/office/drawing/2014/main" id="{951009A4-2D08-9609-752D-1F3414D75A21}"/>
                    </a:ext>
                  </a:extLst>
                </p:cNvPr>
                <p:cNvSpPr/>
                <p:nvPr/>
              </p:nvSpPr>
              <p:spPr bwMode="auto">
                <a:xfrm>
                  <a:off x="4050409" y="2057007"/>
                  <a:ext cx="1960486" cy="4050809"/>
                </a:xfrm>
                <a:custGeom>
                  <a:avLst/>
                  <a:gdLst>
                    <a:gd name="connsiteX0" fmla="*/ 94810 w 1473791"/>
                    <a:gd name="connsiteY0" fmla="*/ 2550966 h 2722727"/>
                    <a:gd name="connsiteX1" fmla="*/ 1378981 w 1473791"/>
                    <a:gd name="connsiteY1" fmla="*/ 2550966 h 2722727"/>
                    <a:gd name="connsiteX2" fmla="*/ 1473791 w 1473791"/>
                    <a:gd name="connsiteY2" fmla="*/ 2722727 h 2722727"/>
                    <a:gd name="connsiteX3" fmla="*/ 0 w 1473791"/>
                    <a:gd name="connsiteY3" fmla="*/ 2722727 h 2722727"/>
                    <a:gd name="connsiteX4" fmla="*/ 0 w 1473791"/>
                    <a:gd name="connsiteY4" fmla="*/ 0 h 2722727"/>
                    <a:gd name="connsiteX5" fmla="*/ 1473791 w 1473791"/>
                    <a:gd name="connsiteY5" fmla="*/ 0 h 2722727"/>
                    <a:gd name="connsiteX6" fmla="*/ 1378981 w 1473791"/>
                    <a:gd name="connsiteY6" fmla="*/ 171761 h 2722727"/>
                    <a:gd name="connsiteX7" fmla="*/ 1345899 w 1473791"/>
                    <a:gd name="connsiteY7" fmla="*/ 171761 h 2722727"/>
                    <a:gd name="connsiteX8" fmla="*/ 1345899 w 1473791"/>
                    <a:gd name="connsiteY8" fmla="*/ 2550965 h 2722727"/>
                    <a:gd name="connsiteX9" fmla="*/ 127890 w 1473791"/>
                    <a:gd name="connsiteY9" fmla="*/ 2550965 h 2722727"/>
                    <a:gd name="connsiteX10" fmla="*/ 127890 w 1473791"/>
                    <a:gd name="connsiteY10" fmla="*/ 171761 h 2722727"/>
                    <a:gd name="connsiteX11" fmla="*/ 94810 w 1473791"/>
                    <a:gd name="connsiteY11" fmla="*/ 171761 h 27227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473791" h="2722727">
                      <a:moveTo>
                        <a:pt x="94810" y="2550966"/>
                      </a:moveTo>
                      <a:lnTo>
                        <a:pt x="1378981" y="2550966"/>
                      </a:lnTo>
                      <a:lnTo>
                        <a:pt x="1473791" y="2722727"/>
                      </a:lnTo>
                      <a:lnTo>
                        <a:pt x="0" y="2722727"/>
                      </a:lnTo>
                      <a:close/>
                      <a:moveTo>
                        <a:pt x="0" y="0"/>
                      </a:moveTo>
                      <a:lnTo>
                        <a:pt x="1473791" y="0"/>
                      </a:lnTo>
                      <a:lnTo>
                        <a:pt x="1378981" y="171761"/>
                      </a:lnTo>
                      <a:lnTo>
                        <a:pt x="1345899" y="171761"/>
                      </a:lnTo>
                      <a:lnTo>
                        <a:pt x="1345899" y="2550965"/>
                      </a:lnTo>
                      <a:lnTo>
                        <a:pt x="127890" y="2550965"/>
                      </a:lnTo>
                      <a:lnTo>
                        <a:pt x="127890" y="171761"/>
                      </a:lnTo>
                      <a:lnTo>
                        <a:pt x="94810" y="171761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67AC05AF-D2F0-3F49-AF49-8FB8DDFAF19D}"/>
                    </a:ext>
                  </a:extLst>
                </p:cNvPr>
                <p:cNvSpPr/>
                <p:nvPr/>
              </p:nvSpPr>
              <p:spPr bwMode="auto">
                <a:xfrm>
                  <a:off x="4212173" y="2487128"/>
                  <a:ext cx="1636955" cy="318319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4136682E-C2B4-CCBF-2018-88AF68A9A29C}"/>
                    </a:ext>
                  </a:extLst>
                </p:cNvPr>
                <p:cNvSpPr/>
                <p:nvPr/>
              </p:nvSpPr>
              <p:spPr bwMode="auto">
                <a:xfrm>
                  <a:off x="4047366" y="2216297"/>
                  <a:ext cx="1966570" cy="8484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8ED5DB7-BAEA-75F9-1408-ABDE615D05C7}"/>
                    </a:ext>
                  </a:extLst>
                </p:cNvPr>
                <p:cNvSpPr/>
                <p:nvPr/>
              </p:nvSpPr>
              <p:spPr bwMode="auto">
                <a:xfrm>
                  <a:off x="4136756" y="2408883"/>
                  <a:ext cx="1787790" cy="8484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2">
                        <a:lumMod val="75000"/>
                      </a:schemeClr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45E283AD-93F1-5083-203E-E8B2BEDF548B}"/>
                    </a:ext>
                  </a:extLst>
                </p:cNvPr>
                <p:cNvSpPr/>
                <p:nvPr/>
              </p:nvSpPr>
              <p:spPr bwMode="auto">
                <a:xfrm>
                  <a:off x="4047366" y="5830426"/>
                  <a:ext cx="1966570" cy="84847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100000">
                      <a:schemeClr val="accent2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3EDAD89C-C0A4-5645-E065-8D60D6737238}"/>
                    </a:ext>
                  </a:extLst>
                </p:cNvPr>
                <p:cNvSpPr/>
                <p:nvPr/>
              </p:nvSpPr>
              <p:spPr bwMode="auto">
                <a:xfrm>
                  <a:off x="4136756" y="5637837"/>
                  <a:ext cx="1787790" cy="84847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100000">
                      <a:schemeClr val="accent2"/>
                    </a:gs>
                  </a:gsLst>
                  <a:lin ang="16200000" scaled="1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FDCAFE1-A8C2-39F2-AA38-9FE7357C83DF}"/>
                  </a:ext>
                </a:extLst>
              </p:cNvPr>
              <p:cNvGrpSpPr/>
              <p:nvPr/>
            </p:nvGrpSpPr>
            <p:grpSpPr>
              <a:xfrm>
                <a:off x="1915984" y="2128925"/>
                <a:ext cx="1966570" cy="4050809"/>
                <a:chOff x="1915984" y="2057007"/>
                <a:chExt cx="1966570" cy="4050809"/>
              </a:xfrm>
            </p:grpSpPr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6ADCC90D-2593-EED5-7D31-CA427A760864}"/>
                    </a:ext>
                  </a:extLst>
                </p:cNvPr>
                <p:cNvSpPr/>
                <p:nvPr/>
              </p:nvSpPr>
              <p:spPr bwMode="auto">
                <a:xfrm>
                  <a:off x="1919028" y="2057007"/>
                  <a:ext cx="1960485" cy="4050809"/>
                </a:xfrm>
                <a:custGeom>
                  <a:avLst/>
                  <a:gdLst>
                    <a:gd name="connsiteX0" fmla="*/ 94810 w 1473791"/>
                    <a:gd name="connsiteY0" fmla="*/ 2550966 h 2722727"/>
                    <a:gd name="connsiteX1" fmla="*/ 1378981 w 1473791"/>
                    <a:gd name="connsiteY1" fmla="*/ 2550966 h 2722727"/>
                    <a:gd name="connsiteX2" fmla="*/ 1473791 w 1473791"/>
                    <a:gd name="connsiteY2" fmla="*/ 2722727 h 2722727"/>
                    <a:gd name="connsiteX3" fmla="*/ 0 w 1473791"/>
                    <a:gd name="connsiteY3" fmla="*/ 2722727 h 2722727"/>
                    <a:gd name="connsiteX4" fmla="*/ 0 w 1473791"/>
                    <a:gd name="connsiteY4" fmla="*/ 0 h 2722727"/>
                    <a:gd name="connsiteX5" fmla="*/ 1473791 w 1473791"/>
                    <a:gd name="connsiteY5" fmla="*/ 0 h 2722727"/>
                    <a:gd name="connsiteX6" fmla="*/ 1378981 w 1473791"/>
                    <a:gd name="connsiteY6" fmla="*/ 171761 h 2722727"/>
                    <a:gd name="connsiteX7" fmla="*/ 1345900 w 1473791"/>
                    <a:gd name="connsiteY7" fmla="*/ 171761 h 2722727"/>
                    <a:gd name="connsiteX8" fmla="*/ 1345900 w 1473791"/>
                    <a:gd name="connsiteY8" fmla="*/ 2550965 h 2722727"/>
                    <a:gd name="connsiteX9" fmla="*/ 127891 w 1473791"/>
                    <a:gd name="connsiteY9" fmla="*/ 2550965 h 2722727"/>
                    <a:gd name="connsiteX10" fmla="*/ 127891 w 1473791"/>
                    <a:gd name="connsiteY10" fmla="*/ 171761 h 2722727"/>
                    <a:gd name="connsiteX11" fmla="*/ 94810 w 1473791"/>
                    <a:gd name="connsiteY11" fmla="*/ 171761 h 27227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473791" h="2722727">
                      <a:moveTo>
                        <a:pt x="94810" y="2550966"/>
                      </a:moveTo>
                      <a:lnTo>
                        <a:pt x="1378981" y="2550966"/>
                      </a:lnTo>
                      <a:lnTo>
                        <a:pt x="1473791" y="2722727"/>
                      </a:lnTo>
                      <a:lnTo>
                        <a:pt x="0" y="2722727"/>
                      </a:lnTo>
                      <a:close/>
                      <a:moveTo>
                        <a:pt x="0" y="0"/>
                      </a:moveTo>
                      <a:lnTo>
                        <a:pt x="1473791" y="0"/>
                      </a:lnTo>
                      <a:lnTo>
                        <a:pt x="1378981" y="171761"/>
                      </a:lnTo>
                      <a:lnTo>
                        <a:pt x="1345900" y="171761"/>
                      </a:lnTo>
                      <a:lnTo>
                        <a:pt x="1345900" y="2550965"/>
                      </a:lnTo>
                      <a:lnTo>
                        <a:pt x="127891" y="2550965"/>
                      </a:lnTo>
                      <a:lnTo>
                        <a:pt x="127891" y="171761"/>
                      </a:lnTo>
                      <a:lnTo>
                        <a:pt x="94810" y="171761"/>
                      </a:lnTo>
                      <a:close/>
                    </a:path>
                  </a:pathLst>
                </a:cu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E29F7D62-48E1-CA0E-2CE4-FDD1685F315D}"/>
                    </a:ext>
                  </a:extLst>
                </p:cNvPr>
                <p:cNvSpPr/>
                <p:nvPr/>
              </p:nvSpPr>
              <p:spPr bwMode="auto">
                <a:xfrm>
                  <a:off x="2079271" y="2487128"/>
                  <a:ext cx="1636955" cy="3183192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CF8610FA-CFE0-C388-2428-F388568AEFDB}"/>
                    </a:ext>
                  </a:extLst>
                </p:cNvPr>
                <p:cNvSpPr/>
                <p:nvPr/>
              </p:nvSpPr>
              <p:spPr bwMode="auto">
                <a:xfrm>
                  <a:off x="2005374" y="2408883"/>
                  <a:ext cx="1787790" cy="84847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29" name="Rectangle: Rounded Corners 28">
                  <a:extLst>
                    <a:ext uri="{FF2B5EF4-FFF2-40B4-BE49-F238E27FC236}">
                      <a16:creationId xmlns:a16="http://schemas.microsoft.com/office/drawing/2014/main" id="{C3DB2422-F42E-A7BB-5074-68D4647D364C}"/>
                    </a:ext>
                  </a:extLst>
                </p:cNvPr>
                <p:cNvSpPr/>
                <p:nvPr/>
              </p:nvSpPr>
              <p:spPr bwMode="auto">
                <a:xfrm>
                  <a:off x="1915984" y="5830426"/>
                  <a:ext cx="1966570" cy="84847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30" name="Rectangle: Rounded Corners 29">
                  <a:extLst>
                    <a:ext uri="{FF2B5EF4-FFF2-40B4-BE49-F238E27FC236}">
                      <a16:creationId xmlns:a16="http://schemas.microsoft.com/office/drawing/2014/main" id="{DACB3D65-A91A-645C-40F5-5F39E362C82D}"/>
                    </a:ext>
                  </a:extLst>
                </p:cNvPr>
                <p:cNvSpPr/>
                <p:nvPr/>
              </p:nvSpPr>
              <p:spPr bwMode="auto">
                <a:xfrm>
                  <a:off x="2005374" y="5637837"/>
                  <a:ext cx="1787790" cy="84847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/>
                    </a:gs>
                  </a:gsLst>
                  <a:lin ang="16200000" scaled="1"/>
                  <a:tileRect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31" name="Rectangle: Rounded Corners 30">
                  <a:extLst>
                    <a:ext uri="{FF2B5EF4-FFF2-40B4-BE49-F238E27FC236}">
                      <a16:creationId xmlns:a16="http://schemas.microsoft.com/office/drawing/2014/main" id="{FFDA5DDB-0BFF-63A0-4267-624AD55FC38D}"/>
                    </a:ext>
                  </a:extLst>
                </p:cNvPr>
                <p:cNvSpPr/>
                <p:nvPr/>
              </p:nvSpPr>
              <p:spPr bwMode="auto">
                <a:xfrm>
                  <a:off x="1915984" y="2216297"/>
                  <a:ext cx="1966570" cy="84847"/>
                </a:xfrm>
                <a:prstGeom prst="roundRect">
                  <a:avLst>
                    <a:gd name="adj" fmla="val 50000"/>
                  </a:avLst>
                </a:prstGeom>
                <a:gradFill flip="none" rotWithShape="1"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n>
                  <a:noFill/>
                </a:ln>
                <a:effectLst/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3FA56702-5C46-0034-717D-D7050528AC85}"/>
                  </a:ext>
                </a:extLst>
              </p:cNvPr>
              <p:cNvGrpSpPr/>
              <p:nvPr/>
            </p:nvGrpSpPr>
            <p:grpSpPr>
              <a:xfrm>
                <a:off x="1416000" y="462357"/>
                <a:ext cx="9360000" cy="1665460"/>
                <a:chOff x="1416000" y="390439"/>
                <a:chExt cx="9360000" cy="1665460"/>
              </a:xfrm>
            </p:grpSpPr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88D7FC8E-C0A1-0130-4F37-5AD03DBDE825}"/>
                    </a:ext>
                  </a:extLst>
                </p:cNvPr>
                <p:cNvSpPr/>
                <p:nvPr/>
              </p:nvSpPr>
              <p:spPr bwMode="auto">
                <a:xfrm>
                  <a:off x="1769566" y="1886825"/>
                  <a:ext cx="8652870" cy="169074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25" name="Isosceles Triangle 24">
                  <a:extLst>
                    <a:ext uri="{FF2B5EF4-FFF2-40B4-BE49-F238E27FC236}">
                      <a16:creationId xmlns:a16="http://schemas.microsoft.com/office/drawing/2014/main" id="{C584BAAA-8547-D8B3-A37E-DA8667F97336}"/>
                    </a:ext>
                  </a:extLst>
                </p:cNvPr>
                <p:cNvSpPr/>
                <p:nvPr/>
              </p:nvSpPr>
              <p:spPr bwMode="auto">
                <a:xfrm>
                  <a:off x="1416000" y="390439"/>
                  <a:ext cx="9360000" cy="1506235"/>
                </a:xfrm>
                <a:prstGeom prst="triangl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 dirty="0">
                    <a:latin typeface="Lora" pitchFamily="2" charset="0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45D26AB-5AB4-15D9-95C7-FD888F5A0D96}"/>
                  </a:ext>
                </a:extLst>
              </p:cNvPr>
              <p:cNvGrpSpPr/>
              <p:nvPr/>
            </p:nvGrpSpPr>
            <p:grpSpPr>
              <a:xfrm>
                <a:off x="1416000" y="6179734"/>
                <a:ext cx="9360000" cy="359746"/>
                <a:chOff x="1416000" y="6107816"/>
                <a:chExt cx="9360000" cy="359746"/>
              </a:xfrm>
            </p:grpSpPr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B6847CB3-2CA3-7B32-8E0D-8E7ECD0027DD}"/>
                    </a:ext>
                  </a:extLst>
                </p:cNvPr>
                <p:cNvSpPr/>
                <p:nvPr/>
              </p:nvSpPr>
              <p:spPr bwMode="auto">
                <a:xfrm>
                  <a:off x="1769564" y="6107816"/>
                  <a:ext cx="8652870" cy="199640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>
                    <a:latin typeface="Lora" pitchFamily="2" charset="0"/>
                  </a:endParaRPr>
                </a:p>
              </p:txBody>
            </p:sp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13DAC531-310E-DDFD-0CA9-F68E124147C5}"/>
                    </a:ext>
                  </a:extLst>
                </p:cNvPr>
                <p:cNvSpPr/>
                <p:nvPr/>
              </p:nvSpPr>
              <p:spPr bwMode="auto">
                <a:xfrm>
                  <a:off x="1416000" y="6287885"/>
                  <a:ext cx="9360000" cy="179677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txBody>
                <a:bodyPr vert="horz" wrap="squar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/>
                  <a:endParaRPr lang="en-IN" sz="1400" dirty="0">
                    <a:latin typeface="Lora" pitchFamily="2" charset="0"/>
                  </a:endParaRPr>
                </a:p>
              </p:txBody>
            </p: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4697EBF-4633-C9B1-0400-BE8BA7076CF6}"/>
                  </a:ext>
                </a:extLst>
              </p:cNvPr>
              <p:cNvSpPr txBox="1"/>
              <p:nvPr/>
            </p:nvSpPr>
            <p:spPr>
              <a:xfrm>
                <a:off x="4212175" y="1204589"/>
                <a:ext cx="3767652" cy="47257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  <a:latin typeface="Lora" pitchFamily="2" charset="0"/>
                  </a:rPr>
                  <a:t>SAMPLE HEADLINE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B6B782-46AA-BF33-CA18-B49323CE826A}"/>
                  </a:ext>
                </a:extLst>
              </p:cNvPr>
              <p:cNvSpPr txBox="1"/>
              <p:nvPr/>
            </p:nvSpPr>
            <p:spPr>
              <a:xfrm>
                <a:off x="2262118" y="3441083"/>
                <a:ext cx="1271261" cy="59071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 fontAlgn="base"/>
                <a:r>
                  <a:rPr lang="en-US" sz="1200" b="1" dirty="0">
                    <a:solidFill>
                      <a:schemeClr val="bg1"/>
                    </a:solidFill>
                    <a:latin typeface="Lora" pitchFamily="2" charset="0"/>
                  </a:rPr>
                  <a:t>Sample Headline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DFA9C24-4D15-82C8-6CDB-A072BBB03EC4}"/>
                  </a:ext>
                </a:extLst>
              </p:cNvPr>
              <p:cNvSpPr txBox="1"/>
              <p:nvPr/>
            </p:nvSpPr>
            <p:spPr>
              <a:xfrm>
                <a:off x="4395020" y="3441083"/>
                <a:ext cx="1271261" cy="59071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 fontAlgn="base"/>
                <a:r>
                  <a:rPr lang="en-US" sz="1200" b="1" dirty="0">
                    <a:solidFill>
                      <a:schemeClr val="bg1"/>
                    </a:solidFill>
                    <a:latin typeface="Lora" pitchFamily="2" charset="0"/>
                  </a:rPr>
                  <a:t>Sample Headline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3977BDC-45B7-37DC-7D17-14AB7D1AB10E}"/>
                  </a:ext>
                </a:extLst>
              </p:cNvPr>
              <p:cNvSpPr txBox="1"/>
              <p:nvPr/>
            </p:nvSpPr>
            <p:spPr>
              <a:xfrm>
                <a:off x="6525719" y="3441083"/>
                <a:ext cx="1271261" cy="59071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 fontAlgn="base"/>
                <a:r>
                  <a:rPr lang="en-US" sz="1200" b="1" dirty="0">
                    <a:solidFill>
                      <a:schemeClr val="bg1"/>
                    </a:solidFill>
                    <a:latin typeface="Lora" pitchFamily="2" charset="0"/>
                  </a:rPr>
                  <a:t>Sample Headline</a:t>
                </a: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3E81991-2437-4266-6AF3-688A7607EFCD}"/>
                  </a:ext>
                </a:extLst>
              </p:cNvPr>
              <p:cNvSpPr txBox="1"/>
              <p:nvPr/>
            </p:nvSpPr>
            <p:spPr>
              <a:xfrm>
                <a:off x="8656722" y="3441083"/>
                <a:ext cx="1271261" cy="590713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ctr" fontAlgn="base"/>
                <a:r>
                  <a:rPr lang="en-US" sz="1200" b="1" dirty="0">
                    <a:solidFill>
                      <a:schemeClr val="bg1"/>
                    </a:solidFill>
                    <a:latin typeface="Lora" pitchFamily="2" charset="0"/>
                  </a:rPr>
                  <a:t>Sample Headline</a:t>
                </a:r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1968890B-E7F1-E93E-FA39-EEB8BDABDE46}"/>
                  </a:ext>
                </a:extLst>
              </p:cNvPr>
              <p:cNvSpPr/>
              <p:nvPr/>
            </p:nvSpPr>
            <p:spPr>
              <a:xfrm>
                <a:off x="2638697" y="2721566"/>
                <a:ext cx="518102" cy="572112"/>
              </a:xfrm>
              <a:custGeom>
                <a:avLst/>
                <a:gdLst>
                  <a:gd name="connsiteX0" fmla="*/ 166599 w 468049"/>
                  <a:gd name="connsiteY0" fmla="*/ 161886 h 516841"/>
                  <a:gd name="connsiteX1" fmla="*/ 311168 w 468049"/>
                  <a:gd name="connsiteY1" fmla="*/ 161886 h 516841"/>
                  <a:gd name="connsiteX2" fmla="*/ 311168 w 468049"/>
                  <a:gd name="connsiteY2" fmla="*/ 195734 h 516841"/>
                  <a:gd name="connsiteX3" fmla="*/ 166599 w 468049"/>
                  <a:gd name="connsiteY3" fmla="*/ 195734 h 516841"/>
                  <a:gd name="connsiteX4" fmla="*/ 87710 w 468049"/>
                  <a:gd name="connsiteY4" fmla="*/ 147828 h 516841"/>
                  <a:gd name="connsiteX5" fmla="*/ 113768 w 468049"/>
                  <a:gd name="connsiteY5" fmla="*/ 192376 h 516841"/>
                  <a:gd name="connsiteX6" fmla="*/ 136602 w 468049"/>
                  <a:gd name="connsiteY6" fmla="*/ 148186 h 516841"/>
                  <a:gd name="connsiteX7" fmla="*/ 153257 w 468049"/>
                  <a:gd name="connsiteY7" fmla="*/ 189331 h 516841"/>
                  <a:gd name="connsiteX8" fmla="*/ 114618 w 468049"/>
                  <a:gd name="connsiteY8" fmla="*/ 220672 h 516841"/>
                  <a:gd name="connsiteX9" fmla="*/ 72533 w 468049"/>
                  <a:gd name="connsiteY9" fmla="*/ 191794 h 516841"/>
                  <a:gd name="connsiteX10" fmla="*/ 87710 w 468049"/>
                  <a:gd name="connsiteY10" fmla="*/ 147828 h 516841"/>
                  <a:gd name="connsiteX11" fmla="*/ 468049 w 468049"/>
                  <a:gd name="connsiteY11" fmla="*/ 106907 h 516841"/>
                  <a:gd name="connsiteX12" fmla="*/ 468049 w 468049"/>
                  <a:gd name="connsiteY12" fmla="*/ 250222 h 516841"/>
                  <a:gd name="connsiteX13" fmla="*/ 451662 w 468049"/>
                  <a:gd name="connsiteY13" fmla="*/ 135695 h 516841"/>
                  <a:gd name="connsiteX14" fmla="*/ 468049 w 468049"/>
                  <a:gd name="connsiteY14" fmla="*/ 106907 h 516841"/>
                  <a:gd name="connsiteX15" fmla="*/ 441096 w 468049"/>
                  <a:gd name="connsiteY15" fmla="*/ 106145 h 516841"/>
                  <a:gd name="connsiteX16" fmla="*/ 441096 w 468049"/>
                  <a:gd name="connsiteY16" fmla="*/ 252147 h 516841"/>
                  <a:gd name="connsiteX17" fmla="*/ 339419 w 468049"/>
                  <a:gd name="connsiteY17" fmla="*/ 243819 h 516841"/>
                  <a:gd name="connsiteX18" fmla="*/ 292990 w 468049"/>
                  <a:gd name="connsiteY18" fmla="*/ 211852 h 516841"/>
                  <a:gd name="connsiteX19" fmla="*/ 295049 w 468049"/>
                  <a:gd name="connsiteY19" fmla="*/ 207732 h 516841"/>
                  <a:gd name="connsiteX20" fmla="*/ 324017 w 468049"/>
                  <a:gd name="connsiteY20" fmla="*/ 217762 h 516841"/>
                  <a:gd name="connsiteX21" fmla="*/ 324017 w 468049"/>
                  <a:gd name="connsiteY21" fmla="*/ 140217 h 516841"/>
                  <a:gd name="connsiteX22" fmla="*/ 295542 w 468049"/>
                  <a:gd name="connsiteY22" fmla="*/ 149753 h 516841"/>
                  <a:gd name="connsiteX23" fmla="*/ 293214 w 468049"/>
                  <a:gd name="connsiteY23" fmla="*/ 145275 h 516841"/>
                  <a:gd name="connsiteX24" fmla="*/ 347791 w 468049"/>
                  <a:gd name="connsiteY24" fmla="*/ 111696 h 516841"/>
                  <a:gd name="connsiteX25" fmla="*/ 441096 w 468049"/>
                  <a:gd name="connsiteY25" fmla="*/ 106145 h 516841"/>
                  <a:gd name="connsiteX26" fmla="*/ 101455 w 468049"/>
                  <a:gd name="connsiteY26" fmla="*/ 90654 h 516841"/>
                  <a:gd name="connsiteX27" fmla="*/ 123483 w 468049"/>
                  <a:gd name="connsiteY27" fmla="*/ 90654 h 516841"/>
                  <a:gd name="connsiteX28" fmla="*/ 122990 w 468049"/>
                  <a:gd name="connsiteY28" fmla="*/ 167930 h 516841"/>
                  <a:gd name="connsiteX29" fmla="*/ 112334 w 468049"/>
                  <a:gd name="connsiteY29" fmla="*/ 180242 h 516841"/>
                  <a:gd name="connsiteX30" fmla="*/ 101948 w 468049"/>
                  <a:gd name="connsiteY30" fmla="*/ 167661 h 516841"/>
                  <a:gd name="connsiteX31" fmla="*/ 101455 w 468049"/>
                  <a:gd name="connsiteY31" fmla="*/ 90654 h 516841"/>
                  <a:gd name="connsiteX32" fmla="*/ 144336 w 468049"/>
                  <a:gd name="connsiteY32" fmla="*/ 1042 h 516841"/>
                  <a:gd name="connsiteX33" fmla="*/ 236801 w 468049"/>
                  <a:gd name="connsiteY33" fmla="*/ 8855 h 516841"/>
                  <a:gd name="connsiteX34" fmla="*/ 345956 w 468049"/>
                  <a:gd name="connsiteY34" fmla="*/ 56269 h 516841"/>
                  <a:gd name="connsiteX35" fmla="*/ 380834 w 468049"/>
                  <a:gd name="connsiteY35" fmla="*/ 92713 h 516841"/>
                  <a:gd name="connsiteX36" fmla="*/ 376893 w 468049"/>
                  <a:gd name="connsiteY36" fmla="*/ 96339 h 516841"/>
                  <a:gd name="connsiteX37" fmla="*/ 342105 w 468049"/>
                  <a:gd name="connsiteY37" fmla="*/ 100235 h 516841"/>
                  <a:gd name="connsiteX38" fmla="*/ 285290 w 468049"/>
                  <a:gd name="connsiteY38" fmla="*/ 134665 h 516841"/>
                  <a:gd name="connsiteX39" fmla="*/ 256725 w 468049"/>
                  <a:gd name="connsiteY39" fmla="*/ 149036 h 516841"/>
                  <a:gd name="connsiteX40" fmla="*/ 171658 w 468049"/>
                  <a:gd name="connsiteY40" fmla="*/ 148722 h 516841"/>
                  <a:gd name="connsiteX41" fmla="*/ 135840 w 468049"/>
                  <a:gd name="connsiteY41" fmla="*/ 112413 h 516841"/>
                  <a:gd name="connsiteX42" fmla="*/ 97740 w 468049"/>
                  <a:gd name="connsiteY42" fmla="*/ 77132 h 516841"/>
                  <a:gd name="connsiteX43" fmla="*/ 90621 w 468049"/>
                  <a:gd name="connsiteY43" fmla="*/ 78655 h 516841"/>
                  <a:gd name="connsiteX44" fmla="*/ 89323 w 468049"/>
                  <a:gd name="connsiteY44" fmla="*/ 92086 h 516841"/>
                  <a:gd name="connsiteX45" fmla="*/ 70519 w 468049"/>
                  <a:gd name="connsiteY45" fmla="*/ 146394 h 516841"/>
                  <a:gd name="connsiteX46" fmla="*/ 74324 w 468049"/>
                  <a:gd name="connsiteY46" fmla="*/ 218298 h 516841"/>
                  <a:gd name="connsiteX47" fmla="*/ 148197 w 468049"/>
                  <a:gd name="connsiteY47" fmla="*/ 220178 h 516841"/>
                  <a:gd name="connsiteX48" fmla="*/ 177747 w 468049"/>
                  <a:gd name="connsiteY48" fmla="*/ 209254 h 516841"/>
                  <a:gd name="connsiteX49" fmla="*/ 262814 w 468049"/>
                  <a:gd name="connsiteY49" fmla="*/ 209702 h 516841"/>
                  <a:gd name="connsiteX50" fmla="*/ 278440 w 468049"/>
                  <a:gd name="connsiteY50" fmla="*/ 215433 h 516841"/>
                  <a:gd name="connsiteX51" fmla="*/ 371297 w 468049"/>
                  <a:gd name="connsiteY51" fmla="*/ 261235 h 516841"/>
                  <a:gd name="connsiteX52" fmla="*/ 398160 w 468049"/>
                  <a:gd name="connsiteY52" fmla="*/ 261235 h 516841"/>
                  <a:gd name="connsiteX53" fmla="*/ 391847 w 468049"/>
                  <a:gd name="connsiteY53" fmla="*/ 314065 h 516841"/>
                  <a:gd name="connsiteX54" fmla="*/ 358448 w 468049"/>
                  <a:gd name="connsiteY54" fmla="*/ 314334 h 516841"/>
                  <a:gd name="connsiteX55" fmla="*/ 348464 w 468049"/>
                  <a:gd name="connsiteY55" fmla="*/ 320155 h 516841"/>
                  <a:gd name="connsiteX56" fmla="*/ 358805 w 468049"/>
                  <a:gd name="connsiteY56" fmla="*/ 325706 h 516841"/>
                  <a:gd name="connsiteX57" fmla="*/ 386520 w 468049"/>
                  <a:gd name="connsiteY57" fmla="*/ 325975 h 516841"/>
                  <a:gd name="connsiteX58" fmla="*/ 390190 w 468049"/>
                  <a:gd name="connsiteY58" fmla="*/ 331930 h 516841"/>
                  <a:gd name="connsiteX59" fmla="*/ 373715 w 468049"/>
                  <a:gd name="connsiteY59" fmla="*/ 350510 h 516841"/>
                  <a:gd name="connsiteX60" fmla="*/ 361671 w 468049"/>
                  <a:gd name="connsiteY60" fmla="*/ 362151 h 516841"/>
                  <a:gd name="connsiteX61" fmla="*/ 378147 w 468049"/>
                  <a:gd name="connsiteY61" fmla="*/ 367703 h 516841"/>
                  <a:gd name="connsiteX62" fmla="*/ 378147 w 468049"/>
                  <a:gd name="connsiteY62" fmla="*/ 396536 h 516841"/>
                  <a:gd name="connsiteX63" fmla="*/ 340717 w 468049"/>
                  <a:gd name="connsiteY63" fmla="*/ 425727 h 516841"/>
                  <a:gd name="connsiteX64" fmla="*/ 276335 w 468049"/>
                  <a:gd name="connsiteY64" fmla="*/ 403341 h 516841"/>
                  <a:gd name="connsiteX65" fmla="*/ 213655 w 468049"/>
                  <a:gd name="connsiteY65" fmla="*/ 380955 h 516841"/>
                  <a:gd name="connsiteX66" fmla="*/ 200894 w 468049"/>
                  <a:gd name="connsiteY66" fmla="*/ 382209 h 516841"/>
                  <a:gd name="connsiteX67" fmla="*/ 209312 w 468049"/>
                  <a:gd name="connsiteY67" fmla="*/ 392059 h 516841"/>
                  <a:gd name="connsiteX68" fmla="*/ 284305 w 468049"/>
                  <a:gd name="connsiteY68" fmla="*/ 419728 h 516841"/>
                  <a:gd name="connsiteX69" fmla="*/ 295184 w 468049"/>
                  <a:gd name="connsiteY69" fmla="*/ 435263 h 516841"/>
                  <a:gd name="connsiteX70" fmla="*/ 294379 w 468049"/>
                  <a:gd name="connsiteY70" fmla="*/ 486975 h 516841"/>
                  <a:gd name="connsiteX71" fmla="*/ 281842 w 468049"/>
                  <a:gd name="connsiteY71" fmla="*/ 504884 h 516841"/>
                  <a:gd name="connsiteX72" fmla="*/ 112873 w 468049"/>
                  <a:gd name="connsiteY72" fmla="*/ 502869 h 516841"/>
                  <a:gd name="connsiteX73" fmla="*/ 100964 w 468049"/>
                  <a:gd name="connsiteY73" fmla="*/ 483841 h 516841"/>
                  <a:gd name="connsiteX74" fmla="*/ 99352 w 468049"/>
                  <a:gd name="connsiteY74" fmla="*/ 377060 h 516841"/>
                  <a:gd name="connsiteX75" fmla="*/ 66623 w 468049"/>
                  <a:gd name="connsiteY75" fmla="*/ 301932 h 516841"/>
                  <a:gd name="connsiteX76" fmla="*/ 405 w 468049"/>
                  <a:gd name="connsiteY76" fmla="*/ 141067 h 516841"/>
                  <a:gd name="connsiteX77" fmla="*/ 56639 w 468049"/>
                  <a:gd name="connsiteY77" fmla="*/ 31241 h 516841"/>
                  <a:gd name="connsiteX78" fmla="*/ 144336 w 468049"/>
                  <a:gd name="connsiteY78" fmla="*/ 1042 h 516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</a:cxnLst>
                <a:rect l="l" t="t" r="r" b="b"/>
                <a:pathLst>
                  <a:path w="468049" h="516841">
                    <a:moveTo>
                      <a:pt x="166599" y="161886"/>
                    </a:moveTo>
                    <a:lnTo>
                      <a:pt x="311168" y="161886"/>
                    </a:lnTo>
                    <a:lnTo>
                      <a:pt x="311168" y="195734"/>
                    </a:lnTo>
                    <a:lnTo>
                      <a:pt x="166599" y="195734"/>
                    </a:lnTo>
                    <a:close/>
                    <a:moveTo>
                      <a:pt x="87710" y="147828"/>
                    </a:moveTo>
                    <a:cubicBezTo>
                      <a:pt x="91068" y="166229"/>
                      <a:pt x="83636" y="193495"/>
                      <a:pt x="113768" y="192376"/>
                    </a:cubicBezTo>
                    <a:cubicBezTo>
                      <a:pt x="141258" y="191346"/>
                      <a:pt x="134049" y="165916"/>
                      <a:pt x="136602" y="148186"/>
                    </a:cubicBezTo>
                    <a:cubicBezTo>
                      <a:pt x="151018" y="156379"/>
                      <a:pt x="157913" y="173437"/>
                      <a:pt x="153257" y="189331"/>
                    </a:cubicBezTo>
                    <a:cubicBezTo>
                      <a:pt x="148421" y="206971"/>
                      <a:pt x="132885" y="219597"/>
                      <a:pt x="114618" y="220672"/>
                    </a:cubicBezTo>
                    <a:cubicBezTo>
                      <a:pt x="95679" y="221657"/>
                      <a:pt x="78443" y="209837"/>
                      <a:pt x="72533" y="191794"/>
                    </a:cubicBezTo>
                    <a:cubicBezTo>
                      <a:pt x="66981" y="174646"/>
                      <a:pt x="71727" y="159647"/>
                      <a:pt x="87710" y="147828"/>
                    </a:cubicBezTo>
                    <a:close/>
                    <a:moveTo>
                      <a:pt x="468049" y="106907"/>
                    </a:moveTo>
                    <a:lnTo>
                      <a:pt x="468049" y="250222"/>
                    </a:lnTo>
                    <a:cubicBezTo>
                      <a:pt x="446827" y="237998"/>
                      <a:pt x="452646" y="246730"/>
                      <a:pt x="451662" y="135695"/>
                    </a:cubicBezTo>
                    <a:cubicBezTo>
                      <a:pt x="451662" y="123472"/>
                      <a:pt x="453990" y="113085"/>
                      <a:pt x="468049" y="106907"/>
                    </a:cubicBezTo>
                    <a:close/>
                    <a:moveTo>
                      <a:pt x="441096" y="106145"/>
                    </a:moveTo>
                    <a:lnTo>
                      <a:pt x="441096" y="252147"/>
                    </a:lnTo>
                    <a:cubicBezTo>
                      <a:pt x="408861" y="249639"/>
                      <a:pt x="373938" y="248117"/>
                      <a:pt x="339419" y="243819"/>
                    </a:cubicBezTo>
                    <a:cubicBezTo>
                      <a:pt x="318599" y="241223"/>
                      <a:pt x="305482" y="229985"/>
                      <a:pt x="292990" y="211852"/>
                    </a:cubicBezTo>
                    <a:lnTo>
                      <a:pt x="295049" y="207732"/>
                    </a:lnTo>
                    <a:lnTo>
                      <a:pt x="324017" y="217762"/>
                    </a:lnTo>
                    <a:lnTo>
                      <a:pt x="324017" y="140217"/>
                    </a:lnTo>
                    <a:lnTo>
                      <a:pt x="295542" y="149753"/>
                    </a:lnTo>
                    <a:lnTo>
                      <a:pt x="293214" y="145275"/>
                    </a:lnTo>
                    <a:cubicBezTo>
                      <a:pt x="305078" y="126068"/>
                      <a:pt x="325315" y="113622"/>
                      <a:pt x="347791" y="111696"/>
                    </a:cubicBezTo>
                    <a:cubicBezTo>
                      <a:pt x="379131" y="108428"/>
                      <a:pt x="410875" y="107847"/>
                      <a:pt x="441096" y="106145"/>
                    </a:cubicBezTo>
                    <a:close/>
                    <a:moveTo>
                      <a:pt x="101455" y="90654"/>
                    </a:moveTo>
                    <a:lnTo>
                      <a:pt x="123483" y="90654"/>
                    </a:lnTo>
                    <a:cubicBezTo>
                      <a:pt x="123483" y="117158"/>
                      <a:pt x="123975" y="142545"/>
                      <a:pt x="122990" y="167930"/>
                    </a:cubicBezTo>
                    <a:cubicBezTo>
                      <a:pt x="122990" y="172139"/>
                      <a:pt x="116051" y="176124"/>
                      <a:pt x="112334" y="180242"/>
                    </a:cubicBezTo>
                    <a:cubicBezTo>
                      <a:pt x="108708" y="176034"/>
                      <a:pt x="102082" y="171959"/>
                      <a:pt x="101948" y="167661"/>
                    </a:cubicBezTo>
                    <a:cubicBezTo>
                      <a:pt x="100918" y="142321"/>
                      <a:pt x="101455" y="116891"/>
                      <a:pt x="101455" y="90654"/>
                    </a:cubicBezTo>
                    <a:close/>
                    <a:moveTo>
                      <a:pt x="144336" y="1042"/>
                    </a:moveTo>
                    <a:cubicBezTo>
                      <a:pt x="174535" y="-1880"/>
                      <a:pt x="205528" y="1534"/>
                      <a:pt x="236801" y="8855"/>
                    </a:cubicBezTo>
                    <a:cubicBezTo>
                      <a:pt x="275887" y="17809"/>
                      <a:pt x="314212" y="30346"/>
                      <a:pt x="345956" y="56269"/>
                    </a:cubicBezTo>
                    <a:cubicBezTo>
                      <a:pt x="358850" y="66789"/>
                      <a:pt x="369282" y="80490"/>
                      <a:pt x="380834" y="92713"/>
                    </a:cubicBezTo>
                    <a:lnTo>
                      <a:pt x="376893" y="96339"/>
                    </a:lnTo>
                    <a:cubicBezTo>
                      <a:pt x="365297" y="97638"/>
                      <a:pt x="353657" y="98533"/>
                      <a:pt x="342105" y="100235"/>
                    </a:cubicBezTo>
                    <a:cubicBezTo>
                      <a:pt x="319093" y="102966"/>
                      <a:pt x="298363" y="115502"/>
                      <a:pt x="285290" y="134665"/>
                    </a:cubicBezTo>
                    <a:cubicBezTo>
                      <a:pt x="279469" y="144738"/>
                      <a:pt x="268276" y="150380"/>
                      <a:pt x="256725" y="149036"/>
                    </a:cubicBezTo>
                    <a:cubicBezTo>
                      <a:pt x="228385" y="148186"/>
                      <a:pt x="199954" y="149036"/>
                      <a:pt x="171658" y="148722"/>
                    </a:cubicBezTo>
                    <a:cubicBezTo>
                      <a:pt x="151869" y="148320"/>
                      <a:pt x="135975" y="132202"/>
                      <a:pt x="135840" y="112413"/>
                    </a:cubicBezTo>
                    <a:cubicBezTo>
                      <a:pt x="134855" y="71312"/>
                      <a:pt x="144795" y="77401"/>
                      <a:pt x="97740" y="77132"/>
                    </a:cubicBezTo>
                    <a:cubicBezTo>
                      <a:pt x="95323" y="77401"/>
                      <a:pt x="92949" y="77893"/>
                      <a:pt x="90621" y="78655"/>
                    </a:cubicBezTo>
                    <a:cubicBezTo>
                      <a:pt x="89860" y="83087"/>
                      <a:pt x="89412" y="87564"/>
                      <a:pt x="89323" y="92086"/>
                    </a:cubicBezTo>
                    <a:cubicBezTo>
                      <a:pt x="90487" y="112770"/>
                      <a:pt x="88875" y="130098"/>
                      <a:pt x="70519" y="146394"/>
                    </a:cubicBezTo>
                    <a:cubicBezTo>
                      <a:pt x="49654" y="164930"/>
                      <a:pt x="54176" y="198509"/>
                      <a:pt x="74324" y="218298"/>
                    </a:cubicBezTo>
                    <a:cubicBezTo>
                      <a:pt x="94338" y="238894"/>
                      <a:pt x="127155" y="239699"/>
                      <a:pt x="148197" y="220178"/>
                    </a:cubicBezTo>
                    <a:cubicBezTo>
                      <a:pt x="155988" y="212388"/>
                      <a:pt x="166778" y="208404"/>
                      <a:pt x="177747" y="209254"/>
                    </a:cubicBezTo>
                    <a:cubicBezTo>
                      <a:pt x="206133" y="209792"/>
                      <a:pt x="234518" y="209254"/>
                      <a:pt x="262814" y="209702"/>
                    </a:cubicBezTo>
                    <a:cubicBezTo>
                      <a:pt x="268187" y="209702"/>
                      <a:pt x="276246" y="211672"/>
                      <a:pt x="278440" y="215433"/>
                    </a:cubicBezTo>
                    <a:cubicBezTo>
                      <a:pt x="300199" y="249908"/>
                      <a:pt x="333151" y="260652"/>
                      <a:pt x="371297" y="261235"/>
                    </a:cubicBezTo>
                    <a:cubicBezTo>
                      <a:pt x="378505" y="261235"/>
                      <a:pt x="385713" y="261235"/>
                      <a:pt x="398160" y="261235"/>
                    </a:cubicBezTo>
                    <a:cubicBezTo>
                      <a:pt x="376804" y="278114"/>
                      <a:pt x="393683" y="295216"/>
                      <a:pt x="391847" y="314065"/>
                    </a:cubicBezTo>
                    <a:cubicBezTo>
                      <a:pt x="380206" y="314065"/>
                      <a:pt x="369461" y="313573"/>
                      <a:pt x="358448" y="314334"/>
                    </a:cubicBezTo>
                    <a:cubicBezTo>
                      <a:pt x="355000" y="314558"/>
                      <a:pt x="351777" y="318140"/>
                      <a:pt x="348464" y="320155"/>
                    </a:cubicBezTo>
                    <a:cubicBezTo>
                      <a:pt x="351910" y="322080"/>
                      <a:pt x="355223" y="325393"/>
                      <a:pt x="358805" y="325706"/>
                    </a:cubicBezTo>
                    <a:cubicBezTo>
                      <a:pt x="367759" y="326512"/>
                      <a:pt x="377252" y="325975"/>
                      <a:pt x="386520" y="325975"/>
                    </a:cubicBezTo>
                    <a:lnTo>
                      <a:pt x="390190" y="331930"/>
                    </a:lnTo>
                    <a:cubicBezTo>
                      <a:pt x="384683" y="338153"/>
                      <a:pt x="379356" y="344466"/>
                      <a:pt x="373715" y="350510"/>
                    </a:cubicBezTo>
                    <a:cubicBezTo>
                      <a:pt x="369908" y="354584"/>
                      <a:pt x="365700" y="358300"/>
                      <a:pt x="361671" y="362151"/>
                    </a:cubicBezTo>
                    <a:lnTo>
                      <a:pt x="378147" y="367703"/>
                    </a:lnTo>
                    <a:cubicBezTo>
                      <a:pt x="378147" y="376657"/>
                      <a:pt x="378147" y="386552"/>
                      <a:pt x="378147" y="396536"/>
                    </a:cubicBezTo>
                    <a:cubicBezTo>
                      <a:pt x="378147" y="421429"/>
                      <a:pt x="364715" y="432578"/>
                      <a:pt x="340717" y="425727"/>
                    </a:cubicBezTo>
                    <a:cubicBezTo>
                      <a:pt x="318869" y="419548"/>
                      <a:pt x="297737" y="410908"/>
                      <a:pt x="276335" y="403341"/>
                    </a:cubicBezTo>
                    <a:cubicBezTo>
                      <a:pt x="254934" y="395774"/>
                      <a:pt x="234652" y="387895"/>
                      <a:pt x="213655" y="380955"/>
                    </a:cubicBezTo>
                    <a:cubicBezTo>
                      <a:pt x="209983" y="379702"/>
                      <a:pt x="205148" y="381716"/>
                      <a:pt x="200894" y="382209"/>
                    </a:cubicBezTo>
                    <a:cubicBezTo>
                      <a:pt x="203626" y="385567"/>
                      <a:pt x="205730" y="390671"/>
                      <a:pt x="209312" y="392059"/>
                    </a:cubicBezTo>
                    <a:cubicBezTo>
                      <a:pt x="234116" y="401774"/>
                      <a:pt x="259098" y="410997"/>
                      <a:pt x="284305" y="419728"/>
                    </a:cubicBezTo>
                    <a:cubicBezTo>
                      <a:pt x="292319" y="422504"/>
                      <a:pt x="295543" y="426488"/>
                      <a:pt x="295184" y="435263"/>
                    </a:cubicBezTo>
                    <a:cubicBezTo>
                      <a:pt x="294468" y="452501"/>
                      <a:pt x="296124" y="469872"/>
                      <a:pt x="294379" y="486975"/>
                    </a:cubicBezTo>
                    <a:cubicBezTo>
                      <a:pt x="293706" y="493467"/>
                      <a:pt x="287439" y="503138"/>
                      <a:pt x="281842" y="504884"/>
                    </a:cubicBezTo>
                    <a:cubicBezTo>
                      <a:pt x="226638" y="521494"/>
                      <a:pt x="167674" y="520778"/>
                      <a:pt x="112873" y="502869"/>
                    </a:cubicBezTo>
                    <a:cubicBezTo>
                      <a:pt x="103202" y="499646"/>
                      <a:pt x="100964" y="493422"/>
                      <a:pt x="100964" y="483841"/>
                    </a:cubicBezTo>
                    <a:cubicBezTo>
                      <a:pt x="100964" y="448248"/>
                      <a:pt x="100964" y="412608"/>
                      <a:pt x="99352" y="377060"/>
                    </a:cubicBezTo>
                    <a:cubicBezTo>
                      <a:pt x="98008" y="348272"/>
                      <a:pt x="84353" y="324273"/>
                      <a:pt x="66623" y="301932"/>
                    </a:cubicBezTo>
                    <a:cubicBezTo>
                      <a:pt x="29284" y="254742"/>
                      <a:pt x="4972" y="201912"/>
                      <a:pt x="405" y="141067"/>
                    </a:cubicBezTo>
                    <a:cubicBezTo>
                      <a:pt x="-3176" y="92982"/>
                      <a:pt x="17106" y="56626"/>
                      <a:pt x="56639" y="31241"/>
                    </a:cubicBezTo>
                    <a:cubicBezTo>
                      <a:pt x="84734" y="13220"/>
                      <a:pt x="114138" y="3963"/>
                      <a:pt x="144336" y="1042"/>
                    </a:cubicBezTo>
                    <a:close/>
                  </a:path>
                </a:pathLst>
              </a:custGeom>
              <a:solidFill>
                <a:schemeClr val="bg1"/>
              </a:solidFill>
              <a:ln w="44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>
                  <a:latin typeface="Lora" pitchFamily="2" charset="0"/>
                </a:endParaRPr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2AFCD6E-6833-49D9-CB86-79D72E2C7097}"/>
                  </a:ext>
                </a:extLst>
              </p:cNvPr>
              <p:cNvSpPr/>
              <p:nvPr/>
            </p:nvSpPr>
            <p:spPr>
              <a:xfrm>
                <a:off x="4734375" y="2688547"/>
                <a:ext cx="592549" cy="601653"/>
              </a:xfrm>
              <a:custGeom>
                <a:avLst/>
                <a:gdLst>
                  <a:gd name="connsiteX0" fmla="*/ 191154 w 535304"/>
                  <a:gd name="connsiteY0" fmla="*/ 489290 h 543528"/>
                  <a:gd name="connsiteX1" fmla="*/ 462302 w 535304"/>
                  <a:gd name="connsiteY1" fmla="*/ 489290 h 543528"/>
                  <a:gd name="connsiteX2" fmla="*/ 462302 w 535304"/>
                  <a:gd name="connsiteY2" fmla="*/ 506742 h 543528"/>
                  <a:gd name="connsiteX3" fmla="*/ 191154 w 535304"/>
                  <a:gd name="connsiteY3" fmla="*/ 506742 h 543528"/>
                  <a:gd name="connsiteX4" fmla="*/ 172279 w 535304"/>
                  <a:gd name="connsiteY4" fmla="*/ 458488 h 543528"/>
                  <a:gd name="connsiteX5" fmla="*/ 172279 w 535304"/>
                  <a:gd name="connsiteY5" fmla="*/ 501323 h 543528"/>
                  <a:gd name="connsiteX6" fmla="*/ 129399 w 535304"/>
                  <a:gd name="connsiteY6" fmla="*/ 479966 h 543528"/>
                  <a:gd name="connsiteX7" fmla="*/ 191018 w 535304"/>
                  <a:gd name="connsiteY7" fmla="*/ 453221 h 543528"/>
                  <a:gd name="connsiteX8" fmla="*/ 462317 w 535304"/>
                  <a:gd name="connsiteY8" fmla="*/ 453221 h 543528"/>
                  <a:gd name="connsiteX9" fmla="*/ 462317 w 535304"/>
                  <a:gd name="connsiteY9" fmla="*/ 470507 h 543528"/>
                  <a:gd name="connsiteX10" fmla="*/ 191018 w 535304"/>
                  <a:gd name="connsiteY10" fmla="*/ 470507 h 543528"/>
                  <a:gd name="connsiteX11" fmla="*/ 481147 w 535304"/>
                  <a:gd name="connsiteY11" fmla="*/ 452843 h 543528"/>
                  <a:gd name="connsiteX12" fmla="*/ 527599 w 535304"/>
                  <a:gd name="connsiteY12" fmla="*/ 452979 h 543528"/>
                  <a:gd name="connsiteX13" fmla="*/ 535167 w 535304"/>
                  <a:gd name="connsiteY13" fmla="*/ 461334 h 543528"/>
                  <a:gd name="connsiteX14" fmla="*/ 535167 w 535304"/>
                  <a:gd name="connsiteY14" fmla="*/ 498689 h 543528"/>
                  <a:gd name="connsiteX15" fmla="*/ 527660 w 535304"/>
                  <a:gd name="connsiteY15" fmla="*/ 506999 h 543528"/>
                  <a:gd name="connsiteX16" fmla="*/ 526903 w 535304"/>
                  <a:gd name="connsiteY16" fmla="*/ 506999 h 543528"/>
                  <a:gd name="connsiteX17" fmla="*/ 481147 w 535304"/>
                  <a:gd name="connsiteY17" fmla="*/ 507090 h 543528"/>
                  <a:gd name="connsiteX18" fmla="*/ 57033 w 535304"/>
                  <a:gd name="connsiteY18" fmla="*/ 355563 h 543528"/>
                  <a:gd name="connsiteX19" fmla="*/ 56776 w 535304"/>
                  <a:gd name="connsiteY19" fmla="*/ 495375 h 543528"/>
                  <a:gd name="connsiteX20" fmla="*/ 68885 w 535304"/>
                  <a:gd name="connsiteY20" fmla="*/ 483508 h 543528"/>
                  <a:gd name="connsiteX21" fmla="*/ 68718 w 535304"/>
                  <a:gd name="connsiteY21" fmla="*/ 367808 h 543528"/>
                  <a:gd name="connsiteX22" fmla="*/ 354306 w 535304"/>
                  <a:gd name="connsiteY22" fmla="*/ 280957 h 543528"/>
                  <a:gd name="connsiteX23" fmla="*/ 535015 w 535304"/>
                  <a:gd name="connsiteY23" fmla="*/ 280957 h 543528"/>
                  <a:gd name="connsiteX24" fmla="*/ 535015 w 535304"/>
                  <a:gd name="connsiteY24" fmla="*/ 298349 h 543528"/>
                  <a:gd name="connsiteX25" fmla="*/ 354306 w 535304"/>
                  <a:gd name="connsiteY25" fmla="*/ 298349 h 543528"/>
                  <a:gd name="connsiteX26" fmla="*/ 73123 w 535304"/>
                  <a:gd name="connsiteY26" fmla="*/ 271784 h 543528"/>
                  <a:gd name="connsiteX27" fmla="*/ 181437 w 535304"/>
                  <a:gd name="connsiteY27" fmla="*/ 271784 h 543528"/>
                  <a:gd name="connsiteX28" fmla="*/ 181437 w 535304"/>
                  <a:gd name="connsiteY28" fmla="*/ 307460 h 543528"/>
                  <a:gd name="connsiteX29" fmla="*/ 91680 w 535304"/>
                  <a:gd name="connsiteY29" fmla="*/ 307460 h 543528"/>
                  <a:gd name="connsiteX30" fmla="*/ 91680 w 535304"/>
                  <a:gd name="connsiteY30" fmla="*/ 325911 h 543528"/>
                  <a:gd name="connsiteX31" fmla="*/ 97477 w 535304"/>
                  <a:gd name="connsiteY31" fmla="*/ 325911 h 543528"/>
                  <a:gd name="connsiteX32" fmla="*/ 183556 w 535304"/>
                  <a:gd name="connsiteY32" fmla="*/ 326047 h 543528"/>
                  <a:gd name="connsiteX33" fmla="*/ 192910 w 535304"/>
                  <a:gd name="connsiteY33" fmla="*/ 328832 h 543528"/>
                  <a:gd name="connsiteX34" fmla="*/ 245205 w 535304"/>
                  <a:gd name="connsiteY34" fmla="*/ 433014 h 543528"/>
                  <a:gd name="connsiteX35" fmla="*/ 244569 w 535304"/>
                  <a:gd name="connsiteY35" fmla="*/ 434603 h 543528"/>
                  <a:gd name="connsiteX36" fmla="*/ 184949 w 535304"/>
                  <a:gd name="connsiteY36" fmla="*/ 434694 h 543528"/>
                  <a:gd name="connsiteX37" fmla="*/ 175867 w 535304"/>
                  <a:gd name="connsiteY37" fmla="*/ 436813 h 543528"/>
                  <a:gd name="connsiteX38" fmla="*/ 95388 w 535304"/>
                  <a:gd name="connsiteY38" fmla="*/ 476894 h 543528"/>
                  <a:gd name="connsiteX39" fmla="*/ 89773 w 535304"/>
                  <a:gd name="connsiteY39" fmla="*/ 480057 h 543528"/>
                  <a:gd name="connsiteX40" fmla="*/ 103895 w 535304"/>
                  <a:gd name="connsiteY40" fmla="*/ 487171 h 543528"/>
                  <a:gd name="connsiteX41" fmla="*/ 171704 w 535304"/>
                  <a:gd name="connsiteY41" fmla="*/ 520970 h 543528"/>
                  <a:gd name="connsiteX42" fmla="*/ 187642 w 535304"/>
                  <a:gd name="connsiteY42" fmla="*/ 526661 h 543528"/>
                  <a:gd name="connsiteX43" fmla="*/ 184888 w 535304"/>
                  <a:gd name="connsiteY43" fmla="*/ 528553 h 543528"/>
                  <a:gd name="connsiteX44" fmla="*/ 11004 w 535304"/>
                  <a:gd name="connsiteY44" fmla="*/ 444503 h 543528"/>
                  <a:gd name="connsiteX45" fmla="*/ 68294 w 535304"/>
                  <a:gd name="connsiteY45" fmla="*/ 323852 h 543528"/>
                  <a:gd name="connsiteX46" fmla="*/ 73214 w 535304"/>
                  <a:gd name="connsiteY46" fmla="*/ 314983 h 543528"/>
                  <a:gd name="connsiteX47" fmla="*/ 73123 w 535304"/>
                  <a:gd name="connsiteY47" fmla="*/ 271784 h 543528"/>
                  <a:gd name="connsiteX48" fmla="*/ 354382 w 535304"/>
                  <a:gd name="connsiteY48" fmla="*/ 244570 h 543528"/>
                  <a:gd name="connsiteX49" fmla="*/ 534819 w 535304"/>
                  <a:gd name="connsiteY49" fmla="*/ 244570 h 543528"/>
                  <a:gd name="connsiteX50" fmla="*/ 534819 w 535304"/>
                  <a:gd name="connsiteY50" fmla="*/ 262189 h 543528"/>
                  <a:gd name="connsiteX51" fmla="*/ 354382 w 535304"/>
                  <a:gd name="connsiteY51" fmla="*/ 262189 h 543528"/>
                  <a:gd name="connsiteX52" fmla="*/ 354276 w 535304"/>
                  <a:gd name="connsiteY52" fmla="*/ 208319 h 543528"/>
                  <a:gd name="connsiteX53" fmla="*/ 535000 w 535304"/>
                  <a:gd name="connsiteY53" fmla="*/ 208319 h 543528"/>
                  <a:gd name="connsiteX54" fmla="*/ 535000 w 535304"/>
                  <a:gd name="connsiteY54" fmla="*/ 225741 h 543528"/>
                  <a:gd name="connsiteX55" fmla="*/ 354276 w 535304"/>
                  <a:gd name="connsiteY55" fmla="*/ 225741 h 543528"/>
                  <a:gd name="connsiteX56" fmla="*/ 127355 w 535304"/>
                  <a:gd name="connsiteY56" fmla="*/ 162714 h 543528"/>
                  <a:gd name="connsiteX57" fmla="*/ 136437 w 535304"/>
                  <a:gd name="connsiteY57" fmla="*/ 171357 h 543528"/>
                  <a:gd name="connsiteX58" fmla="*/ 136437 w 535304"/>
                  <a:gd name="connsiteY58" fmla="*/ 171993 h 543528"/>
                  <a:gd name="connsiteX59" fmla="*/ 127158 w 535304"/>
                  <a:gd name="connsiteY59" fmla="*/ 180877 h 543528"/>
                  <a:gd name="connsiteX60" fmla="*/ 118274 w 535304"/>
                  <a:gd name="connsiteY60" fmla="*/ 171599 h 543528"/>
                  <a:gd name="connsiteX61" fmla="*/ 127355 w 535304"/>
                  <a:gd name="connsiteY61" fmla="*/ 162714 h 543528"/>
                  <a:gd name="connsiteX62" fmla="*/ 483084 w 535304"/>
                  <a:gd name="connsiteY62" fmla="*/ 83370 h 543528"/>
                  <a:gd name="connsiteX63" fmla="*/ 495707 w 535304"/>
                  <a:gd name="connsiteY63" fmla="*/ 96251 h 543528"/>
                  <a:gd name="connsiteX64" fmla="*/ 457034 w 535304"/>
                  <a:gd name="connsiteY64" fmla="*/ 133955 h 543528"/>
                  <a:gd name="connsiteX65" fmla="*/ 497221 w 535304"/>
                  <a:gd name="connsiteY65" fmla="*/ 173597 h 543528"/>
                  <a:gd name="connsiteX66" fmla="*/ 483976 w 535304"/>
                  <a:gd name="connsiteY66" fmla="*/ 186523 h 543528"/>
                  <a:gd name="connsiteX67" fmla="*/ 446136 w 535304"/>
                  <a:gd name="connsiteY67" fmla="*/ 148183 h 543528"/>
                  <a:gd name="connsiteX68" fmla="*/ 407055 w 535304"/>
                  <a:gd name="connsiteY68" fmla="*/ 187416 h 543528"/>
                  <a:gd name="connsiteX69" fmla="*/ 394537 w 535304"/>
                  <a:gd name="connsiteY69" fmla="*/ 174005 h 543528"/>
                  <a:gd name="connsiteX70" fmla="*/ 431893 w 535304"/>
                  <a:gd name="connsiteY70" fmla="*/ 136907 h 543528"/>
                  <a:gd name="connsiteX71" fmla="*/ 392222 w 535304"/>
                  <a:gd name="connsiteY71" fmla="*/ 97553 h 543528"/>
                  <a:gd name="connsiteX72" fmla="*/ 406207 w 535304"/>
                  <a:gd name="connsiteY72" fmla="*/ 85262 h 543528"/>
                  <a:gd name="connsiteX73" fmla="*/ 443336 w 535304"/>
                  <a:gd name="connsiteY73" fmla="*/ 123329 h 543528"/>
                  <a:gd name="connsiteX74" fmla="*/ 353095 w 535304"/>
                  <a:gd name="connsiteY74" fmla="*/ 53885 h 543528"/>
                  <a:gd name="connsiteX75" fmla="*/ 529219 w 535304"/>
                  <a:gd name="connsiteY75" fmla="*/ 54022 h 543528"/>
                  <a:gd name="connsiteX76" fmla="*/ 535076 w 535304"/>
                  <a:gd name="connsiteY76" fmla="*/ 54022 h 543528"/>
                  <a:gd name="connsiteX77" fmla="*/ 535076 w 535304"/>
                  <a:gd name="connsiteY77" fmla="*/ 72109 h 543528"/>
                  <a:gd name="connsiteX78" fmla="*/ 529128 w 535304"/>
                  <a:gd name="connsiteY78" fmla="*/ 72109 h 543528"/>
                  <a:gd name="connsiteX79" fmla="*/ 366581 w 535304"/>
                  <a:gd name="connsiteY79" fmla="*/ 72018 h 543528"/>
                  <a:gd name="connsiteX80" fmla="*/ 359316 w 535304"/>
                  <a:gd name="connsiteY80" fmla="*/ 77422 h 543528"/>
                  <a:gd name="connsiteX81" fmla="*/ 294034 w 535304"/>
                  <a:gd name="connsiteY81" fmla="*/ 301285 h 543528"/>
                  <a:gd name="connsiteX82" fmla="*/ 292702 w 535304"/>
                  <a:gd name="connsiteY82" fmla="*/ 305296 h 543528"/>
                  <a:gd name="connsiteX83" fmla="*/ 261158 w 535304"/>
                  <a:gd name="connsiteY83" fmla="*/ 241845 h 543528"/>
                  <a:gd name="connsiteX84" fmla="*/ 250109 w 535304"/>
                  <a:gd name="connsiteY84" fmla="*/ 235034 h 543528"/>
                  <a:gd name="connsiteX85" fmla="*/ 208772 w 535304"/>
                  <a:gd name="connsiteY85" fmla="*/ 235337 h 543528"/>
                  <a:gd name="connsiteX86" fmla="*/ 201628 w 535304"/>
                  <a:gd name="connsiteY86" fmla="*/ 238364 h 543528"/>
                  <a:gd name="connsiteX87" fmla="*/ 167542 w 535304"/>
                  <a:gd name="connsiteY87" fmla="*/ 253591 h 543528"/>
                  <a:gd name="connsiteX88" fmla="*/ 136482 w 535304"/>
                  <a:gd name="connsiteY88" fmla="*/ 253319 h 543528"/>
                  <a:gd name="connsiteX89" fmla="*/ 136482 w 535304"/>
                  <a:gd name="connsiteY89" fmla="*/ 242845 h 543528"/>
                  <a:gd name="connsiteX90" fmla="*/ 136391 w 535304"/>
                  <a:gd name="connsiteY90" fmla="*/ 210014 h 543528"/>
                  <a:gd name="connsiteX91" fmla="*/ 144474 w 535304"/>
                  <a:gd name="connsiteY91" fmla="*/ 192048 h 543528"/>
                  <a:gd name="connsiteX92" fmla="*/ 152481 w 535304"/>
                  <a:gd name="connsiteY92" fmla="*/ 161776 h 543528"/>
                  <a:gd name="connsiteX93" fmla="*/ 125675 w 535304"/>
                  <a:gd name="connsiteY93" fmla="*/ 144702 h 543528"/>
                  <a:gd name="connsiteX94" fmla="*/ 101170 w 535304"/>
                  <a:gd name="connsiteY94" fmla="*/ 165605 h 543528"/>
                  <a:gd name="connsiteX95" fmla="*/ 113490 w 535304"/>
                  <a:gd name="connsiteY95" fmla="*/ 194606 h 543528"/>
                  <a:gd name="connsiteX96" fmla="*/ 118410 w 535304"/>
                  <a:gd name="connsiteY96" fmla="*/ 203339 h 543528"/>
                  <a:gd name="connsiteX97" fmla="*/ 118319 w 535304"/>
                  <a:gd name="connsiteY97" fmla="*/ 253046 h 543528"/>
                  <a:gd name="connsiteX98" fmla="*/ 113233 w 535304"/>
                  <a:gd name="connsiteY98" fmla="*/ 253379 h 543528"/>
                  <a:gd name="connsiteX99" fmla="*/ 77557 w 535304"/>
                  <a:gd name="connsiteY99" fmla="*/ 253515 h 543528"/>
                  <a:gd name="connsiteX100" fmla="*/ 63768 w 535304"/>
                  <a:gd name="connsiteY100" fmla="*/ 248596 h 543528"/>
                  <a:gd name="connsiteX101" fmla="*/ 31589 w 535304"/>
                  <a:gd name="connsiteY101" fmla="*/ 145096 h 543528"/>
                  <a:gd name="connsiteX102" fmla="*/ 113324 w 535304"/>
                  <a:gd name="connsiteY102" fmla="*/ 73305 h 543528"/>
                  <a:gd name="connsiteX103" fmla="*/ 226708 w 535304"/>
                  <a:gd name="connsiteY103" fmla="*/ 180665 h 543528"/>
                  <a:gd name="connsiteX104" fmla="*/ 218217 w 535304"/>
                  <a:gd name="connsiteY104" fmla="*/ 217174 h 543528"/>
                  <a:gd name="connsiteX105" fmla="*/ 239514 w 535304"/>
                  <a:gd name="connsiteY105" fmla="*/ 217174 h 543528"/>
                  <a:gd name="connsiteX106" fmla="*/ 264428 w 535304"/>
                  <a:gd name="connsiteY106" fmla="*/ 217098 h 543528"/>
                  <a:gd name="connsiteX107" fmla="*/ 271345 w 535304"/>
                  <a:gd name="connsiteY107" fmla="*/ 221306 h 543528"/>
                  <a:gd name="connsiteX108" fmla="*/ 288312 w 535304"/>
                  <a:gd name="connsiteY108" fmla="*/ 255438 h 543528"/>
                  <a:gd name="connsiteX109" fmla="*/ 297394 w 535304"/>
                  <a:gd name="connsiteY109" fmla="*/ 225029 h 543528"/>
                  <a:gd name="connsiteX110" fmla="*/ 345406 w 535304"/>
                  <a:gd name="connsiteY110" fmla="*/ 59668 h 543528"/>
                  <a:gd name="connsiteX111" fmla="*/ 353095 w 535304"/>
                  <a:gd name="connsiteY111" fmla="*/ 53885 h 543528"/>
                  <a:gd name="connsiteX112" fmla="*/ 12654 w 535304"/>
                  <a:gd name="connsiteY112" fmla="*/ 45076 h 543528"/>
                  <a:gd name="connsiteX113" fmla="*/ 36871 w 535304"/>
                  <a:gd name="connsiteY113" fmla="*/ 69536 h 543528"/>
                  <a:gd name="connsiteX114" fmla="*/ 24445 w 535304"/>
                  <a:gd name="connsiteY114" fmla="*/ 80919 h 543528"/>
                  <a:gd name="connsiteX115" fmla="*/ 0 w 535304"/>
                  <a:gd name="connsiteY115" fmla="*/ 56307 h 543528"/>
                  <a:gd name="connsiteX116" fmla="*/ 242466 w 535304"/>
                  <a:gd name="connsiteY116" fmla="*/ 44955 h 543528"/>
                  <a:gd name="connsiteX117" fmla="*/ 254756 w 535304"/>
                  <a:gd name="connsiteY117" fmla="*/ 56959 h 543528"/>
                  <a:gd name="connsiteX118" fmla="*/ 230281 w 535304"/>
                  <a:gd name="connsiteY118" fmla="*/ 81509 h 543528"/>
                  <a:gd name="connsiteX119" fmla="*/ 218566 w 535304"/>
                  <a:gd name="connsiteY119" fmla="*/ 68825 h 543528"/>
                  <a:gd name="connsiteX120" fmla="*/ 118637 w 535304"/>
                  <a:gd name="connsiteY120" fmla="*/ 0 h 543528"/>
                  <a:gd name="connsiteX121" fmla="*/ 136089 w 535304"/>
                  <a:gd name="connsiteY121" fmla="*/ 0 h 543528"/>
                  <a:gd name="connsiteX122" fmla="*/ 136089 w 535304"/>
                  <a:gd name="connsiteY122" fmla="*/ 35510 h 543528"/>
                  <a:gd name="connsiteX123" fmla="*/ 118637 w 535304"/>
                  <a:gd name="connsiteY123" fmla="*/ 35510 h 543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</a:cxnLst>
                <a:rect l="l" t="t" r="r" b="b"/>
                <a:pathLst>
                  <a:path w="535304" h="543528">
                    <a:moveTo>
                      <a:pt x="191154" y="489290"/>
                    </a:moveTo>
                    <a:lnTo>
                      <a:pt x="462302" y="489290"/>
                    </a:lnTo>
                    <a:lnTo>
                      <a:pt x="462302" y="506742"/>
                    </a:lnTo>
                    <a:lnTo>
                      <a:pt x="191154" y="506742"/>
                    </a:lnTo>
                    <a:close/>
                    <a:moveTo>
                      <a:pt x="172279" y="458488"/>
                    </a:moveTo>
                    <a:lnTo>
                      <a:pt x="172279" y="501323"/>
                    </a:lnTo>
                    <a:lnTo>
                      <a:pt x="129399" y="479966"/>
                    </a:lnTo>
                    <a:close/>
                    <a:moveTo>
                      <a:pt x="191018" y="453221"/>
                    </a:moveTo>
                    <a:lnTo>
                      <a:pt x="462317" y="453221"/>
                    </a:lnTo>
                    <a:lnTo>
                      <a:pt x="462317" y="470507"/>
                    </a:lnTo>
                    <a:lnTo>
                      <a:pt x="191018" y="470507"/>
                    </a:lnTo>
                    <a:close/>
                    <a:moveTo>
                      <a:pt x="481147" y="452843"/>
                    </a:moveTo>
                    <a:cubicBezTo>
                      <a:pt x="496797" y="452843"/>
                      <a:pt x="512206" y="452615"/>
                      <a:pt x="527599" y="452979"/>
                    </a:cubicBezTo>
                    <a:cubicBezTo>
                      <a:pt x="532216" y="453085"/>
                      <a:pt x="535167" y="456566"/>
                      <a:pt x="535167" y="461334"/>
                    </a:cubicBezTo>
                    <a:cubicBezTo>
                      <a:pt x="535319" y="473776"/>
                      <a:pt x="535379" y="486232"/>
                      <a:pt x="535167" y="498689"/>
                    </a:cubicBezTo>
                    <a:cubicBezTo>
                      <a:pt x="535394" y="503049"/>
                      <a:pt x="532034" y="506772"/>
                      <a:pt x="527660" y="506999"/>
                    </a:cubicBezTo>
                    <a:cubicBezTo>
                      <a:pt x="527403" y="507014"/>
                      <a:pt x="527160" y="507014"/>
                      <a:pt x="526903" y="506999"/>
                    </a:cubicBezTo>
                    <a:cubicBezTo>
                      <a:pt x="511843" y="507242"/>
                      <a:pt x="496767" y="507090"/>
                      <a:pt x="481147" y="507090"/>
                    </a:cubicBezTo>
                    <a:close/>
                    <a:moveTo>
                      <a:pt x="57033" y="355563"/>
                    </a:moveTo>
                    <a:cubicBezTo>
                      <a:pt x="18603" y="389982"/>
                      <a:pt x="18572" y="460002"/>
                      <a:pt x="56776" y="495375"/>
                    </a:cubicBezTo>
                    <a:lnTo>
                      <a:pt x="68885" y="483508"/>
                    </a:lnTo>
                    <a:cubicBezTo>
                      <a:pt x="37704" y="444578"/>
                      <a:pt x="37795" y="406072"/>
                      <a:pt x="68718" y="367808"/>
                    </a:cubicBezTo>
                    <a:close/>
                    <a:moveTo>
                      <a:pt x="354306" y="280957"/>
                    </a:moveTo>
                    <a:lnTo>
                      <a:pt x="535015" y="280957"/>
                    </a:lnTo>
                    <a:lnTo>
                      <a:pt x="535015" y="298349"/>
                    </a:lnTo>
                    <a:lnTo>
                      <a:pt x="354306" y="298349"/>
                    </a:lnTo>
                    <a:close/>
                    <a:moveTo>
                      <a:pt x="73123" y="271784"/>
                    </a:moveTo>
                    <a:lnTo>
                      <a:pt x="181437" y="271784"/>
                    </a:lnTo>
                    <a:lnTo>
                      <a:pt x="181437" y="307460"/>
                    </a:lnTo>
                    <a:lnTo>
                      <a:pt x="91680" y="307460"/>
                    </a:lnTo>
                    <a:lnTo>
                      <a:pt x="91680" y="325911"/>
                    </a:lnTo>
                    <a:lnTo>
                      <a:pt x="97477" y="325911"/>
                    </a:lnTo>
                    <a:cubicBezTo>
                      <a:pt x="126236" y="325911"/>
                      <a:pt x="154873" y="325911"/>
                      <a:pt x="183556" y="326047"/>
                    </a:cubicBezTo>
                    <a:cubicBezTo>
                      <a:pt x="186870" y="326063"/>
                      <a:pt x="190125" y="327031"/>
                      <a:pt x="192910" y="328832"/>
                    </a:cubicBezTo>
                    <a:cubicBezTo>
                      <a:pt x="229237" y="354004"/>
                      <a:pt x="246794" y="388741"/>
                      <a:pt x="245205" y="433014"/>
                    </a:cubicBezTo>
                    <a:cubicBezTo>
                      <a:pt x="245039" y="433559"/>
                      <a:pt x="244827" y="434089"/>
                      <a:pt x="244569" y="434603"/>
                    </a:cubicBezTo>
                    <a:cubicBezTo>
                      <a:pt x="224575" y="434603"/>
                      <a:pt x="204761" y="434513"/>
                      <a:pt x="184949" y="434694"/>
                    </a:cubicBezTo>
                    <a:cubicBezTo>
                      <a:pt x="181800" y="434724"/>
                      <a:pt x="178697" y="435451"/>
                      <a:pt x="175867" y="436813"/>
                    </a:cubicBezTo>
                    <a:cubicBezTo>
                      <a:pt x="148985" y="450042"/>
                      <a:pt x="122194" y="463483"/>
                      <a:pt x="95388" y="476894"/>
                    </a:cubicBezTo>
                    <a:cubicBezTo>
                      <a:pt x="93769" y="477696"/>
                      <a:pt x="92225" y="478680"/>
                      <a:pt x="89773" y="480057"/>
                    </a:cubicBezTo>
                    <a:lnTo>
                      <a:pt x="103895" y="487171"/>
                    </a:lnTo>
                    <a:cubicBezTo>
                      <a:pt x="126478" y="498463"/>
                      <a:pt x="149015" y="509875"/>
                      <a:pt x="171704" y="520970"/>
                    </a:cubicBezTo>
                    <a:cubicBezTo>
                      <a:pt x="176775" y="523452"/>
                      <a:pt x="182390" y="524814"/>
                      <a:pt x="187642" y="526661"/>
                    </a:cubicBezTo>
                    <a:cubicBezTo>
                      <a:pt x="186765" y="527342"/>
                      <a:pt x="185841" y="527978"/>
                      <a:pt x="184888" y="528553"/>
                    </a:cubicBezTo>
                    <a:cubicBezTo>
                      <a:pt x="114475" y="568482"/>
                      <a:pt x="23552" y="524527"/>
                      <a:pt x="11004" y="444503"/>
                    </a:cubicBezTo>
                    <a:cubicBezTo>
                      <a:pt x="3436" y="396158"/>
                      <a:pt x="25368" y="349675"/>
                      <a:pt x="68294" y="323852"/>
                    </a:cubicBezTo>
                    <a:cubicBezTo>
                      <a:pt x="72109" y="321552"/>
                      <a:pt x="73289" y="319221"/>
                      <a:pt x="73214" y="314983"/>
                    </a:cubicBezTo>
                    <a:cubicBezTo>
                      <a:pt x="72957" y="300694"/>
                      <a:pt x="73123" y="286391"/>
                      <a:pt x="73123" y="271784"/>
                    </a:cubicBezTo>
                    <a:close/>
                    <a:moveTo>
                      <a:pt x="354382" y="244570"/>
                    </a:moveTo>
                    <a:lnTo>
                      <a:pt x="534819" y="244570"/>
                    </a:lnTo>
                    <a:lnTo>
                      <a:pt x="534819" y="262189"/>
                    </a:lnTo>
                    <a:lnTo>
                      <a:pt x="354382" y="262189"/>
                    </a:lnTo>
                    <a:close/>
                    <a:moveTo>
                      <a:pt x="354276" y="208319"/>
                    </a:moveTo>
                    <a:lnTo>
                      <a:pt x="535000" y="208319"/>
                    </a:lnTo>
                    <a:lnTo>
                      <a:pt x="535000" y="225741"/>
                    </a:lnTo>
                    <a:lnTo>
                      <a:pt x="354276" y="225741"/>
                    </a:lnTo>
                    <a:close/>
                    <a:moveTo>
                      <a:pt x="127355" y="162714"/>
                    </a:moveTo>
                    <a:cubicBezTo>
                      <a:pt x="132259" y="162593"/>
                      <a:pt x="136316" y="166468"/>
                      <a:pt x="136437" y="171357"/>
                    </a:cubicBezTo>
                    <a:cubicBezTo>
                      <a:pt x="136452" y="171569"/>
                      <a:pt x="136452" y="171781"/>
                      <a:pt x="136437" y="171993"/>
                    </a:cubicBezTo>
                    <a:cubicBezTo>
                      <a:pt x="136331" y="177003"/>
                      <a:pt x="132168" y="180983"/>
                      <a:pt x="127158" y="180877"/>
                    </a:cubicBezTo>
                    <a:cubicBezTo>
                      <a:pt x="122149" y="180772"/>
                      <a:pt x="118168" y="176609"/>
                      <a:pt x="118274" y="171599"/>
                    </a:cubicBezTo>
                    <a:cubicBezTo>
                      <a:pt x="118379" y="166665"/>
                      <a:pt x="122421" y="162714"/>
                      <a:pt x="127355" y="162714"/>
                    </a:cubicBezTo>
                    <a:close/>
                    <a:moveTo>
                      <a:pt x="483084" y="83370"/>
                    </a:moveTo>
                    <a:lnTo>
                      <a:pt x="495707" y="96251"/>
                    </a:lnTo>
                    <a:lnTo>
                      <a:pt x="457034" y="133955"/>
                    </a:lnTo>
                    <a:lnTo>
                      <a:pt x="497221" y="173597"/>
                    </a:lnTo>
                    <a:lnTo>
                      <a:pt x="483976" y="186523"/>
                    </a:lnTo>
                    <a:lnTo>
                      <a:pt x="446136" y="148183"/>
                    </a:lnTo>
                    <a:lnTo>
                      <a:pt x="407055" y="187416"/>
                    </a:lnTo>
                    <a:lnTo>
                      <a:pt x="394537" y="174005"/>
                    </a:lnTo>
                    <a:cubicBezTo>
                      <a:pt x="406343" y="162275"/>
                      <a:pt x="419118" y="149576"/>
                      <a:pt x="431893" y="136907"/>
                    </a:cubicBezTo>
                    <a:lnTo>
                      <a:pt x="392222" y="97553"/>
                    </a:lnTo>
                    <a:lnTo>
                      <a:pt x="406207" y="85262"/>
                    </a:lnTo>
                    <a:lnTo>
                      <a:pt x="443336" y="123329"/>
                    </a:lnTo>
                    <a:close/>
                    <a:moveTo>
                      <a:pt x="353095" y="53885"/>
                    </a:moveTo>
                    <a:cubicBezTo>
                      <a:pt x="411793" y="54097"/>
                      <a:pt x="470506" y="54022"/>
                      <a:pt x="529219" y="54022"/>
                    </a:cubicBezTo>
                    <a:lnTo>
                      <a:pt x="535076" y="54022"/>
                    </a:lnTo>
                    <a:lnTo>
                      <a:pt x="535076" y="72109"/>
                    </a:lnTo>
                    <a:lnTo>
                      <a:pt x="529128" y="72109"/>
                    </a:lnTo>
                    <a:cubicBezTo>
                      <a:pt x="474941" y="72109"/>
                      <a:pt x="420768" y="72109"/>
                      <a:pt x="366581" y="72018"/>
                    </a:cubicBezTo>
                    <a:cubicBezTo>
                      <a:pt x="362313" y="72018"/>
                      <a:pt x="360527" y="73093"/>
                      <a:pt x="359316" y="77422"/>
                    </a:cubicBezTo>
                    <a:cubicBezTo>
                      <a:pt x="337686" y="152088"/>
                      <a:pt x="315936" y="226709"/>
                      <a:pt x="294034" y="301285"/>
                    </a:cubicBezTo>
                    <a:cubicBezTo>
                      <a:pt x="293761" y="302072"/>
                      <a:pt x="293459" y="302920"/>
                      <a:pt x="292702" y="305296"/>
                    </a:cubicBezTo>
                    <a:cubicBezTo>
                      <a:pt x="281728" y="283348"/>
                      <a:pt x="271178" y="262718"/>
                      <a:pt x="261158" y="241845"/>
                    </a:cubicBezTo>
                    <a:cubicBezTo>
                      <a:pt x="258676" y="236684"/>
                      <a:pt x="255861" y="234838"/>
                      <a:pt x="250109" y="235034"/>
                    </a:cubicBezTo>
                    <a:cubicBezTo>
                      <a:pt x="236350" y="235519"/>
                      <a:pt x="222546" y="235034"/>
                      <a:pt x="208772" y="235337"/>
                    </a:cubicBezTo>
                    <a:cubicBezTo>
                      <a:pt x="206093" y="235413"/>
                      <a:pt x="203535" y="236487"/>
                      <a:pt x="201628" y="238364"/>
                    </a:cubicBezTo>
                    <a:cubicBezTo>
                      <a:pt x="192652" y="248959"/>
                      <a:pt x="182602" y="255695"/>
                      <a:pt x="167542" y="253591"/>
                    </a:cubicBezTo>
                    <a:cubicBezTo>
                      <a:pt x="157582" y="252184"/>
                      <a:pt x="147274" y="253319"/>
                      <a:pt x="136482" y="253319"/>
                    </a:cubicBezTo>
                    <a:lnTo>
                      <a:pt x="136482" y="242845"/>
                    </a:lnTo>
                    <a:cubicBezTo>
                      <a:pt x="136482" y="231901"/>
                      <a:pt x="136770" y="220942"/>
                      <a:pt x="136391" y="210014"/>
                    </a:cubicBezTo>
                    <a:cubicBezTo>
                      <a:pt x="136134" y="202446"/>
                      <a:pt x="136694" y="196831"/>
                      <a:pt x="144474" y="192048"/>
                    </a:cubicBezTo>
                    <a:cubicBezTo>
                      <a:pt x="154449" y="185993"/>
                      <a:pt x="156871" y="172552"/>
                      <a:pt x="152481" y="161776"/>
                    </a:cubicBezTo>
                    <a:cubicBezTo>
                      <a:pt x="148092" y="150999"/>
                      <a:pt x="136800" y="143748"/>
                      <a:pt x="125675" y="144702"/>
                    </a:cubicBezTo>
                    <a:cubicBezTo>
                      <a:pt x="113824" y="145580"/>
                      <a:pt x="103909" y="154041"/>
                      <a:pt x="101170" y="165605"/>
                    </a:cubicBezTo>
                    <a:cubicBezTo>
                      <a:pt x="98460" y="177169"/>
                      <a:pt x="103062" y="188899"/>
                      <a:pt x="113490" y="194606"/>
                    </a:cubicBezTo>
                    <a:cubicBezTo>
                      <a:pt x="117486" y="196800"/>
                      <a:pt x="118470" y="199147"/>
                      <a:pt x="118410" y="203339"/>
                    </a:cubicBezTo>
                    <a:cubicBezTo>
                      <a:pt x="118198" y="219747"/>
                      <a:pt x="118319" y="236154"/>
                      <a:pt x="118319" y="253046"/>
                    </a:cubicBezTo>
                    <a:cubicBezTo>
                      <a:pt x="116472" y="253167"/>
                      <a:pt x="114853" y="253379"/>
                      <a:pt x="113233" y="253379"/>
                    </a:cubicBezTo>
                    <a:cubicBezTo>
                      <a:pt x="101336" y="253379"/>
                      <a:pt x="89439" y="253152"/>
                      <a:pt x="77557" y="253515"/>
                    </a:cubicBezTo>
                    <a:cubicBezTo>
                      <a:pt x="72487" y="253833"/>
                      <a:pt x="67492" y="252062"/>
                      <a:pt x="63768" y="248596"/>
                    </a:cubicBezTo>
                    <a:cubicBezTo>
                      <a:pt x="32255" y="220519"/>
                      <a:pt x="20176" y="185645"/>
                      <a:pt x="31589" y="145096"/>
                    </a:cubicBezTo>
                    <a:cubicBezTo>
                      <a:pt x="43002" y="104546"/>
                      <a:pt x="71246" y="79783"/>
                      <a:pt x="113324" y="73305"/>
                    </a:cubicBezTo>
                    <a:cubicBezTo>
                      <a:pt x="176896" y="63512"/>
                      <a:pt x="233050" y="116867"/>
                      <a:pt x="226708" y="180665"/>
                    </a:cubicBezTo>
                    <a:cubicBezTo>
                      <a:pt x="225497" y="192774"/>
                      <a:pt x="221214" y="204671"/>
                      <a:pt x="218217" y="217174"/>
                    </a:cubicBezTo>
                    <a:lnTo>
                      <a:pt x="239514" y="217174"/>
                    </a:lnTo>
                    <a:cubicBezTo>
                      <a:pt x="247823" y="217174"/>
                      <a:pt x="256163" y="217355"/>
                      <a:pt x="264428" y="217098"/>
                    </a:cubicBezTo>
                    <a:cubicBezTo>
                      <a:pt x="267440" y="216674"/>
                      <a:pt x="270331" y="218445"/>
                      <a:pt x="271345" y="221306"/>
                    </a:cubicBezTo>
                    <a:cubicBezTo>
                      <a:pt x="276612" y="232310"/>
                      <a:pt x="282167" y="243147"/>
                      <a:pt x="288312" y="255438"/>
                    </a:cubicBezTo>
                    <a:cubicBezTo>
                      <a:pt x="291597" y="244358"/>
                      <a:pt x="294503" y="234716"/>
                      <a:pt x="297394" y="225029"/>
                    </a:cubicBezTo>
                    <a:cubicBezTo>
                      <a:pt x="313438" y="169934"/>
                      <a:pt x="329437" y="114808"/>
                      <a:pt x="345406" y="59668"/>
                    </a:cubicBezTo>
                    <a:cubicBezTo>
                      <a:pt x="346647" y="55369"/>
                      <a:pt x="348433" y="53870"/>
                      <a:pt x="353095" y="53885"/>
                    </a:cubicBezTo>
                    <a:close/>
                    <a:moveTo>
                      <a:pt x="12654" y="45076"/>
                    </a:moveTo>
                    <a:lnTo>
                      <a:pt x="36871" y="69536"/>
                    </a:lnTo>
                    <a:lnTo>
                      <a:pt x="24445" y="80919"/>
                    </a:lnTo>
                    <a:lnTo>
                      <a:pt x="0" y="56307"/>
                    </a:lnTo>
                    <a:close/>
                    <a:moveTo>
                      <a:pt x="242466" y="44955"/>
                    </a:moveTo>
                    <a:lnTo>
                      <a:pt x="254756" y="56959"/>
                    </a:lnTo>
                    <a:lnTo>
                      <a:pt x="230281" y="81509"/>
                    </a:lnTo>
                    <a:lnTo>
                      <a:pt x="218566" y="68825"/>
                    </a:lnTo>
                    <a:close/>
                    <a:moveTo>
                      <a:pt x="118637" y="0"/>
                    </a:moveTo>
                    <a:lnTo>
                      <a:pt x="136089" y="0"/>
                    </a:lnTo>
                    <a:lnTo>
                      <a:pt x="136089" y="35510"/>
                    </a:lnTo>
                    <a:lnTo>
                      <a:pt x="118637" y="35510"/>
                    </a:lnTo>
                    <a:close/>
                  </a:path>
                </a:pathLst>
              </a:custGeom>
              <a:solidFill>
                <a:schemeClr val="bg1"/>
              </a:solidFill>
              <a:ln w="150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>
                  <a:latin typeface="Lora" pitchFamily="2" charset="0"/>
                </a:endParaRPr>
              </a:p>
            </p:txBody>
          </p:sp>
          <p:sp>
            <p:nvSpPr>
              <p:cNvPr id="20" name="Graphic 62">
                <a:extLst>
                  <a:ext uri="{FF2B5EF4-FFF2-40B4-BE49-F238E27FC236}">
                    <a16:creationId xmlns:a16="http://schemas.microsoft.com/office/drawing/2014/main" id="{FF29AFAF-301D-4312-1C63-D884800CAA23}"/>
                  </a:ext>
                </a:extLst>
              </p:cNvPr>
              <p:cNvSpPr/>
              <p:nvPr/>
            </p:nvSpPr>
            <p:spPr>
              <a:xfrm>
                <a:off x="6902386" y="2723172"/>
                <a:ext cx="517924" cy="588051"/>
              </a:xfrm>
              <a:custGeom>
                <a:avLst/>
                <a:gdLst>
                  <a:gd name="connsiteX0" fmla="*/ 216019 w 432014"/>
                  <a:gd name="connsiteY0" fmla="*/ 0 h 490508"/>
                  <a:gd name="connsiteX1" fmla="*/ 270507 w 432014"/>
                  <a:gd name="connsiteY1" fmla="*/ 76123 h 490508"/>
                  <a:gd name="connsiteX2" fmla="*/ 281723 w 432014"/>
                  <a:gd name="connsiteY2" fmla="*/ 131489 h 490508"/>
                  <a:gd name="connsiteX3" fmla="*/ 335253 w 432014"/>
                  <a:gd name="connsiteY3" fmla="*/ 113526 h 490508"/>
                  <a:gd name="connsiteX4" fmla="*/ 428381 w 432014"/>
                  <a:gd name="connsiteY4" fmla="*/ 122667 h 490508"/>
                  <a:gd name="connsiteX5" fmla="*/ 389701 w 432014"/>
                  <a:gd name="connsiteY5" fmla="*/ 207852 h 490508"/>
                  <a:gd name="connsiteX6" fmla="*/ 347348 w 432014"/>
                  <a:gd name="connsiteY6" fmla="*/ 245254 h 490508"/>
                  <a:gd name="connsiteX7" fmla="*/ 365830 w 432014"/>
                  <a:gd name="connsiteY7" fmla="*/ 260503 h 490508"/>
                  <a:gd name="connsiteX8" fmla="*/ 353136 w 432014"/>
                  <a:gd name="connsiteY8" fmla="*/ 274873 h 490508"/>
                  <a:gd name="connsiteX9" fmla="*/ 331661 w 432014"/>
                  <a:gd name="connsiteY9" fmla="*/ 257270 h 490508"/>
                  <a:gd name="connsiteX10" fmla="*/ 326910 w 432014"/>
                  <a:gd name="connsiteY10" fmla="*/ 260783 h 490508"/>
                  <a:gd name="connsiteX11" fmla="*/ 295176 w 432014"/>
                  <a:gd name="connsiteY11" fmla="*/ 324411 h 490508"/>
                  <a:gd name="connsiteX12" fmla="*/ 294218 w 432014"/>
                  <a:gd name="connsiteY12" fmla="*/ 325290 h 490508"/>
                  <a:gd name="connsiteX13" fmla="*/ 284957 w 432014"/>
                  <a:gd name="connsiteY13" fmla="*/ 333393 h 490508"/>
                  <a:gd name="connsiteX14" fmla="*/ 284278 w 432014"/>
                  <a:gd name="connsiteY14" fmla="*/ 339380 h 490508"/>
                  <a:gd name="connsiteX15" fmla="*/ 340123 w 432014"/>
                  <a:gd name="connsiteY15" fmla="*/ 358381 h 490508"/>
                  <a:gd name="connsiteX16" fmla="*/ 411736 w 432014"/>
                  <a:gd name="connsiteY16" fmla="*/ 358262 h 490508"/>
                  <a:gd name="connsiteX17" fmla="*/ 405588 w 432014"/>
                  <a:gd name="connsiteY17" fmla="*/ 331597 h 490508"/>
                  <a:gd name="connsiteX18" fmla="*/ 420558 w 432014"/>
                  <a:gd name="connsiteY18" fmla="*/ 320499 h 490508"/>
                  <a:gd name="connsiteX19" fmla="*/ 428381 w 432014"/>
                  <a:gd name="connsiteY19" fmla="*/ 367802 h 490508"/>
                  <a:gd name="connsiteX20" fmla="*/ 335293 w 432014"/>
                  <a:gd name="connsiteY20" fmla="*/ 376983 h 490508"/>
                  <a:gd name="connsiteX21" fmla="*/ 281723 w 432014"/>
                  <a:gd name="connsiteY21" fmla="*/ 359020 h 490508"/>
                  <a:gd name="connsiteX22" fmla="*/ 270507 w 432014"/>
                  <a:gd name="connsiteY22" fmla="*/ 414386 h 490508"/>
                  <a:gd name="connsiteX23" fmla="*/ 216019 w 432014"/>
                  <a:gd name="connsiteY23" fmla="*/ 490509 h 490508"/>
                  <a:gd name="connsiteX24" fmla="*/ 161531 w 432014"/>
                  <a:gd name="connsiteY24" fmla="*/ 414386 h 490508"/>
                  <a:gd name="connsiteX25" fmla="*/ 150314 w 432014"/>
                  <a:gd name="connsiteY25" fmla="*/ 359020 h 490508"/>
                  <a:gd name="connsiteX26" fmla="*/ 129996 w 432014"/>
                  <a:gd name="connsiteY26" fmla="*/ 366644 h 490508"/>
                  <a:gd name="connsiteX27" fmla="*/ 124048 w 432014"/>
                  <a:gd name="connsiteY27" fmla="*/ 348402 h 490508"/>
                  <a:gd name="connsiteX28" fmla="*/ 147759 w 432014"/>
                  <a:gd name="connsiteY28" fmla="*/ 339380 h 490508"/>
                  <a:gd name="connsiteX29" fmla="*/ 147081 w 432014"/>
                  <a:gd name="connsiteY29" fmla="*/ 333433 h 490508"/>
                  <a:gd name="connsiteX30" fmla="*/ 136942 w 432014"/>
                  <a:gd name="connsiteY30" fmla="*/ 324451 h 490508"/>
                  <a:gd name="connsiteX31" fmla="*/ 136862 w 432014"/>
                  <a:gd name="connsiteY31" fmla="*/ 324371 h 490508"/>
                  <a:gd name="connsiteX32" fmla="*/ 105127 w 432014"/>
                  <a:gd name="connsiteY32" fmla="*/ 260743 h 490508"/>
                  <a:gd name="connsiteX33" fmla="*/ 100377 w 432014"/>
                  <a:gd name="connsiteY33" fmla="*/ 257230 h 490508"/>
                  <a:gd name="connsiteX34" fmla="*/ 55949 w 432014"/>
                  <a:gd name="connsiteY34" fmla="*/ 296110 h 490508"/>
                  <a:gd name="connsiteX35" fmla="*/ 20222 w 432014"/>
                  <a:gd name="connsiteY35" fmla="*/ 358341 h 490508"/>
                  <a:gd name="connsiteX36" fmla="*/ 48364 w 432014"/>
                  <a:gd name="connsiteY36" fmla="*/ 366205 h 490508"/>
                  <a:gd name="connsiteX37" fmla="*/ 48204 w 432014"/>
                  <a:gd name="connsiteY37" fmla="*/ 369878 h 490508"/>
                  <a:gd name="connsiteX38" fmla="*/ 50959 w 432014"/>
                  <a:gd name="connsiteY38" fmla="*/ 384687 h 490508"/>
                  <a:gd name="connsiteX39" fmla="*/ 3616 w 432014"/>
                  <a:gd name="connsiteY39" fmla="*/ 367922 h 490508"/>
                  <a:gd name="connsiteX40" fmla="*/ 42297 w 432014"/>
                  <a:gd name="connsiteY40" fmla="*/ 282697 h 490508"/>
                  <a:gd name="connsiteX41" fmla="*/ 84649 w 432014"/>
                  <a:gd name="connsiteY41" fmla="*/ 245294 h 490508"/>
                  <a:gd name="connsiteX42" fmla="*/ 42297 w 432014"/>
                  <a:gd name="connsiteY42" fmla="*/ 207892 h 490508"/>
                  <a:gd name="connsiteX43" fmla="*/ 3616 w 432014"/>
                  <a:gd name="connsiteY43" fmla="*/ 122707 h 490508"/>
                  <a:gd name="connsiteX44" fmla="*/ 96744 w 432014"/>
                  <a:gd name="connsiteY44" fmla="*/ 113566 h 490508"/>
                  <a:gd name="connsiteX45" fmla="*/ 150314 w 432014"/>
                  <a:gd name="connsiteY45" fmla="*/ 131529 h 490508"/>
                  <a:gd name="connsiteX46" fmla="*/ 153867 w 432014"/>
                  <a:gd name="connsiteY46" fmla="*/ 110133 h 490508"/>
                  <a:gd name="connsiteX47" fmla="*/ 172269 w 432014"/>
                  <a:gd name="connsiteY47" fmla="*/ 114484 h 490508"/>
                  <a:gd name="connsiteX48" fmla="*/ 172628 w 432014"/>
                  <a:gd name="connsiteY48" fmla="*/ 114484 h 490508"/>
                  <a:gd name="connsiteX49" fmla="*/ 168636 w 432014"/>
                  <a:gd name="connsiteY49" fmla="*/ 139153 h 490508"/>
                  <a:gd name="connsiteX50" fmla="*/ 173985 w 432014"/>
                  <a:gd name="connsiteY50" fmla="*/ 141508 h 490508"/>
                  <a:gd name="connsiteX51" fmla="*/ 215979 w 432014"/>
                  <a:gd name="connsiteY51" fmla="*/ 133325 h 490508"/>
                  <a:gd name="connsiteX52" fmla="*/ 258012 w 432014"/>
                  <a:gd name="connsiteY52" fmla="*/ 141468 h 490508"/>
                  <a:gd name="connsiteX53" fmla="*/ 263321 w 432014"/>
                  <a:gd name="connsiteY53" fmla="*/ 139153 h 490508"/>
                  <a:gd name="connsiteX54" fmla="*/ 251865 w 432014"/>
                  <a:gd name="connsiteY54" fmla="*/ 81233 h 490508"/>
                  <a:gd name="connsiteX55" fmla="*/ 215979 w 432014"/>
                  <a:gd name="connsiteY55" fmla="*/ 19320 h 490508"/>
                  <a:gd name="connsiteX56" fmla="*/ 195142 w 432014"/>
                  <a:gd name="connsiteY56" fmla="*/ 39638 h 490508"/>
                  <a:gd name="connsiteX57" fmla="*/ 177578 w 432014"/>
                  <a:gd name="connsiteY57" fmla="*/ 32972 h 490508"/>
                  <a:gd name="connsiteX58" fmla="*/ 216019 w 432014"/>
                  <a:gd name="connsiteY58" fmla="*/ 0 h 490508"/>
                  <a:gd name="connsiteX59" fmla="*/ 216019 w 432014"/>
                  <a:gd name="connsiteY59" fmla="*/ 0 h 490508"/>
                  <a:gd name="connsiteX60" fmla="*/ 216019 w 432014"/>
                  <a:gd name="connsiteY60" fmla="*/ 0 h 490508"/>
                  <a:gd name="connsiteX61" fmla="*/ 216019 w 432014"/>
                  <a:gd name="connsiteY61" fmla="*/ 180428 h 490508"/>
                  <a:gd name="connsiteX62" fmla="*/ 267074 w 432014"/>
                  <a:gd name="connsiteY62" fmla="*/ 204299 h 490508"/>
                  <a:gd name="connsiteX63" fmla="*/ 216019 w 432014"/>
                  <a:gd name="connsiteY63" fmla="*/ 228170 h 490508"/>
                  <a:gd name="connsiteX64" fmla="*/ 164964 w 432014"/>
                  <a:gd name="connsiteY64" fmla="*/ 204299 h 490508"/>
                  <a:gd name="connsiteX65" fmla="*/ 216019 w 432014"/>
                  <a:gd name="connsiteY65" fmla="*/ 180428 h 490508"/>
                  <a:gd name="connsiteX66" fmla="*/ 216019 w 432014"/>
                  <a:gd name="connsiteY66" fmla="*/ 180428 h 490508"/>
                  <a:gd name="connsiteX67" fmla="*/ 216019 w 432014"/>
                  <a:gd name="connsiteY67" fmla="*/ 180428 h 490508"/>
                  <a:gd name="connsiteX68" fmla="*/ 164964 w 432014"/>
                  <a:gd name="connsiteY68" fmla="*/ 270003 h 490508"/>
                  <a:gd name="connsiteX69" fmla="*/ 164964 w 432014"/>
                  <a:gd name="connsiteY69" fmla="*/ 288326 h 490508"/>
                  <a:gd name="connsiteX70" fmla="*/ 267074 w 432014"/>
                  <a:gd name="connsiteY70" fmla="*/ 286689 h 490508"/>
                  <a:gd name="connsiteX71" fmla="*/ 267074 w 432014"/>
                  <a:gd name="connsiteY71" fmla="*/ 268367 h 490508"/>
                  <a:gd name="connsiteX72" fmla="*/ 164964 w 432014"/>
                  <a:gd name="connsiteY72" fmla="*/ 270003 h 490508"/>
                  <a:gd name="connsiteX73" fmla="*/ 164964 w 432014"/>
                  <a:gd name="connsiteY73" fmla="*/ 270003 h 490508"/>
                  <a:gd name="connsiteX74" fmla="*/ 164964 w 432014"/>
                  <a:gd name="connsiteY74" fmla="*/ 270003 h 490508"/>
                  <a:gd name="connsiteX75" fmla="*/ 164964 w 432014"/>
                  <a:gd name="connsiteY75" fmla="*/ 270003 h 490508"/>
                  <a:gd name="connsiteX76" fmla="*/ 164724 w 432014"/>
                  <a:gd name="connsiteY76" fmla="*/ 215795 h 490508"/>
                  <a:gd name="connsiteX77" fmla="*/ 164724 w 432014"/>
                  <a:gd name="connsiteY77" fmla="*/ 233718 h 490508"/>
                  <a:gd name="connsiteX78" fmla="*/ 267353 w 432014"/>
                  <a:gd name="connsiteY78" fmla="*/ 233958 h 490508"/>
                  <a:gd name="connsiteX79" fmla="*/ 267353 w 432014"/>
                  <a:gd name="connsiteY79" fmla="*/ 216075 h 490508"/>
                  <a:gd name="connsiteX80" fmla="*/ 164724 w 432014"/>
                  <a:gd name="connsiteY80" fmla="*/ 215795 h 490508"/>
                  <a:gd name="connsiteX81" fmla="*/ 164724 w 432014"/>
                  <a:gd name="connsiteY81" fmla="*/ 215795 h 490508"/>
                  <a:gd name="connsiteX82" fmla="*/ 164724 w 432014"/>
                  <a:gd name="connsiteY82" fmla="*/ 215795 h 490508"/>
                  <a:gd name="connsiteX83" fmla="*/ 164724 w 432014"/>
                  <a:gd name="connsiteY83" fmla="*/ 242181 h 490508"/>
                  <a:gd name="connsiteX84" fmla="*/ 164724 w 432014"/>
                  <a:gd name="connsiteY84" fmla="*/ 260503 h 490508"/>
                  <a:gd name="connsiteX85" fmla="*/ 267353 w 432014"/>
                  <a:gd name="connsiteY85" fmla="*/ 260743 h 490508"/>
                  <a:gd name="connsiteX86" fmla="*/ 267353 w 432014"/>
                  <a:gd name="connsiteY86" fmla="*/ 242420 h 490508"/>
                  <a:gd name="connsiteX87" fmla="*/ 164724 w 432014"/>
                  <a:gd name="connsiteY87" fmla="*/ 242181 h 490508"/>
                  <a:gd name="connsiteX88" fmla="*/ 164724 w 432014"/>
                  <a:gd name="connsiteY88" fmla="*/ 242181 h 490508"/>
                  <a:gd name="connsiteX89" fmla="*/ 164724 w 432014"/>
                  <a:gd name="connsiteY89" fmla="*/ 242181 h 490508"/>
                  <a:gd name="connsiteX90" fmla="*/ 216019 w 432014"/>
                  <a:gd name="connsiteY90" fmla="*/ 149332 h 490508"/>
                  <a:gd name="connsiteX91" fmla="*/ 311941 w 432014"/>
                  <a:gd name="connsiteY91" fmla="*/ 245254 h 490508"/>
                  <a:gd name="connsiteX92" fmla="*/ 216019 w 432014"/>
                  <a:gd name="connsiteY92" fmla="*/ 341177 h 490508"/>
                  <a:gd name="connsiteX93" fmla="*/ 120096 w 432014"/>
                  <a:gd name="connsiteY93" fmla="*/ 245254 h 490508"/>
                  <a:gd name="connsiteX94" fmla="*/ 216019 w 432014"/>
                  <a:gd name="connsiteY94" fmla="*/ 149332 h 490508"/>
                  <a:gd name="connsiteX95" fmla="*/ 216019 w 432014"/>
                  <a:gd name="connsiteY95" fmla="*/ 149332 h 490508"/>
                  <a:gd name="connsiteX96" fmla="*/ 284957 w 432014"/>
                  <a:gd name="connsiteY96" fmla="*/ 157036 h 490508"/>
                  <a:gd name="connsiteX97" fmla="*/ 295176 w 432014"/>
                  <a:gd name="connsiteY97" fmla="*/ 166098 h 490508"/>
                  <a:gd name="connsiteX98" fmla="*/ 326910 w 432014"/>
                  <a:gd name="connsiteY98" fmla="*/ 229766 h 490508"/>
                  <a:gd name="connsiteX99" fmla="*/ 331661 w 432014"/>
                  <a:gd name="connsiteY99" fmla="*/ 233279 h 490508"/>
                  <a:gd name="connsiteX100" fmla="*/ 376089 w 432014"/>
                  <a:gd name="connsiteY100" fmla="*/ 194399 h 490508"/>
                  <a:gd name="connsiteX101" fmla="*/ 411776 w 432014"/>
                  <a:gd name="connsiteY101" fmla="*/ 132287 h 490508"/>
                  <a:gd name="connsiteX102" fmla="*/ 340163 w 432014"/>
                  <a:gd name="connsiteY102" fmla="*/ 132168 h 490508"/>
                  <a:gd name="connsiteX103" fmla="*/ 284318 w 432014"/>
                  <a:gd name="connsiteY103" fmla="*/ 151208 h 490508"/>
                  <a:gd name="connsiteX104" fmla="*/ 284957 w 432014"/>
                  <a:gd name="connsiteY104" fmla="*/ 157036 h 490508"/>
                  <a:gd name="connsiteX105" fmla="*/ 284957 w 432014"/>
                  <a:gd name="connsiteY105" fmla="*/ 157036 h 490508"/>
                  <a:gd name="connsiteX106" fmla="*/ 257893 w 432014"/>
                  <a:gd name="connsiteY106" fmla="*/ 349120 h 490508"/>
                  <a:gd name="connsiteX107" fmla="*/ 216059 w 432014"/>
                  <a:gd name="connsiteY107" fmla="*/ 357224 h 490508"/>
                  <a:gd name="connsiteX108" fmla="*/ 174185 w 432014"/>
                  <a:gd name="connsiteY108" fmla="*/ 349080 h 490508"/>
                  <a:gd name="connsiteX109" fmla="*/ 168676 w 432014"/>
                  <a:gd name="connsiteY109" fmla="*/ 351476 h 490508"/>
                  <a:gd name="connsiteX110" fmla="*/ 180133 w 432014"/>
                  <a:gd name="connsiteY110" fmla="*/ 409396 h 490508"/>
                  <a:gd name="connsiteX111" fmla="*/ 216059 w 432014"/>
                  <a:gd name="connsiteY111" fmla="*/ 471309 h 490508"/>
                  <a:gd name="connsiteX112" fmla="*/ 251945 w 432014"/>
                  <a:gd name="connsiteY112" fmla="*/ 409396 h 490508"/>
                  <a:gd name="connsiteX113" fmla="*/ 263361 w 432014"/>
                  <a:gd name="connsiteY113" fmla="*/ 351476 h 490508"/>
                  <a:gd name="connsiteX114" fmla="*/ 263361 w 432014"/>
                  <a:gd name="connsiteY114" fmla="*/ 351476 h 490508"/>
                  <a:gd name="connsiteX115" fmla="*/ 257893 w 432014"/>
                  <a:gd name="connsiteY115" fmla="*/ 349120 h 490508"/>
                  <a:gd name="connsiteX116" fmla="*/ 257893 w 432014"/>
                  <a:gd name="connsiteY116" fmla="*/ 349120 h 490508"/>
                  <a:gd name="connsiteX117" fmla="*/ 105167 w 432014"/>
                  <a:gd name="connsiteY117" fmla="*/ 229687 h 490508"/>
                  <a:gd name="connsiteX118" fmla="*/ 136902 w 432014"/>
                  <a:gd name="connsiteY118" fmla="*/ 166098 h 490508"/>
                  <a:gd name="connsiteX119" fmla="*/ 137860 w 432014"/>
                  <a:gd name="connsiteY119" fmla="*/ 165219 h 490508"/>
                  <a:gd name="connsiteX120" fmla="*/ 147041 w 432014"/>
                  <a:gd name="connsiteY120" fmla="*/ 157156 h 490508"/>
                  <a:gd name="connsiteX121" fmla="*/ 147719 w 432014"/>
                  <a:gd name="connsiteY121" fmla="*/ 151168 h 490508"/>
                  <a:gd name="connsiteX122" fmla="*/ 91875 w 432014"/>
                  <a:gd name="connsiteY122" fmla="*/ 132128 h 490508"/>
                  <a:gd name="connsiteX123" fmla="*/ 20262 w 432014"/>
                  <a:gd name="connsiteY123" fmla="*/ 132247 h 490508"/>
                  <a:gd name="connsiteX124" fmla="*/ 55909 w 432014"/>
                  <a:gd name="connsiteY124" fmla="*/ 194359 h 490508"/>
                  <a:gd name="connsiteX125" fmla="*/ 100337 w 432014"/>
                  <a:gd name="connsiteY125" fmla="*/ 233239 h 490508"/>
                  <a:gd name="connsiteX126" fmla="*/ 100337 w 432014"/>
                  <a:gd name="connsiteY126" fmla="*/ 233239 h 490508"/>
                  <a:gd name="connsiteX127" fmla="*/ 105167 w 432014"/>
                  <a:gd name="connsiteY127" fmla="*/ 229687 h 490508"/>
                  <a:gd name="connsiteX128" fmla="*/ 105167 w 432014"/>
                  <a:gd name="connsiteY128" fmla="*/ 229687 h 490508"/>
                  <a:gd name="connsiteX129" fmla="*/ 386388 w 432014"/>
                  <a:gd name="connsiteY129" fmla="*/ 266451 h 490508"/>
                  <a:gd name="connsiteX130" fmla="*/ 412933 w 432014"/>
                  <a:gd name="connsiteY130" fmla="*/ 292996 h 490508"/>
                  <a:gd name="connsiteX131" fmla="*/ 386388 w 432014"/>
                  <a:gd name="connsiteY131" fmla="*/ 319541 h 490508"/>
                  <a:gd name="connsiteX132" fmla="*/ 359843 w 432014"/>
                  <a:gd name="connsiteY132" fmla="*/ 292996 h 490508"/>
                  <a:gd name="connsiteX133" fmla="*/ 386388 w 432014"/>
                  <a:gd name="connsiteY133" fmla="*/ 266451 h 490508"/>
                  <a:gd name="connsiteX134" fmla="*/ 386388 w 432014"/>
                  <a:gd name="connsiteY134" fmla="*/ 266451 h 490508"/>
                  <a:gd name="connsiteX135" fmla="*/ 386388 w 432014"/>
                  <a:gd name="connsiteY135" fmla="*/ 266451 h 490508"/>
                  <a:gd name="connsiteX136" fmla="*/ 89200 w 432014"/>
                  <a:gd name="connsiteY136" fmla="*/ 342494 h 490508"/>
                  <a:gd name="connsiteX137" fmla="*/ 115745 w 432014"/>
                  <a:gd name="connsiteY137" fmla="*/ 369039 h 490508"/>
                  <a:gd name="connsiteX138" fmla="*/ 89200 w 432014"/>
                  <a:gd name="connsiteY138" fmla="*/ 395585 h 490508"/>
                  <a:gd name="connsiteX139" fmla="*/ 62655 w 432014"/>
                  <a:gd name="connsiteY139" fmla="*/ 369039 h 490508"/>
                  <a:gd name="connsiteX140" fmla="*/ 89200 w 432014"/>
                  <a:gd name="connsiteY140" fmla="*/ 342494 h 490508"/>
                  <a:gd name="connsiteX141" fmla="*/ 89200 w 432014"/>
                  <a:gd name="connsiteY141" fmla="*/ 342494 h 490508"/>
                  <a:gd name="connsiteX142" fmla="*/ 89200 w 432014"/>
                  <a:gd name="connsiteY142" fmla="*/ 342494 h 490508"/>
                  <a:gd name="connsiteX143" fmla="*/ 172229 w 432014"/>
                  <a:gd name="connsiteY143" fmla="*/ 46943 h 490508"/>
                  <a:gd name="connsiteX144" fmla="*/ 198774 w 432014"/>
                  <a:gd name="connsiteY144" fmla="*/ 73489 h 490508"/>
                  <a:gd name="connsiteX145" fmla="*/ 172229 w 432014"/>
                  <a:gd name="connsiteY145" fmla="*/ 100034 h 490508"/>
                  <a:gd name="connsiteX146" fmla="*/ 145684 w 432014"/>
                  <a:gd name="connsiteY146" fmla="*/ 73489 h 490508"/>
                  <a:gd name="connsiteX147" fmla="*/ 172229 w 432014"/>
                  <a:gd name="connsiteY147" fmla="*/ 46943 h 490508"/>
                  <a:gd name="connsiteX148" fmla="*/ 172229 w 432014"/>
                  <a:gd name="connsiteY148" fmla="*/ 46943 h 490508"/>
                  <a:gd name="connsiteX149" fmla="*/ 172229 w 432014"/>
                  <a:gd name="connsiteY149" fmla="*/ 46943 h 490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</a:cxnLst>
                <a:rect l="l" t="t" r="r" b="b"/>
                <a:pathLst>
                  <a:path w="432014" h="490508">
                    <a:moveTo>
                      <a:pt x="216019" y="0"/>
                    </a:moveTo>
                    <a:cubicBezTo>
                      <a:pt x="238572" y="0"/>
                      <a:pt x="257733" y="29100"/>
                      <a:pt x="270507" y="76123"/>
                    </a:cubicBezTo>
                    <a:cubicBezTo>
                      <a:pt x="274937" y="92449"/>
                      <a:pt x="278730" y="111091"/>
                      <a:pt x="281723" y="131489"/>
                    </a:cubicBezTo>
                    <a:cubicBezTo>
                      <a:pt x="300884" y="123905"/>
                      <a:pt x="318927" y="117877"/>
                      <a:pt x="335253" y="113526"/>
                    </a:cubicBezTo>
                    <a:cubicBezTo>
                      <a:pt x="382316" y="101072"/>
                      <a:pt x="417085" y="103147"/>
                      <a:pt x="428381" y="122667"/>
                    </a:cubicBezTo>
                    <a:cubicBezTo>
                      <a:pt x="439638" y="142187"/>
                      <a:pt x="424030" y="173323"/>
                      <a:pt x="389701" y="207852"/>
                    </a:cubicBezTo>
                    <a:cubicBezTo>
                      <a:pt x="377806" y="219827"/>
                      <a:pt x="363555" y="232441"/>
                      <a:pt x="347348" y="245254"/>
                    </a:cubicBezTo>
                    <a:cubicBezTo>
                      <a:pt x="353815" y="250364"/>
                      <a:pt x="360002" y="255473"/>
                      <a:pt x="365830" y="260503"/>
                    </a:cubicBezTo>
                    <a:cubicBezTo>
                      <a:pt x="360521" y="264215"/>
                      <a:pt x="356170" y="269125"/>
                      <a:pt x="353136" y="274873"/>
                    </a:cubicBezTo>
                    <a:cubicBezTo>
                      <a:pt x="346430" y="269085"/>
                      <a:pt x="339245" y="263217"/>
                      <a:pt x="331661" y="257270"/>
                    </a:cubicBezTo>
                    <a:cubicBezTo>
                      <a:pt x="330104" y="258427"/>
                      <a:pt x="328507" y="259585"/>
                      <a:pt x="326910" y="260783"/>
                    </a:cubicBezTo>
                    <a:cubicBezTo>
                      <a:pt x="323477" y="285492"/>
                      <a:pt x="311981" y="307606"/>
                      <a:pt x="295176" y="324411"/>
                    </a:cubicBezTo>
                    <a:lnTo>
                      <a:pt x="294218" y="325290"/>
                    </a:lnTo>
                    <a:cubicBezTo>
                      <a:pt x="291264" y="328164"/>
                      <a:pt x="288190" y="330878"/>
                      <a:pt x="284957" y="333393"/>
                    </a:cubicBezTo>
                    <a:cubicBezTo>
                      <a:pt x="284757" y="335389"/>
                      <a:pt x="284518" y="337385"/>
                      <a:pt x="284278" y="339380"/>
                    </a:cubicBezTo>
                    <a:cubicBezTo>
                      <a:pt x="304357" y="347524"/>
                      <a:pt x="323198" y="353911"/>
                      <a:pt x="340123" y="358381"/>
                    </a:cubicBezTo>
                    <a:cubicBezTo>
                      <a:pt x="378484" y="368520"/>
                      <a:pt x="405349" y="369279"/>
                      <a:pt x="411736" y="358262"/>
                    </a:cubicBezTo>
                    <a:cubicBezTo>
                      <a:pt x="415129" y="352394"/>
                      <a:pt x="412734" y="343173"/>
                      <a:pt x="405588" y="331597"/>
                    </a:cubicBezTo>
                    <a:cubicBezTo>
                      <a:pt x="411376" y="329082"/>
                      <a:pt x="416486" y="325250"/>
                      <a:pt x="420558" y="320499"/>
                    </a:cubicBezTo>
                    <a:cubicBezTo>
                      <a:pt x="432094" y="339380"/>
                      <a:pt x="435327" y="355787"/>
                      <a:pt x="428381" y="367802"/>
                    </a:cubicBezTo>
                    <a:cubicBezTo>
                      <a:pt x="417125" y="387362"/>
                      <a:pt x="382396" y="389437"/>
                      <a:pt x="335293" y="376983"/>
                    </a:cubicBezTo>
                    <a:cubicBezTo>
                      <a:pt x="318967" y="372672"/>
                      <a:pt x="300924" y="366604"/>
                      <a:pt x="281723" y="359020"/>
                    </a:cubicBezTo>
                    <a:cubicBezTo>
                      <a:pt x="278730" y="379418"/>
                      <a:pt x="274937" y="398060"/>
                      <a:pt x="270507" y="414386"/>
                    </a:cubicBezTo>
                    <a:cubicBezTo>
                      <a:pt x="257733" y="461409"/>
                      <a:pt x="238572" y="490509"/>
                      <a:pt x="216019" y="490509"/>
                    </a:cubicBezTo>
                    <a:cubicBezTo>
                      <a:pt x="193465" y="490509"/>
                      <a:pt x="174305" y="461409"/>
                      <a:pt x="161531" y="414386"/>
                    </a:cubicBezTo>
                    <a:cubicBezTo>
                      <a:pt x="157100" y="398060"/>
                      <a:pt x="153308" y="379418"/>
                      <a:pt x="150314" y="359020"/>
                    </a:cubicBezTo>
                    <a:cubicBezTo>
                      <a:pt x="143368" y="361774"/>
                      <a:pt x="136582" y="364329"/>
                      <a:pt x="129996" y="366644"/>
                    </a:cubicBezTo>
                    <a:cubicBezTo>
                      <a:pt x="129477" y="359978"/>
                      <a:pt x="127361" y="353791"/>
                      <a:pt x="124048" y="348402"/>
                    </a:cubicBezTo>
                    <a:cubicBezTo>
                      <a:pt x="131712" y="345687"/>
                      <a:pt x="139616" y="342694"/>
                      <a:pt x="147759" y="339380"/>
                    </a:cubicBezTo>
                    <a:cubicBezTo>
                      <a:pt x="147520" y="337425"/>
                      <a:pt x="147320" y="335429"/>
                      <a:pt x="147081" y="333433"/>
                    </a:cubicBezTo>
                    <a:cubicBezTo>
                      <a:pt x="143528" y="330639"/>
                      <a:pt x="140135" y="327645"/>
                      <a:pt x="136942" y="324451"/>
                    </a:cubicBezTo>
                    <a:lnTo>
                      <a:pt x="136862" y="324371"/>
                    </a:lnTo>
                    <a:cubicBezTo>
                      <a:pt x="120056" y="307566"/>
                      <a:pt x="108560" y="285452"/>
                      <a:pt x="105127" y="260743"/>
                    </a:cubicBezTo>
                    <a:cubicBezTo>
                      <a:pt x="103531" y="259585"/>
                      <a:pt x="101934" y="258387"/>
                      <a:pt x="100377" y="257230"/>
                    </a:cubicBezTo>
                    <a:cubicBezTo>
                      <a:pt x="83252" y="270562"/>
                      <a:pt x="68283" y="283695"/>
                      <a:pt x="55949" y="296110"/>
                    </a:cubicBezTo>
                    <a:cubicBezTo>
                      <a:pt x="27926" y="324371"/>
                      <a:pt x="13835" y="347284"/>
                      <a:pt x="20222" y="358341"/>
                    </a:cubicBezTo>
                    <a:cubicBezTo>
                      <a:pt x="23775" y="364489"/>
                      <a:pt x="33674" y="366964"/>
                      <a:pt x="48364" y="366205"/>
                    </a:cubicBezTo>
                    <a:cubicBezTo>
                      <a:pt x="48244" y="367403"/>
                      <a:pt x="48204" y="368640"/>
                      <a:pt x="48204" y="369878"/>
                    </a:cubicBezTo>
                    <a:cubicBezTo>
                      <a:pt x="48204" y="375107"/>
                      <a:pt x="49202" y="380097"/>
                      <a:pt x="50959" y="384687"/>
                    </a:cubicBezTo>
                    <a:cubicBezTo>
                      <a:pt x="27527" y="385725"/>
                      <a:pt x="10802" y="380376"/>
                      <a:pt x="3616" y="367922"/>
                    </a:cubicBezTo>
                    <a:cubicBezTo>
                      <a:pt x="-7640" y="348362"/>
                      <a:pt x="7967" y="317226"/>
                      <a:pt x="42297" y="282697"/>
                    </a:cubicBezTo>
                    <a:cubicBezTo>
                      <a:pt x="54232" y="270722"/>
                      <a:pt x="68443" y="258108"/>
                      <a:pt x="84649" y="245294"/>
                    </a:cubicBezTo>
                    <a:cubicBezTo>
                      <a:pt x="68483" y="232481"/>
                      <a:pt x="54232" y="219867"/>
                      <a:pt x="42297" y="207892"/>
                    </a:cubicBezTo>
                    <a:cubicBezTo>
                      <a:pt x="7967" y="173363"/>
                      <a:pt x="-7640" y="142227"/>
                      <a:pt x="3616" y="122707"/>
                    </a:cubicBezTo>
                    <a:cubicBezTo>
                      <a:pt x="14913" y="103187"/>
                      <a:pt x="49642" y="101112"/>
                      <a:pt x="96744" y="113566"/>
                    </a:cubicBezTo>
                    <a:cubicBezTo>
                      <a:pt x="113071" y="117877"/>
                      <a:pt x="131114" y="123905"/>
                      <a:pt x="150314" y="131529"/>
                    </a:cubicBezTo>
                    <a:cubicBezTo>
                      <a:pt x="151392" y="124144"/>
                      <a:pt x="152589" y="116999"/>
                      <a:pt x="153867" y="110133"/>
                    </a:cubicBezTo>
                    <a:cubicBezTo>
                      <a:pt x="159415" y="112927"/>
                      <a:pt x="165643" y="114484"/>
                      <a:pt x="172269" y="114484"/>
                    </a:cubicBezTo>
                    <a:lnTo>
                      <a:pt x="172628" y="114484"/>
                    </a:lnTo>
                    <a:cubicBezTo>
                      <a:pt x="171151" y="122348"/>
                      <a:pt x="169834" y="130611"/>
                      <a:pt x="168636" y="139153"/>
                    </a:cubicBezTo>
                    <a:cubicBezTo>
                      <a:pt x="170433" y="139912"/>
                      <a:pt x="172189" y="140710"/>
                      <a:pt x="173985" y="141508"/>
                    </a:cubicBezTo>
                    <a:cubicBezTo>
                      <a:pt x="186959" y="136239"/>
                      <a:pt x="201129" y="133325"/>
                      <a:pt x="215979" y="133325"/>
                    </a:cubicBezTo>
                    <a:cubicBezTo>
                      <a:pt x="230828" y="133325"/>
                      <a:pt x="245039" y="136239"/>
                      <a:pt x="258012" y="141468"/>
                    </a:cubicBezTo>
                    <a:cubicBezTo>
                      <a:pt x="259769" y="140670"/>
                      <a:pt x="261565" y="139912"/>
                      <a:pt x="263321" y="139153"/>
                    </a:cubicBezTo>
                    <a:cubicBezTo>
                      <a:pt x="260328" y="117638"/>
                      <a:pt x="256456" y="98118"/>
                      <a:pt x="251865" y="81233"/>
                    </a:cubicBezTo>
                    <a:cubicBezTo>
                      <a:pt x="241486" y="42991"/>
                      <a:pt x="228713" y="19320"/>
                      <a:pt x="215979" y="19320"/>
                    </a:cubicBezTo>
                    <a:cubicBezTo>
                      <a:pt x="208913" y="19320"/>
                      <a:pt x="201808" y="26625"/>
                      <a:pt x="195142" y="39638"/>
                    </a:cubicBezTo>
                    <a:cubicBezTo>
                      <a:pt x="189992" y="36165"/>
                      <a:pt x="184045" y="33810"/>
                      <a:pt x="177578" y="32972"/>
                    </a:cubicBezTo>
                    <a:cubicBezTo>
                      <a:pt x="188476" y="11935"/>
                      <a:pt x="201529" y="0"/>
                      <a:pt x="216019" y="0"/>
                    </a:cubicBezTo>
                    <a:lnTo>
                      <a:pt x="216019" y="0"/>
                    </a:lnTo>
                    <a:lnTo>
                      <a:pt x="216019" y="0"/>
                    </a:lnTo>
                    <a:close/>
                    <a:moveTo>
                      <a:pt x="216019" y="180428"/>
                    </a:moveTo>
                    <a:cubicBezTo>
                      <a:pt x="244201" y="180428"/>
                      <a:pt x="267074" y="191126"/>
                      <a:pt x="267074" y="204299"/>
                    </a:cubicBezTo>
                    <a:cubicBezTo>
                      <a:pt x="267074" y="217512"/>
                      <a:pt x="244201" y="228170"/>
                      <a:pt x="216019" y="228170"/>
                    </a:cubicBezTo>
                    <a:cubicBezTo>
                      <a:pt x="187837" y="228170"/>
                      <a:pt x="164964" y="217472"/>
                      <a:pt x="164964" y="204299"/>
                    </a:cubicBezTo>
                    <a:cubicBezTo>
                      <a:pt x="164964" y="191126"/>
                      <a:pt x="187837" y="180428"/>
                      <a:pt x="216019" y="180428"/>
                    </a:cubicBezTo>
                    <a:lnTo>
                      <a:pt x="216019" y="180428"/>
                    </a:lnTo>
                    <a:lnTo>
                      <a:pt x="216019" y="180428"/>
                    </a:lnTo>
                    <a:close/>
                    <a:moveTo>
                      <a:pt x="164964" y="270003"/>
                    </a:moveTo>
                    <a:lnTo>
                      <a:pt x="164964" y="288326"/>
                    </a:lnTo>
                    <a:cubicBezTo>
                      <a:pt x="174065" y="320579"/>
                      <a:pt x="263760" y="314352"/>
                      <a:pt x="267074" y="286689"/>
                    </a:cubicBezTo>
                    <a:lnTo>
                      <a:pt x="267074" y="268367"/>
                    </a:lnTo>
                    <a:cubicBezTo>
                      <a:pt x="262603" y="298744"/>
                      <a:pt x="172149" y="300940"/>
                      <a:pt x="164964" y="270003"/>
                    </a:cubicBezTo>
                    <a:lnTo>
                      <a:pt x="164964" y="270003"/>
                    </a:lnTo>
                    <a:lnTo>
                      <a:pt x="164964" y="270003"/>
                    </a:lnTo>
                    <a:lnTo>
                      <a:pt x="164964" y="270003"/>
                    </a:lnTo>
                    <a:close/>
                    <a:moveTo>
                      <a:pt x="164724" y="215795"/>
                    </a:moveTo>
                    <a:lnTo>
                      <a:pt x="164724" y="233718"/>
                    </a:lnTo>
                    <a:cubicBezTo>
                      <a:pt x="173826" y="265213"/>
                      <a:pt x="264040" y="260982"/>
                      <a:pt x="267353" y="233958"/>
                    </a:cubicBezTo>
                    <a:lnTo>
                      <a:pt x="267353" y="216075"/>
                    </a:lnTo>
                    <a:cubicBezTo>
                      <a:pt x="262842" y="245734"/>
                      <a:pt x="171910" y="246013"/>
                      <a:pt x="164724" y="215795"/>
                    </a:cubicBezTo>
                    <a:lnTo>
                      <a:pt x="164724" y="215795"/>
                    </a:lnTo>
                    <a:lnTo>
                      <a:pt x="164724" y="215795"/>
                    </a:lnTo>
                    <a:close/>
                    <a:moveTo>
                      <a:pt x="164724" y="242181"/>
                    </a:moveTo>
                    <a:lnTo>
                      <a:pt x="164724" y="260503"/>
                    </a:lnTo>
                    <a:cubicBezTo>
                      <a:pt x="173826" y="292757"/>
                      <a:pt x="264040" y="288406"/>
                      <a:pt x="267353" y="260743"/>
                    </a:cubicBezTo>
                    <a:lnTo>
                      <a:pt x="267353" y="242420"/>
                    </a:lnTo>
                    <a:cubicBezTo>
                      <a:pt x="262842" y="272798"/>
                      <a:pt x="171910" y="273117"/>
                      <a:pt x="164724" y="242181"/>
                    </a:cubicBezTo>
                    <a:lnTo>
                      <a:pt x="164724" y="242181"/>
                    </a:lnTo>
                    <a:lnTo>
                      <a:pt x="164724" y="242181"/>
                    </a:lnTo>
                    <a:close/>
                    <a:moveTo>
                      <a:pt x="216019" y="149332"/>
                    </a:moveTo>
                    <a:cubicBezTo>
                      <a:pt x="268990" y="149332"/>
                      <a:pt x="311941" y="192284"/>
                      <a:pt x="311941" y="245254"/>
                    </a:cubicBezTo>
                    <a:cubicBezTo>
                      <a:pt x="311941" y="298225"/>
                      <a:pt x="268990" y="341177"/>
                      <a:pt x="216019" y="341177"/>
                    </a:cubicBezTo>
                    <a:cubicBezTo>
                      <a:pt x="163048" y="341177"/>
                      <a:pt x="120096" y="298225"/>
                      <a:pt x="120096" y="245254"/>
                    </a:cubicBezTo>
                    <a:cubicBezTo>
                      <a:pt x="120096" y="192284"/>
                      <a:pt x="163048" y="149332"/>
                      <a:pt x="216019" y="149332"/>
                    </a:cubicBezTo>
                    <a:lnTo>
                      <a:pt x="216019" y="149332"/>
                    </a:lnTo>
                    <a:close/>
                    <a:moveTo>
                      <a:pt x="284957" y="157036"/>
                    </a:moveTo>
                    <a:cubicBezTo>
                      <a:pt x="288549" y="159831"/>
                      <a:pt x="291982" y="162864"/>
                      <a:pt x="295176" y="166098"/>
                    </a:cubicBezTo>
                    <a:cubicBezTo>
                      <a:pt x="311981" y="182903"/>
                      <a:pt x="323477" y="205057"/>
                      <a:pt x="326910" y="229766"/>
                    </a:cubicBezTo>
                    <a:cubicBezTo>
                      <a:pt x="328507" y="230924"/>
                      <a:pt x="330104" y="232082"/>
                      <a:pt x="331661" y="233279"/>
                    </a:cubicBezTo>
                    <a:cubicBezTo>
                      <a:pt x="348785" y="219947"/>
                      <a:pt x="363755" y="206814"/>
                      <a:pt x="376089" y="194399"/>
                    </a:cubicBezTo>
                    <a:cubicBezTo>
                      <a:pt x="404032" y="166257"/>
                      <a:pt x="418123" y="143345"/>
                      <a:pt x="411776" y="132287"/>
                    </a:cubicBezTo>
                    <a:cubicBezTo>
                      <a:pt x="405389" y="121270"/>
                      <a:pt x="378524" y="122028"/>
                      <a:pt x="340163" y="132168"/>
                    </a:cubicBezTo>
                    <a:cubicBezTo>
                      <a:pt x="323238" y="136638"/>
                      <a:pt x="304397" y="143025"/>
                      <a:pt x="284318" y="151208"/>
                    </a:cubicBezTo>
                    <a:cubicBezTo>
                      <a:pt x="284518" y="153084"/>
                      <a:pt x="284757" y="155080"/>
                      <a:pt x="284957" y="157036"/>
                    </a:cubicBezTo>
                    <a:lnTo>
                      <a:pt x="284957" y="157036"/>
                    </a:lnTo>
                    <a:close/>
                    <a:moveTo>
                      <a:pt x="257893" y="349120"/>
                    </a:moveTo>
                    <a:cubicBezTo>
                      <a:pt x="244959" y="354350"/>
                      <a:pt x="230828" y="357224"/>
                      <a:pt x="216059" y="357224"/>
                    </a:cubicBezTo>
                    <a:cubicBezTo>
                      <a:pt x="201249" y="357224"/>
                      <a:pt x="187118" y="354350"/>
                      <a:pt x="174185" y="349080"/>
                    </a:cubicBezTo>
                    <a:cubicBezTo>
                      <a:pt x="172349" y="349879"/>
                      <a:pt x="170513" y="350717"/>
                      <a:pt x="168676" y="351476"/>
                    </a:cubicBezTo>
                    <a:cubicBezTo>
                      <a:pt x="171670" y="372991"/>
                      <a:pt x="175542" y="392511"/>
                      <a:pt x="180133" y="409396"/>
                    </a:cubicBezTo>
                    <a:cubicBezTo>
                      <a:pt x="190511" y="447637"/>
                      <a:pt x="203285" y="471309"/>
                      <a:pt x="216059" y="471309"/>
                    </a:cubicBezTo>
                    <a:cubicBezTo>
                      <a:pt x="228793" y="471309"/>
                      <a:pt x="241606" y="447637"/>
                      <a:pt x="251945" y="409396"/>
                    </a:cubicBezTo>
                    <a:cubicBezTo>
                      <a:pt x="256495" y="392511"/>
                      <a:pt x="260367" y="372951"/>
                      <a:pt x="263361" y="351476"/>
                    </a:cubicBezTo>
                    <a:lnTo>
                      <a:pt x="263361" y="351476"/>
                    </a:lnTo>
                    <a:cubicBezTo>
                      <a:pt x="261525" y="350717"/>
                      <a:pt x="259689" y="349919"/>
                      <a:pt x="257893" y="349120"/>
                    </a:cubicBezTo>
                    <a:lnTo>
                      <a:pt x="257893" y="349120"/>
                    </a:lnTo>
                    <a:close/>
                    <a:moveTo>
                      <a:pt x="105167" y="229687"/>
                    </a:moveTo>
                    <a:cubicBezTo>
                      <a:pt x="108600" y="205017"/>
                      <a:pt x="120096" y="182863"/>
                      <a:pt x="136902" y="166098"/>
                    </a:cubicBezTo>
                    <a:lnTo>
                      <a:pt x="137860" y="165219"/>
                    </a:lnTo>
                    <a:cubicBezTo>
                      <a:pt x="140774" y="162385"/>
                      <a:pt x="143847" y="159671"/>
                      <a:pt x="147041" y="157156"/>
                    </a:cubicBezTo>
                    <a:cubicBezTo>
                      <a:pt x="147240" y="155160"/>
                      <a:pt x="147480" y="153164"/>
                      <a:pt x="147719" y="151168"/>
                    </a:cubicBezTo>
                    <a:cubicBezTo>
                      <a:pt x="127601" y="143025"/>
                      <a:pt x="108800" y="136638"/>
                      <a:pt x="91875" y="132128"/>
                    </a:cubicBezTo>
                    <a:cubicBezTo>
                      <a:pt x="53514" y="121989"/>
                      <a:pt x="26649" y="121230"/>
                      <a:pt x="20262" y="132247"/>
                    </a:cubicBezTo>
                    <a:cubicBezTo>
                      <a:pt x="13835" y="143305"/>
                      <a:pt x="27926" y="166217"/>
                      <a:pt x="55909" y="194359"/>
                    </a:cubicBezTo>
                    <a:cubicBezTo>
                      <a:pt x="68243" y="206774"/>
                      <a:pt x="83212" y="219907"/>
                      <a:pt x="100337" y="233239"/>
                    </a:cubicBezTo>
                    <a:lnTo>
                      <a:pt x="100337" y="233239"/>
                    </a:lnTo>
                    <a:cubicBezTo>
                      <a:pt x="101934" y="232042"/>
                      <a:pt x="103531" y="230884"/>
                      <a:pt x="105167" y="229687"/>
                    </a:cubicBezTo>
                    <a:lnTo>
                      <a:pt x="105167" y="229687"/>
                    </a:lnTo>
                    <a:close/>
                    <a:moveTo>
                      <a:pt x="386388" y="266451"/>
                    </a:moveTo>
                    <a:cubicBezTo>
                      <a:pt x="401038" y="266451"/>
                      <a:pt x="412933" y="278346"/>
                      <a:pt x="412933" y="292996"/>
                    </a:cubicBezTo>
                    <a:cubicBezTo>
                      <a:pt x="412933" y="307646"/>
                      <a:pt x="401038" y="319541"/>
                      <a:pt x="386388" y="319541"/>
                    </a:cubicBezTo>
                    <a:cubicBezTo>
                      <a:pt x="371738" y="319541"/>
                      <a:pt x="359843" y="307646"/>
                      <a:pt x="359843" y="292996"/>
                    </a:cubicBezTo>
                    <a:cubicBezTo>
                      <a:pt x="359843" y="278346"/>
                      <a:pt x="371698" y="266451"/>
                      <a:pt x="386388" y="266451"/>
                    </a:cubicBezTo>
                    <a:lnTo>
                      <a:pt x="386388" y="266451"/>
                    </a:lnTo>
                    <a:lnTo>
                      <a:pt x="386388" y="266451"/>
                    </a:lnTo>
                    <a:close/>
                    <a:moveTo>
                      <a:pt x="89200" y="342494"/>
                    </a:moveTo>
                    <a:cubicBezTo>
                      <a:pt x="103850" y="342494"/>
                      <a:pt x="115745" y="354390"/>
                      <a:pt x="115745" y="369039"/>
                    </a:cubicBezTo>
                    <a:cubicBezTo>
                      <a:pt x="115745" y="383689"/>
                      <a:pt x="103850" y="395585"/>
                      <a:pt x="89200" y="395585"/>
                    </a:cubicBezTo>
                    <a:cubicBezTo>
                      <a:pt x="74550" y="395585"/>
                      <a:pt x="62655" y="383689"/>
                      <a:pt x="62655" y="369039"/>
                    </a:cubicBezTo>
                    <a:cubicBezTo>
                      <a:pt x="62655" y="354390"/>
                      <a:pt x="74550" y="342494"/>
                      <a:pt x="89200" y="342494"/>
                    </a:cubicBezTo>
                    <a:lnTo>
                      <a:pt x="89200" y="342494"/>
                    </a:lnTo>
                    <a:lnTo>
                      <a:pt x="89200" y="342494"/>
                    </a:lnTo>
                    <a:close/>
                    <a:moveTo>
                      <a:pt x="172229" y="46943"/>
                    </a:moveTo>
                    <a:cubicBezTo>
                      <a:pt x="186879" y="46943"/>
                      <a:pt x="198774" y="58839"/>
                      <a:pt x="198774" y="73489"/>
                    </a:cubicBezTo>
                    <a:cubicBezTo>
                      <a:pt x="198774" y="88138"/>
                      <a:pt x="186879" y="100034"/>
                      <a:pt x="172229" y="100034"/>
                    </a:cubicBezTo>
                    <a:cubicBezTo>
                      <a:pt x="157579" y="100034"/>
                      <a:pt x="145684" y="88138"/>
                      <a:pt x="145684" y="73489"/>
                    </a:cubicBezTo>
                    <a:cubicBezTo>
                      <a:pt x="145684" y="58839"/>
                      <a:pt x="157579" y="46943"/>
                      <a:pt x="172229" y="46943"/>
                    </a:cubicBezTo>
                    <a:lnTo>
                      <a:pt x="172229" y="46943"/>
                    </a:lnTo>
                    <a:lnTo>
                      <a:pt x="172229" y="46943"/>
                    </a:lnTo>
                    <a:close/>
                  </a:path>
                </a:pathLst>
              </a:custGeom>
              <a:solidFill>
                <a:schemeClr val="bg1"/>
              </a:solidFill>
              <a:ln w="396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>
                  <a:latin typeface="Lora" pitchFamily="2" charset="0"/>
                </a:endParaRPr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04B7868-CBDD-9429-83D5-C949EE9A9F31}"/>
                  </a:ext>
                </a:extLst>
              </p:cNvPr>
              <p:cNvSpPr/>
              <p:nvPr/>
            </p:nvSpPr>
            <p:spPr>
              <a:xfrm>
                <a:off x="8939224" y="2764916"/>
                <a:ext cx="706254" cy="480018"/>
              </a:xfrm>
              <a:custGeom>
                <a:avLst/>
                <a:gdLst>
                  <a:gd name="connsiteX0" fmla="*/ 57869 w 578778"/>
                  <a:gd name="connsiteY0" fmla="*/ 353479 h 393376"/>
                  <a:gd name="connsiteX1" fmla="*/ 375606 w 578778"/>
                  <a:gd name="connsiteY1" fmla="*/ 353479 h 393376"/>
                  <a:gd name="connsiteX2" fmla="*/ 375606 w 578778"/>
                  <a:gd name="connsiteY2" fmla="*/ 391055 h 393376"/>
                  <a:gd name="connsiteX3" fmla="*/ 57869 w 578778"/>
                  <a:gd name="connsiteY3" fmla="*/ 391055 h 393376"/>
                  <a:gd name="connsiteX4" fmla="*/ 403903 w 578778"/>
                  <a:gd name="connsiteY4" fmla="*/ 310549 h 393376"/>
                  <a:gd name="connsiteX5" fmla="*/ 431843 w 578778"/>
                  <a:gd name="connsiteY5" fmla="*/ 324672 h 393376"/>
                  <a:gd name="connsiteX6" fmla="*/ 431487 w 578778"/>
                  <a:gd name="connsiteY6" fmla="*/ 377697 h 393376"/>
                  <a:gd name="connsiteX7" fmla="*/ 415426 w 578778"/>
                  <a:gd name="connsiteY7" fmla="*/ 392023 h 393376"/>
                  <a:gd name="connsiteX8" fmla="*/ 384529 w 578778"/>
                  <a:gd name="connsiteY8" fmla="*/ 392738 h 393376"/>
                  <a:gd name="connsiteX9" fmla="*/ 384529 w 578778"/>
                  <a:gd name="connsiteY9" fmla="*/ 325845 h 393376"/>
                  <a:gd name="connsiteX10" fmla="*/ 403903 w 578778"/>
                  <a:gd name="connsiteY10" fmla="*/ 310549 h 393376"/>
                  <a:gd name="connsiteX11" fmla="*/ 22649 w 578778"/>
                  <a:gd name="connsiteY11" fmla="*/ 308171 h 393376"/>
                  <a:gd name="connsiteX12" fmla="*/ 37933 w 578778"/>
                  <a:gd name="connsiteY12" fmla="*/ 311773 h 393376"/>
                  <a:gd name="connsiteX13" fmla="*/ 46804 w 578778"/>
                  <a:gd name="connsiteY13" fmla="*/ 324723 h 393376"/>
                  <a:gd name="connsiteX14" fmla="*/ 47468 w 578778"/>
                  <a:gd name="connsiteY14" fmla="*/ 373975 h 393376"/>
                  <a:gd name="connsiteX15" fmla="*/ 46295 w 578778"/>
                  <a:gd name="connsiteY15" fmla="*/ 391361 h 393376"/>
                  <a:gd name="connsiteX16" fmla="*/ 32427 w 578778"/>
                  <a:gd name="connsiteY16" fmla="*/ 392789 h 393376"/>
                  <a:gd name="connsiteX17" fmla="*/ 0 w 578778"/>
                  <a:gd name="connsiteY17" fmla="*/ 361943 h 393376"/>
                  <a:gd name="connsiteX18" fmla="*/ 0 w 578778"/>
                  <a:gd name="connsiteY18" fmla="*/ 337265 h 393376"/>
                  <a:gd name="connsiteX19" fmla="*/ 22649 w 578778"/>
                  <a:gd name="connsiteY19" fmla="*/ 308171 h 393376"/>
                  <a:gd name="connsiteX20" fmla="*/ 160501 w 578778"/>
                  <a:gd name="connsiteY20" fmla="*/ 254516 h 393376"/>
                  <a:gd name="connsiteX21" fmla="*/ 272668 w 578778"/>
                  <a:gd name="connsiteY21" fmla="*/ 254516 h 393376"/>
                  <a:gd name="connsiteX22" fmla="*/ 272668 w 578778"/>
                  <a:gd name="connsiteY22" fmla="*/ 342517 h 393376"/>
                  <a:gd name="connsiteX23" fmla="*/ 160501 w 578778"/>
                  <a:gd name="connsiteY23" fmla="*/ 342517 h 393376"/>
                  <a:gd name="connsiteX24" fmla="*/ 283579 w 578778"/>
                  <a:gd name="connsiteY24" fmla="*/ 253497 h 393376"/>
                  <a:gd name="connsiteX25" fmla="*/ 384784 w 578778"/>
                  <a:gd name="connsiteY25" fmla="*/ 253905 h 393376"/>
                  <a:gd name="connsiteX26" fmla="*/ 394981 w 578778"/>
                  <a:gd name="connsiteY26" fmla="*/ 262521 h 393376"/>
                  <a:gd name="connsiteX27" fmla="*/ 384784 w 578778"/>
                  <a:gd name="connsiteY27" fmla="*/ 308408 h 393376"/>
                  <a:gd name="connsiteX28" fmla="*/ 371579 w 578778"/>
                  <a:gd name="connsiteY28" fmla="*/ 343027 h 393376"/>
                  <a:gd name="connsiteX29" fmla="*/ 283579 w 578778"/>
                  <a:gd name="connsiteY29" fmla="*/ 343027 h 393376"/>
                  <a:gd name="connsiteX30" fmla="*/ 148521 w 578778"/>
                  <a:gd name="connsiteY30" fmla="*/ 253293 h 393376"/>
                  <a:gd name="connsiteX31" fmla="*/ 148521 w 578778"/>
                  <a:gd name="connsiteY31" fmla="*/ 342364 h 393376"/>
                  <a:gd name="connsiteX32" fmla="*/ 57461 w 578778"/>
                  <a:gd name="connsiteY32" fmla="*/ 342364 h 393376"/>
                  <a:gd name="connsiteX33" fmla="*/ 38444 w 578778"/>
                  <a:gd name="connsiteY33" fmla="*/ 300098 h 393376"/>
                  <a:gd name="connsiteX34" fmla="*/ 36659 w 578778"/>
                  <a:gd name="connsiteY34" fmla="*/ 263083 h 393376"/>
                  <a:gd name="connsiteX35" fmla="*/ 56033 w 578778"/>
                  <a:gd name="connsiteY35" fmla="*/ 253701 h 393376"/>
                  <a:gd name="connsiteX36" fmla="*/ 148521 w 578778"/>
                  <a:gd name="connsiteY36" fmla="*/ 253293 h 393376"/>
                  <a:gd name="connsiteX37" fmla="*/ 7088 w 578778"/>
                  <a:gd name="connsiteY37" fmla="*/ 212658 h 393376"/>
                  <a:gd name="connsiteX38" fmla="*/ 310753 w 578778"/>
                  <a:gd name="connsiteY38" fmla="*/ 212658 h 393376"/>
                  <a:gd name="connsiteX39" fmla="*/ 312079 w 578778"/>
                  <a:gd name="connsiteY39" fmla="*/ 230095 h 393376"/>
                  <a:gd name="connsiteX40" fmla="*/ 7088 w 578778"/>
                  <a:gd name="connsiteY40" fmla="*/ 230095 h 393376"/>
                  <a:gd name="connsiteX41" fmla="*/ 521577 w 578778"/>
                  <a:gd name="connsiteY41" fmla="*/ 177834 h 393376"/>
                  <a:gd name="connsiteX42" fmla="*/ 527644 w 578778"/>
                  <a:gd name="connsiteY42" fmla="*/ 181251 h 393376"/>
                  <a:gd name="connsiteX43" fmla="*/ 527644 w 578778"/>
                  <a:gd name="connsiteY43" fmla="*/ 214289 h 393376"/>
                  <a:gd name="connsiteX44" fmla="*/ 550842 w 578778"/>
                  <a:gd name="connsiteY44" fmla="*/ 226678 h 393376"/>
                  <a:gd name="connsiteX45" fmla="*/ 513878 w 578778"/>
                  <a:gd name="connsiteY45" fmla="*/ 242331 h 393376"/>
                  <a:gd name="connsiteX46" fmla="*/ 511227 w 578778"/>
                  <a:gd name="connsiteY46" fmla="*/ 247430 h 393376"/>
                  <a:gd name="connsiteX47" fmla="*/ 532691 w 578778"/>
                  <a:gd name="connsiteY47" fmla="*/ 260329 h 393376"/>
                  <a:gd name="connsiteX48" fmla="*/ 530499 w 578778"/>
                  <a:gd name="connsiteY48" fmla="*/ 294182 h 393376"/>
                  <a:gd name="connsiteX49" fmla="*/ 574194 w 578778"/>
                  <a:gd name="connsiteY49" fmla="*/ 294182 h 393376"/>
                  <a:gd name="connsiteX50" fmla="*/ 567310 w 578778"/>
                  <a:gd name="connsiteY50" fmla="*/ 392124 h 393376"/>
                  <a:gd name="connsiteX51" fmla="*/ 565781 w 578778"/>
                  <a:gd name="connsiteY51" fmla="*/ 358118 h 393376"/>
                  <a:gd name="connsiteX52" fmla="*/ 453614 w 578778"/>
                  <a:gd name="connsiteY52" fmla="*/ 358118 h 393376"/>
                  <a:gd name="connsiteX53" fmla="*/ 451524 w 578778"/>
                  <a:gd name="connsiteY53" fmla="*/ 392073 h 393376"/>
                  <a:gd name="connsiteX54" fmla="*/ 443264 w 578778"/>
                  <a:gd name="connsiteY54" fmla="*/ 295712 h 393376"/>
                  <a:gd name="connsiteX55" fmla="*/ 487315 w 578778"/>
                  <a:gd name="connsiteY55" fmla="*/ 295712 h 393376"/>
                  <a:gd name="connsiteX56" fmla="*/ 484307 w 578778"/>
                  <a:gd name="connsiteY56" fmla="*/ 257525 h 393376"/>
                  <a:gd name="connsiteX57" fmla="*/ 501692 w 578778"/>
                  <a:gd name="connsiteY57" fmla="*/ 253241 h 393376"/>
                  <a:gd name="connsiteX58" fmla="*/ 501692 w 578778"/>
                  <a:gd name="connsiteY58" fmla="*/ 230247 h 393376"/>
                  <a:gd name="connsiteX59" fmla="*/ 466819 w 578778"/>
                  <a:gd name="connsiteY59" fmla="*/ 204755 h 393376"/>
                  <a:gd name="connsiteX60" fmla="*/ 496900 w 578778"/>
                  <a:gd name="connsiteY60" fmla="*/ 199656 h 393376"/>
                  <a:gd name="connsiteX61" fmla="*/ 521577 w 578778"/>
                  <a:gd name="connsiteY61" fmla="*/ 177834 h 393376"/>
                  <a:gd name="connsiteX62" fmla="*/ 161826 w 578778"/>
                  <a:gd name="connsiteY62" fmla="*/ 144745 h 393376"/>
                  <a:gd name="connsiteX63" fmla="*/ 184260 w 578778"/>
                  <a:gd name="connsiteY63" fmla="*/ 144745 h 393376"/>
                  <a:gd name="connsiteX64" fmla="*/ 184260 w 578778"/>
                  <a:gd name="connsiteY64" fmla="*/ 206438 h 393376"/>
                  <a:gd name="connsiteX65" fmla="*/ 161826 w 578778"/>
                  <a:gd name="connsiteY65" fmla="*/ 206438 h 393376"/>
                  <a:gd name="connsiteX66" fmla="*/ 76886 w 578778"/>
                  <a:gd name="connsiteY66" fmla="*/ 144643 h 393376"/>
                  <a:gd name="connsiteX67" fmla="*/ 97280 w 578778"/>
                  <a:gd name="connsiteY67" fmla="*/ 144643 h 393376"/>
                  <a:gd name="connsiteX68" fmla="*/ 97280 w 578778"/>
                  <a:gd name="connsiteY68" fmla="*/ 206846 h 393376"/>
                  <a:gd name="connsiteX69" fmla="*/ 76886 w 578778"/>
                  <a:gd name="connsiteY69" fmla="*/ 207815 h 393376"/>
                  <a:gd name="connsiteX70" fmla="*/ 133938 w 578778"/>
                  <a:gd name="connsiteY70" fmla="*/ 144185 h 393376"/>
                  <a:gd name="connsiteX71" fmla="*/ 154332 w 578778"/>
                  <a:gd name="connsiteY71" fmla="*/ 144185 h 393376"/>
                  <a:gd name="connsiteX72" fmla="*/ 154332 w 578778"/>
                  <a:gd name="connsiteY72" fmla="*/ 206948 h 393376"/>
                  <a:gd name="connsiteX73" fmla="*/ 133938 w 578778"/>
                  <a:gd name="connsiteY73" fmla="*/ 206948 h 393376"/>
                  <a:gd name="connsiteX74" fmla="*/ 191653 w 578778"/>
                  <a:gd name="connsiteY74" fmla="*/ 143981 h 393376"/>
                  <a:gd name="connsiteX75" fmla="*/ 212047 w 578778"/>
                  <a:gd name="connsiteY75" fmla="*/ 143981 h 393376"/>
                  <a:gd name="connsiteX76" fmla="*/ 212047 w 578778"/>
                  <a:gd name="connsiteY76" fmla="*/ 206693 h 393376"/>
                  <a:gd name="connsiteX77" fmla="*/ 191653 w 578778"/>
                  <a:gd name="connsiteY77" fmla="*/ 206693 h 393376"/>
                  <a:gd name="connsiteX78" fmla="*/ 104775 w 578778"/>
                  <a:gd name="connsiteY78" fmla="*/ 143981 h 393376"/>
                  <a:gd name="connsiteX79" fmla="*/ 126240 w 578778"/>
                  <a:gd name="connsiteY79" fmla="*/ 143981 h 393376"/>
                  <a:gd name="connsiteX80" fmla="*/ 126240 w 578778"/>
                  <a:gd name="connsiteY80" fmla="*/ 206438 h 393376"/>
                  <a:gd name="connsiteX81" fmla="*/ 104775 w 578778"/>
                  <a:gd name="connsiteY81" fmla="*/ 207611 h 393376"/>
                  <a:gd name="connsiteX82" fmla="*/ 40278 w 578778"/>
                  <a:gd name="connsiteY82" fmla="*/ 143166 h 393376"/>
                  <a:gd name="connsiteX83" fmla="*/ 40278 w 578778"/>
                  <a:gd name="connsiteY83" fmla="*/ 206438 h 393376"/>
                  <a:gd name="connsiteX84" fmla="*/ 18609 w 578778"/>
                  <a:gd name="connsiteY84" fmla="*/ 206438 h 393376"/>
                  <a:gd name="connsiteX85" fmla="*/ 18609 w 578778"/>
                  <a:gd name="connsiteY85" fmla="*/ 144033 h 393376"/>
                  <a:gd name="connsiteX86" fmla="*/ 68423 w 578778"/>
                  <a:gd name="connsiteY86" fmla="*/ 143115 h 393376"/>
                  <a:gd name="connsiteX87" fmla="*/ 68423 w 578778"/>
                  <a:gd name="connsiteY87" fmla="*/ 206438 h 393376"/>
                  <a:gd name="connsiteX88" fmla="*/ 47264 w 578778"/>
                  <a:gd name="connsiteY88" fmla="*/ 206438 h 393376"/>
                  <a:gd name="connsiteX89" fmla="*/ 47264 w 578778"/>
                  <a:gd name="connsiteY89" fmla="*/ 144135 h 393376"/>
                  <a:gd name="connsiteX90" fmla="*/ 236876 w 578778"/>
                  <a:gd name="connsiteY90" fmla="*/ 139800 h 393376"/>
                  <a:gd name="connsiteX91" fmla="*/ 275064 w 578778"/>
                  <a:gd name="connsiteY91" fmla="*/ 190123 h 393376"/>
                  <a:gd name="connsiteX92" fmla="*/ 257117 w 578778"/>
                  <a:gd name="connsiteY92" fmla="*/ 205061 h 393376"/>
                  <a:gd name="connsiteX93" fmla="*/ 218063 w 578778"/>
                  <a:gd name="connsiteY93" fmla="*/ 153617 h 393376"/>
                  <a:gd name="connsiteX94" fmla="*/ 365767 w 578778"/>
                  <a:gd name="connsiteY94" fmla="*/ 110128 h 393376"/>
                  <a:gd name="connsiteX95" fmla="*/ 450911 w 578778"/>
                  <a:gd name="connsiteY95" fmla="*/ 110535 h 393376"/>
                  <a:gd name="connsiteX96" fmla="*/ 459171 w 578778"/>
                  <a:gd name="connsiteY96" fmla="*/ 120477 h 393376"/>
                  <a:gd name="connsiteX97" fmla="*/ 464779 w 578778"/>
                  <a:gd name="connsiteY97" fmla="*/ 187880 h 393376"/>
                  <a:gd name="connsiteX98" fmla="*/ 425521 w 578778"/>
                  <a:gd name="connsiteY98" fmla="*/ 203175 h 393376"/>
                  <a:gd name="connsiteX99" fmla="*/ 418434 w 578778"/>
                  <a:gd name="connsiteY99" fmla="*/ 221020 h 393376"/>
                  <a:gd name="connsiteX100" fmla="*/ 417822 w 578778"/>
                  <a:gd name="connsiteY100" fmla="*/ 289288 h 393376"/>
                  <a:gd name="connsiteX101" fmla="*/ 412979 w 578778"/>
                  <a:gd name="connsiteY101" fmla="*/ 303105 h 393376"/>
                  <a:gd name="connsiteX102" fmla="*/ 406248 w 578778"/>
                  <a:gd name="connsiteY102" fmla="*/ 301830 h 393376"/>
                  <a:gd name="connsiteX103" fmla="*/ 406248 w 578778"/>
                  <a:gd name="connsiteY103" fmla="*/ 240190 h 393376"/>
                  <a:gd name="connsiteX104" fmla="*/ 358731 w 578778"/>
                  <a:gd name="connsiteY104" fmla="*/ 187114 h 393376"/>
                  <a:gd name="connsiteX105" fmla="*/ 365767 w 578778"/>
                  <a:gd name="connsiteY105" fmla="*/ 110128 h 393376"/>
                  <a:gd name="connsiteX106" fmla="*/ 280724 w 578778"/>
                  <a:gd name="connsiteY106" fmla="*/ 21413 h 393376"/>
                  <a:gd name="connsiteX107" fmla="*/ 281896 w 578778"/>
                  <a:gd name="connsiteY107" fmla="*/ 21413 h 393376"/>
                  <a:gd name="connsiteX108" fmla="*/ 326610 w 578778"/>
                  <a:gd name="connsiteY108" fmla="*/ 64088 h 393376"/>
                  <a:gd name="connsiteX109" fmla="*/ 326610 w 578778"/>
                  <a:gd name="connsiteY109" fmla="*/ 65363 h 393376"/>
                  <a:gd name="connsiteX110" fmla="*/ 282711 w 578778"/>
                  <a:gd name="connsiteY110" fmla="*/ 108547 h 393376"/>
                  <a:gd name="connsiteX111" fmla="*/ 239527 w 578778"/>
                  <a:gd name="connsiteY111" fmla="*/ 65567 h 393376"/>
                  <a:gd name="connsiteX112" fmla="*/ 239527 w 578778"/>
                  <a:gd name="connsiteY112" fmla="*/ 65261 h 393376"/>
                  <a:gd name="connsiteX113" fmla="*/ 280724 w 578778"/>
                  <a:gd name="connsiteY113" fmla="*/ 21413 h 393376"/>
                  <a:gd name="connsiteX114" fmla="*/ 283324 w 578778"/>
                  <a:gd name="connsiteY114" fmla="*/ 12900 h 393376"/>
                  <a:gd name="connsiteX115" fmla="*/ 232391 w 578778"/>
                  <a:gd name="connsiteY115" fmla="*/ 65924 h 393376"/>
                  <a:gd name="connsiteX116" fmla="*/ 282305 w 578778"/>
                  <a:gd name="connsiteY116" fmla="*/ 116858 h 393376"/>
                  <a:gd name="connsiteX117" fmla="*/ 336348 w 578778"/>
                  <a:gd name="connsiteY117" fmla="*/ 66943 h 393376"/>
                  <a:gd name="connsiteX118" fmla="*/ 286434 w 578778"/>
                  <a:gd name="connsiteY118" fmla="*/ 12951 h 393376"/>
                  <a:gd name="connsiteX119" fmla="*/ 283324 w 578778"/>
                  <a:gd name="connsiteY119" fmla="*/ 12900 h 393376"/>
                  <a:gd name="connsiteX120" fmla="*/ 282203 w 578778"/>
                  <a:gd name="connsiteY120" fmla="*/ 0 h 393376"/>
                  <a:gd name="connsiteX121" fmla="*/ 346953 w 578778"/>
                  <a:gd name="connsiteY121" fmla="*/ 64955 h 393376"/>
                  <a:gd name="connsiteX122" fmla="*/ 346953 w 578778"/>
                  <a:gd name="connsiteY122" fmla="*/ 65261 h 393376"/>
                  <a:gd name="connsiteX123" fmla="*/ 283171 w 578778"/>
                  <a:gd name="connsiteY123" fmla="*/ 129248 h 393376"/>
                  <a:gd name="connsiteX124" fmla="*/ 217808 w 578778"/>
                  <a:gd name="connsiteY124" fmla="*/ 64293 h 393376"/>
                  <a:gd name="connsiteX125" fmla="*/ 282203 w 578778"/>
                  <a:gd name="connsiteY125" fmla="*/ 0 h 393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</a:cxnLst>
                <a:rect l="l" t="t" r="r" b="b"/>
                <a:pathLst>
                  <a:path w="578778" h="393376">
                    <a:moveTo>
                      <a:pt x="57869" y="353479"/>
                    </a:moveTo>
                    <a:lnTo>
                      <a:pt x="375606" y="353479"/>
                    </a:lnTo>
                    <a:lnTo>
                      <a:pt x="375606" y="391055"/>
                    </a:lnTo>
                    <a:lnTo>
                      <a:pt x="57869" y="391055"/>
                    </a:lnTo>
                    <a:close/>
                    <a:moveTo>
                      <a:pt x="403903" y="310549"/>
                    </a:moveTo>
                    <a:cubicBezTo>
                      <a:pt x="414866" y="311060"/>
                      <a:pt x="430364" y="306725"/>
                      <a:pt x="431843" y="324672"/>
                    </a:cubicBezTo>
                    <a:cubicBezTo>
                      <a:pt x="433475" y="342313"/>
                      <a:pt x="433373" y="360055"/>
                      <a:pt x="431487" y="377697"/>
                    </a:cubicBezTo>
                    <a:cubicBezTo>
                      <a:pt x="430824" y="383203"/>
                      <a:pt x="421850" y="390188"/>
                      <a:pt x="415426" y="392023"/>
                    </a:cubicBezTo>
                    <a:cubicBezTo>
                      <a:pt x="406810" y="394572"/>
                      <a:pt x="396919" y="392738"/>
                      <a:pt x="384529" y="392738"/>
                    </a:cubicBezTo>
                    <a:cubicBezTo>
                      <a:pt x="384529" y="368673"/>
                      <a:pt x="384224" y="347259"/>
                      <a:pt x="384529" y="325845"/>
                    </a:cubicBezTo>
                    <a:cubicBezTo>
                      <a:pt x="384529" y="313507"/>
                      <a:pt x="392942" y="310040"/>
                      <a:pt x="403903" y="310549"/>
                    </a:cubicBezTo>
                    <a:close/>
                    <a:moveTo>
                      <a:pt x="22649" y="308171"/>
                    </a:moveTo>
                    <a:cubicBezTo>
                      <a:pt x="27245" y="308150"/>
                      <a:pt x="32388" y="309313"/>
                      <a:pt x="37933" y="311773"/>
                    </a:cubicBezTo>
                    <a:cubicBezTo>
                      <a:pt x="42675" y="314526"/>
                      <a:pt x="45938" y="319268"/>
                      <a:pt x="46804" y="324723"/>
                    </a:cubicBezTo>
                    <a:cubicBezTo>
                      <a:pt x="47977" y="341038"/>
                      <a:pt x="47519" y="357506"/>
                      <a:pt x="47468" y="373975"/>
                    </a:cubicBezTo>
                    <a:cubicBezTo>
                      <a:pt x="47263" y="379787"/>
                      <a:pt x="46753" y="384886"/>
                      <a:pt x="46295" y="391361"/>
                    </a:cubicBezTo>
                    <a:cubicBezTo>
                      <a:pt x="41196" y="391921"/>
                      <a:pt x="36709" y="392687"/>
                      <a:pt x="32427" y="392789"/>
                    </a:cubicBezTo>
                    <a:cubicBezTo>
                      <a:pt x="1836" y="393604"/>
                      <a:pt x="0" y="391972"/>
                      <a:pt x="0" y="361943"/>
                    </a:cubicBezTo>
                    <a:cubicBezTo>
                      <a:pt x="0" y="353733"/>
                      <a:pt x="0" y="345474"/>
                      <a:pt x="0" y="337265"/>
                    </a:cubicBezTo>
                    <a:cubicBezTo>
                      <a:pt x="0" y="318950"/>
                      <a:pt x="8862" y="308233"/>
                      <a:pt x="22649" y="308171"/>
                    </a:cubicBezTo>
                    <a:close/>
                    <a:moveTo>
                      <a:pt x="160501" y="254516"/>
                    </a:moveTo>
                    <a:lnTo>
                      <a:pt x="272668" y="254516"/>
                    </a:lnTo>
                    <a:lnTo>
                      <a:pt x="272668" y="342517"/>
                    </a:lnTo>
                    <a:lnTo>
                      <a:pt x="160501" y="342517"/>
                    </a:lnTo>
                    <a:close/>
                    <a:moveTo>
                      <a:pt x="283579" y="253497"/>
                    </a:moveTo>
                    <a:cubicBezTo>
                      <a:pt x="317024" y="253497"/>
                      <a:pt x="350930" y="253242"/>
                      <a:pt x="384784" y="253905"/>
                    </a:cubicBezTo>
                    <a:cubicBezTo>
                      <a:pt x="388454" y="253905"/>
                      <a:pt x="394981" y="259615"/>
                      <a:pt x="394981" y="262521"/>
                    </a:cubicBezTo>
                    <a:cubicBezTo>
                      <a:pt x="394471" y="277817"/>
                      <a:pt x="404617" y="295100"/>
                      <a:pt x="384784" y="308408"/>
                    </a:cubicBezTo>
                    <a:cubicBezTo>
                      <a:pt x="377187" y="313506"/>
                      <a:pt x="376525" y="329057"/>
                      <a:pt x="371579" y="343027"/>
                    </a:cubicBezTo>
                    <a:lnTo>
                      <a:pt x="283579" y="343027"/>
                    </a:lnTo>
                    <a:close/>
                    <a:moveTo>
                      <a:pt x="148521" y="253293"/>
                    </a:moveTo>
                    <a:lnTo>
                      <a:pt x="148521" y="342364"/>
                    </a:lnTo>
                    <a:lnTo>
                      <a:pt x="57461" y="342364"/>
                    </a:lnTo>
                    <a:cubicBezTo>
                      <a:pt x="55676" y="326202"/>
                      <a:pt x="57104" y="310396"/>
                      <a:pt x="38444" y="300098"/>
                    </a:cubicBezTo>
                    <a:cubicBezTo>
                      <a:pt x="32479" y="296783"/>
                      <a:pt x="34620" y="275523"/>
                      <a:pt x="36659" y="263083"/>
                    </a:cubicBezTo>
                    <a:cubicBezTo>
                      <a:pt x="37373" y="258851"/>
                      <a:pt x="49151" y="253957"/>
                      <a:pt x="56033" y="253701"/>
                    </a:cubicBezTo>
                    <a:cubicBezTo>
                      <a:pt x="86165" y="252682"/>
                      <a:pt x="116400" y="253293"/>
                      <a:pt x="148521" y="253293"/>
                    </a:cubicBezTo>
                    <a:close/>
                    <a:moveTo>
                      <a:pt x="7088" y="212658"/>
                    </a:moveTo>
                    <a:lnTo>
                      <a:pt x="310753" y="212658"/>
                    </a:lnTo>
                    <a:lnTo>
                      <a:pt x="312079" y="230095"/>
                    </a:lnTo>
                    <a:lnTo>
                      <a:pt x="7088" y="230095"/>
                    </a:lnTo>
                    <a:close/>
                    <a:moveTo>
                      <a:pt x="521577" y="177834"/>
                    </a:moveTo>
                    <a:lnTo>
                      <a:pt x="527644" y="181251"/>
                    </a:lnTo>
                    <a:lnTo>
                      <a:pt x="527644" y="214289"/>
                    </a:lnTo>
                    <a:lnTo>
                      <a:pt x="550842" y="226678"/>
                    </a:lnTo>
                    <a:cubicBezTo>
                      <a:pt x="542124" y="243810"/>
                      <a:pt x="530448" y="249062"/>
                      <a:pt x="513878" y="242331"/>
                    </a:cubicBezTo>
                    <a:lnTo>
                      <a:pt x="511227" y="247430"/>
                    </a:lnTo>
                    <a:lnTo>
                      <a:pt x="532691" y="260329"/>
                    </a:lnTo>
                    <a:cubicBezTo>
                      <a:pt x="532131" y="268690"/>
                      <a:pt x="531366" y="280723"/>
                      <a:pt x="530499" y="294182"/>
                    </a:cubicBezTo>
                    <a:lnTo>
                      <a:pt x="574194" y="294182"/>
                    </a:lnTo>
                    <a:cubicBezTo>
                      <a:pt x="582606" y="324467"/>
                      <a:pt x="578935" y="386313"/>
                      <a:pt x="567310" y="392124"/>
                    </a:cubicBezTo>
                    <a:lnTo>
                      <a:pt x="565781" y="358118"/>
                    </a:lnTo>
                    <a:lnTo>
                      <a:pt x="453614" y="358118"/>
                    </a:lnTo>
                    <a:cubicBezTo>
                      <a:pt x="452952" y="369385"/>
                      <a:pt x="452237" y="380348"/>
                      <a:pt x="451524" y="392073"/>
                    </a:cubicBezTo>
                    <a:cubicBezTo>
                      <a:pt x="440103" y="386159"/>
                      <a:pt x="436737" y="341088"/>
                      <a:pt x="443264" y="295712"/>
                    </a:cubicBezTo>
                    <a:lnTo>
                      <a:pt x="487315" y="295712"/>
                    </a:lnTo>
                    <a:cubicBezTo>
                      <a:pt x="486245" y="281896"/>
                      <a:pt x="485326" y="270220"/>
                      <a:pt x="484307" y="257525"/>
                    </a:cubicBezTo>
                    <a:lnTo>
                      <a:pt x="501692" y="253241"/>
                    </a:lnTo>
                    <a:lnTo>
                      <a:pt x="501692" y="230247"/>
                    </a:lnTo>
                    <a:cubicBezTo>
                      <a:pt x="484307" y="231879"/>
                      <a:pt x="471101" y="227393"/>
                      <a:pt x="466819" y="204755"/>
                    </a:cubicBezTo>
                    <a:lnTo>
                      <a:pt x="496900" y="199656"/>
                    </a:lnTo>
                    <a:cubicBezTo>
                      <a:pt x="504090" y="193283"/>
                      <a:pt x="512808" y="185533"/>
                      <a:pt x="521577" y="177834"/>
                    </a:cubicBezTo>
                    <a:close/>
                    <a:moveTo>
                      <a:pt x="161826" y="144745"/>
                    </a:moveTo>
                    <a:lnTo>
                      <a:pt x="184260" y="144745"/>
                    </a:lnTo>
                    <a:lnTo>
                      <a:pt x="184260" y="206438"/>
                    </a:lnTo>
                    <a:lnTo>
                      <a:pt x="161826" y="206438"/>
                    </a:lnTo>
                    <a:close/>
                    <a:moveTo>
                      <a:pt x="76886" y="144643"/>
                    </a:moveTo>
                    <a:lnTo>
                      <a:pt x="97280" y="144643"/>
                    </a:lnTo>
                    <a:lnTo>
                      <a:pt x="97280" y="206846"/>
                    </a:lnTo>
                    <a:lnTo>
                      <a:pt x="76886" y="207815"/>
                    </a:lnTo>
                    <a:close/>
                    <a:moveTo>
                      <a:pt x="133938" y="144185"/>
                    </a:moveTo>
                    <a:lnTo>
                      <a:pt x="154332" y="144185"/>
                    </a:lnTo>
                    <a:lnTo>
                      <a:pt x="154332" y="206948"/>
                    </a:lnTo>
                    <a:lnTo>
                      <a:pt x="133938" y="206948"/>
                    </a:lnTo>
                    <a:close/>
                    <a:moveTo>
                      <a:pt x="191653" y="143981"/>
                    </a:moveTo>
                    <a:lnTo>
                      <a:pt x="212047" y="143981"/>
                    </a:lnTo>
                    <a:lnTo>
                      <a:pt x="212047" y="206693"/>
                    </a:lnTo>
                    <a:lnTo>
                      <a:pt x="191653" y="206693"/>
                    </a:lnTo>
                    <a:close/>
                    <a:moveTo>
                      <a:pt x="104775" y="143981"/>
                    </a:moveTo>
                    <a:lnTo>
                      <a:pt x="126240" y="143981"/>
                    </a:lnTo>
                    <a:lnTo>
                      <a:pt x="126240" y="206438"/>
                    </a:lnTo>
                    <a:lnTo>
                      <a:pt x="104775" y="207611"/>
                    </a:lnTo>
                    <a:close/>
                    <a:moveTo>
                      <a:pt x="40278" y="143166"/>
                    </a:moveTo>
                    <a:lnTo>
                      <a:pt x="40278" y="206438"/>
                    </a:lnTo>
                    <a:lnTo>
                      <a:pt x="18609" y="206438"/>
                    </a:lnTo>
                    <a:lnTo>
                      <a:pt x="18609" y="144033"/>
                    </a:lnTo>
                    <a:close/>
                    <a:moveTo>
                      <a:pt x="68423" y="143115"/>
                    </a:moveTo>
                    <a:lnTo>
                      <a:pt x="68423" y="206438"/>
                    </a:lnTo>
                    <a:lnTo>
                      <a:pt x="47264" y="206438"/>
                    </a:lnTo>
                    <a:lnTo>
                      <a:pt x="47264" y="144135"/>
                    </a:lnTo>
                    <a:close/>
                    <a:moveTo>
                      <a:pt x="236876" y="139800"/>
                    </a:moveTo>
                    <a:lnTo>
                      <a:pt x="275064" y="190123"/>
                    </a:lnTo>
                    <a:lnTo>
                      <a:pt x="257117" y="205061"/>
                    </a:lnTo>
                    <a:lnTo>
                      <a:pt x="218063" y="153617"/>
                    </a:lnTo>
                    <a:close/>
                    <a:moveTo>
                      <a:pt x="365767" y="110128"/>
                    </a:moveTo>
                    <a:cubicBezTo>
                      <a:pt x="394523" y="110128"/>
                      <a:pt x="422716" y="109822"/>
                      <a:pt x="450911" y="110535"/>
                    </a:cubicBezTo>
                    <a:cubicBezTo>
                      <a:pt x="453869" y="110535"/>
                      <a:pt x="458763" y="116755"/>
                      <a:pt x="459171" y="120477"/>
                    </a:cubicBezTo>
                    <a:cubicBezTo>
                      <a:pt x="461567" y="142145"/>
                      <a:pt x="462893" y="164120"/>
                      <a:pt x="464779" y="187880"/>
                    </a:cubicBezTo>
                    <a:cubicBezTo>
                      <a:pt x="448158" y="189154"/>
                      <a:pt x="432098" y="184769"/>
                      <a:pt x="425521" y="203175"/>
                    </a:cubicBezTo>
                    <a:cubicBezTo>
                      <a:pt x="423329" y="209242"/>
                      <a:pt x="418639" y="215003"/>
                      <a:pt x="418434" y="221020"/>
                    </a:cubicBezTo>
                    <a:cubicBezTo>
                      <a:pt x="417567" y="243759"/>
                      <a:pt x="418434" y="266549"/>
                      <a:pt x="417822" y="289288"/>
                    </a:cubicBezTo>
                    <a:cubicBezTo>
                      <a:pt x="416905" y="294132"/>
                      <a:pt x="415273" y="298772"/>
                      <a:pt x="412979" y="303105"/>
                    </a:cubicBezTo>
                    <a:lnTo>
                      <a:pt x="406248" y="301830"/>
                    </a:lnTo>
                    <a:lnTo>
                      <a:pt x="406248" y="240190"/>
                    </a:lnTo>
                    <a:cubicBezTo>
                      <a:pt x="406248" y="198178"/>
                      <a:pt x="400743" y="191805"/>
                      <a:pt x="358731" y="187114"/>
                    </a:cubicBezTo>
                    <a:cubicBezTo>
                      <a:pt x="360974" y="162387"/>
                      <a:pt x="363268" y="137608"/>
                      <a:pt x="365767" y="110128"/>
                    </a:cubicBezTo>
                    <a:close/>
                    <a:moveTo>
                      <a:pt x="280724" y="21413"/>
                    </a:moveTo>
                    <a:cubicBezTo>
                      <a:pt x="281081" y="21413"/>
                      <a:pt x="281488" y="21413"/>
                      <a:pt x="281896" y="21413"/>
                    </a:cubicBezTo>
                    <a:cubicBezTo>
                      <a:pt x="306012" y="20853"/>
                      <a:pt x="326049" y="39973"/>
                      <a:pt x="326610" y="64088"/>
                    </a:cubicBezTo>
                    <a:cubicBezTo>
                      <a:pt x="326610" y="64496"/>
                      <a:pt x="326610" y="64955"/>
                      <a:pt x="326610" y="65363"/>
                    </a:cubicBezTo>
                    <a:cubicBezTo>
                      <a:pt x="325946" y="89224"/>
                      <a:pt x="306573" y="108241"/>
                      <a:pt x="282711" y="108547"/>
                    </a:cubicBezTo>
                    <a:cubicBezTo>
                      <a:pt x="258902" y="108598"/>
                      <a:pt x="239578" y="89377"/>
                      <a:pt x="239527" y="65567"/>
                    </a:cubicBezTo>
                    <a:cubicBezTo>
                      <a:pt x="239527" y="65465"/>
                      <a:pt x="239527" y="65363"/>
                      <a:pt x="239527" y="65261"/>
                    </a:cubicBezTo>
                    <a:cubicBezTo>
                      <a:pt x="238814" y="41807"/>
                      <a:pt x="257219" y="22179"/>
                      <a:pt x="280724" y="21413"/>
                    </a:cubicBezTo>
                    <a:close/>
                    <a:moveTo>
                      <a:pt x="283324" y="12900"/>
                    </a:moveTo>
                    <a:cubicBezTo>
                      <a:pt x="254619" y="13460"/>
                      <a:pt x="231778" y="37220"/>
                      <a:pt x="232391" y="65924"/>
                    </a:cubicBezTo>
                    <a:cubicBezTo>
                      <a:pt x="232900" y="93456"/>
                      <a:pt x="254823" y="115787"/>
                      <a:pt x="282305" y="116858"/>
                    </a:cubicBezTo>
                    <a:cubicBezTo>
                      <a:pt x="311009" y="117979"/>
                      <a:pt x="335176" y="95648"/>
                      <a:pt x="336348" y="66943"/>
                    </a:cubicBezTo>
                    <a:cubicBezTo>
                      <a:pt x="337470" y="38239"/>
                      <a:pt x="315139" y="14072"/>
                      <a:pt x="286434" y="12951"/>
                    </a:cubicBezTo>
                    <a:cubicBezTo>
                      <a:pt x="285363" y="12900"/>
                      <a:pt x="284344" y="12900"/>
                      <a:pt x="283324" y="12900"/>
                    </a:cubicBezTo>
                    <a:close/>
                    <a:moveTo>
                      <a:pt x="282203" y="0"/>
                    </a:moveTo>
                    <a:cubicBezTo>
                      <a:pt x="317994" y="52"/>
                      <a:pt x="347004" y="29113"/>
                      <a:pt x="346953" y="64955"/>
                    </a:cubicBezTo>
                    <a:cubicBezTo>
                      <a:pt x="346953" y="65057"/>
                      <a:pt x="346953" y="65159"/>
                      <a:pt x="346953" y="65261"/>
                    </a:cubicBezTo>
                    <a:cubicBezTo>
                      <a:pt x="347004" y="100543"/>
                      <a:pt x="318452" y="129146"/>
                      <a:pt x="283171" y="129248"/>
                    </a:cubicBezTo>
                    <a:cubicBezTo>
                      <a:pt x="247227" y="129299"/>
                      <a:pt x="217961" y="100236"/>
                      <a:pt x="217808" y="64293"/>
                    </a:cubicBezTo>
                    <a:cubicBezTo>
                      <a:pt x="218828" y="29164"/>
                      <a:pt x="247074" y="969"/>
                      <a:pt x="282203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509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sz="1200">
                  <a:latin typeface="Lora" pitchFamily="2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CF7CA8C4-D388-A78F-B7FC-A19FEAC5C499}"/>
                </a:ext>
              </a:extLst>
            </p:cNvPr>
            <p:cNvSpPr txBox="1"/>
            <p:nvPr/>
          </p:nvSpPr>
          <p:spPr>
            <a:xfrm>
              <a:off x="612038" y="4413893"/>
              <a:ext cx="128172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Maecenas Non Laoreet Odio. Fusce Lobortis Porttitor Purus.</a:t>
              </a:r>
              <a:endParaRPr lang="en-US" sz="11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174FA8F-02CB-695D-3BF3-E063E163E2E3}"/>
                </a:ext>
              </a:extLst>
            </p:cNvPr>
            <p:cNvSpPr txBox="1"/>
            <p:nvPr/>
          </p:nvSpPr>
          <p:spPr>
            <a:xfrm>
              <a:off x="2304383" y="4413893"/>
              <a:ext cx="128172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Maecenas Non Laoreet Odio. Fusce Lobortis Porttitor Purus.</a:t>
              </a:r>
              <a:endParaRPr lang="en-US" sz="11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40428A0-4432-7522-F45E-324577E7E41D}"/>
                </a:ext>
              </a:extLst>
            </p:cNvPr>
            <p:cNvSpPr txBox="1"/>
            <p:nvPr/>
          </p:nvSpPr>
          <p:spPr>
            <a:xfrm>
              <a:off x="3968126" y="4413893"/>
              <a:ext cx="128172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Maecenas Non Laoreet Odio. Fusce Lobortis Porttitor Purus.</a:t>
              </a:r>
              <a:endParaRPr lang="en-US" sz="11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25E9A8D-E10E-7941-763E-F1B0054258B7}"/>
                </a:ext>
              </a:extLst>
            </p:cNvPr>
            <p:cNvSpPr txBox="1"/>
            <p:nvPr/>
          </p:nvSpPr>
          <p:spPr>
            <a:xfrm>
              <a:off x="5609375" y="4413893"/>
              <a:ext cx="1281720" cy="76944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>
                      <a:lumMod val="95000"/>
                    </a:schemeClr>
                  </a:solidFill>
                  <a:latin typeface="Lora" pitchFamily="2" charset="0"/>
                </a:rPr>
                <a:t>Maecenas Non Laoreet Odio. Fusce Lobortis Porttitor Purus.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6836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E3B2A595-1C3F-D845-4CF1-84634981A533}"/>
              </a:ext>
            </a:extLst>
          </p:cNvPr>
          <p:cNvGrpSpPr/>
          <p:nvPr/>
        </p:nvGrpSpPr>
        <p:grpSpPr>
          <a:xfrm>
            <a:off x="1056000" y="1626536"/>
            <a:ext cx="10080000" cy="4671728"/>
            <a:chOff x="1056000" y="1093136"/>
            <a:chExt cx="10080000" cy="4671728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D6357B78-2451-E11B-5D78-5EBCACB8F02E}"/>
                </a:ext>
              </a:extLst>
            </p:cNvPr>
            <p:cNvGrpSpPr/>
            <p:nvPr/>
          </p:nvGrpSpPr>
          <p:grpSpPr>
            <a:xfrm>
              <a:off x="9386250" y="3028309"/>
              <a:ext cx="1610596" cy="2333664"/>
              <a:chOff x="9386250" y="3028309"/>
              <a:chExt cx="1610596" cy="2333664"/>
            </a:xfrm>
          </p:grpSpPr>
          <p:sp>
            <p:nvSpPr>
              <p:cNvPr id="49" name="Trapezoid 48">
                <a:extLst>
                  <a:ext uri="{FF2B5EF4-FFF2-40B4-BE49-F238E27FC236}">
                    <a16:creationId xmlns:a16="http://schemas.microsoft.com/office/drawing/2014/main" id="{3A295713-6FB8-7397-5088-864AF98225C3}"/>
                  </a:ext>
                </a:extLst>
              </p:cNvPr>
              <p:cNvSpPr/>
              <p:nvPr/>
            </p:nvSpPr>
            <p:spPr bwMode="auto">
              <a:xfrm flipV="1">
                <a:off x="9601324" y="3028309"/>
                <a:ext cx="1180449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50" name="Trapezoid 49">
                <a:extLst>
                  <a:ext uri="{FF2B5EF4-FFF2-40B4-BE49-F238E27FC236}">
                    <a16:creationId xmlns:a16="http://schemas.microsoft.com/office/drawing/2014/main" id="{B3362BEC-289A-FA52-021C-AEA8F64071A4}"/>
                  </a:ext>
                </a:extLst>
              </p:cNvPr>
              <p:cNvSpPr/>
              <p:nvPr/>
            </p:nvSpPr>
            <p:spPr bwMode="auto">
              <a:xfrm>
                <a:off x="9386250" y="5280337"/>
                <a:ext cx="1610596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51" name="Trapezoid 50">
                <a:extLst>
                  <a:ext uri="{FF2B5EF4-FFF2-40B4-BE49-F238E27FC236}">
                    <a16:creationId xmlns:a16="http://schemas.microsoft.com/office/drawing/2014/main" id="{6BDCEBDD-E324-62C4-B54C-732C7EAE1A4B}"/>
                  </a:ext>
                </a:extLst>
              </p:cNvPr>
              <p:cNvSpPr/>
              <p:nvPr/>
            </p:nvSpPr>
            <p:spPr bwMode="auto">
              <a:xfrm>
                <a:off x="9459461" y="3152726"/>
                <a:ext cx="1464176" cy="2084830"/>
              </a:xfrm>
              <a:prstGeom prst="trapezoid">
                <a:avLst>
                  <a:gd name="adj" fmla="val 13599"/>
                </a:avLst>
              </a:prstGeom>
              <a:solidFill>
                <a:schemeClr val="accent6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EA0BAA7-2C99-26E5-EF69-73C9EF0833A8}"/>
                  </a:ext>
                </a:extLst>
              </p:cNvPr>
              <p:cNvSpPr/>
              <p:nvPr/>
            </p:nvSpPr>
            <p:spPr bwMode="auto">
              <a:xfrm>
                <a:off x="9459461" y="3153582"/>
                <a:ext cx="1464176" cy="2083974"/>
              </a:xfrm>
              <a:custGeom>
                <a:avLst/>
                <a:gdLst>
                  <a:gd name="connsiteX0" fmla="*/ 0 w 1294931"/>
                  <a:gd name="connsiteY0" fmla="*/ 1784501 h 1843086"/>
                  <a:gd name="connsiteX1" fmla="*/ 1294931 w 1294931"/>
                  <a:gd name="connsiteY1" fmla="*/ 1784501 h 1843086"/>
                  <a:gd name="connsiteX2" fmla="*/ 1294931 w 1294931"/>
                  <a:gd name="connsiteY2" fmla="*/ 1843086 h 1843086"/>
                  <a:gd name="connsiteX3" fmla="*/ 0 w 1294931"/>
                  <a:gd name="connsiteY3" fmla="*/ 1843086 h 1843086"/>
                  <a:gd name="connsiteX4" fmla="*/ 170405 w 1294931"/>
                  <a:gd name="connsiteY4" fmla="*/ 0 h 1843086"/>
                  <a:gd name="connsiteX5" fmla="*/ 1119147 w 1294931"/>
                  <a:gd name="connsiteY5" fmla="*/ 0 h 1843086"/>
                  <a:gd name="connsiteX6" fmla="*/ 1119147 w 1294931"/>
                  <a:gd name="connsiteY6" fmla="*/ 58585 h 1843086"/>
                  <a:gd name="connsiteX7" fmla="*/ 170405 w 1294931"/>
                  <a:gd name="connsiteY7" fmla="*/ 58585 h 1843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4931" h="1843086">
                    <a:moveTo>
                      <a:pt x="0" y="1784501"/>
                    </a:moveTo>
                    <a:lnTo>
                      <a:pt x="1294931" y="1784501"/>
                    </a:lnTo>
                    <a:lnTo>
                      <a:pt x="1294931" y="1843086"/>
                    </a:lnTo>
                    <a:lnTo>
                      <a:pt x="0" y="1843086"/>
                    </a:lnTo>
                    <a:close/>
                    <a:moveTo>
                      <a:pt x="170405" y="0"/>
                    </a:moveTo>
                    <a:lnTo>
                      <a:pt x="1119147" y="0"/>
                    </a:lnTo>
                    <a:lnTo>
                      <a:pt x="1119147" y="58585"/>
                    </a:lnTo>
                    <a:lnTo>
                      <a:pt x="170405" y="58585"/>
                    </a:lnTo>
                    <a:close/>
                  </a:path>
                </a:pathLst>
              </a:cu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5E449F-2B88-4A5D-5B11-8D663A9D5B25}"/>
                </a:ext>
              </a:extLst>
            </p:cNvPr>
            <p:cNvGrpSpPr/>
            <p:nvPr/>
          </p:nvGrpSpPr>
          <p:grpSpPr>
            <a:xfrm>
              <a:off x="7751279" y="3028309"/>
              <a:ext cx="1610596" cy="2333664"/>
              <a:chOff x="7751279" y="3028309"/>
              <a:chExt cx="1610596" cy="2333664"/>
            </a:xfrm>
          </p:grpSpPr>
          <p:sp>
            <p:nvSpPr>
              <p:cNvPr id="45" name="Trapezoid 44">
                <a:extLst>
                  <a:ext uri="{FF2B5EF4-FFF2-40B4-BE49-F238E27FC236}">
                    <a16:creationId xmlns:a16="http://schemas.microsoft.com/office/drawing/2014/main" id="{0CB95DB0-8BCD-0810-5469-B2583F245D16}"/>
                  </a:ext>
                </a:extLst>
              </p:cNvPr>
              <p:cNvSpPr/>
              <p:nvPr/>
            </p:nvSpPr>
            <p:spPr bwMode="auto">
              <a:xfrm flipV="1">
                <a:off x="7966352" y="3028309"/>
                <a:ext cx="1180449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46" name="Trapezoid 45">
                <a:extLst>
                  <a:ext uri="{FF2B5EF4-FFF2-40B4-BE49-F238E27FC236}">
                    <a16:creationId xmlns:a16="http://schemas.microsoft.com/office/drawing/2014/main" id="{EC8AC0F0-237A-54BA-E1E8-B9D1014AF2D1}"/>
                  </a:ext>
                </a:extLst>
              </p:cNvPr>
              <p:cNvSpPr/>
              <p:nvPr/>
            </p:nvSpPr>
            <p:spPr bwMode="auto">
              <a:xfrm>
                <a:off x="7751279" y="5280337"/>
                <a:ext cx="1610596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5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47" name="Trapezoid 46">
                <a:extLst>
                  <a:ext uri="{FF2B5EF4-FFF2-40B4-BE49-F238E27FC236}">
                    <a16:creationId xmlns:a16="http://schemas.microsoft.com/office/drawing/2014/main" id="{355AD968-8E5F-47E9-86FB-2A6E72067BB6}"/>
                  </a:ext>
                </a:extLst>
              </p:cNvPr>
              <p:cNvSpPr/>
              <p:nvPr/>
            </p:nvSpPr>
            <p:spPr bwMode="auto">
              <a:xfrm>
                <a:off x="7824489" y="3152726"/>
                <a:ext cx="1464176" cy="2084830"/>
              </a:xfrm>
              <a:prstGeom prst="trapezoid">
                <a:avLst>
                  <a:gd name="adj" fmla="val 13599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8B11CD57-0466-FA17-3A1B-7C452F3832A7}"/>
                  </a:ext>
                </a:extLst>
              </p:cNvPr>
              <p:cNvSpPr/>
              <p:nvPr/>
            </p:nvSpPr>
            <p:spPr bwMode="auto">
              <a:xfrm>
                <a:off x="7824489" y="3153582"/>
                <a:ext cx="1464176" cy="2083974"/>
              </a:xfrm>
              <a:custGeom>
                <a:avLst/>
                <a:gdLst>
                  <a:gd name="connsiteX0" fmla="*/ 0 w 1294931"/>
                  <a:gd name="connsiteY0" fmla="*/ 1784501 h 1843086"/>
                  <a:gd name="connsiteX1" fmla="*/ 1294931 w 1294931"/>
                  <a:gd name="connsiteY1" fmla="*/ 1784501 h 1843086"/>
                  <a:gd name="connsiteX2" fmla="*/ 1294931 w 1294931"/>
                  <a:gd name="connsiteY2" fmla="*/ 1843086 h 1843086"/>
                  <a:gd name="connsiteX3" fmla="*/ 0 w 1294931"/>
                  <a:gd name="connsiteY3" fmla="*/ 1843086 h 1843086"/>
                  <a:gd name="connsiteX4" fmla="*/ 170405 w 1294931"/>
                  <a:gd name="connsiteY4" fmla="*/ 0 h 1843086"/>
                  <a:gd name="connsiteX5" fmla="*/ 1119147 w 1294931"/>
                  <a:gd name="connsiteY5" fmla="*/ 0 h 1843086"/>
                  <a:gd name="connsiteX6" fmla="*/ 1119147 w 1294931"/>
                  <a:gd name="connsiteY6" fmla="*/ 58585 h 1843086"/>
                  <a:gd name="connsiteX7" fmla="*/ 170405 w 1294931"/>
                  <a:gd name="connsiteY7" fmla="*/ 58585 h 1843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4931" h="1843086">
                    <a:moveTo>
                      <a:pt x="0" y="1784501"/>
                    </a:moveTo>
                    <a:lnTo>
                      <a:pt x="1294931" y="1784501"/>
                    </a:lnTo>
                    <a:lnTo>
                      <a:pt x="1294931" y="1843086"/>
                    </a:lnTo>
                    <a:lnTo>
                      <a:pt x="0" y="1843086"/>
                    </a:lnTo>
                    <a:close/>
                    <a:moveTo>
                      <a:pt x="170405" y="0"/>
                    </a:moveTo>
                    <a:lnTo>
                      <a:pt x="1119147" y="0"/>
                    </a:lnTo>
                    <a:lnTo>
                      <a:pt x="1119147" y="58585"/>
                    </a:lnTo>
                    <a:lnTo>
                      <a:pt x="170405" y="58585"/>
                    </a:lnTo>
                    <a:close/>
                  </a:path>
                </a:pathLst>
              </a:cu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5D62C0C-A72F-FB0C-71C0-0EA504F64612}"/>
                </a:ext>
              </a:extLst>
            </p:cNvPr>
            <p:cNvGrpSpPr/>
            <p:nvPr/>
          </p:nvGrpSpPr>
          <p:grpSpPr>
            <a:xfrm>
              <a:off x="6116305" y="3028309"/>
              <a:ext cx="1610596" cy="2333664"/>
              <a:chOff x="6116305" y="3028309"/>
              <a:chExt cx="1610596" cy="2333664"/>
            </a:xfrm>
          </p:grpSpPr>
          <p:sp>
            <p:nvSpPr>
              <p:cNvPr id="41" name="Trapezoid 40">
                <a:extLst>
                  <a:ext uri="{FF2B5EF4-FFF2-40B4-BE49-F238E27FC236}">
                    <a16:creationId xmlns:a16="http://schemas.microsoft.com/office/drawing/2014/main" id="{8D39B1F0-55BA-B6A6-8A2E-0AE0C8256B27}"/>
                  </a:ext>
                </a:extLst>
              </p:cNvPr>
              <p:cNvSpPr/>
              <p:nvPr/>
            </p:nvSpPr>
            <p:spPr bwMode="auto">
              <a:xfrm flipV="1">
                <a:off x="6331379" y="3028309"/>
                <a:ext cx="1180449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42" name="Trapezoid 41">
                <a:extLst>
                  <a:ext uri="{FF2B5EF4-FFF2-40B4-BE49-F238E27FC236}">
                    <a16:creationId xmlns:a16="http://schemas.microsoft.com/office/drawing/2014/main" id="{3D6ED195-7079-017D-B646-A22AA30E7C03}"/>
                  </a:ext>
                </a:extLst>
              </p:cNvPr>
              <p:cNvSpPr/>
              <p:nvPr/>
            </p:nvSpPr>
            <p:spPr bwMode="auto">
              <a:xfrm>
                <a:off x="6116305" y="5280337"/>
                <a:ext cx="1610596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43" name="Trapezoid 42">
                <a:extLst>
                  <a:ext uri="{FF2B5EF4-FFF2-40B4-BE49-F238E27FC236}">
                    <a16:creationId xmlns:a16="http://schemas.microsoft.com/office/drawing/2014/main" id="{5FFCBC6C-CA77-B3A2-68FF-EE4B3901BE72}"/>
                  </a:ext>
                </a:extLst>
              </p:cNvPr>
              <p:cNvSpPr/>
              <p:nvPr/>
            </p:nvSpPr>
            <p:spPr bwMode="auto">
              <a:xfrm>
                <a:off x="6189516" y="3152726"/>
                <a:ext cx="1464176" cy="2084830"/>
              </a:xfrm>
              <a:prstGeom prst="trapezoid">
                <a:avLst>
                  <a:gd name="adj" fmla="val 13599"/>
                </a:avLst>
              </a:pr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8E46FE56-9A7E-C866-6DA0-40932E104494}"/>
                  </a:ext>
                </a:extLst>
              </p:cNvPr>
              <p:cNvSpPr/>
              <p:nvPr/>
            </p:nvSpPr>
            <p:spPr bwMode="auto">
              <a:xfrm>
                <a:off x="6189516" y="3153582"/>
                <a:ext cx="1464176" cy="2083974"/>
              </a:xfrm>
              <a:custGeom>
                <a:avLst/>
                <a:gdLst>
                  <a:gd name="connsiteX0" fmla="*/ 0 w 1294931"/>
                  <a:gd name="connsiteY0" fmla="*/ 1784501 h 1843086"/>
                  <a:gd name="connsiteX1" fmla="*/ 1294931 w 1294931"/>
                  <a:gd name="connsiteY1" fmla="*/ 1784501 h 1843086"/>
                  <a:gd name="connsiteX2" fmla="*/ 1294931 w 1294931"/>
                  <a:gd name="connsiteY2" fmla="*/ 1843086 h 1843086"/>
                  <a:gd name="connsiteX3" fmla="*/ 0 w 1294931"/>
                  <a:gd name="connsiteY3" fmla="*/ 1843086 h 1843086"/>
                  <a:gd name="connsiteX4" fmla="*/ 170405 w 1294931"/>
                  <a:gd name="connsiteY4" fmla="*/ 0 h 1843086"/>
                  <a:gd name="connsiteX5" fmla="*/ 1119147 w 1294931"/>
                  <a:gd name="connsiteY5" fmla="*/ 0 h 1843086"/>
                  <a:gd name="connsiteX6" fmla="*/ 1119147 w 1294931"/>
                  <a:gd name="connsiteY6" fmla="*/ 58585 h 1843086"/>
                  <a:gd name="connsiteX7" fmla="*/ 170405 w 1294931"/>
                  <a:gd name="connsiteY7" fmla="*/ 58585 h 1843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4931" h="1843086">
                    <a:moveTo>
                      <a:pt x="0" y="1784501"/>
                    </a:moveTo>
                    <a:lnTo>
                      <a:pt x="1294931" y="1784501"/>
                    </a:lnTo>
                    <a:lnTo>
                      <a:pt x="1294931" y="1843086"/>
                    </a:lnTo>
                    <a:lnTo>
                      <a:pt x="0" y="1843086"/>
                    </a:lnTo>
                    <a:close/>
                    <a:moveTo>
                      <a:pt x="170405" y="0"/>
                    </a:moveTo>
                    <a:lnTo>
                      <a:pt x="1119147" y="0"/>
                    </a:lnTo>
                    <a:lnTo>
                      <a:pt x="1119147" y="58585"/>
                    </a:lnTo>
                    <a:lnTo>
                      <a:pt x="170405" y="58585"/>
                    </a:lnTo>
                    <a:close/>
                  </a:path>
                </a:pathLst>
              </a:cu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65F2E3B4-ED09-EA59-EEB8-BC48A5ED2927}"/>
                </a:ext>
              </a:extLst>
            </p:cNvPr>
            <p:cNvGrpSpPr/>
            <p:nvPr/>
          </p:nvGrpSpPr>
          <p:grpSpPr>
            <a:xfrm>
              <a:off x="4481331" y="3028309"/>
              <a:ext cx="1610596" cy="2333664"/>
              <a:chOff x="4481331" y="3028309"/>
              <a:chExt cx="1610596" cy="2333664"/>
            </a:xfrm>
          </p:grpSpPr>
          <p:sp>
            <p:nvSpPr>
              <p:cNvPr id="37" name="Trapezoid 36">
                <a:extLst>
                  <a:ext uri="{FF2B5EF4-FFF2-40B4-BE49-F238E27FC236}">
                    <a16:creationId xmlns:a16="http://schemas.microsoft.com/office/drawing/2014/main" id="{D8F8E33F-C7C0-B08D-C0D1-28D0C383431B}"/>
                  </a:ext>
                </a:extLst>
              </p:cNvPr>
              <p:cNvSpPr/>
              <p:nvPr/>
            </p:nvSpPr>
            <p:spPr bwMode="auto">
              <a:xfrm flipV="1">
                <a:off x="4696405" y="3028309"/>
                <a:ext cx="1180449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38" name="Trapezoid 37">
                <a:extLst>
                  <a:ext uri="{FF2B5EF4-FFF2-40B4-BE49-F238E27FC236}">
                    <a16:creationId xmlns:a16="http://schemas.microsoft.com/office/drawing/2014/main" id="{DE8E3C7C-787F-5C18-5B2C-B60566A3D19C}"/>
                  </a:ext>
                </a:extLst>
              </p:cNvPr>
              <p:cNvSpPr/>
              <p:nvPr/>
            </p:nvSpPr>
            <p:spPr bwMode="auto">
              <a:xfrm>
                <a:off x="4481331" y="5280337"/>
                <a:ext cx="1610596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39" name="Trapezoid 38">
                <a:extLst>
                  <a:ext uri="{FF2B5EF4-FFF2-40B4-BE49-F238E27FC236}">
                    <a16:creationId xmlns:a16="http://schemas.microsoft.com/office/drawing/2014/main" id="{44194D6D-67FB-517C-5E5F-5D4A43372F61}"/>
                  </a:ext>
                </a:extLst>
              </p:cNvPr>
              <p:cNvSpPr/>
              <p:nvPr/>
            </p:nvSpPr>
            <p:spPr bwMode="auto">
              <a:xfrm>
                <a:off x="4554542" y="3152726"/>
                <a:ext cx="1464176" cy="2084830"/>
              </a:xfrm>
              <a:prstGeom prst="trapezoid">
                <a:avLst>
                  <a:gd name="adj" fmla="val 13599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C259C4E-C1AE-4D07-43A2-189A5557B917}"/>
                  </a:ext>
                </a:extLst>
              </p:cNvPr>
              <p:cNvSpPr/>
              <p:nvPr/>
            </p:nvSpPr>
            <p:spPr bwMode="auto">
              <a:xfrm>
                <a:off x="4554542" y="3153582"/>
                <a:ext cx="1464176" cy="2083974"/>
              </a:xfrm>
              <a:custGeom>
                <a:avLst/>
                <a:gdLst>
                  <a:gd name="connsiteX0" fmla="*/ 0 w 1294931"/>
                  <a:gd name="connsiteY0" fmla="*/ 1784501 h 1843086"/>
                  <a:gd name="connsiteX1" fmla="*/ 1294931 w 1294931"/>
                  <a:gd name="connsiteY1" fmla="*/ 1784501 h 1843086"/>
                  <a:gd name="connsiteX2" fmla="*/ 1294931 w 1294931"/>
                  <a:gd name="connsiteY2" fmla="*/ 1843086 h 1843086"/>
                  <a:gd name="connsiteX3" fmla="*/ 0 w 1294931"/>
                  <a:gd name="connsiteY3" fmla="*/ 1843086 h 1843086"/>
                  <a:gd name="connsiteX4" fmla="*/ 170405 w 1294931"/>
                  <a:gd name="connsiteY4" fmla="*/ 0 h 1843086"/>
                  <a:gd name="connsiteX5" fmla="*/ 1119147 w 1294931"/>
                  <a:gd name="connsiteY5" fmla="*/ 0 h 1843086"/>
                  <a:gd name="connsiteX6" fmla="*/ 1119147 w 1294931"/>
                  <a:gd name="connsiteY6" fmla="*/ 58585 h 1843086"/>
                  <a:gd name="connsiteX7" fmla="*/ 170405 w 1294931"/>
                  <a:gd name="connsiteY7" fmla="*/ 58585 h 1843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4931" h="1843086">
                    <a:moveTo>
                      <a:pt x="0" y="1784501"/>
                    </a:moveTo>
                    <a:lnTo>
                      <a:pt x="1294931" y="1784501"/>
                    </a:lnTo>
                    <a:lnTo>
                      <a:pt x="1294931" y="1843086"/>
                    </a:lnTo>
                    <a:lnTo>
                      <a:pt x="0" y="1843086"/>
                    </a:lnTo>
                    <a:close/>
                    <a:moveTo>
                      <a:pt x="170405" y="0"/>
                    </a:moveTo>
                    <a:lnTo>
                      <a:pt x="1119147" y="0"/>
                    </a:lnTo>
                    <a:lnTo>
                      <a:pt x="1119147" y="58585"/>
                    </a:lnTo>
                    <a:lnTo>
                      <a:pt x="170405" y="58585"/>
                    </a:lnTo>
                    <a:close/>
                  </a:path>
                </a:pathLst>
              </a:cu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B1DC5CA-4132-1728-7C61-9F31DB0724AA}"/>
                </a:ext>
              </a:extLst>
            </p:cNvPr>
            <p:cNvGrpSpPr/>
            <p:nvPr/>
          </p:nvGrpSpPr>
          <p:grpSpPr>
            <a:xfrm>
              <a:off x="2846358" y="3028309"/>
              <a:ext cx="1610596" cy="2333664"/>
              <a:chOff x="2846358" y="3028309"/>
              <a:chExt cx="1610596" cy="2333664"/>
            </a:xfrm>
          </p:grpSpPr>
          <p:sp>
            <p:nvSpPr>
              <p:cNvPr id="33" name="Trapezoid 32">
                <a:extLst>
                  <a:ext uri="{FF2B5EF4-FFF2-40B4-BE49-F238E27FC236}">
                    <a16:creationId xmlns:a16="http://schemas.microsoft.com/office/drawing/2014/main" id="{95CB34CC-893E-79B3-195A-172849F7C40B}"/>
                  </a:ext>
                </a:extLst>
              </p:cNvPr>
              <p:cNvSpPr/>
              <p:nvPr/>
            </p:nvSpPr>
            <p:spPr bwMode="auto">
              <a:xfrm flipV="1">
                <a:off x="3061431" y="3028309"/>
                <a:ext cx="1180449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34" name="Trapezoid 33">
                <a:extLst>
                  <a:ext uri="{FF2B5EF4-FFF2-40B4-BE49-F238E27FC236}">
                    <a16:creationId xmlns:a16="http://schemas.microsoft.com/office/drawing/2014/main" id="{0F0921D8-1C14-ED8E-C7B3-88242F64758B}"/>
                  </a:ext>
                </a:extLst>
              </p:cNvPr>
              <p:cNvSpPr/>
              <p:nvPr/>
            </p:nvSpPr>
            <p:spPr bwMode="auto">
              <a:xfrm>
                <a:off x="2846358" y="5280337"/>
                <a:ext cx="1610596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35" name="Trapezoid 34">
                <a:extLst>
                  <a:ext uri="{FF2B5EF4-FFF2-40B4-BE49-F238E27FC236}">
                    <a16:creationId xmlns:a16="http://schemas.microsoft.com/office/drawing/2014/main" id="{41153A63-A2AE-446F-7F21-F292EA651B6B}"/>
                  </a:ext>
                </a:extLst>
              </p:cNvPr>
              <p:cNvSpPr/>
              <p:nvPr/>
            </p:nvSpPr>
            <p:spPr bwMode="auto">
              <a:xfrm>
                <a:off x="2919568" y="3152726"/>
                <a:ext cx="1464176" cy="2084830"/>
              </a:xfrm>
              <a:prstGeom prst="trapezoid">
                <a:avLst>
                  <a:gd name="adj" fmla="val 13599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2B4A9626-661E-D4FB-02B3-6F868F16BACE}"/>
                  </a:ext>
                </a:extLst>
              </p:cNvPr>
              <p:cNvSpPr/>
              <p:nvPr/>
            </p:nvSpPr>
            <p:spPr bwMode="auto">
              <a:xfrm>
                <a:off x="2919568" y="3153582"/>
                <a:ext cx="1464176" cy="2083974"/>
              </a:xfrm>
              <a:custGeom>
                <a:avLst/>
                <a:gdLst>
                  <a:gd name="connsiteX0" fmla="*/ 0 w 1294931"/>
                  <a:gd name="connsiteY0" fmla="*/ 1784501 h 1843086"/>
                  <a:gd name="connsiteX1" fmla="*/ 1294931 w 1294931"/>
                  <a:gd name="connsiteY1" fmla="*/ 1784501 h 1843086"/>
                  <a:gd name="connsiteX2" fmla="*/ 1294931 w 1294931"/>
                  <a:gd name="connsiteY2" fmla="*/ 1843086 h 1843086"/>
                  <a:gd name="connsiteX3" fmla="*/ 0 w 1294931"/>
                  <a:gd name="connsiteY3" fmla="*/ 1843086 h 1843086"/>
                  <a:gd name="connsiteX4" fmla="*/ 170405 w 1294931"/>
                  <a:gd name="connsiteY4" fmla="*/ 0 h 1843086"/>
                  <a:gd name="connsiteX5" fmla="*/ 1119147 w 1294931"/>
                  <a:gd name="connsiteY5" fmla="*/ 0 h 1843086"/>
                  <a:gd name="connsiteX6" fmla="*/ 1119147 w 1294931"/>
                  <a:gd name="connsiteY6" fmla="*/ 58585 h 1843086"/>
                  <a:gd name="connsiteX7" fmla="*/ 170405 w 1294931"/>
                  <a:gd name="connsiteY7" fmla="*/ 58585 h 1843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4931" h="1843086">
                    <a:moveTo>
                      <a:pt x="0" y="1784501"/>
                    </a:moveTo>
                    <a:lnTo>
                      <a:pt x="1294931" y="1784501"/>
                    </a:lnTo>
                    <a:lnTo>
                      <a:pt x="1294931" y="1843086"/>
                    </a:lnTo>
                    <a:lnTo>
                      <a:pt x="0" y="1843086"/>
                    </a:lnTo>
                    <a:close/>
                    <a:moveTo>
                      <a:pt x="170405" y="0"/>
                    </a:moveTo>
                    <a:lnTo>
                      <a:pt x="1119147" y="0"/>
                    </a:lnTo>
                    <a:lnTo>
                      <a:pt x="1119147" y="58585"/>
                    </a:lnTo>
                    <a:lnTo>
                      <a:pt x="170405" y="58585"/>
                    </a:lnTo>
                    <a:close/>
                  </a:path>
                </a:pathLst>
              </a:cu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9CFD746-72B7-3E9D-B8E2-C47E1F58DC82}"/>
                </a:ext>
              </a:extLst>
            </p:cNvPr>
            <p:cNvGrpSpPr/>
            <p:nvPr/>
          </p:nvGrpSpPr>
          <p:grpSpPr>
            <a:xfrm>
              <a:off x="1056000" y="5404755"/>
              <a:ext cx="10080000" cy="360109"/>
              <a:chOff x="1056000" y="5404755"/>
              <a:chExt cx="10080000" cy="360109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F7FC2774-32EF-4290-06CA-EF28DDA0B65A}"/>
                  </a:ext>
                </a:extLst>
              </p:cNvPr>
              <p:cNvSpPr/>
              <p:nvPr/>
            </p:nvSpPr>
            <p:spPr bwMode="auto">
              <a:xfrm>
                <a:off x="1211385" y="5404755"/>
                <a:ext cx="9769231" cy="131326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4F270FD5-F3FD-4E5B-CFEF-0DB00D24415D}"/>
                  </a:ext>
                </a:extLst>
              </p:cNvPr>
              <p:cNvSpPr/>
              <p:nvPr/>
            </p:nvSpPr>
            <p:spPr bwMode="auto">
              <a:xfrm>
                <a:off x="1056000" y="5578862"/>
                <a:ext cx="10080000" cy="186002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1A9FFB4-159D-2F27-B30F-0E48E58AD6D4}"/>
                </a:ext>
              </a:extLst>
            </p:cNvPr>
            <p:cNvGrpSpPr/>
            <p:nvPr/>
          </p:nvGrpSpPr>
          <p:grpSpPr>
            <a:xfrm>
              <a:off x="1211384" y="3028309"/>
              <a:ext cx="1610596" cy="2333664"/>
              <a:chOff x="1211384" y="3028309"/>
              <a:chExt cx="1610596" cy="2333664"/>
            </a:xfrm>
          </p:grpSpPr>
          <p:sp>
            <p:nvSpPr>
              <p:cNvPr id="27" name="Trapezoid 26">
                <a:extLst>
                  <a:ext uri="{FF2B5EF4-FFF2-40B4-BE49-F238E27FC236}">
                    <a16:creationId xmlns:a16="http://schemas.microsoft.com/office/drawing/2014/main" id="{F46D2D94-1AFE-787C-EF8B-D2188B7A993A}"/>
                  </a:ext>
                </a:extLst>
              </p:cNvPr>
              <p:cNvSpPr/>
              <p:nvPr/>
            </p:nvSpPr>
            <p:spPr bwMode="auto">
              <a:xfrm flipV="1">
                <a:off x="1426457" y="3028309"/>
                <a:ext cx="1180449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28" name="Trapezoid 27">
                <a:extLst>
                  <a:ext uri="{FF2B5EF4-FFF2-40B4-BE49-F238E27FC236}">
                    <a16:creationId xmlns:a16="http://schemas.microsoft.com/office/drawing/2014/main" id="{19E69DF4-1C28-7E00-15F8-2A42F143D4A8}"/>
                  </a:ext>
                </a:extLst>
              </p:cNvPr>
              <p:cNvSpPr/>
              <p:nvPr/>
            </p:nvSpPr>
            <p:spPr bwMode="auto">
              <a:xfrm>
                <a:off x="1211384" y="5280337"/>
                <a:ext cx="1610596" cy="81636"/>
              </a:xfrm>
              <a:prstGeom prst="trapezoid">
                <a:avLst>
                  <a:gd name="adj" fmla="val 65933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29" name="Trapezoid 28">
                <a:extLst>
                  <a:ext uri="{FF2B5EF4-FFF2-40B4-BE49-F238E27FC236}">
                    <a16:creationId xmlns:a16="http://schemas.microsoft.com/office/drawing/2014/main" id="{F1D2793B-BF63-83A1-96A0-CA1F10014E09}"/>
                  </a:ext>
                </a:extLst>
              </p:cNvPr>
              <p:cNvSpPr/>
              <p:nvPr/>
            </p:nvSpPr>
            <p:spPr bwMode="auto">
              <a:xfrm>
                <a:off x="1284594" y="3152726"/>
                <a:ext cx="1464176" cy="2084830"/>
              </a:xfrm>
              <a:prstGeom prst="trapezoid">
                <a:avLst>
                  <a:gd name="adj" fmla="val 13599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CC86518-FA3A-42C7-72B1-A5BAD0E2F6F9}"/>
                  </a:ext>
                </a:extLst>
              </p:cNvPr>
              <p:cNvSpPr/>
              <p:nvPr/>
            </p:nvSpPr>
            <p:spPr bwMode="auto">
              <a:xfrm>
                <a:off x="1284594" y="3153582"/>
                <a:ext cx="1464176" cy="2083974"/>
              </a:xfrm>
              <a:custGeom>
                <a:avLst/>
                <a:gdLst>
                  <a:gd name="connsiteX0" fmla="*/ 0 w 1294931"/>
                  <a:gd name="connsiteY0" fmla="*/ 1784501 h 1843086"/>
                  <a:gd name="connsiteX1" fmla="*/ 1294931 w 1294931"/>
                  <a:gd name="connsiteY1" fmla="*/ 1784501 h 1843086"/>
                  <a:gd name="connsiteX2" fmla="*/ 1294931 w 1294931"/>
                  <a:gd name="connsiteY2" fmla="*/ 1843086 h 1843086"/>
                  <a:gd name="connsiteX3" fmla="*/ 0 w 1294931"/>
                  <a:gd name="connsiteY3" fmla="*/ 1843086 h 1843086"/>
                  <a:gd name="connsiteX4" fmla="*/ 170405 w 1294931"/>
                  <a:gd name="connsiteY4" fmla="*/ 0 h 1843086"/>
                  <a:gd name="connsiteX5" fmla="*/ 1119147 w 1294931"/>
                  <a:gd name="connsiteY5" fmla="*/ 0 h 1843086"/>
                  <a:gd name="connsiteX6" fmla="*/ 1119147 w 1294931"/>
                  <a:gd name="connsiteY6" fmla="*/ 58585 h 1843086"/>
                  <a:gd name="connsiteX7" fmla="*/ 170405 w 1294931"/>
                  <a:gd name="connsiteY7" fmla="*/ 58585 h 1843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4931" h="1843086">
                    <a:moveTo>
                      <a:pt x="0" y="1784501"/>
                    </a:moveTo>
                    <a:lnTo>
                      <a:pt x="1294931" y="1784501"/>
                    </a:lnTo>
                    <a:lnTo>
                      <a:pt x="1294931" y="1843086"/>
                    </a:lnTo>
                    <a:lnTo>
                      <a:pt x="0" y="1843086"/>
                    </a:lnTo>
                    <a:close/>
                    <a:moveTo>
                      <a:pt x="170405" y="0"/>
                    </a:moveTo>
                    <a:lnTo>
                      <a:pt x="1119147" y="0"/>
                    </a:lnTo>
                    <a:lnTo>
                      <a:pt x="1119147" y="58585"/>
                    </a:lnTo>
                    <a:lnTo>
                      <a:pt x="170405" y="58585"/>
                    </a:lnTo>
                    <a:close/>
                  </a:path>
                </a:pathLst>
              </a:custGeom>
              <a:solidFill>
                <a:schemeClr val="tx1">
                  <a:alpha val="1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B48A6D8-912F-EBA0-ECB9-ADEF36637DA6}"/>
                </a:ext>
              </a:extLst>
            </p:cNvPr>
            <p:cNvGrpSpPr/>
            <p:nvPr/>
          </p:nvGrpSpPr>
          <p:grpSpPr>
            <a:xfrm>
              <a:off x="1322931" y="1093136"/>
              <a:ext cx="9769232" cy="1892392"/>
              <a:chOff x="1322931" y="1093136"/>
              <a:chExt cx="9769232" cy="1892392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2BBFB31-7675-856F-72EA-F6B9ED0E9B2E}"/>
                  </a:ext>
                </a:extLst>
              </p:cNvPr>
              <p:cNvSpPr/>
              <p:nvPr/>
            </p:nvSpPr>
            <p:spPr bwMode="auto">
              <a:xfrm>
                <a:off x="1322932" y="2854202"/>
                <a:ext cx="9769231" cy="131326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IN" sz="1400" dirty="0">
                  <a:latin typeface="Lora" pitchFamily="2" charset="0"/>
                </a:endParaRPr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D659C842-776F-C8B6-A0B2-2680CB0516C4}"/>
                  </a:ext>
                </a:extLst>
              </p:cNvPr>
              <p:cNvSpPr/>
              <p:nvPr/>
            </p:nvSpPr>
            <p:spPr>
              <a:xfrm>
                <a:off x="1322931" y="1093136"/>
                <a:ext cx="9769232" cy="1718285"/>
              </a:xfrm>
              <a:custGeom>
                <a:avLst/>
                <a:gdLst>
                  <a:gd name="connsiteX0" fmla="*/ 4320000 w 8640000"/>
                  <a:gd name="connsiteY0" fmla="*/ 0 h 1519667"/>
                  <a:gd name="connsiteX1" fmla="*/ 8640000 w 8640000"/>
                  <a:gd name="connsiteY1" fmla="*/ 1519667 h 1519667"/>
                  <a:gd name="connsiteX2" fmla="*/ 0 w 8640000"/>
                  <a:gd name="connsiteY2" fmla="*/ 1519667 h 15196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40000" h="1519667">
                    <a:moveTo>
                      <a:pt x="4320000" y="0"/>
                    </a:moveTo>
                    <a:lnTo>
                      <a:pt x="8640000" y="1519667"/>
                    </a:lnTo>
                    <a:lnTo>
                      <a:pt x="0" y="1519667"/>
                    </a:lnTo>
                    <a:close/>
                  </a:path>
                </a:pathLst>
              </a:custGeom>
              <a:solidFill>
                <a:schemeClr val="bg1">
                  <a:lumMod val="65000"/>
                </a:schemeClr>
              </a:solidFill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 sz="1400" dirty="0">
                  <a:latin typeface="Lora" pitchFamily="2" charset="0"/>
                </a:endParaRPr>
              </a:p>
            </p:txBody>
          </p:sp>
        </p:grp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A2AFCAF-0CCA-73C8-9275-DD67E9570990}"/>
                </a:ext>
              </a:extLst>
            </p:cNvPr>
            <p:cNvSpPr/>
            <p:nvPr/>
          </p:nvSpPr>
          <p:spPr>
            <a:xfrm>
              <a:off x="1709926" y="3555331"/>
              <a:ext cx="613512" cy="527179"/>
            </a:xfrm>
            <a:custGeom>
              <a:avLst/>
              <a:gdLst>
                <a:gd name="connsiteX0" fmla="*/ 574547 w 4878399"/>
                <a:gd name="connsiteY0" fmla="*/ 3967129 h 4191918"/>
                <a:gd name="connsiteX1" fmla="*/ 574547 w 4878399"/>
                <a:gd name="connsiteY1" fmla="*/ 4035804 h 4191918"/>
                <a:gd name="connsiteX2" fmla="*/ 951166 w 4878399"/>
                <a:gd name="connsiteY2" fmla="*/ 4035804 h 4191918"/>
                <a:gd name="connsiteX3" fmla="*/ 951166 w 4878399"/>
                <a:gd name="connsiteY3" fmla="*/ 3967129 h 4191918"/>
                <a:gd name="connsiteX4" fmla="*/ 3928012 w 4878399"/>
                <a:gd name="connsiteY4" fmla="*/ 3966271 h 4191918"/>
                <a:gd name="connsiteX5" fmla="*/ 3928012 w 4878399"/>
                <a:gd name="connsiteY5" fmla="*/ 4038090 h 4191918"/>
                <a:gd name="connsiteX6" fmla="*/ 4301394 w 4878399"/>
                <a:gd name="connsiteY6" fmla="*/ 4038090 h 4191918"/>
                <a:gd name="connsiteX7" fmla="*/ 4301394 w 4878399"/>
                <a:gd name="connsiteY7" fmla="*/ 3966271 h 4191918"/>
                <a:gd name="connsiteX8" fmla="*/ 2055684 w 4878399"/>
                <a:gd name="connsiteY8" fmla="*/ 3010914 h 4191918"/>
                <a:gd name="connsiteX9" fmla="*/ 1982340 w 4878399"/>
                <a:gd name="connsiteY9" fmla="*/ 3084447 h 4191918"/>
                <a:gd name="connsiteX10" fmla="*/ 1981582 w 4878399"/>
                <a:gd name="connsiteY10" fmla="*/ 3197604 h 4191918"/>
                <a:gd name="connsiteX11" fmla="*/ 2895982 w 4878399"/>
                <a:gd name="connsiteY11" fmla="*/ 3197604 h 4191918"/>
                <a:gd name="connsiteX12" fmla="*/ 2895982 w 4878399"/>
                <a:gd name="connsiteY12" fmla="*/ 3118166 h 4191918"/>
                <a:gd name="connsiteX13" fmla="*/ 2788537 w 4878399"/>
                <a:gd name="connsiteY13" fmla="*/ 3010914 h 4191918"/>
                <a:gd name="connsiteX14" fmla="*/ 2088929 w 4878399"/>
                <a:gd name="connsiteY14" fmla="*/ 3010914 h 4191918"/>
                <a:gd name="connsiteX15" fmla="*/ 2055684 w 4878399"/>
                <a:gd name="connsiteY15" fmla="*/ 3010914 h 4191918"/>
                <a:gd name="connsiteX16" fmla="*/ 2439114 w 4878399"/>
                <a:gd name="connsiteY16" fmla="*/ 1904692 h 4191918"/>
                <a:gd name="connsiteX17" fmla="*/ 2515173 w 4878399"/>
                <a:gd name="connsiteY17" fmla="*/ 1962973 h 4191918"/>
                <a:gd name="connsiteX18" fmla="*/ 2837209 w 4878399"/>
                <a:gd name="connsiteY18" fmla="*/ 2534473 h 4191918"/>
                <a:gd name="connsiteX19" fmla="*/ 2758153 w 4878399"/>
                <a:gd name="connsiteY19" fmla="*/ 2667823 h 4191918"/>
                <a:gd name="connsiteX20" fmla="*/ 2518121 w 4878399"/>
                <a:gd name="connsiteY20" fmla="*/ 2667823 h 4191918"/>
                <a:gd name="connsiteX21" fmla="*/ 2518121 w 4878399"/>
                <a:gd name="connsiteY21" fmla="*/ 2858323 h 4191918"/>
                <a:gd name="connsiteX22" fmla="*/ 2563365 w 4878399"/>
                <a:gd name="connsiteY22" fmla="*/ 2858323 h 4191918"/>
                <a:gd name="connsiteX23" fmla="*/ 2815684 w 4878399"/>
                <a:gd name="connsiteY23" fmla="*/ 2858323 h 4191918"/>
                <a:gd name="connsiteX24" fmla="*/ 3048284 w 4878399"/>
                <a:gd name="connsiteY24" fmla="*/ 3089876 h 4191918"/>
                <a:gd name="connsiteX25" fmla="*/ 3048284 w 4878399"/>
                <a:gd name="connsiteY25" fmla="*/ 3201128 h 4191918"/>
                <a:gd name="connsiteX26" fmla="*/ 3106388 w 4878399"/>
                <a:gd name="connsiteY26" fmla="*/ 3201128 h 4191918"/>
                <a:gd name="connsiteX27" fmla="*/ 4625244 w 4878399"/>
                <a:gd name="connsiteY27" fmla="*/ 3199604 h 4191918"/>
                <a:gd name="connsiteX28" fmla="*/ 4878038 w 4878399"/>
                <a:gd name="connsiteY28" fmla="*/ 3451731 h 4191918"/>
                <a:gd name="connsiteX29" fmla="*/ 4876991 w 4878399"/>
                <a:gd name="connsiteY29" fmla="*/ 3727956 h 4191918"/>
                <a:gd name="connsiteX30" fmla="*/ 4643438 w 4878399"/>
                <a:gd name="connsiteY30" fmla="*/ 3963128 h 4191918"/>
                <a:gd name="connsiteX31" fmla="*/ 4458082 w 4878399"/>
                <a:gd name="connsiteY31" fmla="*/ 3963128 h 4191918"/>
                <a:gd name="connsiteX32" fmla="*/ 4458082 w 4878399"/>
                <a:gd name="connsiteY32" fmla="*/ 4095240 h 4191918"/>
                <a:gd name="connsiteX33" fmla="*/ 4364543 w 4878399"/>
                <a:gd name="connsiteY33" fmla="*/ 4191633 h 4191918"/>
                <a:gd name="connsiteX34" fmla="*/ 3864579 w 4878399"/>
                <a:gd name="connsiteY34" fmla="*/ 4191633 h 4191918"/>
                <a:gd name="connsiteX35" fmla="*/ 3772375 w 4878399"/>
                <a:gd name="connsiteY35" fmla="*/ 4098669 h 4191918"/>
                <a:gd name="connsiteX36" fmla="*/ 3772375 w 4878399"/>
                <a:gd name="connsiteY36" fmla="*/ 3966938 h 4191918"/>
                <a:gd name="connsiteX37" fmla="*/ 1105375 w 4878399"/>
                <a:gd name="connsiteY37" fmla="*/ 3966938 h 4191918"/>
                <a:gd name="connsiteX38" fmla="*/ 1105375 w 4878399"/>
                <a:gd name="connsiteY38" fmla="*/ 4095430 h 4191918"/>
                <a:gd name="connsiteX39" fmla="*/ 1011650 w 4878399"/>
                <a:gd name="connsiteY39" fmla="*/ 4191633 h 4191918"/>
                <a:gd name="connsiteX40" fmla="*/ 511681 w 4878399"/>
                <a:gd name="connsiteY40" fmla="*/ 4191633 h 4191918"/>
                <a:gd name="connsiteX41" fmla="*/ 419672 w 4878399"/>
                <a:gd name="connsiteY41" fmla="*/ 4098478 h 4191918"/>
                <a:gd name="connsiteX42" fmla="*/ 419672 w 4878399"/>
                <a:gd name="connsiteY42" fmla="*/ 3963128 h 4191918"/>
                <a:gd name="connsiteX43" fmla="*/ 232791 w 4878399"/>
                <a:gd name="connsiteY43" fmla="*/ 3963128 h 4191918"/>
                <a:gd name="connsiteX44" fmla="*/ 0 w 4878399"/>
                <a:gd name="connsiteY44" fmla="*/ 3736852 h 4191918"/>
                <a:gd name="connsiteX45" fmla="*/ 0 w 4878399"/>
                <a:gd name="connsiteY45" fmla="*/ 3736528 h 4191918"/>
                <a:gd name="connsiteX46" fmla="*/ 0 w 4878399"/>
                <a:gd name="connsiteY46" fmla="*/ 3441253 h 4191918"/>
                <a:gd name="connsiteX47" fmla="*/ 239074 w 4878399"/>
                <a:gd name="connsiteY47" fmla="*/ 3201890 h 4191918"/>
                <a:gd name="connsiteX48" fmla="*/ 1767460 w 4878399"/>
                <a:gd name="connsiteY48" fmla="*/ 3201890 h 4191918"/>
                <a:gd name="connsiteX49" fmla="*/ 1828800 w 4878399"/>
                <a:gd name="connsiteY49" fmla="*/ 3201890 h 4191918"/>
                <a:gd name="connsiteX50" fmla="*/ 1828800 w 4878399"/>
                <a:gd name="connsiteY50" fmla="*/ 3093782 h 4191918"/>
                <a:gd name="connsiteX51" fmla="*/ 2063019 w 4878399"/>
                <a:gd name="connsiteY51" fmla="*/ 2859085 h 4191918"/>
                <a:gd name="connsiteX52" fmla="*/ 2310669 w 4878399"/>
                <a:gd name="connsiteY52" fmla="*/ 2859085 h 4191918"/>
                <a:gd name="connsiteX53" fmla="*/ 2359438 w 4878399"/>
                <a:gd name="connsiteY53" fmla="*/ 2856133 h 4191918"/>
                <a:gd name="connsiteX54" fmla="*/ 2359438 w 4878399"/>
                <a:gd name="connsiteY54" fmla="*/ 2671157 h 4191918"/>
                <a:gd name="connsiteX55" fmla="*/ 2317431 w 4878399"/>
                <a:gd name="connsiteY55" fmla="*/ 2668109 h 4191918"/>
                <a:gd name="connsiteX56" fmla="*/ 2112644 w 4878399"/>
                <a:gd name="connsiteY56" fmla="*/ 2668109 h 4191918"/>
                <a:gd name="connsiteX57" fmla="*/ 2036444 w 4878399"/>
                <a:gd name="connsiteY57" fmla="*/ 2541903 h 4191918"/>
                <a:gd name="connsiteX58" fmla="*/ 2231990 w 4878399"/>
                <a:gd name="connsiteY58" fmla="*/ 2193669 h 4191918"/>
                <a:gd name="connsiteX59" fmla="*/ 2362773 w 4878399"/>
                <a:gd name="connsiteY59" fmla="*/ 1961640 h 4191918"/>
                <a:gd name="connsiteX60" fmla="*/ 2439114 w 4878399"/>
                <a:gd name="connsiteY60" fmla="*/ 1904692 h 4191918"/>
                <a:gd name="connsiteX61" fmla="*/ 992502 w 4878399"/>
                <a:gd name="connsiteY61" fmla="*/ 993138 h 4191918"/>
                <a:gd name="connsiteX62" fmla="*/ 912968 w 4878399"/>
                <a:gd name="connsiteY62" fmla="*/ 1107438 h 4191918"/>
                <a:gd name="connsiteX63" fmla="*/ 768953 w 4878399"/>
                <a:gd name="connsiteY63" fmla="*/ 1198687 h 4191918"/>
                <a:gd name="connsiteX64" fmla="*/ 839819 w 4878399"/>
                <a:gd name="connsiteY64" fmla="*/ 1532062 h 4191918"/>
                <a:gd name="connsiteX65" fmla="*/ 992219 w 4878399"/>
                <a:gd name="connsiteY65" fmla="*/ 1583688 h 4191918"/>
                <a:gd name="connsiteX66" fmla="*/ 1093943 w 4878399"/>
                <a:gd name="connsiteY66" fmla="*/ 1621788 h 4191918"/>
                <a:gd name="connsiteX67" fmla="*/ 1093943 w 4878399"/>
                <a:gd name="connsiteY67" fmla="*/ 1698654 h 4191918"/>
                <a:gd name="connsiteX68" fmla="*/ 1055275 w 4878399"/>
                <a:gd name="connsiteY68" fmla="*/ 1716085 h 4191918"/>
                <a:gd name="connsiteX69" fmla="*/ 828577 w 4878399"/>
                <a:gd name="connsiteY69" fmla="*/ 1623026 h 4191918"/>
                <a:gd name="connsiteX70" fmla="*/ 727039 w 4878399"/>
                <a:gd name="connsiteY70" fmla="*/ 1589307 h 4191918"/>
                <a:gd name="connsiteX71" fmla="*/ 693800 w 4878399"/>
                <a:gd name="connsiteY71" fmla="*/ 1690939 h 4191918"/>
                <a:gd name="connsiteX72" fmla="*/ 793621 w 4878399"/>
                <a:gd name="connsiteY72" fmla="*/ 1808954 h 4191918"/>
                <a:gd name="connsiteX73" fmla="*/ 911349 w 4878399"/>
                <a:gd name="connsiteY73" fmla="*/ 1870009 h 4191918"/>
                <a:gd name="connsiteX74" fmla="*/ 990981 w 4878399"/>
                <a:gd name="connsiteY74" fmla="*/ 1981833 h 4191918"/>
                <a:gd name="connsiteX75" fmla="*/ 1068800 w 4878399"/>
                <a:gd name="connsiteY75" fmla="*/ 1872295 h 4191918"/>
                <a:gd name="connsiteX76" fmla="*/ 1137284 w 4878399"/>
                <a:gd name="connsiteY76" fmla="*/ 1848292 h 4191918"/>
                <a:gd name="connsiteX77" fmla="*/ 1274727 w 4878399"/>
                <a:gd name="connsiteY77" fmla="*/ 1669984 h 4191918"/>
                <a:gd name="connsiteX78" fmla="*/ 1150902 w 4878399"/>
                <a:gd name="connsiteY78" fmla="*/ 1478246 h 4191918"/>
                <a:gd name="connsiteX79" fmla="*/ 1039174 w 4878399"/>
                <a:gd name="connsiteY79" fmla="*/ 1438717 h 4191918"/>
                <a:gd name="connsiteX80" fmla="*/ 908396 w 4878399"/>
                <a:gd name="connsiteY80" fmla="*/ 1396235 h 4191918"/>
                <a:gd name="connsiteX81" fmla="*/ 865724 w 4878399"/>
                <a:gd name="connsiteY81" fmla="*/ 1333371 h 4191918"/>
                <a:gd name="connsiteX82" fmla="*/ 917637 w 4878399"/>
                <a:gd name="connsiteY82" fmla="*/ 1278602 h 4191918"/>
                <a:gd name="connsiteX83" fmla="*/ 1151953 w 4878399"/>
                <a:gd name="connsiteY83" fmla="*/ 1364327 h 4191918"/>
                <a:gd name="connsiteX84" fmla="*/ 1250059 w 4878399"/>
                <a:gd name="connsiteY84" fmla="*/ 1398617 h 4191918"/>
                <a:gd name="connsiteX85" fmla="*/ 1289684 w 4878399"/>
                <a:gd name="connsiteY85" fmla="*/ 1303367 h 4191918"/>
                <a:gd name="connsiteX86" fmla="*/ 1192146 w 4878399"/>
                <a:gd name="connsiteY86" fmla="*/ 1178018 h 4191918"/>
                <a:gd name="connsiteX87" fmla="*/ 1069656 w 4878399"/>
                <a:gd name="connsiteY87" fmla="*/ 1114962 h 4191918"/>
                <a:gd name="connsiteX88" fmla="*/ 992502 w 4878399"/>
                <a:gd name="connsiteY88" fmla="*/ 993138 h 4191918"/>
                <a:gd name="connsiteX89" fmla="*/ 3889153 w 4878399"/>
                <a:gd name="connsiteY89" fmla="*/ 992661 h 4191918"/>
                <a:gd name="connsiteX90" fmla="*/ 3842003 w 4878399"/>
                <a:gd name="connsiteY90" fmla="*/ 1008663 h 4191918"/>
                <a:gd name="connsiteX91" fmla="*/ 3794378 w 4878399"/>
                <a:gd name="connsiteY91" fmla="*/ 1125154 h 4191918"/>
                <a:gd name="connsiteX92" fmla="*/ 3755612 w 4878399"/>
                <a:gd name="connsiteY92" fmla="*/ 1137632 h 4191918"/>
                <a:gd name="connsiteX93" fmla="*/ 3610356 w 4878399"/>
                <a:gd name="connsiteY93" fmla="*/ 1310415 h 4191918"/>
                <a:gd name="connsiteX94" fmla="*/ 3718940 w 4878399"/>
                <a:gd name="connsiteY94" fmla="*/ 1521489 h 4191918"/>
                <a:gd name="connsiteX95" fmla="*/ 3846477 w 4878399"/>
                <a:gd name="connsiteY95" fmla="*/ 1572067 h 4191918"/>
                <a:gd name="connsiteX96" fmla="*/ 3973064 w 4878399"/>
                <a:gd name="connsiteY96" fmla="*/ 1611786 h 4191918"/>
                <a:gd name="connsiteX97" fmla="*/ 4015262 w 4878399"/>
                <a:gd name="connsiteY97" fmla="*/ 1661031 h 4191918"/>
                <a:gd name="connsiteX98" fmla="*/ 3970590 w 4878399"/>
                <a:gd name="connsiteY98" fmla="*/ 1709418 h 4191918"/>
                <a:gd name="connsiteX99" fmla="*/ 3952875 w 4878399"/>
                <a:gd name="connsiteY99" fmla="*/ 1715704 h 4191918"/>
                <a:gd name="connsiteX100" fmla="*/ 3725605 w 4878399"/>
                <a:gd name="connsiteY100" fmla="*/ 1623312 h 4191918"/>
                <a:gd name="connsiteX101" fmla="*/ 3624546 w 4878399"/>
                <a:gd name="connsiteY101" fmla="*/ 1588545 h 4191918"/>
                <a:gd name="connsiteX102" fmla="*/ 3590162 w 4878399"/>
                <a:gd name="connsiteY102" fmla="*/ 1689606 h 4191918"/>
                <a:gd name="connsiteX103" fmla="*/ 3689221 w 4878399"/>
                <a:gd name="connsiteY103" fmla="*/ 1808478 h 4191918"/>
                <a:gd name="connsiteX104" fmla="*/ 3807237 w 4878399"/>
                <a:gd name="connsiteY104" fmla="*/ 1869819 h 4191918"/>
                <a:gd name="connsiteX105" fmla="*/ 3886581 w 4878399"/>
                <a:gd name="connsiteY105" fmla="*/ 1981833 h 4191918"/>
                <a:gd name="connsiteX106" fmla="*/ 3966400 w 4878399"/>
                <a:gd name="connsiteY106" fmla="*/ 1871628 h 4191918"/>
                <a:gd name="connsiteX107" fmla="*/ 3966493 w 4878399"/>
                <a:gd name="connsiteY107" fmla="*/ 1871628 h 4191918"/>
                <a:gd name="connsiteX108" fmla="*/ 4032312 w 4878399"/>
                <a:gd name="connsiteY108" fmla="*/ 1848578 h 4191918"/>
                <a:gd name="connsiteX109" fmla="*/ 4170327 w 4878399"/>
                <a:gd name="connsiteY109" fmla="*/ 1670746 h 4191918"/>
                <a:gd name="connsiteX110" fmla="*/ 4047362 w 4878399"/>
                <a:gd name="connsiteY110" fmla="*/ 1478532 h 4191918"/>
                <a:gd name="connsiteX111" fmla="*/ 3935634 w 4878399"/>
                <a:gd name="connsiteY111" fmla="*/ 1438908 h 4191918"/>
                <a:gd name="connsiteX112" fmla="*/ 3804758 w 4878399"/>
                <a:gd name="connsiteY112" fmla="*/ 1396521 h 4191918"/>
                <a:gd name="connsiteX113" fmla="*/ 3763612 w 4878399"/>
                <a:gd name="connsiteY113" fmla="*/ 1329846 h 4191918"/>
                <a:gd name="connsiteX114" fmla="*/ 3813139 w 4878399"/>
                <a:gd name="connsiteY114" fmla="*/ 1279650 h 4191918"/>
                <a:gd name="connsiteX115" fmla="*/ 4047455 w 4878399"/>
                <a:gd name="connsiteY115" fmla="*/ 1363089 h 4191918"/>
                <a:gd name="connsiteX116" fmla="*/ 4145086 w 4878399"/>
                <a:gd name="connsiteY116" fmla="*/ 1398522 h 4191918"/>
                <a:gd name="connsiteX117" fmla="*/ 4185093 w 4878399"/>
                <a:gd name="connsiteY117" fmla="*/ 1304129 h 4191918"/>
                <a:gd name="connsiteX118" fmla="*/ 4184903 w 4878399"/>
                <a:gd name="connsiteY118" fmla="*/ 1303748 h 4191918"/>
                <a:gd name="connsiteX119" fmla="*/ 4131087 w 4878399"/>
                <a:gd name="connsiteY119" fmla="*/ 1215261 h 4191918"/>
                <a:gd name="connsiteX120" fmla="*/ 3966400 w 4878399"/>
                <a:gd name="connsiteY120" fmla="*/ 1120868 h 4191918"/>
                <a:gd name="connsiteX121" fmla="*/ 3889153 w 4878399"/>
                <a:gd name="connsiteY121" fmla="*/ 992661 h 4191918"/>
                <a:gd name="connsiteX122" fmla="*/ 952155 w 4878399"/>
                <a:gd name="connsiteY122" fmla="*/ 263987 h 4191918"/>
                <a:gd name="connsiteX123" fmla="*/ 889062 w 4878399"/>
                <a:gd name="connsiteY123" fmla="*/ 289431 h 4191918"/>
                <a:gd name="connsiteX124" fmla="*/ 876774 w 4878399"/>
                <a:gd name="connsiteY124" fmla="*/ 298003 h 4191918"/>
                <a:gd name="connsiteX125" fmla="*/ 917637 w 4878399"/>
                <a:gd name="connsiteY125" fmla="*/ 454975 h 4191918"/>
                <a:gd name="connsiteX126" fmla="*/ 1054415 w 4878399"/>
                <a:gd name="connsiteY126" fmla="*/ 454975 h 4191918"/>
                <a:gd name="connsiteX127" fmla="*/ 1088324 w 4878399"/>
                <a:gd name="connsiteY127" fmla="*/ 291145 h 4191918"/>
                <a:gd name="connsiteX128" fmla="*/ 1019747 w 4878399"/>
                <a:gd name="connsiteY128" fmla="*/ 278191 h 4191918"/>
                <a:gd name="connsiteX129" fmla="*/ 952155 w 4878399"/>
                <a:gd name="connsiteY129" fmla="*/ 263987 h 4191918"/>
                <a:gd name="connsiteX130" fmla="*/ 3867815 w 4878399"/>
                <a:gd name="connsiteY130" fmla="*/ 261999 h 4191918"/>
                <a:gd name="connsiteX131" fmla="*/ 3837240 w 4878399"/>
                <a:gd name="connsiteY131" fmla="*/ 264380 h 4191918"/>
                <a:gd name="connsiteX132" fmla="*/ 3772849 w 4878399"/>
                <a:gd name="connsiteY132" fmla="*/ 297432 h 4191918"/>
                <a:gd name="connsiteX133" fmla="*/ 3813046 w 4878399"/>
                <a:gd name="connsiteY133" fmla="*/ 455547 h 4191918"/>
                <a:gd name="connsiteX134" fmla="*/ 3949922 w 4878399"/>
                <a:gd name="connsiteY134" fmla="*/ 455547 h 4191918"/>
                <a:gd name="connsiteX135" fmla="*/ 3983450 w 4878399"/>
                <a:gd name="connsiteY135" fmla="*/ 296289 h 4191918"/>
                <a:gd name="connsiteX136" fmla="*/ 3867815 w 4878399"/>
                <a:gd name="connsiteY136" fmla="*/ 261999 h 4191918"/>
                <a:gd name="connsiteX137" fmla="*/ 1299066 w 4878399"/>
                <a:gd name="connsiteY137" fmla="*/ 455 h 4191918"/>
                <a:gd name="connsiteX138" fmla="*/ 1344165 w 4878399"/>
                <a:gd name="connsiteY138" fmla="*/ 75023 h 4191918"/>
                <a:gd name="connsiteX139" fmla="*/ 1314543 w 4878399"/>
                <a:gd name="connsiteY139" fmla="*/ 149318 h 4191918"/>
                <a:gd name="connsiteX140" fmla="*/ 1211103 w 4878399"/>
                <a:gd name="connsiteY140" fmla="*/ 456785 h 4191918"/>
                <a:gd name="connsiteX141" fmla="*/ 1226344 w 4878399"/>
                <a:gd name="connsiteY141" fmla="*/ 602708 h 4191918"/>
                <a:gd name="connsiteX142" fmla="*/ 1334830 w 4878399"/>
                <a:gd name="connsiteY142" fmla="*/ 736629 h 4191918"/>
                <a:gd name="connsiteX143" fmla="*/ 1664968 w 4878399"/>
                <a:gd name="connsiteY143" fmla="*/ 1245645 h 4191918"/>
                <a:gd name="connsiteX144" fmla="*/ 1744503 w 4878399"/>
                <a:gd name="connsiteY144" fmla="*/ 1760757 h 4191918"/>
                <a:gd name="connsiteX145" fmla="*/ 1369219 w 4878399"/>
                <a:gd name="connsiteY145" fmla="*/ 2220529 h 4191918"/>
                <a:gd name="connsiteX146" fmla="*/ 1325115 w 4878399"/>
                <a:gd name="connsiteY146" fmla="*/ 2238150 h 4191918"/>
                <a:gd name="connsiteX147" fmla="*/ 1316162 w 4878399"/>
                <a:gd name="connsiteY147" fmla="*/ 2248628 h 4191918"/>
                <a:gd name="connsiteX148" fmla="*/ 2026062 w 4878399"/>
                <a:gd name="connsiteY148" fmla="*/ 2248628 h 4191918"/>
                <a:gd name="connsiteX149" fmla="*/ 1943672 w 4878399"/>
                <a:gd name="connsiteY149" fmla="*/ 2389217 h 4191918"/>
                <a:gd name="connsiteX150" fmla="*/ 1910711 w 4878399"/>
                <a:gd name="connsiteY150" fmla="*/ 2400456 h 4191918"/>
                <a:gd name="connsiteX151" fmla="*/ 1158999 w 4878399"/>
                <a:gd name="connsiteY151" fmla="*/ 2400456 h 4191918"/>
                <a:gd name="connsiteX152" fmla="*/ 435099 w 4878399"/>
                <a:gd name="connsiteY152" fmla="*/ 2400456 h 4191918"/>
                <a:gd name="connsiteX153" fmla="*/ 342709 w 4878399"/>
                <a:gd name="connsiteY153" fmla="*/ 2491420 h 4191918"/>
                <a:gd name="connsiteX154" fmla="*/ 341184 w 4878399"/>
                <a:gd name="connsiteY154" fmla="*/ 2562763 h 4191918"/>
                <a:gd name="connsiteX155" fmla="*/ 266030 w 4878399"/>
                <a:gd name="connsiteY155" fmla="*/ 2628675 h 4191918"/>
                <a:gd name="connsiteX156" fmla="*/ 192021 w 4878399"/>
                <a:gd name="connsiteY156" fmla="*/ 2566954 h 4191918"/>
                <a:gd name="connsiteX157" fmla="*/ 236693 w 4878399"/>
                <a:gd name="connsiteY157" fmla="*/ 2343878 h 4191918"/>
                <a:gd name="connsiteX158" fmla="*/ 418719 w 4878399"/>
                <a:gd name="connsiteY158" fmla="*/ 2248628 h 4191918"/>
                <a:gd name="connsiteX159" fmla="*/ 653700 w 4878399"/>
                <a:gd name="connsiteY159" fmla="*/ 2248628 h 4191918"/>
                <a:gd name="connsiteX160" fmla="*/ 655416 w 4878399"/>
                <a:gd name="connsiteY160" fmla="*/ 2241103 h 4191918"/>
                <a:gd name="connsiteX161" fmla="*/ 618172 w 4878399"/>
                <a:gd name="connsiteY161" fmla="*/ 2224148 h 4191918"/>
                <a:gd name="connsiteX162" fmla="*/ 233456 w 4878399"/>
                <a:gd name="connsiteY162" fmla="*/ 1549874 h 4191918"/>
                <a:gd name="connsiteX163" fmla="*/ 480440 w 4878399"/>
                <a:gd name="connsiteY163" fmla="*/ 954275 h 4191918"/>
                <a:gd name="connsiteX164" fmla="*/ 701990 w 4878399"/>
                <a:gd name="connsiteY164" fmla="*/ 656715 h 4191918"/>
                <a:gd name="connsiteX165" fmla="*/ 726374 w 4878399"/>
                <a:gd name="connsiteY165" fmla="*/ 623091 h 4191918"/>
                <a:gd name="connsiteX166" fmla="*/ 688274 w 4878399"/>
                <a:gd name="connsiteY166" fmla="*/ 525650 h 4191918"/>
                <a:gd name="connsiteX167" fmla="*/ 757903 w 4878399"/>
                <a:gd name="connsiteY167" fmla="*/ 455642 h 4191918"/>
                <a:gd name="connsiteX168" fmla="*/ 665890 w 4878399"/>
                <a:gd name="connsiteY168" fmla="*/ 201134 h 4191918"/>
                <a:gd name="connsiteX169" fmla="*/ 636077 w 4878399"/>
                <a:gd name="connsiteY169" fmla="*/ 132458 h 4191918"/>
                <a:gd name="connsiteX170" fmla="*/ 701036 w 4878399"/>
                <a:gd name="connsiteY170" fmla="*/ 86834 h 4191918"/>
                <a:gd name="connsiteX171" fmla="*/ 760377 w 4878399"/>
                <a:gd name="connsiteY171" fmla="*/ 126267 h 4191918"/>
                <a:gd name="connsiteX172" fmla="*/ 885346 w 4878399"/>
                <a:gd name="connsiteY172" fmla="*/ 110456 h 4191918"/>
                <a:gd name="connsiteX173" fmla="*/ 924874 w 4878399"/>
                <a:gd name="connsiteY173" fmla="*/ 62831 h 4191918"/>
                <a:gd name="connsiteX174" fmla="*/ 994409 w 4878399"/>
                <a:gd name="connsiteY174" fmla="*/ 64926 h 4191918"/>
                <a:gd name="connsiteX175" fmla="*/ 1008408 w 4878399"/>
                <a:gd name="connsiteY175" fmla="*/ 83976 h 4191918"/>
                <a:gd name="connsiteX176" fmla="*/ 1149000 w 4878399"/>
                <a:gd name="connsiteY176" fmla="*/ 99312 h 4191918"/>
                <a:gd name="connsiteX177" fmla="*/ 1210624 w 4878399"/>
                <a:gd name="connsiteY177" fmla="*/ 39875 h 4191918"/>
                <a:gd name="connsiteX178" fmla="*/ 1261774 w 4878399"/>
                <a:gd name="connsiteY178" fmla="*/ 6252 h 4191918"/>
                <a:gd name="connsiteX179" fmla="*/ 1299066 w 4878399"/>
                <a:gd name="connsiteY179" fmla="*/ 455 h 4191918"/>
                <a:gd name="connsiteX180" fmla="*/ 4185581 w 4878399"/>
                <a:gd name="connsiteY180" fmla="*/ 1 h 4191918"/>
                <a:gd name="connsiteX181" fmla="*/ 4225384 w 4878399"/>
                <a:gd name="connsiteY181" fmla="*/ 13587 h 4191918"/>
                <a:gd name="connsiteX182" fmla="*/ 4238527 w 4878399"/>
                <a:gd name="connsiteY182" fmla="*/ 87977 h 4191918"/>
                <a:gd name="connsiteX183" fmla="*/ 4195474 w 4878399"/>
                <a:gd name="connsiteY183" fmla="*/ 177512 h 4191918"/>
                <a:gd name="connsiteX184" fmla="*/ 4109749 w 4878399"/>
                <a:gd name="connsiteY184" fmla="*/ 442878 h 4191918"/>
                <a:gd name="connsiteX185" fmla="*/ 4117083 w 4878399"/>
                <a:gd name="connsiteY185" fmla="*/ 468024 h 4191918"/>
                <a:gd name="connsiteX186" fmla="*/ 4123753 w 4878399"/>
                <a:gd name="connsiteY186" fmla="*/ 605851 h 4191918"/>
                <a:gd name="connsiteX187" fmla="*/ 4288250 w 4878399"/>
                <a:gd name="connsiteY187" fmla="*/ 805876 h 4191918"/>
                <a:gd name="connsiteX188" fmla="*/ 4614672 w 4878399"/>
                <a:gd name="connsiteY188" fmla="*/ 1397379 h 4191918"/>
                <a:gd name="connsiteX189" fmla="*/ 4635242 w 4878399"/>
                <a:gd name="connsiteY189" fmla="*/ 1797429 h 4191918"/>
                <a:gd name="connsiteX190" fmla="*/ 4271009 w 4878399"/>
                <a:gd name="connsiteY190" fmla="*/ 2219291 h 4191918"/>
                <a:gd name="connsiteX191" fmla="*/ 4222812 w 4878399"/>
                <a:gd name="connsiteY191" fmla="*/ 2239008 h 4191918"/>
                <a:gd name="connsiteX192" fmla="*/ 4222621 w 4878399"/>
                <a:gd name="connsiteY192" fmla="*/ 2248914 h 4191918"/>
                <a:gd name="connsiteX193" fmla="*/ 4445124 w 4878399"/>
                <a:gd name="connsiteY193" fmla="*/ 2248914 h 4191918"/>
                <a:gd name="connsiteX194" fmla="*/ 4686202 w 4878399"/>
                <a:gd name="connsiteY194" fmla="*/ 2484371 h 4191918"/>
                <a:gd name="connsiteX195" fmla="*/ 4686202 w 4878399"/>
                <a:gd name="connsiteY195" fmla="*/ 2555809 h 4191918"/>
                <a:gd name="connsiteX196" fmla="*/ 4602477 w 4878399"/>
                <a:gd name="connsiteY196" fmla="*/ 2623627 h 4191918"/>
                <a:gd name="connsiteX197" fmla="*/ 4534756 w 4878399"/>
                <a:gd name="connsiteY197" fmla="*/ 2556857 h 4191918"/>
                <a:gd name="connsiteX198" fmla="*/ 4534184 w 4878399"/>
                <a:gd name="connsiteY198" fmla="*/ 2499707 h 4191918"/>
                <a:gd name="connsiteX199" fmla="*/ 4434645 w 4878399"/>
                <a:gd name="connsiteY199" fmla="*/ 2401314 h 4191918"/>
                <a:gd name="connsiteX200" fmla="*/ 3591971 w 4878399"/>
                <a:gd name="connsiteY200" fmla="*/ 2401314 h 4191918"/>
                <a:gd name="connsiteX201" fmla="*/ 2973418 w 4878399"/>
                <a:gd name="connsiteY201" fmla="*/ 2401314 h 4191918"/>
                <a:gd name="connsiteX202" fmla="*/ 2917789 w 4878399"/>
                <a:gd name="connsiteY202" fmla="*/ 2369119 h 4191918"/>
                <a:gd name="connsiteX203" fmla="*/ 2853309 w 4878399"/>
                <a:gd name="connsiteY203" fmla="*/ 2250724 h 4191918"/>
                <a:gd name="connsiteX204" fmla="*/ 3549774 w 4878399"/>
                <a:gd name="connsiteY204" fmla="*/ 2250724 h 4191918"/>
                <a:gd name="connsiteX205" fmla="*/ 3551871 w 4878399"/>
                <a:gd name="connsiteY205" fmla="*/ 2241199 h 4191918"/>
                <a:gd name="connsiteX206" fmla="*/ 3524631 w 4878399"/>
                <a:gd name="connsiteY206" fmla="*/ 2227292 h 4191918"/>
                <a:gd name="connsiteX207" fmla="*/ 3129246 w 4878399"/>
                <a:gd name="connsiteY207" fmla="*/ 1551017 h 4191918"/>
                <a:gd name="connsiteX208" fmla="*/ 3378515 w 4878399"/>
                <a:gd name="connsiteY208" fmla="*/ 950942 h 4191918"/>
                <a:gd name="connsiteX209" fmla="*/ 3597590 w 4878399"/>
                <a:gd name="connsiteY209" fmla="*/ 657000 h 4191918"/>
                <a:gd name="connsiteX210" fmla="*/ 3630071 w 4878399"/>
                <a:gd name="connsiteY210" fmla="*/ 611947 h 4191918"/>
                <a:gd name="connsiteX211" fmla="*/ 3653884 w 4878399"/>
                <a:gd name="connsiteY211" fmla="*/ 452403 h 4191918"/>
                <a:gd name="connsiteX212" fmla="*/ 3563015 w 4878399"/>
                <a:gd name="connsiteY212" fmla="*/ 201515 h 4191918"/>
                <a:gd name="connsiteX213" fmla="*/ 3532342 w 4878399"/>
                <a:gd name="connsiteY213" fmla="*/ 128268 h 4191918"/>
                <a:gd name="connsiteX214" fmla="*/ 3596636 w 4878399"/>
                <a:gd name="connsiteY214" fmla="*/ 85691 h 4191918"/>
                <a:gd name="connsiteX215" fmla="*/ 3652075 w 4878399"/>
                <a:gd name="connsiteY215" fmla="*/ 122362 h 4191918"/>
                <a:gd name="connsiteX216" fmla="*/ 3787327 w 4878399"/>
                <a:gd name="connsiteY216" fmla="*/ 103312 h 4191918"/>
                <a:gd name="connsiteX217" fmla="*/ 3820664 w 4878399"/>
                <a:gd name="connsiteY217" fmla="*/ 63021 h 4191918"/>
                <a:gd name="connsiteX218" fmla="*/ 3893344 w 4878399"/>
                <a:gd name="connsiteY218" fmla="*/ 67308 h 4191918"/>
                <a:gd name="connsiteX219" fmla="*/ 3906961 w 4878399"/>
                <a:gd name="connsiteY219" fmla="*/ 86834 h 4191918"/>
                <a:gd name="connsiteX220" fmla="*/ 4037358 w 4878399"/>
                <a:gd name="connsiteY220" fmla="*/ 105884 h 4191918"/>
                <a:gd name="connsiteX221" fmla="*/ 4106321 w 4878399"/>
                <a:gd name="connsiteY221" fmla="*/ 40352 h 4191918"/>
                <a:gd name="connsiteX222" fmla="*/ 4144421 w 4878399"/>
                <a:gd name="connsiteY222" fmla="*/ 11777 h 4191918"/>
                <a:gd name="connsiteX223" fmla="*/ 4185581 w 4878399"/>
                <a:gd name="connsiteY223" fmla="*/ 1 h 41919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</a:cxnLst>
              <a:rect l="l" t="t" r="r" b="b"/>
              <a:pathLst>
                <a:path w="4878399" h="4191918">
                  <a:moveTo>
                    <a:pt x="574547" y="3967129"/>
                  </a:moveTo>
                  <a:lnTo>
                    <a:pt x="574547" y="4035804"/>
                  </a:lnTo>
                  <a:lnTo>
                    <a:pt x="951166" y="4035804"/>
                  </a:lnTo>
                  <a:lnTo>
                    <a:pt x="951166" y="3967129"/>
                  </a:lnTo>
                  <a:close/>
                  <a:moveTo>
                    <a:pt x="3928012" y="3966271"/>
                  </a:moveTo>
                  <a:lnTo>
                    <a:pt x="3928012" y="4038090"/>
                  </a:lnTo>
                  <a:lnTo>
                    <a:pt x="4301394" y="4038090"/>
                  </a:lnTo>
                  <a:lnTo>
                    <a:pt x="4301394" y="3966271"/>
                  </a:lnTo>
                  <a:close/>
                  <a:moveTo>
                    <a:pt x="2055684" y="3010914"/>
                  </a:moveTo>
                  <a:cubicBezTo>
                    <a:pt x="2012822" y="3015200"/>
                    <a:pt x="1985009" y="3041680"/>
                    <a:pt x="1982340" y="3084447"/>
                  </a:cubicBezTo>
                  <a:cubicBezTo>
                    <a:pt x="1979768" y="3121118"/>
                    <a:pt x="1981582" y="3157504"/>
                    <a:pt x="1981582" y="3197604"/>
                  </a:cubicBezTo>
                  <a:lnTo>
                    <a:pt x="2895982" y="3197604"/>
                  </a:lnTo>
                  <a:lnTo>
                    <a:pt x="2895982" y="3118166"/>
                  </a:lnTo>
                  <a:cubicBezTo>
                    <a:pt x="2895982" y="3034631"/>
                    <a:pt x="2872169" y="3010914"/>
                    <a:pt x="2788537" y="3010914"/>
                  </a:cubicBezTo>
                  <a:cubicBezTo>
                    <a:pt x="2555272" y="3010914"/>
                    <a:pt x="2322101" y="3010914"/>
                    <a:pt x="2088929" y="3010914"/>
                  </a:cubicBezTo>
                  <a:cubicBezTo>
                    <a:pt x="2077878" y="3010914"/>
                    <a:pt x="2066637" y="3010343"/>
                    <a:pt x="2055684" y="3010914"/>
                  </a:cubicBezTo>
                  <a:close/>
                  <a:moveTo>
                    <a:pt x="2439114" y="1904692"/>
                  </a:moveTo>
                  <a:cubicBezTo>
                    <a:pt x="2466237" y="1905085"/>
                    <a:pt x="2493312" y="1924683"/>
                    <a:pt x="2515173" y="1962973"/>
                  </a:cubicBezTo>
                  <a:cubicBezTo>
                    <a:pt x="2623087" y="2153473"/>
                    <a:pt x="2730434" y="2343973"/>
                    <a:pt x="2837209" y="2534473"/>
                  </a:cubicBezTo>
                  <a:cubicBezTo>
                    <a:pt x="2881978" y="2614293"/>
                    <a:pt x="2850166" y="2667823"/>
                    <a:pt x="2758153" y="2667823"/>
                  </a:cubicBezTo>
                  <a:cubicBezTo>
                    <a:pt x="2679190" y="2667823"/>
                    <a:pt x="2600135" y="2667823"/>
                    <a:pt x="2518121" y="2667823"/>
                  </a:cubicBezTo>
                  <a:lnTo>
                    <a:pt x="2518121" y="2858323"/>
                  </a:lnTo>
                  <a:lnTo>
                    <a:pt x="2563365" y="2858323"/>
                  </a:lnTo>
                  <a:cubicBezTo>
                    <a:pt x="2647471" y="2858323"/>
                    <a:pt x="2731578" y="2857752"/>
                    <a:pt x="2815684" y="2858323"/>
                  </a:cubicBezTo>
                  <a:cubicBezTo>
                    <a:pt x="2949034" y="2859371"/>
                    <a:pt x="3046475" y="2956717"/>
                    <a:pt x="3048284" y="3089876"/>
                  </a:cubicBezTo>
                  <a:cubicBezTo>
                    <a:pt x="3048759" y="3124547"/>
                    <a:pt x="3048284" y="3159314"/>
                    <a:pt x="3048284" y="3201128"/>
                  </a:cubicBezTo>
                  <a:lnTo>
                    <a:pt x="3106388" y="3201128"/>
                  </a:lnTo>
                  <a:cubicBezTo>
                    <a:pt x="3612640" y="3201128"/>
                    <a:pt x="4118991" y="3203700"/>
                    <a:pt x="4625244" y="3199604"/>
                  </a:cubicBezTo>
                  <a:cubicBezTo>
                    <a:pt x="4777644" y="3198366"/>
                    <a:pt x="4885465" y="3313904"/>
                    <a:pt x="4878038" y="3451731"/>
                  </a:cubicBezTo>
                  <a:cubicBezTo>
                    <a:pt x="4873178" y="3543456"/>
                    <a:pt x="4877559" y="3635754"/>
                    <a:pt x="4876991" y="3727956"/>
                  </a:cubicBezTo>
                  <a:cubicBezTo>
                    <a:pt x="4876229" y="3864640"/>
                    <a:pt x="4779262" y="3962080"/>
                    <a:pt x="4643438" y="3963128"/>
                  </a:cubicBezTo>
                  <a:cubicBezTo>
                    <a:pt x="4583525" y="3963605"/>
                    <a:pt x="4523706" y="3963128"/>
                    <a:pt x="4458082" y="3963128"/>
                  </a:cubicBezTo>
                  <a:cubicBezTo>
                    <a:pt x="4458082" y="4010753"/>
                    <a:pt x="4458082" y="4052949"/>
                    <a:pt x="4458082" y="4095240"/>
                  </a:cubicBezTo>
                  <a:cubicBezTo>
                    <a:pt x="4458082" y="4164867"/>
                    <a:pt x="4432456" y="4191443"/>
                    <a:pt x="4364543" y="4191633"/>
                  </a:cubicBezTo>
                  <a:cubicBezTo>
                    <a:pt x="4197856" y="4192014"/>
                    <a:pt x="4031168" y="4192014"/>
                    <a:pt x="3864579" y="4191633"/>
                  </a:cubicBezTo>
                  <a:cubicBezTo>
                    <a:pt x="3798950" y="4191633"/>
                    <a:pt x="3772947" y="4164677"/>
                    <a:pt x="3772375" y="4098669"/>
                  </a:cubicBezTo>
                  <a:cubicBezTo>
                    <a:pt x="3771900" y="4055997"/>
                    <a:pt x="3772375" y="4013420"/>
                    <a:pt x="3772375" y="3966938"/>
                  </a:cubicBezTo>
                  <a:lnTo>
                    <a:pt x="1105375" y="3966938"/>
                  </a:lnTo>
                  <a:cubicBezTo>
                    <a:pt x="1105375" y="4010753"/>
                    <a:pt x="1105375" y="4052663"/>
                    <a:pt x="1105375" y="4095430"/>
                  </a:cubicBezTo>
                  <a:cubicBezTo>
                    <a:pt x="1105375" y="4164963"/>
                    <a:pt x="1079562" y="4191443"/>
                    <a:pt x="1011650" y="4191633"/>
                  </a:cubicBezTo>
                  <a:cubicBezTo>
                    <a:pt x="844963" y="4192014"/>
                    <a:pt x="678275" y="4192014"/>
                    <a:pt x="511681" y="4191633"/>
                  </a:cubicBezTo>
                  <a:cubicBezTo>
                    <a:pt x="446150" y="4191633"/>
                    <a:pt x="420240" y="4164582"/>
                    <a:pt x="419672" y="4098478"/>
                  </a:cubicBezTo>
                  <a:cubicBezTo>
                    <a:pt x="419672" y="4055902"/>
                    <a:pt x="419672" y="4013230"/>
                    <a:pt x="419672" y="3963128"/>
                  </a:cubicBezTo>
                  <a:cubicBezTo>
                    <a:pt x="355188" y="3963128"/>
                    <a:pt x="293941" y="3963128"/>
                    <a:pt x="232791" y="3963128"/>
                  </a:cubicBezTo>
                  <a:cubicBezTo>
                    <a:pt x="106012" y="3964928"/>
                    <a:pt x="1810" y="3863621"/>
                    <a:pt x="0" y="3736852"/>
                  </a:cubicBezTo>
                  <a:cubicBezTo>
                    <a:pt x="0" y="3736748"/>
                    <a:pt x="0" y="3736633"/>
                    <a:pt x="0" y="3736528"/>
                  </a:cubicBezTo>
                  <a:cubicBezTo>
                    <a:pt x="0" y="3638135"/>
                    <a:pt x="0" y="3539742"/>
                    <a:pt x="0" y="3441253"/>
                  </a:cubicBezTo>
                  <a:cubicBezTo>
                    <a:pt x="0" y="3298378"/>
                    <a:pt x="96678" y="3201985"/>
                    <a:pt x="239074" y="3201890"/>
                  </a:cubicBezTo>
                  <a:cubicBezTo>
                    <a:pt x="748569" y="3201890"/>
                    <a:pt x="1258058" y="3201890"/>
                    <a:pt x="1767460" y="3201890"/>
                  </a:cubicBezTo>
                  <a:lnTo>
                    <a:pt x="1828800" y="3201890"/>
                  </a:lnTo>
                  <a:cubicBezTo>
                    <a:pt x="1828800" y="3162743"/>
                    <a:pt x="1828800" y="3128262"/>
                    <a:pt x="1828800" y="3093782"/>
                  </a:cubicBezTo>
                  <a:cubicBezTo>
                    <a:pt x="1830228" y="2957384"/>
                    <a:pt x="1927097" y="2860038"/>
                    <a:pt x="2063019" y="2859085"/>
                  </a:cubicBezTo>
                  <a:cubicBezTo>
                    <a:pt x="2145507" y="2858514"/>
                    <a:pt x="2228088" y="2859085"/>
                    <a:pt x="2310669" y="2859085"/>
                  </a:cubicBezTo>
                  <a:cubicBezTo>
                    <a:pt x="2326100" y="2858323"/>
                    <a:pt x="2341527" y="2856990"/>
                    <a:pt x="2359438" y="2856133"/>
                  </a:cubicBezTo>
                  <a:lnTo>
                    <a:pt x="2359438" y="2671157"/>
                  </a:lnTo>
                  <a:cubicBezTo>
                    <a:pt x="2344769" y="2670014"/>
                    <a:pt x="2330863" y="2668205"/>
                    <a:pt x="2317431" y="2668109"/>
                  </a:cubicBezTo>
                  <a:cubicBezTo>
                    <a:pt x="2249138" y="2668109"/>
                    <a:pt x="2180937" y="2668109"/>
                    <a:pt x="2112644" y="2668109"/>
                  </a:cubicBezTo>
                  <a:cubicBezTo>
                    <a:pt x="2029872" y="2667347"/>
                    <a:pt x="1996818" y="2613626"/>
                    <a:pt x="2036444" y="2541903"/>
                  </a:cubicBezTo>
                  <a:cubicBezTo>
                    <a:pt x="2100737" y="2425317"/>
                    <a:pt x="2166650" y="2309683"/>
                    <a:pt x="2231990" y="2193669"/>
                  </a:cubicBezTo>
                  <a:cubicBezTo>
                    <a:pt x="2275424" y="2116231"/>
                    <a:pt x="2318668" y="2038697"/>
                    <a:pt x="2362773" y="1961640"/>
                  </a:cubicBezTo>
                  <a:cubicBezTo>
                    <a:pt x="2384823" y="1923112"/>
                    <a:pt x="2411992" y="1904299"/>
                    <a:pt x="2439114" y="1904692"/>
                  </a:cubicBezTo>
                  <a:close/>
                  <a:moveTo>
                    <a:pt x="992502" y="993138"/>
                  </a:moveTo>
                  <a:cubicBezTo>
                    <a:pt x="907638" y="997233"/>
                    <a:pt x="914972" y="1065147"/>
                    <a:pt x="912968" y="1107438"/>
                  </a:cubicBezTo>
                  <a:cubicBezTo>
                    <a:pt x="858008" y="1141442"/>
                    <a:pt x="805528" y="1162111"/>
                    <a:pt x="768953" y="1198687"/>
                  </a:cubicBezTo>
                  <a:cubicBezTo>
                    <a:pt x="667606" y="1300128"/>
                    <a:pt x="703325" y="1464244"/>
                    <a:pt x="839819" y="1532062"/>
                  </a:cubicBezTo>
                  <a:cubicBezTo>
                    <a:pt x="887444" y="1555684"/>
                    <a:pt x="941543" y="1566352"/>
                    <a:pt x="992219" y="1583688"/>
                  </a:cubicBezTo>
                  <a:cubicBezTo>
                    <a:pt x="1026602" y="1595403"/>
                    <a:pt x="1062610" y="1604452"/>
                    <a:pt x="1093943" y="1621788"/>
                  </a:cubicBezTo>
                  <a:cubicBezTo>
                    <a:pt x="1133377" y="1643790"/>
                    <a:pt x="1132043" y="1674366"/>
                    <a:pt x="1093943" y="1698654"/>
                  </a:cubicBezTo>
                  <a:cubicBezTo>
                    <a:pt x="1082036" y="1706389"/>
                    <a:pt x="1068991" y="1712275"/>
                    <a:pt x="1055275" y="1716085"/>
                  </a:cubicBezTo>
                  <a:cubicBezTo>
                    <a:pt x="964216" y="1741612"/>
                    <a:pt x="878774" y="1706560"/>
                    <a:pt x="828577" y="1623026"/>
                  </a:cubicBezTo>
                  <a:cubicBezTo>
                    <a:pt x="804956" y="1583973"/>
                    <a:pt x="764665" y="1570638"/>
                    <a:pt x="727039" y="1589307"/>
                  </a:cubicBezTo>
                  <a:cubicBezTo>
                    <a:pt x="689418" y="1607976"/>
                    <a:pt x="676368" y="1648648"/>
                    <a:pt x="693800" y="1690939"/>
                  </a:cubicBezTo>
                  <a:cubicBezTo>
                    <a:pt x="713515" y="1740002"/>
                    <a:pt x="748471" y="1781388"/>
                    <a:pt x="793621" y="1808954"/>
                  </a:cubicBezTo>
                  <a:cubicBezTo>
                    <a:pt x="831056" y="1831909"/>
                    <a:pt x="871631" y="1849625"/>
                    <a:pt x="911349" y="1870009"/>
                  </a:cubicBezTo>
                  <a:cubicBezTo>
                    <a:pt x="918972" y="1949924"/>
                    <a:pt x="941924" y="1982404"/>
                    <a:pt x="990981" y="1981833"/>
                  </a:cubicBezTo>
                  <a:cubicBezTo>
                    <a:pt x="1040034" y="1981261"/>
                    <a:pt x="1063368" y="1948019"/>
                    <a:pt x="1068800" y="1872295"/>
                  </a:cubicBezTo>
                  <a:cubicBezTo>
                    <a:pt x="1092896" y="1864008"/>
                    <a:pt x="1115946" y="1858008"/>
                    <a:pt x="1137284" y="1848292"/>
                  </a:cubicBezTo>
                  <a:cubicBezTo>
                    <a:pt x="1214531" y="1813335"/>
                    <a:pt x="1270634" y="1758662"/>
                    <a:pt x="1274727" y="1669984"/>
                  </a:cubicBezTo>
                  <a:cubicBezTo>
                    <a:pt x="1278824" y="1579497"/>
                    <a:pt x="1230437" y="1516346"/>
                    <a:pt x="1150902" y="1478246"/>
                  </a:cubicBezTo>
                  <a:cubicBezTo>
                    <a:pt x="1115565" y="1461291"/>
                    <a:pt x="1076706" y="1451099"/>
                    <a:pt x="1039174" y="1438717"/>
                  </a:cubicBezTo>
                  <a:cubicBezTo>
                    <a:pt x="995646" y="1424334"/>
                    <a:pt x="950877" y="1413190"/>
                    <a:pt x="908396" y="1396235"/>
                  </a:cubicBezTo>
                  <a:cubicBezTo>
                    <a:pt x="881537" y="1387473"/>
                    <a:pt x="863915" y="1361603"/>
                    <a:pt x="865724" y="1333371"/>
                  </a:cubicBezTo>
                  <a:cubicBezTo>
                    <a:pt x="867347" y="1300224"/>
                    <a:pt x="892015" y="1288032"/>
                    <a:pt x="917637" y="1278602"/>
                  </a:cubicBezTo>
                  <a:cubicBezTo>
                    <a:pt x="1013743" y="1242978"/>
                    <a:pt x="1099659" y="1274697"/>
                    <a:pt x="1151953" y="1364327"/>
                  </a:cubicBezTo>
                  <a:cubicBezTo>
                    <a:pt x="1170715" y="1399560"/>
                    <a:pt x="1213386" y="1414476"/>
                    <a:pt x="1250059" y="1398617"/>
                  </a:cubicBezTo>
                  <a:cubicBezTo>
                    <a:pt x="1286349" y="1382310"/>
                    <a:pt x="1303683" y="1340600"/>
                    <a:pt x="1289684" y="1303367"/>
                  </a:cubicBezTo>
                  <a:cubicBezTo>
                    <a:pt x="1273015" y="1251379"/>
                    <a:pt x="1238441" y="1206974"/>
                    <a:pt x="1192146" y="1178018"/>
                  </a:cubicBezTo>
                  <a:cubicBezTo>
                    <a:pt x="1154046" y="1153919"/>
                    <a:pt x="1111565" y="1136203"/>
                    <a:pt x="1069656" y="1114962"/>
                  </a:cubicBezTo>
                  <a:cubicBezTo>
                    <a:pt x="1060131" y="1023427"/>
                    <a:pt x="1041081" y="991137"/>
                    <a:pt x="992502" y="993138"/>
                  </a:cubicBezTo>
                  <a:close/>
                  <a:moveTo>
                    <a:pt x="3889153" y="992661"/>
                  </a:moveTo>
                  <a:cubicBezTo>
                    <a:pt x="3872861" y="992661"/>
                    <a:pt x="3847909" y="997710"/>
                    <a:pt x="3842003" y="1008663"/>
                  </a:cubicBezTo>
                  <a:cubicBezTo>
                    <a:pt x="3822953" y="1042953"/>
                    <a:pt x="3811428" y="1081244"/>
                    <a:pt x="3794378" y="1125154"/>
                  </a:cubicBezTo>
                  <a:cubicBezTo>
                    <a:pt x="3781234" y="1128621"/>
                    <a:pt x="3768277" y="1132793"/>
                    <a:pt x="3755612" y="1137632"/>
                  </a:cubicBezTo>
                  <a:cubicBezTo>
                    <a:pt x="3677124" y="1169826"/>
                    <a:pt x="3620546" y="1222309"/>
                    <a:pt x="3610356" y="1310415"/>
                  </a:cubicBezTo>
                  <a:cubicBezTo>
                    <a:pt x="3599687" y="1403665"/>
                    <a:pt x="3639596" y="1475388"/>
                    <a:pt x="3718940" y="1521489"/>
                  </a:cubicBezTo>
                  <a:cubicBezTo>
                    <a:pt x="3757994" y="1544254"/>
                    <a:pt x="3803237" y="1557113"/>
                    <a:pt x="3846477" y="1572067"/>
                  </a:cubicBezTo>
                  <a:cubicBezTo>
                    <a:pt x="3888293" y="1586450"/>
                    <a:pt x="3932681" y="1594260"/>
                    <a:pt x="3973064" y="1611786"/>
                  </a:cubicBezTo>
                  <a:cubicBezTo>
                    <a:pt x="3992114" y="1619978"/>
                    <a:pt x="4015927" y="1644648"/>
                    <a:pt x="4015262" y="1661031"/>
                  </a:cubicBezTo>
                  <a:cubicBezTo>
                    <a:pt x="4014597" y="1677414"/>
                    <a:pt x="3987161" y="1693892"/>
                    <a:pt x="3970590" y="1709418"/>
                  </a:cubicBezTo>
                  <a:cubicBezTo>
                    <a:pt x="3965255" y="1712809"/>
                    <a:pt x="3959158" y="1714952"/>
                    <a:pt x="3952875" y="1715704"/>
                  </a:cubicBezTo>
                  <a:cubicBezTo>
                    <a:pt x="3861815" y="1741041"/>
                    <a:pt x="3774946" y="1705608"/>
                    <a:pt x="3725605" y="1623312"/>
                  </a:cubicBezTo>
                  <a:cubicBezTo>
                    <a:pt x="3701983" y="1583783"/>
                    <a:pt x="3662744" y="1570353"/>
                    <a:pt x="3624546" y="1588545"/>
                  </a:cubicBezTo>
                  <a:cubicBezTo>
                    <a:pt x="3586353" y="1606738"/>
                    <a:pt x="3573014" y="1647410"/>
                    <a:pt x="3590162" y="1689606"/>
                  </a:cubicBezTo>
                  <a:cubicBezTo>
                    <a:pt x="3609496" y="1738888"/>
                    <a:pt x="3644261" y="1780589"/>
                    <a:pt x="3689221" y="1808478"/>
                  </a:cubicBezTo>
                  <a:cubicBezTo>
                    <a:pt x="3726656" y="1831528"/>
                    <a:pt x="3767230" y="1849244"/>
                    <a:pt x="3807237" y="1869819"/>
                  </a:cubicBezTo>
                  <a:cubicBezTo>
                    <a:pt x="3816762" y="1951162"/>
                    <a:pt x="3838193" y="1981833"/>
                    <a:pt x="3886581" y="1981833"/>
                  </a:cubicBezTo>
                  <a:cubicBezTo>
                    <a:pt x="3934964" y="1981833"/>
                    <a:pt x="3955921" y="1951257"/>
                    <a:pt x="3966400" y="1871628"/>
                  </a:cubicBezTo>
                  <a:lnTo>
                    <a:pt x="3966493" y="1871628"/>
                  </a:lnTo>
                  <a:cubicBezTo>
                    <a:pt x="3988022" y="1864199"/>
                    <a:pt x="4010974" y="1858103"/>
                    <a:pt x="4032312" y="1848578"/>
                  </a:cubicBezTo>
                  <a:cubicBezTo>
                    <a:pt x="4109656" y="1813907"/>
                    <a:pt x="4165662" y="1759329"/>
                    <a:pt x="4170327" y="1670746"/>
                  </a:cubicBezTo>
                  <a:cubicBezTo>
                    <a:pt x="4174712" y="1580449"/>
                    <a:pt x="4126706" y="1516917"/>
                    <a:pt x="4047362" y="1478532"/>
                  </a:cubicBezTo>
                  <a:cubicBezTo>
                    <a:pt x="4012025" y="1461482"/>
                    <a:pt x="3973162" y="1451290"/>
                    <a:pt x="3935634" y="1438908"/>
                  </a:cubicBezTo>
                  <a:cubicBezTo>
                    <a:pt x="3892102" y="1424525"/>
                    <a:pt x="3847239" y="1413571"/>
                    <a:pt x="3804758" y="1396521"/>
                  </a:cubicBezTo>
                  <a:cubicBezTo>
                    <a:pt x="3777420" y="1385473"/>
                    <a:pt x="3752943" y="1361279"/>
                    <a:pt x="3763612" y="1329846"/>
                  </a:cubicBezTo>
                  <a:cubicBezTo>
                    <a:pt x="3773137" y="1307396"/>
                    <a:pt x="3790852" y="1289432"/>
                    <a:pt x="3813139" y="1279650"/>
                  </a:cubicBezTo>
                  <a:cubicBezTo>
                    <a:pt x="3907822" y="1241550"/>
                    <a:pt x="3996402" y="1274887"/>
                    <a:pt x="4047455" y="1363089"/>
                  </a:cubicBezTo>
                  <a:cubicBezTo>
                    <a:pt x="4065840" y="1398464"/>
                    <a:pt x="4108321" y="1413857"/>
                    <a:pt x="4145086" y="1398522"/>
                  </a:cubicBezTo>
                  <a:cubicBezTo>
                    <a:pt x="4182233" y="1383491"/>
                    <a:pt x="4200046" y="1341229"/>
                    <a:pt x="4185093" y="1304129"/>
                  </a:cubicBezTo>
                  <a:cubicBezTo>
                    <a:pt x="4184996" y="1303996"/>
                    <a:pt x="4184996" y="1303872"/>
                    <a:pt x="4184903" y="1303748"/>
                  </a:cubicBezTo>
                  <a:cubicBezTo>
                    <a:pt x="4171280" y="1271830"/>
                    <a:pt x="4153184" y="1242026"/>
                    <a:pt x="4131087" y="1215261"/>
                  </a:cubicBezTo>
                  <a:cubicBezTo>
                    <a:pt x="4088225" y="1163826"/>
                    <a:pt x="4028503" y="1137823"/>
                    <a:pt x="3966400" y="1120868"/>
                  </a:cubicBezTo>
                  <a:cubicBezTo>
                    <a:pt x="3955065" y="1022570"/>
                    <a:pt x="3937825" y="992376"/>
                    <a:pt x="3889153" y="992661"/>
                  </a:cubicBezTo>
                  <a:close/>
                  <a:moveTo>
                    <a:pt x="952155" y="263987"/>
                  </a:moveTo>
                  <a:cubicBezTo>
                    <a:pt x="930640" y="266809"/>
                    <a:pt x="909875" y="276238"/>
                    <a:pt x="889062" y="289431"/>
                  </a:cubicBezTo>
                  <a:lnTo>
                    <a:pt x="876774" y="298003"/>
                  </a:lnTo>
                  <a:cubicBezTo>
                    <a:pt x="890871" y="351981"/>
                    <a:pt x="904494" y="404302"/>
                    <a:pt x="917637" y="454975"/>
                  </a:cubicBezTo>
                  <a:lnTo>
                    <a:pt x="1054415" y="454975"/>
                  </a:lnTo>
                  <a:cubicBezTo>
                    <a:pt x="1066037" y="398873"/>
                    <a:pt x="1076990" y="345533"/>
                    <a:pt x="1088324" y="291145"/>
                  </a:cubicBezTo>
                  <a:cubicBezTo>
                    <a:pt x="1062131" y="286668"/>
                    <a:pt x="1037746" y="288288"/>
                    <a:pt x="1019747" y="278191"/>
                  </a:cubicBezTo>
                  <a:cubicBezTo>
                    <a:pt x="995935" y="264951"/>
                    <a:pt x="973670" y="261165"/>
                    <a:pt x="952155" y="263987"/>
                  </a:cubicBezTo>
                  <a:close/>
                  <a:moveTo>
                    <a:pt x="3867815" y="261999"/>
                  </a:moveTo>
                  <a:cubicBezTo>
                    <a:pt x="3857625" y="259579"/>
                    <a:pt x="3846956" y="260417"/>
                    <a:pt x="3837240" y="264380"/>
                  </a:cubicBezTo>
                  <a:cubicBezTo>
                    <a:pt x="3815902" y="273905"/>
                    <a:pt x="3795615" y="285525"/>
                    <a:pt x="3772849" y="297432"/>
                  </a:cubicBezTo>
                  <a:cubicBezTo>
                    <a:pt x="3785899" y="349914"/>
                    <a:pt x="3799042" y="401444"/>
                    <a:pt x="3813046" y="455547"/>
                  </a:cubicBezTo>
                  <a:lnTo>
                    <a:pt x="3949922" y="455547"/>
                  </a:lnTo>
                  <a:cubicBezTo>
                    <a:pt x="3961637" y="400016"/>
                    <a:pt x="3972874" y="346581"/>
                    <a:pt x="3983450" y="296289"/>
                  </a:cubicBezTo>
                  <a:cubicBezTo>
                    <a:pt x="3942489" y="283906"/>
                    <a:pt x="3905440" y="272095"/>
                    <a:pt x="3867815" y="261999"/>
                  </a:cubicBezTo>
                  <a:close/>
                  <a:moveTo>
                    <a:pt x="1299066" y="455"/>
                  </a:moveTo>
                  <a:cubicBezTo>
                    <a:pt x="1332557" y="3746"/>
                    <a:pt x="1352882" y="32875"/>
                    <a:pt x="1344165" y="75023"/>
                  </a:cubicBezTo>
                  <a:cubicBezTo>
                    <a:pt x="1339118" y="101445"/>
                    <a:pt x="1329021" y="126658"/>
                    <a:pt x="1314543" y="149318"/>
                  </a:cubicBezTo>
                  <a:cubicBezTo>
                    <a:pt x="1252249" y="243234"/>
                    <a:pt x="1230916" y="350009"/>
                    <a:pt x="1211103" y="456785"/>
                  </a:cubicBezTo>
                  <a:cubicBezTo>
                    <a:pt x="1268253" y="514792"/>
                    <a:pt x="1270825" y="535175"/>
                    <a:pt x="1226344" y="602708"/>
                  </a:cubicBezTo>
                  <a:cubicBezTo>
                    <a:pt x="1261491" y="646237"/>
                    <a:pt x="1296921" y="692529"/>
                    <a:pt x="1334830" y="736629"/>
                  </a:cubicBezTo>
                  <a:cubicBezTo>
                    <a:pt x="1467608" y="891601"/>
                    <a:pt x="1583243" y="1057908"/>
                    <a:pt x="1664968" y="1245645"/>
                  </a:cubicBezTo>
                  <a:cubicBezTo>
                    <a:pt x="1736406" y="1409951"/>
                    <a:pt x="1771171" y="1581401"/>
                    <a:pt x="1744503" y="1760757"/>
                  </a:cubicBezTo>
                  <a:cubicBezTo>
                    <a:pt x="1710686" y="1987643"/>
                    <a:pt x="1574671" y="2132899"/>
                    <a:pt x="1369219" y="2220529"/>
                  </a:cubicBezTo>
                  <a:cubicBezTo>
                    <a:pt x="1354643" y="2226720"/>
                    <a:pt x="1339690" y="2231959"/>
                    <a:pt x="1325115" y="2238150"/>
                  </a:cubicBezTo>
                  <a:cubicBezTo>
                    <a:pt x="1322831" y="2239103"/>
                    <a:pt x="1321403" y="2242246"/>
                    <a:pt x="1316162" y="2248628"/>
                  </a:cubicBezTo>
                  <a:lnTo>
                    <a:pt x="2026062" y="2248628"/>
                  </a:lnTo>
                  <a:cubicBezTo>
                    <a:pt x="1996153" y="2300348"/>
                    <a:pt x="1971387" y="2345687"/>
                    <a:pt x="1943672" y="2389217"/>
                  </a:cubicBezTo>
                  <a:cubicBezTo>
                    <a:pt x="1938812" y="2396932"/>
                    <a:pt x="1922050" y="2400361"/>
                    <a:pt x="1910711" y="2400456"/>
                  </a:cubicBezTo>
                  <a:cubicBezTo>
                    <a:pt x="1660206" y="2401028"/>
                    <a:pt x="1409602" y="2401028"/>
                    <a:pt x="1158999" y="2400456"/>
                  </a:cubicBezTo>
                  <a:cubicBezTo>
                    <a:pt x="917730" y="2400456"/>
                    <a:pt x="676368" y="2400456"/>
                    <a:pt x="435099" y="2400456"/>
                  </a:cubicBezTo>
                  <a:cubicBezTo>
                    <a:pt x="376619" y="2400456"/>
                    <a:pt x="345281" y="2432079"/>
                    <a:pt x="342709" y="2491420"/>
                  </a:cubicBezTo>
                  <a:cubicBezTo>
                    <a:pt x="341658" y="2515138"/>
                    <a:pt x="343946" y="2539045"/>
                    <a:pt x="341184" y="2562763"/>
                  </a:cubicBezTo>
                  <a:cubicBezTo>
                    <a:pt x="336612" y="2600691"/>
                    <a:pt x="304228" y="2629095"/>
                    <a:pt x="266030" y="2628675"/>
                  </a:cubicBezTo>
                  <a:cubicBezTo>
                    <a:pt x="230312" y="2628675"/>
                    <a:pt x="195356" y="2603053"/>
                    <a:pt x="192021" y="2566954"/>
                  </a:cubicBezTo>
                  <a:cubicBezTo>
                    <a:pt x="184877" y="2488753"/>
                    <a:pt x="186403" y="2411410"/>
                    <a:pt x="236693" y="2343878"/>
                  </a:cubicBezTo>
                  <a:cubicBezTo>
                    <a:pt x="282225" y="2282537"/>
                    <a:pt x="342040" y="2248628"/>
                    <a:pt x="418719" y="2248628"/>
                  </a:cubicBezTo>
                  <a:cubicBezTo>
                    <a:pt x="497109" y="2247866"/>
                    <a:pt x="575402" y="2248628"/>
                    <a:pt x="653700" y="2248628"/>
                  </a:cubicBezTo>
                  <a:lnTo>
                    <a:pt x="655416" y="2241103"/>
                  </a:lnTo>
                  <a:cubicBezTo>
                    <a:pt x="642938" y="2235388"/>
                    <a:pt x="630743" y="2229388"/>
                    <a:pt x="618172" y="2224148"/>
                  </a:cubicBezTo>
                  <a:cubicBezTo>
                    <a:pt x="333184" y="2106419"/>
                    <a:pt x="196593" y="1871724"/>
                    <a:pt x="233456" y="1549874"/>
                  </a:cubicBezTo>
                  <a:cubicBezTo>
                    <a:pt x="258887" y="1327465"/>
                    <a:pt x="355378" y="1134584"/>
                    <a:pt x="480440" y="954275"/>
                  </a:cubicBezTo>
                  <a:cubicBezTo>
                    <a:pt x="550827" y="852739"/>
                    <a:pt x="627887" y="755774"/>
                    <a:pt x="701990" y="656715"/>
                  </a:cubicBezTo>
                  <a:cubicBezTo>
                    <a:pt x="712375" y="642713"/>
                    <a:pt x="722375" y="628140"/>
                    <a:pt x="726374" y="623091"/>
                  </a:cubicBezTo>
                  <a:cubicBezTo>
                    <a:pt x="711231" y="586325"/>
                    <a:pt x="690372" y="556416"/>
                    <a:pt x="688274" y="525650"/>
                  </a:cubicBezTo>
                  <a:cubicBezTo>
                    <a:pt x="685702" y="486884"/>
                    <a:pt x="718468" y="465833"/>
                    <a:pt x="757903" y="455642"/>
                  </a:cubicBezTo>
                  <a:cubicBezTo>
                    <a:pt x="738853" y="364678"/>
                    <a:pt x="713422" y="279239"/>
                    <a:pt x="665890" y="201134"/>
                  </a:cubicBezTo>
                  <a:cubicBezTo>
                    <a:pt x="651700" y="180312"/>
                    <a:pt x="641603" y="157014"/>
                    <a:pt x="636077" y="132458"/>
                  </a:cubicBezTo>
                  <a:cubicBezTo>
                    <a:pt x="628841" y="88453"/>
                    <a:pt x="661606" y="66355"/>
                    <a:pt x="701036" y="86834"/>
                  </a:cubicBezTo>
                  <a:cubicBezTo>
                    <a:pt x="721519" y="98826"/>
                    <a:pt x="741327" y="111989"/>
                    <a:pt x="760377" y="126267"/>
                  </a:cubicBezTo>
                  <a:cubicBezTo>
                    <a:pt x="809909" y="159605"/>
                    <a:pt x="845627" y="154842"/>
                    <a:pt x="885346" y="110456"/>
                  </a:cubicBezTo>
                  <a:cubicBezTo>
                    <a:pt x="898968" y="95025"/>
                    <a:pt x="910210" y="77309"/>
                    <a:pt x="924874" y="62831"/>
                  </a:cubicBezTo>
                  <a:cubicBezTo>
                    <a:pt x="949258" y="38828"/>
                    <a:pt x="971834" y="40256"/>
                    <a:pt x="994409" y="64926"/>
                  </a:cubicBezTo>
                  <a:cubicBezTo>
                    <a:pt x="999837" y="70670"/>
                    <a:pt x="1004599" y="77071"/>
                    <a:pt x="1008408" y="83976"/>
                  </a:cubicBezTo>
                  <a:cubicBezTo>
                    <a:pt x="1047652" y="157319"/>
                    <a:pt x="1105374" y="139698"/>
                    <a:pt x="1149000" y="99312"/>
                  </a:cubicBezTo>
                  <a:cubicBezTo>
                    <a:pt x="1169952" y="80262"/>
                    <a:pt x="1189002" y="58354"/>
                    <a:pt x="1210624" y="39875"/>
                  </a:cubicBezTo>
                  <a:cubicBezTo>
                    <a:pt x="1225674" y="25874"/>
                    <a:pt x="1242915" y="14510"/>
                    <a:pt x="1261774" y="6252"/>
                  </a:cubicBezTo>
                  <a:cubicBezTo>
                    <a:pt x="1275276" y="1132"/>
                    <a:pt x="1287902" y="-642"/>
                    <a:pt x="1299066" y="455"/>
                  </a:cubicBezTo>
                  <a:close/>
                  <a:moveTo>
                    <a:pt x="4185581" y="1"/>
                  </a:moveTo>
                  <a:cubicBezTo>
                    <a:pt x="4199333" y="85"/>
                    <a:pt x="4212859" y="4395"/>
                    <a:pt x="4225384" y="13587"/>
                  </a:cubicBezTo>
                  <a:cubicBezTo>
                    <a:pt x="4250433" y="31970"/>
                    <a:pt x="4247578" y="62640"/>
                    <a:pt x="4238527" y="87977"/>
                  </a:cubicBezTo>
                  <a:cubicBezTo>
                    <a:pt x="4227477" y="119314"/>
                    <a:pt x="4213096" y="149346"/>
                    <a:pt x="4195474" y="177512"/>
                  </a:cubicBezTo>
                  <a:cubicBezTo>
                    <a:pt x="4143947" y="258855"/>
                    <a:pt x="4130227" y="351915"/>
                    <a:pt x="4109749" y="442878"/>
                  </a:cubicBezTo>
                  <a:cubicBezTo>
                    <a:pt x="4108893" y="451889"/>
                    <a:pt x="4111465" y="460909"/>
                    <a:pt x="4117083" y="468024"/>
                  </a:cubicBezTo>
                  <a:cubicBezTo>
                    <a:pt x="4164708" y="529651"/>
                    <a:pt x="4165471" y="534223"/>
                    <a:pt x="4123753" y="605851"/>
                  </a:cubicBezTo>
                  <a:cubicBezTo>
                    <a:pt x="4177759" y="671383"/>
                    <a:pt x="4234146" y="737582"/>
                    <a:pt x="4288250" y="805876"/>
                  </a:cubicBezTo>
                  <a:cubicBezTo>
                    <a:pt x="4429981" y="984756"/>
                    <a:pt x="4552852" y="1174398"/>
                    <a:pt x="4614672" y="1397379"/>
                  </a:cubicBezTo>
                  <a:cubicBezTo>
                    <a:pt x="4651153" y="1529014"/>
                    <a:pt x="4663817" y="1663221"/>
                    <a:pt x="4635242" y="1797429"/>
                  </a:cubicBezTo>
                  <a:cubicBezTo>
                    <a:pt x="4591241" y="2003645"/>
                    <a:pt x="4459411" y="2136519"/>
                    <a:pt x="4271009" y="2219291"/>
                  </a:cubicBezTo>
                  <a:cubicBezTo>
                    <a:pt x="4255103" y="2226244"/>
                    <a:pt x="4238816" y="2232436"/>
                    <a:pt x="4222812" y="2239008"/>
                  </a:cubicBezTo>
                  <a:lnTo>
                    <a:pt x="4222621" y="2248914"/>
                  </a:lnTo>
                  <a:cubicBezTo>
                    <a:pt x="4296821" y="2248914"/>
                    <a:pt x="4371021" y="2248914"/>
                    <a:pt x="4445124" y="2248914"/>
                  </a:cubicBezTo>
                  <a:cubicBezTo>
                    <a:pt x="4581618" y="2248914"/>
                    <a:pt x="4683249" y="2348545"/>
                    <a:pt x="4686202" y="2484371"/>
                  </a:cubicBezTo>
                  <a:cubicBezTo>
                    <a:pt x="4686681" y="2508184"/>
                    <a:pt x="4687439" y="2531996"/>
                    <a:pt x="4686202" y="2555809"/>
                  </a:cubicBezTo>
                  <a:cubicBezTo>
                    <a:pt x="4681821" y="2597662"/>
                    <a:pt x="4644293" y="2628028"/>
                    <a:pt x="4602477" y="2623627"/>
                  </a:cubicBezTo>
                  <a:cubicBezTo>
                    <a:pt x="4567047" y="2619903"/>
                    <a:pt x="4538946" y="2592185"/>
                    <a:pt x="4534756" y="2556857"/>
                  </a:cubicBezTo>
                  <a:cubicBezTo>
                    <a:pt x="4533328" y="2537807"/>
                    <a:pt x="4534756" y="2518757"/>
                    <a:pt x="4534184" y="2499707"/>
                  </a:cubicBezTo>
                  <a:cubicBezTo>
                    <a:pt x="4532565" y="2431699"/>
                    <a:pt x="4502181" y="2401314"/>
                    <a:pt x="4434645" y="2401314"/>
                  </a:cubicBezTo>
                  <a:cubicBezTo>
                    <a:pt x="4153756" y="2401314"/>
                    <a:pt x="3872861" y="2401314"/>
                    <a:pt x="3591971" y="2401314"/>
                  </a:cubicBezTo>
                  <a:cubicBezTo>
                    <a:pt x="3385756" y="2401314"/>
                    <a:pt x="3179541" y="2400361"/>
                    <a:pt x="2973418" y="2401314"/>
                  </a:cubicBezTo>
                  <a:cubicBezTo>
                    <a:pt x="2945890" y="2401314"/>
                    <a:pt x="2929886" y="2393789"/>
                    <a:pt x="2917789" y="2369119"/>
                  </a:cubicBezTo>
                  <a:cubicBezTo>
                    <a:pt x="2899218" y="2331019"/>
                    <a:pt x="2877499" y="2294538"/>
                    <a:pt x="2853309" y="2250724"/>
                  </a:cubicBezTo>
                  <a:lnTo>
                    <a:pt x="3549774" y="2250724"/>
                  </a:lnTo>
                  <a:cubicBezTo>
                    <a:pt x="3550444" y="2247675"/>
                    <a:pt x="3551109" y="2244627"/>
                    <a:pt x="3551871" y="2241199"/>
                  </a:cubicBezTo>
                  <a:cubicBezTo>
                    <a:pt x="3543011" y="2236112"/>
                    <a:pt x="3533965" y="2231474"/>
                    <a:pt x="3524631" y="2227292"/>
                  </a:cubicBezTo>
                  <a:cubicBezTo>
                    <a:pt x="3237830" y="2114516"/>
                    <a:pt x="3091909" y="1880391"/>
                    <a:pt x="3129246" y="1551017"/>
                  </a:cubicBezTo>
                  <a:cubicBezTo>
                    <a:pt x="3154486" y="1326989"/>
                    <a:pt x="3252118" y="1132774"/>
                    <a:pt x="3378515" y="950942"/>
                  </a:cubicBezTo>
                  <a:cubicBezTo>
                    <a:pt x="3448240" y="850739"/>
                    <a:pt x="3524152" y="754917"/>
                    <a:pt x="3597590" y="657000"/>
                  </a:cubicBezTo>
                  <a:cubicBezTo>
                    <a:pt x="3608831" y="642046"/>
                    <a:pt x="3619402" y="626711"/>
                    <a:pt x="3630071" y="611947"/>
                  </a:cubicBezTo>
                  <a:cubicBezTo>
                    <a:pt x="3559015" y="543653"/>
                    <a:pt x="3566252" y="493266"/>
                    <a:pt x="3653884" y="452403"/>
                  </a:cubicBezTo>
                  <a:cubicBezTo>
                    <a:pt x="3635787" y="364964"/>
                    <a:pt x="3610068" y="279810"/>
                    <a:pt x="3563015" y="201515"/>
                  </a:cubicBezTo>
                  <a:cubicBezTo>
                    <a:pt x="3548253" y="179274"/>
                    <a:pt x="3537775" y="154414"/>
                    <a:pt x="3532342" y="128268"/>
                  </a:cubicBezTo>
                  <a:cubicBezTo>
                    <a:pt x="3526440" y="87310"/>
                    <a:pt x="3559206" y="66831"/>
                    <a:pt x="3596636" y="85691"/>
                  </a:cubicBezTo>
                  <a:cubicBezTo>
                    <a:pt x="3615877" y="96644"/>
                    <a:pt x="3634452" y="108894"/>
                    <a:pt x="3652075" y="122362"/>
                  </a:cubicBezTo>
                  <a:cubicBezTo>
                    <a:pt x="3707606" y="160938"/>
                    <a:pt x="3743418" y="156081"/>
                    <a:pt x="3787327" y="103312"/>
                  </a:cubicBezTo>
                  <a:cubicBezTo>
                    <a:pt x="3798475" y="89882"/>
                    <a:pt x="3808284" y="75213"/>
                    <a:pt x="3820664" y="63021"/>
                  </a:cubicBezTo>
                  <a:cubicBezTo>
                    <a:pt x="3846667" y="37590"/>
                    <a:pt x="3869433" y="39399"/>
                    <a:pt x="3893344" y="67308"/>
                  </a:cubicBezTo>
                  <a:cubicBezTo>
                    <a:pt x="3898487" y="73308"/>
                    <a:pt x="3902390" y="80357"/>
                    <a:pt x="3906961" y="86834"/>
                  </a:cubicBezTo>
                  <a:cubicBezTo>
                    <a:pt x="3946396" y="143222"/>
                    <a:pt x="3984589" y="149318"/>
                    <a:pt x="4037358" y="105884"/>
                  </a:cubicBezTo>
                  <a:cubicBezTo>
                    <a:pt x="4061650" y="85691"/>
                    <a:pt x="4082890" y="61783"/>
                    <a:pt x="4106321" y="40352"/>
                  </a:cubicBezTo>
                  <a:cubicBezTo>
                    <a:pt x="4117939" y="29474"/>
                    <a:pt x="4130706" y="19902"/>
                    <a:pt x="4144421" y="11777"/>
                  </a:cubicBezTo>
                  <a:cubicBezTo>
                    <a:pt x="4157851" y="4061"/>
                    <a:pt x="4171829" y="-82"/>
                    <a:pt x="4185581" y="1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latin typeface="Lora" pitchFamily="2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528CC6-CC21-3E20-62C0-F5AC7B178F01}"/>
                </a:ext>
              </a:extLst>
            </p:cNvPr>
            <p:cNvSpPr/>
            <p:nvPr/>
          </p:nvSpPr>
          <p:spPr>
            <a:xfrm>
              <a:off x="3336310" y="3594318"/>
              <a:ext cx="630692" cy="449204"/>
            </a:xfrm>
            <a:custGeom>
              <a:avLst/>
              <a:gdLst>
                <a:gd name="connsiteX0" fmla="*/ 5103789 w 5105343"/>
                <a:gd name="connsiteY0" fmla="*/ 2183289 h 3636218"/>
                <a:gd name="connsiteX1" fmla="*/ 5102619 w 5105343"/>
                <a:gd name="connsiteY1" fmla="*/ 2388550 h 3636218"/>
                <a:gd name="connsiteX2" fmla="*/ 5076728 w 5105343"/>
                <a:gd name="connsiteY2" fmla="*/ 2425445 h 3636218"/>
                <a:gd name="connsiteX3" fmla="*/ 4963066 w 5105343"/>
                <a:gd name="connsiteY3" fmla="*/ 2474727 h 3636218"/>
                <a:gd name="connsiteX4" fmla="*/ 4602943 w 5105343"/>
                <a:gd name="connsiteY4" fmla="*/ 2539054 h 3636218"/>
                <a:gd name="connsiteX5" fmla="*/ 3948028 w 5105343"/>
                <a:gd name="connsiteY5" fmla="*/ 2571536 h 3636218"/>
                <a:gd name="connsiteX6" fmla="*/ 3757068 w 5105343"/>
                <a:gd name="connsiteY6" fmla="*/ 2564200 h 3636218"/>
                <a:gd name="connsiteX7" fmla="*/ 3748138 w 5105343"/>
                <a:gd name="connsiteY7" fmla="*/ 2353675 h 3636218"/>
                <a:gd name="connsiteX8" fmla="*/ 3946170 w 5105343"/>
                <a:gd name="connsiteY8" fmla="*/ 2353303 h 3636218"/>
                <a:gd name="connsiteX9" fmla="*/ 4511447 w 5105343"/>
                <a:gd name="connsiteY9" fmla="*/ 2330390 h 3636218"/>
                <a:gd name="connsiteX10" fmla="*/ 4964024 w 5105343"/>
                <a:gd name="connsiteY10" fmla="*/ 2256813 h 3636218"/>
                <a:gd name="connsiteX11" fmla="*/ 5103789 w 5105343"/>
                <a:gd name="connsiteY11" fmla="*/ 2183289 h 3636218"/>
                <a:gd name="connsiteX12" fmla="*/ 3341017 w 5105343"/>
                <a:gd name="connsiteY12" fmla="*/ 1919442 h 3636218"/>
                <a:gd name="connsiteX13" fmla="*/ 3374615 w 5105343"/>
                <a:gd name="connsiteY13" fmla="*/ 1930075 h 3636218"/>
                <a:gd name="connsiteX14" fmla="*/ 4003903 w 5105343"/>
                <a:gd name="connsiteY14" fmla="*/ 2117420 h 3636218"/>
                <a:gd name="connsiteX15" fmla="*/ 4597678 w 5105343"/>
                <a:gd name="connsiteY15" fmla="*/ 1937676 h 3636218"/>
                <a:gd name="connsiteX16" fmla="*/ 4665461 w 5105343"/>
                <a:gd name="connsiteY16" fmla="*/ 1928745 h 3636218"/>
                <a:gd name="connsiteX17" fmla="*/ 5000067 w 5105343"/>
                <a:gd name="connsiteY17" fmla="*/ 1997857 h 3636218"/>
                <a:gd name="connsiteX18" fmla="*/ 5071998 w 5105343"/>
                <a:gd name="connsiteY18" fmla="*/ 2031296 h 3636218"/>
                <a:gd name="connsiteX19" fmla="*/ 5071624 w 5105343"/>
                <a:gd name="connsiteY19" fmla="*/ 2118855 h 3636218"/>
                <a:gd name="connsiteX20" fmla="*/ 4933988 w 5105343"/>
                <a:gd name="connsiteY20" fmla="*/ 2172709 h 3636218"/>
                <a:gd name="connsiteX21" fmla="*/ 4478010 w 5105343"/>
                <a:gd name="connsiteY21" fmla="*/ 2241821 h 3636218"/>
                <a:gd name="connsiteX22" fmla="*/ 3713421 w 5105343"/>
                <a:gd name="connsiteY22" fmla="*/ 2258355 h 3636218"/>
                <a:gd name="connsiteX23" fmla="*/ 3660258 w 5105343"/>
                <a:gd name="connsiteY23" fmla="*/ 2235813 h 3636218"/>
                <a:gd name="connsiteX24" fmla="*/ 3193223 w 5105343"/>
                <a:gd name="connsiteY24" fmla="*/ 2029276 h 3636218"/>
                <a:gd name="connsiteX25" fmla="*/ 2922837 w 5105343"/>
                <a:gd name="connsiteY25" fmla="*/ 2012795 h 3636218"/>
                <a:gd name="connsiteX26" fmla="*/ 2908218 w 5105343"/>
                <a:gd name="connsiteY26" fmla="*/ 2010882 h 3636218"/>
                <a:gd name="connsiteX27" fmla="*/ 2906782 w 5105343"/>
                <a:gd name="connsiteY27" fmla="*/ 1999771 h 3636218"/>
                <a:gd name="connsiteX28" fmla="*/ 3120285 w 5105343"/>
                <a:gd name="connsiteY28" fmla="*/ 1950807 h 3636218"/>
                <a:gd name="connsiteX29" fmla="*/ 3341017 w 5105343"/>
                <a:gd name="connsiteY29" fmla="*/ 1919442 h 3636218"/>
                <a:gd name="connsiteX30" fmla="*/ 1111634 w 5105343"/>
                <a:gd name="connsiteY30" fmla="*/ 1716095 h 3636218"/>
                <a:gd name="connsiteX31" fmla="*/ 1141671 w 5105343"/>
                <a:gd name="connsiteY31" fmla="*/ 1716095 h 3636218"/>
                <a:gd name="connsiteX32" fmla="*/ 1481913 w 5105343"/>
                <a:gd name="connsiteY32" fmla="*/ 1716095 h 3636218"/>
                <a:gd name="connsiteX33" fmla="*/ 2196155 w 5105343"/>
                <a:gd name="connsiteY33" fmla="*/ 1918485 h 3636218"/>
                <a:gd name="connsiteX34" fmla="*/ 2501416 w 5105343"/>
                <a:gd name="connsiteY34" fmla="*/ 2078399 h 3636218"/>
                <a:gd name="connsiteX35" fmla="*/ 2890514 w 5105343"/>
                <a:gd name="connsiteY35" fmla="*/ 2167606 h 3636218"/>
                <a:gd name="connsiteX36" fmla="*/ 3213852 w 5105343"/>
                <a:gd name="connsiteY36" fmla="*/ 2189191 h 3636218"/>
                <a:gd name="connsiteX37" fmla="*/ 3583811 w 5105343"/>
                <a:gd name="connsiteY37" fmla="*/ 2384776 h 3636218"/>
                <a:gd name="connsiteX38" fmla="*/ 3601247 w 5105343"/>
                <a:gd name="connsiteY38" fmla="*/ 2529113 h 3636218"/>
                <a:gd name="connsiteX39" fmla="*/ 3477379 w 5105343"/>
                <a:gd name="connsiteY39" fmla="*/ 2604285 h 3636218"/>
                <a:gd name="connsiteX40" fmla="*/ 3015233 w 5105343"/>
                <a:gd name="connsiteY40" fmla="*/ 2591154 h 3636218"/>
                <a:gd name="connsiteX41" fmla="*/ 2957235 w 5105343"/>
                <a:gd name="connsiteY41" fmla="*/ 2634907 h 3636218"/>
                <a:gd name="connsiteX42" fmla="*/ 3009546 w 5105343"/>
                <a:gd name="connsiteY42" fmla="*/ 2682754 h 3636218"/>
                <a:gd name="connsiteX43" fmla="*/ 3654251 w 5105343"/>
                <a:gd name="connsiteY43" fmla="*/ 2715077 h 3636218"/>
                <a:gd name="connsiteX44" fmla="*/ 4428886 w 5105343"/>
                <a:gd name="connsiteY44" fmla="*/ 2755108 h 3636218"/>
                <a:gd name="connsiteX45" fmla="*/ 4802993 w 5105343"/>
                <a:gd name="connsiteY45" fmla="*/ 2773662 h 3636218"/>
                <a:gd name="connsiteX46" fmla="*/ 5034464 w 5105343"/>
                <a:gd name="connsiteY46" fmla="*/ 3013533 h 3636218"/>
                <a:gd name="connsiteX47" fmla="*/ 4859027 w 5105343"/>
                <a:gd name="connsiteY47" fmla="*/ 3226184 h 3636218"/>
                <a:gd name="connsiteX48" fmla="*/ 4035269 w 5105343"/>
                <a:gd name="connsiteY48" fmla="*/ 3396305 h 3636218"/>
                <a:gd name="connsiteX49" fmla="*/ 3417038 w 5105343"/>
                <a:gd name="connsiteY49" fmla="*/ 3524959 h 3636218"/>
                <a:gd name="connsiteX50" fmla="*/ 2922998 w 5105343"/>
                <a:gd name="connsiteY50" fmla="*/ 3625968 h 3636218"/>
                <a:gd name="connsiteX51" fmla="*/ 2502693 w 5105343"/>
                <a:gd name="connsiteY51" fmla="*/ 3537292 h 3636218"/>
                <a:gd name="connsiteX52" fmla="*/ 1695415 w 5105343"/>
                <a:gd name="connsiteY52" fmla="*/ 2986366 h 3636218"/>
                <a:gd name="connsiteX53" fmla="*/ 1372822 w 5105343"/>
                <a:gd name="connsiteY53" fmla="*/ 2887218 h 3636218"/>
                <a:gd name="connsiteX54" fmla="*/ 1146934 w 5105343"/>
                <a:gd name="connsiteY54" fmla="*/ 2887218 h 3636218"/>
                <a:gd name="connsiteX55" fmla="*/ 1111634 w 5105343"/>
                <a:gd name="connsiteY55" fmla="*/ 2887909 h 3636218"/>
                <a:gd name="connsiteX56" fmla="*/ 123339 w 5105343"/>
                <a:gd name="connsiteY56" fmla="*/ 1455171 h 3636218"/>
                <a:gd name="connsiteX57" fmla="*/ 819452 w 5105343"/>
                <a:gd name="connsiteY57" fmla="*/ 1455437 h 3636218"/>
                <a:gd name="connsiteX58" fmla="*/ 945341 w 5105343"/>
                <a:gd name="connsiteY58" fmla="*/ 1583984 h 3636218"/>
                <a:gd name="connsiteX59" fmla="*/ 945820 w 5105343"/>
                <a:gd name="connsiteY59" fmla="*/ 2628155 h 3636218"/>
                <a:gd name="connsiteX60" fmla="*/ 945820 w 5105343"/>
                <a:gd name="connsiteY60" fmla="*/ 3204705 h 3636218"/>
                <a:gd name="connsiteX61" fmla="*/ 911424 w 5105343"/>
                <a:gd name="connsiteY61" fmla="*/ 3295082 h 3636218"/>
                <a:gd name="connsiteX62" fmla="*/ 847629 w 5105343"/>
                <a:gd name="connsiteY62" fmla="*/ 3321663 h 3636218"/>
                <a:gd name="connsiteX63" fmla="*/ 106379 w 5105343"/>
                <a:gd name="connsiteY63" fmla="*/ 3323205 h 3636218"/>
                <a:gd name="connsiteX64" fmla="*/ 479 w 5105343"/>
                <a:gd name="connsiteY64" fmla="*/ 3212520 h 3636218"/>
                <a:gd name="connsiteX65" fmla="*/ 479 w 5105343"/>
                <a:gd name="connsiteY65" fmla="*/ 2439320 h 3636218"/>
                <a:gd name="connsiteX66" fmla="*/ 0 w 5105343"/>
                <a:gd name="connsiteY66" fmla="*/ 2388816 h 3636218"/>
                <a:gd name="connsiteX67" fmla="*/ 0 w 5105343"/>
                <a:gd name="connsiteY67" fmla="*/ 1578456 h 3636218"/>
                <a:gd name="connsiteX68" fmla="*/ 123339 w 5105343"/>
                <a:gd name="connsiteY68" fmla="*/ 1455171 h 3636218"/>
                <a:gd name="connsiteX69" fmla="*/ 4035004 w 5105343"/>
                <a:gd name="connsiteY69" fmla="*/ 1029763 h 3636218"/>
                <a:gd name="connsiteX70" fmla="*/ 4161956 w 5105343"/>
                <a:gd name="connsiteY70" fmla="*/ 1148210 h 3636218"/>
                <a:gd name="connsiteX71" fmla="*/ 4035004 w 5105343"/>
                <a:gd name="connsiteY71" fmla="*/ 1286646 h 3636218"/>
                <a:gd name="connsiteX72" fmla="*/ 3955844 w 5105343"/>
                <a:gd name="connsiteY72" fmla="*/ 616369 h 3636218"/>
                <a:gd name="connsiteX73" fmla="*/ 3955844 w 5105343"/>
                <a:gd name="connsiteY73" fmla="*/ 838271 h 3636218"/>
                <a:gd name="connsiteX74" fmla="*/ 3849519 w 5105343"/>
                <a:gd name="connsiteY74" fmla="*/ 744545 h 3636218"/>
                <a:gd name="connsiteX75" fmla="*/ 3955844 w 5105343"/>
                <a:gd name="connsiteY75" fmla="*/ 616369 h 3636218"/>
                <a:gd name="connsiteX76" fmla="*/ 3993749 w 5105343"/>
                <a:gd name="connsiteY76" fmla="*/ 381071 h 3636218"/>
                <a:gd name="connsiteX77" fmla="*/ 3960309 w 5105343"/>
                <a:gd name="connsiteY77" fmla="*/ 412064 h 3636218"/>
                <a:gd name="connsiteX78" fmla="*/ 3958131 w 5105343"/>
                <a:gd name="connsiteY78" fmla="*/ 473042 h 3636218"/>
                <a:gd name="connsiteX79" fmla="*/ 3936228 w 5105343"/>
                <a:gd name="connsiteY79" fmla="*/ 498454 h 3636218"/>
                <a:gd name="connsiteX80" fmla="*/ 3841596 w 5105343"/>
                <a:gd name="connsiteY80" fmla="*/ 523228 h 3636218"/>
                <a:gd name="connsiteX81" fmla="*/ 3701566 w 5105343"/>
                <a:gd name="connsiteY81" fmla="*/ 714188 h 3636218"/>
                <a:gd name="connsiteX82" fmla="*/ 3797527 w 5105343"/>
                <a:gd name="connsiteY82" fmla="*/ 934973 h 3636218"/>
                <a:gd name="connsiteX83" fmla="*/ 3935750 w 5105343"/>
                <a:gd name="connsiteY83" fmla="*/ 994303 h 3636218"/>
                <a:gd name="connsiteX84" fmla="*/ 3957493 w 5105343"/>
                <a:gd name="connsiteY84" fmla="*/ 1024287 h 3636218"/>
                <a:gd name="connsiteX85" fmla="*/ 3957758 w 5105343"/>
                <a:gd name="connsiteY85" fmla="*/ 1263520 h 3636218"/>
                <a:gd name="connsiteX86" fmla="*/ 3954674 w 5105343"/>
                <a:gd name="connsiteY86" fmla="*/ 1281489 h 3636218"/>
                <a:gd name="connsiteX87" fmla="*/ 3853348 w 5105343"/>
                <a:gd name="connsiteY87" fmla="*/ 1196907 h 3636218"/>
                <a:gd name="connsiteX88" fmla="*/ 3827402 w 5105343"/>
                <a:gd name="connsiteY88" fmla="*/ 1127369 h 3636218"/>
                <a:gd name="connsiteX89" fmla="*/ 3769775 w 5105343"/>
                <a:gd name="connsiteY89" fmla="*/ 1078566 h 3636218"/>
                <a:gd name="connsiteX90" fmla="*/ 3694018 w 5105343"/>
                <a:gd name="connsiteY90" fmla="*/ 1106902 h 3636218"/>
                <a:gd name="connsiteX91" fmla="*/ 3681417 w 5105343"/>
                <a:gd name="connsiteY91" fmla="*/ 1195258 h 3636218"/>
                <a:gd name="connsiteX92" fmla="*/ 3862171 w 5105343"/>
                <a:gd name="connsiteY92" fmla="*/ 1385422 h 3636218"/>
                <a:gd name="connsiteX93" fmla="*/ 3957651 w 5105343"/>
                <a:gd name="connsiteY93" fmla="*/ 1411418 h 3636218"/>
                <a:gd name="connsiteX94" fmla="*/ 3957651 w 5105343"/>
                <a:gd name="connsiteY94" fmla="*/ 1440924 h 3636218"/>
                <a:gd name="connsiteX95" fmla="*/ 3959406 w 5105343"/>
                <a:gd name="connsiteY95" fmla="*/ 1589780 h 3636218"/>
                <a:gd name="connsiteX96" fmla="*/ 3993962 w 5105343"/>
                <a:gd name="connsiteY96" fmla="*/ 1625452 h 3636218"/>
                <a:gd name="connsiteX97" fmla="*/ 4030379 w 5105343"/>
                <a:gd name="connsiteY97" fmla="*/ 1592703 h 3636218"/>
                <a:gd name="connsiteX98" fmla="*/ 4033408 w 5105343"/>
                <a:gd name="connsiteY98" fmla="*/ 1550173 h 3636218"/>
                <a:gd name="connsiteX99" fmla="*/ 4033408 w 5105343"/>
                <a:gd name="connsiteY99" fmla="*/ 1409771 h 3636218"/>
                <a:gd name="connsiteX100" fmla="*/ 4118097 w 5105343"/>
                <a:gd name="connsiteY100" fmla="*/ 1390366 h 3636218"/>
                <a:gd name="connsiteX101" fmla="*/ 4262327 w 5105343"/>
                <a:gd name="connsiteY101" fmla="*/ 986329 h 3636218"/>
                <a:gd name="connsiteX102" fmla="*/ 4102839 w 5105343"/>
                <a:gd name="connsiteY102" fmla="*/ 887340 h 3636218"/>
                <a:gd name="connsiteX103" fmla="*/ 4037927 w 5105343"/>
                <a:gd name="connsiteY103" fmla="*/ 862938 h 3636218"/>
                <a:gd name="connsiteX104" fmla="*/ 4033569 w 5105343"/>
                <a:gd name="connsiteY104" fmla="*/ 793241 h 3636218"/>
                <a:gd name="connsiteX105" fmla="*/ 4033569 w 5105343"/>
                <a:gd name="connsiteY105" fmla="*/ 615997 h 3636218"/>
                <a:gd name="connsiteX106" fmla="*/ 4116981 w 5105343"/>
                <a:gd name="connsiteY106" fmla="*/ 681653 h 3636218"/>
                <a:gd name="connsiteX107" fmla="*/ 4138246 w 5105343"/>
                <a:gd name="connsiteY107" fmla="*/ 735879 h 3636218"/>
                <a:gd name="connsiteX108" fmla="*/ 4218416 w 5105343"/>
                <a:gd name="connsiteY108" fmla="*/ 779047 h 3636218"/>
                <a:gd name="connsiteX109" fmla="*/ 4281254 w 5105343"/>
                <a:gd name="connsiteY109" fmla="*/ 713019 h 3636218"/>
                <a:gd name="connsiteX110" fmla="*/ 4265782 w 5105343"/>
                <a:gd name="connsiteY110" fmla="*/ 643907 h 3636218"/>
                <a:gd name="connsiteX111" fmla="*/ 4058183 w 5105343"/>
                <a:gd name="connsiteY111" fmla="*/ 499092 h 3636218"/>
                <a:gd name="connsiteX112" fmla="*/ 4033250 w 5105343"/>
                <a:gd name="connsiteY112" fmla="*/ 468842 h 3636218"/>
                <a:gd name="connsiteX113" fmla="*/ 4030963 w 5105343"/>
                <a:gd name="connsiteY113" fmla="*/ 410682 h 3636218"/>
                <a:gd name="connsiteX114" fmla="*/ 3993749 w 5105343"/>
                <a:gd name="connsiteY114" fmla="*/ 381071 h 3636218"/>
                <a:gd name="connsiteX115" fmla="*/ 3998481 w 5105343"/>
                <a:gd name="connsiteY115" fmla="*/ 227217 h 3636218"/>
                <a:gd name="connsiteX116" fmla="*/ 4768490 w 5105343"/>
                <a:gd name="connsiteY116" fmla="*/ 1002384 h 3636218"/>
                <a:gd name="connsiteX117" fmla="*/ 3986997 w 5105343"/>
                <a:gd name="connsiteY117" fmla="*/ 1778561 h 3636218"/>
                <a:gd name="connsiteX118" fmla="*/ 3217733 w 5105343"/>
                <a:gd name="connsiteY118" fmla="*/ 1005361 h 3636218"/>
                <a:gd name="connsiteX119" fmla="*/ 3998481 w 5105343"/>
                <a:gd name="connsiteY119" fmla="*/ 227217 h 3636218"/>
                <a:gd name="connsiteX120" fmla="*/ 4007039 w 5105343"/>
                <a:gd name="connsiteY120" fmla="*/ 116905 h 3636218"/>
                <a:gd name="connsiteX121" fmla="*/ 3106781 w 5105343"/>
                <a:gd name="connsiteY121" fmla="*/ 1001587 h 3636218"/>
                <a:gd name="connsiteX122" fmla="*/ 3976419 w 5105343"/>
                <a:gd name="connsiteY122" fmla="*/ 1889406 h 3636218"/>
                <a:gd name="connsiteX123" fmla="*/ 4879335 w 5105343"/>
                <a:gd name="connsiteY123" fmla="*/ 1031943 h 3636218"/>
                <a:gd name="connsiteX124" fmla="*/ 4021446 w 5105343"/>
                <a:gd name="connsiteY124" fmla="*/ 117224 h 3636218"/>
                <a:gd name="connsiteX125" fmla="*/ 4007039 w 5105343"/>
                <a:gd name="connsiteY125" fmla="*/ 116905 h 3636218"/>
                <a:gd name="connsiteX126" fmla="*/ 3995184 w 5105343"/>
                <a:gd name="connsiteY126" fmla="*/ 0 h 3636218"/>
                <a:gd name="connsiteX127" fmla="*/ 4996877 w 5105343"/>
                <a:gd name="connsiteY127" fmla="*/ 1002437 h 3636218"/>
                <a:gd name="connsiteX128" fmla="*/ 3985296 w 5105343"/>
                <a:gd name="connsiteY128" fmla="*/ 2007214 h 3636218"/>
                <a:gd name="connsiteX129" fmla="*/ 2990620 w 5105343"/>
                <a:gd name="connsiteY129" fmla="*/ 999886 h 3636218"/>
                <a:gd name="connsiteX130" fmla="*/ 3995184 w 5105343"/>
                <a:gd name="connsiteY130" fmla="*/ 0 h 3636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</a:cxnLst>
              <a:rect l="l" t="t" r="r" b="b"/>
              <a:pathLst>
                <a:path w="5105343" h="3636218">
                  <a:moveTo>
                    <a:pt x="5103789" y="2183289"/>
                  </a:moveTo>
                  <a:cubicBezTo>
                    <a:pt x="5103789" y="2254739"/>
                    <a:pt x="5105170" y="2321512"/>
                    <a:pt x="5102619" y="2388550"/>
                  </a:cubicBezTo>
                  <a:cubicBezTo>
                    <a:pt x="5102087" y="2401469"/>
                    <a:pt x="5088850" y="2419066"/>
                    <a:pt x="5076728" y="2425445"/>
                  </a:cubicBezTo>
                  <a:cubicBezTo>
                    <a:pt x="5040152" y="2444690"/>
                    <a:pt x="5002726" y="2466381"/>
                    <a:pt x="4963066" y="2474727"/>
                  </a:cubicBezTo>
                  <a:cubicBezTo>
                    <a:pt x="4843715" y="2499660"/>
                    <a:pt x="4723834" y="2523637"/>
                    <a:pt x="4602943" y="2539054"/>
                  </a:cubicBezTo>
                  <a:cubicBezTo>
                    <a:pt x="4385718" y="2566751"/>
                    <a:pt x="4167008" y="2573238"/>
                    <a:pt x="3948028" y="2571536"/>
                  </a:cubicBezTo>
                  <a:cubicBezTo>
                    <a:pt x="3885510" y="2571058"/>
                    <a:pt x="3822989" y="2566858"/>
                    <a:pt x="3757068" y="2564200"/>
                  </a:cubicBezTo>
                  <a:cubicBezTo>
                    <a:pt x="3779449" y="2490516"/>
                    <a:pt x="3776420" y="2421405"/>
                    <a:pt x="3748138" y="2353675"/>
                  </a:cubicBezTo>
                  <a:cubicBezTo>
                    <a:pt x="3815653" y="2353675"/>
                    <a:pt x="3881045" y="2355536"/>
                    <a:pt x="3946170" y="2353303"/>
                  </a:cubicBezTo>
                  <a:cubicBezTo>
                    <a:pt x="4134685" y="2346977"/>
                    <a:pt x="4323358" y="2343149"/>
                    <a:pt x="4511447" y="2330390"/>
                  </a:cubicBezTo>
                  <a:cubicBezTo>
                    <a:pt x="4664080" y="2319757"/>
                    <a:pt x="4816230" y="2299875"/>
                    <a:pt x="4964024" y="2256813"/>
                  </a:cubicBezTo>
                  <a:cubicBezTo>
                    <a:pt x="5013784" y="2242353"/>
                    <a:pt x="5063544" y="2226829"/>
                    <a:pt x="5103789" y="2183289"/>
                  </a:cubicBezTo>
                  <a:close/>
                  <a:moveTo>
                    <a:pt x="3341017" y="1919442"/>
                  </a:moveTo>
                  <a:cubicBezTo>
                    <a:pt x="3351649" y="1918113"/>
                    <a:pt x="3365047" y="1923748"/>
                    <a:pt x="3374615" y="1930075"/>
                  </a:cubicBezTo>
                  <a:cubicBezTo>
                    <a:pt x="3566001" y="2055272"/>
                    <a:pt x="3775410" y="2119174"/>
                    <a:pt x="4003903" y="2117420"/>
                  </a:cubicBezTo>
                  <a:cubicBezTo>
                    <a:pt x="4215119" y="2116782"/>
                    <a:pt x="4421551" y="2054316"/>
                    <a:pt x="4597678" y="1937676"/>
                  </a:cubicBezTo>
                  <a:cubicBezTo>
                    <a:pt x="4621069" y="1922366"/>
                    <a:pt x="4642176" y="1925662"/>
                    <a:pt x="4665461" y="1928745"/>
                  </a:cubicBezTo>
                  <a:cubicBezTo>
                    <a:pt x="4778645" y="1943843"/>
                    <a:pt x="4891616" y="1960377"/>
                    <a:pt x="5000067" y="1997857"/>
                  </a:cubicBezTo>
                  <a:cubicBezTo>
                    <a:pt x="5025268" y="2006203"/>
                    <a:pt x="5049404" y="2017421"/>
                    <a:pt x="5071998" y="2031296"/>
                  </a:cubicBezTo>
                  <a:cubicBezTo>
                    <a:pt x="5115909" y="2059047"/>
                    <a:pt x="5117132" y="2094773"/>
                    <a:pt x="5071624" y="2118855"/>
                  </a:cubicBezTo>
                  <a:cubicBezTo>
                    <a:pt x="5027819" y="2141768"/>
                    <a:pt x="4981673" y="2159791"/>
                    <a:pt x="4933988" y="2172709"/>
                  </a:cubicBezTo>
                  <a:cubicBezTo>
                    <a:pt x="4785132" y="2213591"/>
                    <a:pt x="4631489" y="2229168"/>
                    <a:pt x="4478010" y="2241821"/>
                  </a:cubicBezTo>
                  <a:cubicBezTo>
                    <a:pt x="4223519" y="2262607"/>
                    <a:pt x="3968603" y="2266276"/>
                    <a:pt x="3713421" y="2258355"/>
                  </a:cubicBezTo>
                  <a:cubicBezTo>
                    <a:pt x="3693327" y="2258620"/>
                    <a:pt x="3674029" y="2250433"/>
                    <a:pt x="3660258" y="2235813"/>
                  </a:cubicBezTo>
                  <a:cubicBezTo>
                    <a:pt x="3531658" y="2106255"/>
                    <a:pt x="3374776" y="2039696"/>
                    <a:pt x="3193223" y="2029276"/>
                  </a:cubicBezTo>
                  <a:cubicBezTo>
                    <a:pt x="3102846" y="2023960"/>
                    <a:pt x="3012949" y="2018325"/>
                    <a:pt x="2922837" y="2012795"/>
                  </a:cubicBezTo>
                  <a:cubicBezTo>
                    <a:pt x="2917947" y="2012477"/>
                    <a:pt x="2913056" y="2011520"/>
                    <a:pt x="2908218" y="2010882"/>
                  </a:cubicBezTo>
                  <a:cubicBezTo>
                    <a:pt x="2907579" y="2007161"/>
                    <a:pt x="2907156" y="2003545"/>
                    <a:pt x="2906782" y="1999771"/>
                  </a:cubicBezTo>
                  <a:cubicBezTo>
                    <a:pt x="2977913" y="1983237"/>
                    <a:pt x="3048567" y="1964205"/>
                    <a:pt x="3120285" y="1950807"/>
                  </a:cubicBezTo>
                  <a:cubicBezTo>
                    <a:pt x="3193329" y="1937251"/>
                    <a:pt x="3267279" y="1928586"/>
                    <a:pt x="3341017" y="1919442"/>
                  </a:cubicBezTo>
                  <a:close/>
                  <a:moveTo>
                    <a:pt x="1111634" y="1716095"/>
                  </a:moveTo>
                  <a:lnTo>
                    <a:pt x="1141671" y="1716095"/>
                  </a:lnTo>
                  <a:cubicBezTo>
                    <a:pt x="1255014" y="1716095"/>
                    <a:pt x="1368411" y="1715085"/>
                    <a:pt x="1481913" y="1716095"/>
                  </a:cubicBezTo>
                  <a:cubicBezTo>
                    <a:pt x="1734011" y="1717052"/>
                    <a:pt x="1981006" y="1787067"/>
                    <a:pt x="2196155" y="1918485"/>
                  </a:cubicBezTo>
                  <a:cubicBezTo>
                    <a:pt x="2294772" y="1978134"/>
                    <a:pt x="2393708" y="2036719"/>
                    <a:pt x="2501416" y="2078399"/>
                  </a:cubicBezTo>
                  <a:cubicBezTo>
                    <a:pt x="2626029" y="2127149"/>
                    <a:pt x="2757129" y="2157240"/>
                    <a:pt x="2890514" y="2167606"/>
                  </a:cubicBezTo>
                  <a:cubicBezTo>
                    <a:pt x="2998223" y="2175740"/>
                    <a:pt x="3106249" y="2179727"/>
                    <a:pt x="3213852" y="2189191"/>
                  </a:cubicBezTo>
                  <a:cubicBezTo>
                    <a:pt x="3363930" y="2202375"/>
                    <a:pt x="3487585" y="2268935"/>
                    <a:pt x="3583811" y="2384776"/>
                  </a:cubicBezTo>
                  <a:cubicBezTo>
                    <a:pt x="3619854" y="2428210"/>
                    <a:pt x="3625757" y="2478343"/>
                    <a:pt x="3601247" y="2529113"/>
                  </a:cubicBezTo>
                  <a:cubicBezTo>
                    <a:pt x="3576740" y="2579884"/>
                    <a:pt x="3534264" y="2605986"/>
                    <a:pt x="3477379" y="2604285"/>
                  </a:cubicBezTo>
                  <a:cubicBezTo>
                    <a:pt x="3323313" y="2600351"/>
                    <a:pt x="3169247" y="2595992"/>
                    <a:pt x="3015233" y="2591154"/>
                  </a:cubicBezTo>
                  <a:cubicBezTo>
                    <a:pt x="2981477" y="2590144"/>
                    <a:pt x="2958244" y="2607103"/>
                    <a:pt x="2957235" y="2634907"/>
                  </a:cubicBezTo>
                  <a:cubicBezTo>
                    <a:pt x="2956225" y="2662711"/>
                    <a:pt x="2975735" y="2681212"/>
                    <a:pt x="3009546" y="2682754"/>
                  </a:cubicBezTo>
                  <a:cubicBezTo>
                    <a:pt x="3224430" y="2693652"/>
                    <a:pt x="3439313" y="2704444"/>
                    <a:pt x="3654251" y="2715077"/>
                  </a:cubicBezTo>
                  <a:cubicBezTo>
                    <a:pt x="3912462" y="2728261"/>
                    <a:pt x="4170675" y="2741605"/>
                    <a:pt x="4428886" y="2755108"/>
                  </a:cubicBezTo>
                  <a:cubicBezTo>
                    <a:pt x="4553554" y="2761541"/>
                    <a:pt x="4678274" y="2768346"/>
                    <a:pt x="4802993" y="2773662"/>
                  </a:cubicBezTo>
                  <a:cubicBezTo>
                    <a:pt x="4939036" y="2779403"/>
                    <a:pt x="5037600" y="2880732"/>
                    <a:pt x="5034464" y="3013533"/>
                  </a:cubicBezTo>
                  <a:cubicBezTo>
                    <a:pt x="5032338" y="3116509"/>
                    <a:pt x="4959717" y="3204547"/>
                    <a:pt x="4859027" y="3226184"/>
                  </a:cubicBezTo>
                  <a:cubicBezTo>
                    <a:pt x="4584546" y="3283547"/>
                    <a:pt x="4309802" y="3339633"/>
                    <a:pt x="4035269" y="3396305"/>
                  </a:cubicBezTo>
                  <a:cubicBezTo>
                    <a:pt x="3829156" y="3438835"/>
                    <a:pt x="3623044" y="3481738"/>
                    <a:pt x="3417038" y="3524959"/>
                  </a:cubicBezTo>
                  <a:cubicBezTo>
                    <a:pt x="3252234" y="3559036"/>
                    <a:pt x="3088226" y="3594974"/>
                    <a:pt x="2922998" y="3625968"/>
                  </a:cubicBezTo>
                  <a:cubicBezTo>
                    <a:pt x="2771801" y="3654251"/>
                    <a:pt x="2630177" y="3623788"/>
                    <a:pt x="2502693" y="3537292"/>
                  </a:cubicBezTo>
                  <a:cubicBezTo>
                    <a:pt x="2233050" y="3354412"/>
                    <a:pt x="1964471" y="3169991"/>
                    <a:pt x="1695415" y="2986366"/>
                  </a:cubicBezTo>
                  <a:cubicBezTo>
                    <a:pt x="1598180" y="2919966"/>
                    <a:pt x="1489887" y="2888600"/>
                    <a:pt x="1372822" y="2887218"/>
                  </a:cubicBezTo>
                  <a:cubicBezTo>
                    <a:pt x="1297544" y="2886261"/>
                    <a:pt x="1222213" y="2887218"/>
                    <a:pt x="1146934" y="2887218"/>
                  </a:cubicBezTo>
                  <a:lnTo>
                    <a:pt x="1111634" y="2887909"/>
                  </a:lnTo>
                  <a:close/>
                  <a:moveTo>
                    <a:pt x="123339" y="1455171"/>
                  </a:moveTo>
                  <a:cubicBezTo>
                    <a:pt x="355394" y="1455171"/>
                    <a:pt x="587396" y="1455277"/>
                    <a:pt x="819452" y="1455437"/>
                  </a:cubicBezTo>
                  <a:cubicBezTo>
                    <a:pt x="908819" y="1455437"/>
                    <a:pt x="945341" y="1493820"/>
                    <a:pt x="945341" y="1583984"/>
                  </a:cubicBezTo>
                  <a:cubicBezTo>
                    <a:pt x="945341" y="1932042"/>
                    <a:pt x="945501" y="2280098"/>
                    <a:pt x="945820" y="2628155"/>
                  </a:cubicBezTo>
                  <a:cubicBezTo>
                    <a:pt x="945820" y="2820338"/>
                    <a:pt x="945448" y="3012522"/>
                    <a:pt x="945820" y="3204705"/>
                  </a:cubicBezTo>
                  <a:cubicBezTo>
                    <a:pt x="945820" y="3239740"/>
                    <a:pt x="940504" y="3273817"/>
                    <a:pt x="911424" y="3295082"/>
                  </a:cubicBezTo>
                  <a:cubicBezTo>
                    <a:pt x="893188" y="3308479"/>
                    <a:pt x="868894" y="3321238"/>
                    <a:pt x="847629" y="3321663"/>
                  </a:cubicBezTo>
                  <a:cubicBezTo>
                    <a:pt x="600581" y="3323683"/>
                    <a:pt x="353215" y="3323578"/>
                    <a:pt x="106379" y="3323205"/>
                  </a:cubicBezTo>
                  <a:cubicBezTo>
                    <a:pt x="41467" y="3323205"/>
                    <a:pt x="532" y="3279505"/>
                    <a:pt x="479" y="3212520"/>
                  </a:cubicBezTo>
                  <a:cubicBezTo>
                    <a:pt x="266" y="2954787"/>
                    <a:pt x="266" y="2697054"/>
                    <a:pt x="479" y="2439320"/>
                  </a:cubicBezTo>
                  <a:lnTo>
                    <a:pt x="0" y="2388816"/>
                  </a:lnTo>
                  <a:cubicBezTo>
                    <a:pt x="0" y="2118696"/>
                    <a:pt x="0" y="1848576"/>
                    <a:pt x="0" y="1578456"/>
                  </a:cubicBezTo>
                  <a:cubicBezTo>
                    <a:pt x="0" y="1493767"/>
                    <a:pt x="38596" y="1455171"/>
                    <a:pt x="123339" y="1455171"/>
                  </a:cubicBezTo>
                  <a:close/>
                  <a:moveTo>
                    <a:pt x="4035004" y="1029763"/>
                  </a:moveTo>
                  <a:cubicBezTo>
                    <a:pt x="4100926" y="1031571"/>
                    <a:pt x="4160150" y="1087073"/>
                    <a:pt x="4161956" y="1148210"/>
                  </a:cubicBezTo>
                  <a:cubicBezTo>
                    <a:pt x="4163444" y="1220883"/>
                    <a:pt x="4107516" y="1281861"/>
                    <a:pt x="4035004" y="1286646"/>
                  </a:cubicBezTo>
                  <a:close/>
                  <a:moveTo>
                    <a:pt x="3955844" y="616369"/>
                  </a:moveTo>
                  <a:cubicBezTo>
                    <a:pt x="3955844" y="690797"/>
                    <a:pt x="3955844" y="764428"/>
                    <a:pt x="3955844" y="838271"/>
                  </a:cubicBezTo>
                  <a:cubicBezTo>
                    <a:pt x="3910549" y="841354"/>
                    <a:pt x="3855261" y="792550"/>
                    <a:pt x="3849519" y="744545"/>
                  </a:cubicBezTo>
                  <a:cubicBezTo>
                    <a:pt x="3841544" y="676868"/>
                    <a:pt x="3879929" y="629713"/>
                    <a:pt x="3955844" y="616369"/>
                  </a:cubicBezTo>
                  <a:close/>
                  <a:moveTo>
                    <a:pt x="3993749" y="381071"/>
                  </a:moveTo>
                  <a:cubicBezTo>
                    <a:pt x="3973706" y="381814"/>
                    <a:pt x="3962225" y="392979"/>
                    <a:pt x="3960309" y="412064"/>
                  </a:cubicBezTo>
                  <a:cubicBezTo>
                    <a:pt x="3958131" y="432319"/>
                    <a:pt x="3957438" y="452681"/>
                    <a:pt x="3958131" y="473042"/>
                  </a:cubicBezTo>
                  <a:cubicBezTo>
                    <a:pt x="3958767" y="489788"/>
                    <a:pt x="3952815" y="495317"/>
                    <a:pt x="3936228" y="498454"/>
                  </a:cubicBezTo>
                  <a:cubicBezTo>
                    <a:pt x="3904330" y="504568"/>
                    <a:pt x="3871474" y="510840"/>
                    <a:pt x="3841596" y="523228"/>
                  </a:cubicBezTo>
                  <a:cubicBezTo>
                    <a:pt x="3757281" y="558209"/>
                    <a:pt x="3710392" y="623918"/>
                    <a:pt x="3701566" y="714188"/>
                  </a:cubicBezTo>
                  <a:cubicBezTo>
                    <a:pt x="3692740" y="804458"/>
                    <a:pt x="3715441" y="885373"/>
                    <a:pt x="3797527" y="934973"/>
                  </a:cubicBezTo>
                  <a:cubicBezTo>
                    <a:pt x="3840057" y="960704"/>
                    <a:pt x="3888913" y="976387"/>
                    <a:pt x="3935750" y="994303"/>
                  </a:cubicBezTo>
                  <a:cubicBezTo>
                    <a:pt x="3951699" y="1000417"/>
                    <a:pt x="3957599" y="1007275"/>
                    <a:pt x="3957493" y="1024287"/>
                  </a:cubicBezTo>
                  <a:cubicBezTo>
                    <a:pt x="3956961" y="1104031"/>
                    <a:pt x="3957493" y="1183776"/>
                    <a:pt x="3957758" y="1263520"/>
                  </a:cubicBezTo>
                  <a:cubicBezTo>
                    <a:pt x="3957280" y="1269580"/>
                    <a:pt x="3956216" y="1275587"/>
                    <a:pt x="3954674" y="1281489"/>
                  </a:cubicBezTo>
                  <a:cubicBezTo>
                    <a:pt x="3905817" y="1269101"/>
                    <a:pt x="3872484" y="1241031"/>
                    <a:pt x="3853348" y="1196907"/>
                  </a:cubicBezTo>
                  <a:cubicBezTo>
                    <a:pt x="3843512" y="1174206"/>
                    <a:pt x="3835857" y="1150602"/>
                    <a:pt x="3827402" y="1127369"/>
                  </a:cubicBezTo>
                  <a:cubicBezTo>
                    <a:pt x="3817463" y="1100044"/>
                    <a:pt x="3798801" y="1082925"/>
                    <a:pt x="3769775" y="1078566"/>
                  </a:cubicBezTo>
                  <a:cubicBezTo>
                    <a:pt x="3741226" y="1073037"/>
                    <a:pt x="3711934" y="1083989"/>
                    <a:pt x="3694018" y="1106902"/>
                  </a:cubicBezTo>
                  <a:cubicBezTo>
                    <a:pt x="3671636" y="1133856"/>
                    <a:pt x="3673391" y="1164743"/>
                    <a:pt x="3681417" y="1195258"/>
                  </a:cubicBezTo>
                  <a:cubicBezTo>
                    <a:pt x="3706776" y="1291324"/>
                    <a:pt x="3771368" y="1351610"/>
                    <a:pt x="3862171" y="1385422"/>
                  </a:cubicBezTo>
                  <a:cubicBezTo>
                    <a:pt x="3891678" y="1396905"/>
                    <a:pt x="3923308" y="1402434"/>
                    <a:pt x="3957651" y="1411418"/>
                  </a:cubicBezTo>
                  <a:cubicBezTo>
                    <a:pt x="3957651" y="1421626"/>
                    <a:pt x="3957651" y="1431248"/>
                    <a:pt x="3957651" y="1440924"/>
                  </a:cubicBezTo>
                  <a:cubicBezTo>
                    <a:pt x="3958131" y="1490471"/>
                    <a:pt x="3958077" y="1540072"/>
                    <a:pt x="3959406" y="1589780"/>
                  </a:cubicBezTo>
                  <a:cubicBezTo>
                    <a:pt x="3959990" y="1611045"/>
                    <a:pt x="3970783" y="1624495"/>
                    <a:pt x="3993962" y="1625452"/>
                  </a:cubicBezTo>
                  <a:cubicBezTo>
                    <a:pt x="4017140" y="1626409"/>
                    <a:pt x="4028466" y="1614819"/>
                    <a:pt x="4030379" y="1592703"/>
                  </a:cubicBezTo>
                  <a:cubicBezTo>
                    <a:pt x="4031601" y="1578615"/>
                    <a:pt x="4033302" y="1564527"/>
                    <a:pt x="4033408" y="1550173"/>
                  </a:cubicBezTo>
                  <a:cubicBezTo>
                    <a:pt x="4033782" y="1503390"/>
                    <a:pt x="4033408" y="1456607"/>
                    <a:pt x="4033408" y="1409771"/>
                  </a:cubicBezTo>
                  <a:cubicBezTo>
                    <a:pt x="4063286" y="1403019"/>
                    <a:pt x="4091251" y="1398553"/>
                    <a:pt x="4118097" y="1390366"/>
                  </a:cubicBezTo>
                  <a:cubicBezTo>
                    <a:pt x="4294119" y="1336459"/>
                    <a:pt x="4367962" y="1128646"/>
                    <a:pt x="4262327" y="986329"/>
                  </a:cubicBezTo>
                  <a:cubicBezTo>
                    <a:pt x="4222242" y="932368"/>
                    <a:pt x="4164773" y="906212"/>
                    <a:pt x="4102839" y="887340"/>
                  </a:cubicBezTo>
                  <a:cubicBezTo>
                    <a:pt x="4080193" y="880428"/>
                    <a:pt x="4049305" y="878568"/>
                    <a:pt x="4037927" y="862938"/>
                  </a:cubicBezTo>
                  <a:cubicBezTo>
                    <a:pt x="4026550" y="847308"/>
                    <a:pt x="4033675" y="817058"/>
                    <a:pt x="4033569" y="793241"/>
                  </a:cubicBezTo>
                  <a:cubicBezTo>
                    <a:pt x="4033250" y="735135"/>
                    <a:pt x="4033569" y="677081"/>
                    <a:pt x="4033569" y="615997"/>
                  </a:cubicBezTo>
                  <a:cubicBezTo>
                    <a:pt x="4073174" y="627480"/>
                    <a:pt x="4100342" y="648479"/>
                    <a:pt x="4116981" y="681653"/>
                  </a:cubicBezTo>
                  <a:cubicBezTo>
                    <a:pt x="4125646" y="698930"/>
                    <a:pt x="4130217" y="718229"/>
                    <a:pt x="4138246" y="735879"/>
                  </a:cubicBezTo>
                  <a:cubicBezTo>
                    <a:pt x="4151537" y="767298"/>
                    <a:pt x="4184870" y="785267"/>
                    <a:pt x="4218416" y="779047"/>
                  </a:cubicBezTo>
                  <a:cubicBezTo>
                    <a:pt x="4251269" y="773731"/>
                    <a:pt x="4280989" y="746086"/>
                    <a:pt x="4281254" y="713019"/>
                  </a:cubicBezTo>
                  <a:cubicBezTo>
                    <a:pt x="4281202" y="689149"/>
                    <a:pt x="4275885" y="665544"/>
                    <a:pt x="4265782" y="643907"/>
                  </a:cubicBezTo>
                  <a:cubicBezTo>
                    <a:pt x="4224636" y="556560"/>
                    <a:pt x="4153344" y="509246"/>
                    <a:pt x="4058183" y="499092"/>
                  </a:cubicBezTo>
                  <a:cubicBezTo>
                    <a:pt x="4036279" y="496752"/>
                    <a:pt x="4032398" y="487715"/>
                    <a:pt x="4033250" y="468842"/>
                  </a:cubicBezTo>
                  <a:cubicBezTo>
                    <a:pt x="4034208" y="449438"/>
                    <a:pt x="4033463" y="429980"/>
                    <a:pt x="4030963" y="410682"/>
                  </a:cubicBezTo>
                  <a:cubicBezTo>
                    <a:pt x="4028305" y="390161"/>
                    <a:pt x="4014588" y="380273"/>
                    <a:pt x="3993749" y="381071"/>
                  </a:cubicBezTo>
                  <a:close/>
                  <a:moveTo>
                    <a:pt x="3998481" y="227217"/>
                  </a:moveTo>
                  <a:cubicBezTo>
                    <a:pt x="4422774" y="227908"/>
                    <a:pt x="4768490" y="575699"/>
                    <a:pt x="4768490" y="1002384"/>
                  </a:cubicBezTo>
                  <a:cubicBezTo>
                    <a:pt x="4768490" y="1436405"/>
                    <a:pt x="4423306" y="1781484"/>
                    <a:pt x="3986997" y="1778561"/>
                  </a:cubicBezTo>
                  <a:cubicBezTo>
                    <a:pt x="3552233" y="1775850"/>
                    <a:pt x="3218636" y="1424709"/>
                    <a:pt x="3217733" y="1005361"/>
                  </a:cubicBezTo>
                  <a:cubicBezTo>
                    <a:pt x="3216830" y="570011"/>
                    <a:pt x="3563769" y="226898"/>
                    <a:pt x="3998481" y="227217"/>
                  </a:cubicBezTo>
                  <a:close/>
                  <a:moveTo>
                    <a:pt x="4007039" y="116905"/>
                  </a:moveTo>
                  <a:cubicBezTo>
                    <a:pt x="3514593" y="108080"/>
                    <a:pt x="3114011" y="502495"/>
                    <a:pt x="3106781" y="1001587"/>
                  </a:cubicBezTo>
                  <a:cubicBezTo>
                    <a:pt x="3105504" y="1485369"/>
                    <a:pt x="3492689" y="1880687"/>
                    <a:pt x="3976419" y="1889406"/>
                  </a:cubicBezTo>
                  <a:cubicBezTo>
                    <a:pt x="4472481" y="1898125"/>
                    <a:pt x="4864608" y="1506634"/>
                    <a:pt x="4879335" y="1031943"/>
                  </a:cubicBezTo>
                  <a:cubicBezTo>
                    <a:pt x="4895019" y="542473"/>
                    <a:pt x="4510918" y="132907"/>
                    <a:pt x="4021446" y="117224"/>
                  </a:cubicBezTo>
                  <a:cubicBezTo>
                    <a:pt x="4016610" y="117118"/>
                    <a:pt x="4011823" y="116958"/>
                    <a:pt x="4007039" y="116905"/>
                  </a:cubicBezTo>
                  <a:close/>
                  <a:moveTo>
                    <a:pt x="3995184" y="0"/>
                  </a:moveTo>
                  <a:cubicBezTo>
                    <a:pt x="4542335" y="-266"/>
                    <a:pt x="4996558" y="445451"/>
                    <a:pt x="4996877" y="1002437"/>
                  </a:cubicBezTo>
                  <a:cubicBezTo>
                    <a:pt x="4997196" y="1563305"/>
                    <a:pt x="4538509" y="2009979"/>
                    <a:pt x="3985296" y="2007214"/>
                  </a:cubicBezTo>
                  <a:cubicBezTo>
                    <a:pt x="3437720" y="2004290"/>
                    <a:pt x="2991630" y="1555862"/>
                    <a:pt x="2990620" y="999886"/>
                  </a:cubicBezTo>
                  <a:cubicBezTo>
                    <a:pt x="2989610" y="448215"/>
                    <a:pt x="3438888" y="1116"/>
                    <a:pt x="3995184" y="0"/>
                  </a:cubicBezTo>
                  <a:close/>
                </a:path>
              </a:pathLst>
            </a:custGeom>
            <a:solidFill>
              <a:schemeClr val="bg1"/>
            </a:solidFill>
            <a:ln w="53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latin typeface="Lora" pitchFamily="2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BCCD1E6-BE11-BEC2-F2AA-AF39705B7761}"/>
                </a:ext>
              </a:extLst>
            </p:cNvPr>
            <p:cNvSpPr/>
            <p:nvPr/>
          </p:nvSpPr>
          <p:spPr>
            <a:xfrm>
              <a:off x="5036054" y="3568190"/>
              <a:ext cx="501151" cy="501460"/>
            </a:xfrm>
            <a:custGeom>
              <a:avLst/>
              <a:gdLst>
                <a:gd name="connsiteX0" fmla="*/ 363303 w 1407595"/>
                <a:gd name="connsiteY0" fmla="*/ 820366 h 1408459"/>
                <a:gd name="connsiteX1" fmla="*/ 383199 w 1407595"/>
                <a:gd name="connsiteY1" fmla="*/ 823180 h 1408459"/>
                <a:gd name="connsiteX2" fmla="*/ 414251 w 1407595"/>
                <a:gd name="connsiteY2" fmla="*/ 884522 h 1408459"/>
                <a:gd name="connsiteX3" fmla="*/ 468353 w 1407595"/>
                <a:gd name="connsiteY3" fmla="*/ 902714 h 1408459"/>
                <a:gd name="connsiteX4" fmla="*/ 490832 w 1407595"/>
                <a:gd name="connsiteY4" fmla="*/ 956149 h 1408459"/>
                <a:gd name="connsiteX5" fmla="*/ 555030 w 1407595"/>
                <a:gd name="connsiteY5" fmla="*/ 1002917 h 1408459"/>
                <a:gd name="connsiteX6" fmla="*/ 621705 w 1407595"/>
                <a:gd name="connsiteY6" fmla="*/ 1046447 h 1408459"/>
                <a:gd name="connsiteX7" fmla="*/ 580367 w 1407595"/>
                <a:gd name="connsiteY7" fmla="*/ 1114074 h 1408459"/>
                <a:gd name="connsiteX8" fmla="*/ 514168 w 1407595"/>
                <a:gd name="connsiteY8" fmla="*/ 1075974 h 1408459"/>
                <a:gd name="connsiteX9" fmla="*/ 433492 w 1407595"/>
                <a:gd name="connsiteY9" fmla="*/ 1024443 h 1408459"/>
                <a:gd name="connsiteX10" fmla="*/ 356815 w 1407595"/>
                <a:gd name="connsiteY10" fmla="*/ 967293 h 1408459"/>
                <a:gd name="connsiteX11" fmla="*/ 330336 w 1407595"/>
                <a:gd name="connsiteY11" fmla="*/ 967293 h 1408459"/>
                <a:gd name="connsiteX12" fmla="*/ 291664 w 1407595"/>
                <a:gd name="connsiteY12" fmla="*/ 886617 h 1408459"/>
                <a:gd name="connsiteX13" fmla="*/ 320239 w 1407595"/>
                <a:gd name="connsiteY13" fmla="*/ 850517 h 1408459"/>
                <a:gd name="connsiteX14" fmla="*/ 363303 w 1407595"/>
                <a:gd name="connsiteY14" fmla="*/ 820366 h 1408459"/>
                <a:gd name="connsiteX15" fmla="*/ 715765 w 1407595"/>
                <a:gd name="connsiteY15" fmla="*/ 305223 h 1408459"/>
                <a:gd name="connsiteX16" fmla="*/ 801537 w 1407595"/>
                <a:gd name="connsiteY16" fmla="*/ 317784 h 1408459"/>
                <a:gd name="connsiteX17" fmla="*/ 1003087 w 1407595"/>
                <a:gd name="connsiteY17" fmla="*/ 395507 h 1408459"/>
                <a:gd name="connsiteX18" fmla="*/ 1250737 w 1407595"/>
                <a:gd name="connsiteY18" fmla="*/ 441418 h 1408459"/>
                <a:gd name="connsiteX19" fmla="*/ 1393612 w 1407595"/>
                <a:gd name="connsiteY19" fmla="*/ 560100 h 1408459"/>
                <a:gd name="connsiteX20" fmla="*/ 833446 w 1407595"/>
                <a:gd name="connsiteY20" fmla="*/ 1394871 h 1408459"/>
                <a:gd name="connsiteX21" fmla="*/ 312048 w 1407595"/>
                <a:gd name="connsiteY21" fmla="*/ 1288001 h 1408459"/>
                <a:gd name="connsiteX22" fmla="*/ 274805 w 1407595"/>
                <a:gd name="connsiteY22" fmla="*/ 1262664 h 1408459"/>
                <a:gd name="connsiteX23" fmla="*/ 249469 w 1407595"/>
                <a:gd name="connsiteY23" fmla="*/ 1292668 h 1408459"/>
                <a:gd name="connsiteX24" fmla="*/ 202415 w 1407595"/>
                <a:gd name="connsiteY24" fmla="*/ 1286190 h 1408459"/>
                <a:gd name="connsiteX25" fmla="*/ 139454 w 1407595"/>
                <a:gd name="connsiteY25" fmla="*/ 1090642 h 1408459"/>
                <a:gd name="connsiteX26" fmla="*/ 160409 w 1407595"/>
                <a:gd name="connsiteY26" fmla="*/ 1059401 h 1408459"/>
                <a:gd name="connsiteX27" fmla="*/ 379484 w 1407595"/>
                <a:gd name="connsiteY27" fmla="*/ 1081498 h 1408459"/>
                <a:gd name="connsiteX28" fmla="*/ 392439 w 1407595"/>
                <a:gd name="connsiteY28" fmla="*/ 1116264 h 1408459"/>
                <a:gd name="connsiteX29" fmla="*/ 362149 w 1407595"/>
                <a:gd name="connsiteY29" fmla="*/ 1155603 h 1408459"/>
                <a:gd name="connsiteX30" fmla="*/ 891549 w 1407595"/>
                <a:gd name="connsiteY30" fmla="*/ 1236184 h 1408459"/>
                <a:gd name="connsiteX31" fmla="*/ 1249403 w 1407595"/>
                <a:gd name="connsiteY31" fmla="*/ 852993 h 1408459"/>
                <a:gd name="connsiteX32" fmla="*/ 1090907 w 1407595"/>
                <a:gd name="connsiteY32" fmla="*/ 877187 h 1408459"/>
                <a:gd name="connsiteX33" fmla="*/ 1053854 w 1407595"/>
                <a:gd name="connsiteY33" fmla="*/ 833371 h 1408459"/>
                <a:gd name="connsiteX34" fmla="*/ 756484 w 1407595"/>
                <a:gd name="connsiteY34" fmla="*/ 470946 h 1408459"/>
                <a:gd name="connsiteX35" fmla="*/ 690476 w 1407595"/>
                <a:gd name="connsiteY35" fmla="*/ 458944 h 1408459"/>
                <a:gd name="connsiteX36" fmla="*/ 554459 w 1407595"/>
                <a:gd name="connsiteY36" fmla="*/ 535144 h 1408459"/>
                <a:gd name="connsiteX37" fmla="*/ 459209 w 1407595"/>
                <a:gd name="connsiteY37" fmla="*/ 545907 h 1408459"/>
                <a:gd name="connsiteX38" fmla="*/ 445207 w 1407595"/>
                <a:gd name="connsiteY38" fmla="*/ 478756 h 1408459"/>
                <a:gd name="connsiteX39" fmla="*/ 635707 w 1407595"/>
                <a:gd name="connsiteY39" fmla="*/ 335881 h 1408459"/>
                <a:gd name="connsiteX40" fmla="*/ 715765 w 1407595"/>
                <a:gd name="connsiteY40" fmla="*/ 305223 h 1408459"/>
                <a:gd name="connsiteX41" fmla="*/ 697551 w 1407595"/>
                <a:gd name="connsiteY41" fmla="*/ 47 h 1408459"/>
                <a:gd name="connsiteX42" fmla="*/ 1075667 w 1407595"/>
                <a:gd name="connsiteY42" fmla="*/ 105090 h 1408459"/>
                <a:gd name="connsiteX43" fmla="*/ 1099860 w 1407595"/>
                <a:gd name="connsiteY43" fmla="*/ 119568 h 1408459"/>
                <a:gd name="connsiteX44" fmla="*/ 1108719 w 1407595"/>
                <a:gd name="connsiteY44" fmla="*/ 112805 h 1408459"/>
                <a:gd name="connsiteX45" fmla="*/ 1154058 w 1407595"/>
                <a:gd name="connsiteY45" fmla="*/ 72895 h 1408459"/>
                <a:gd name="connsiteX46" fmla="*/ 1185205 w 1407595"/>
                <a:gd name="connsiteY46" fmla="*/ 126140 h 1408459"/>
                <a:gd name="connsiteX47" fmla="*/ 1243974 w 1407595"/>
                <a:gd name="connsiteY47" fmla="*/ 278540 h 1408459"/>
                <a:gd name="connsiteX48" fmla="*/ 1214256 w 1407595"/>
                <a:gd name="connsiteY48" fmla="*/ 319307 h 1408459"/>
                <a:gd name="connsiteX49" fmla="*/ 1029756 w 1407595"/>
                <a:gd name="connsiteY49" fmla="*/ 310259 h 1408459"/>
                <a:gd name="connsiteX50" fmla="*/ 993562 w 1407595"/>
                <a:gd name="connsiteY50" fmla="*/ 296352 h 1408459"/>
                <a:gd name="connsiteX51" fmla="*/ 1006325 w 1407595"/>
                <a:gd name="connsiteY51" fmla="*/ 256062 h 1408459"/>
                <a:gd name="connsiteX52" fmla="*/ 1019088 w 1407595"/>
                <a:gd name="connsiteY52" fmla="*/ 236249 h 1408459"/>
                <a:gd name="connsiteX53" fmla="*/ 206415 w 1407595"/>
                <a:gd name="connsiteY53" fmla="*/ 441228 h 1408459"/>
                <a:gd name="connsiteX54" fmla="*/ 394629 w 1407595"/>
                <a:gd name="connsiteY54" fmla="*/ 441228 h 1408459"/>
                <a:gd name="connsiteX55" fmla="*/ 383104 w 1407595"/>
                <a:gd name="connsiteY55" fmla="*/ 487233 h 1408459"/>
                <a:gd name="connsiteX56" fmla="*/ 435873 w 1407595"/>
                <a:gd name="connsiteY56" fmla="*/ 590008 h 1408459"/>
                <a:gd name="connsiteX57" fmla="*/ 576367 w 1407595"/>
                <a:gd name="connsiteY57" fmla="*/ 580483 h 1408459"/>
                <a:gd name="connsiteX58" fmla="*/ 690667 w 1407595"/>
                <a:gd name="connsiteY58" fmla="*/ 515999 h 1408459"/>
                <a:gd name="connsiteX59" fmla="*/ 736958 w 1407595"/>
                <a:gd name="connsiteY59" fmla="*/ 525524 h 1408459"/>
                <a:gd name="connsiteX60" fmla="*/ 1029566 w 1407595"/>
                <a:gd name="connsiteY60" fmla="*/ 882806 h 1408459"/>
                <a:gd name="connsiteX61" fmla="*/ 1037758 w 1407595"/>
                <a:gd name="connsiteY61" fmla="*/ 962912 h 1408459"/>
                <a:gd name="connsiteX62" fmla="*/ 958890 w 1407595"/>
                <a:gd name="connsiteY62" fmla="*/ 974151 h 1408459"/>
                <a:gd name="connsiteX63" fmla="*/ 949365 w 1407595"/>
                <a:gd name="connsiteY63" fmla="*/ 970627 h 1408459"/>
                <a:gd name="connsiteX64" fmla="*/ 849448 w 1407595"/>
                <a:gd name="connsiteY64" fmla="*/ 1019585 h 1408459"/>
                <a:gd name="connsiteX65" fmla="*/ 745816 w 1407595"/>
                <a:gd name="connsiteY65" fmla="*/ 1065591 h 1408459"/>
                <a:gd name="connsiteX66" fmla="*/ 658472 w 1407595"/>
                <a:gd name="connsiteY66" fmla="*/ 1116740 h 1408459"/>
                <a:gd name="connsiteX67" fmla="*/ 670283 w 1407595"/>
                <a:gd name="connsiteY67" fmla="*/ 1048542 h 1408459"/>
                <a:gd name="connsiteX68" fmla="*/ 616371 w 1407595"/>
                <a:gd name="connsiteY68" fmla="*/ 963578 h 1408459"/>
                <a:gd name="connsiteX69" fmla="*/ 570937 w 1407595"/>
                <a:gd name="connsiteY69" fmla="*/ 932431 h 1408459"/>
                <a:gd name="connsiteX70" fmla="*/ 466162 w 1407595"/>
                <a:gd name="connsiteY70" fmla="*/ 842135 h 1408459"/>
                <a:gd name="connsiteX71" fmla="*/ 455304 w 1407595"/>
                <a:gd name="connsiteY71" fmla="*/ 824132 h 1408459"/>
                <a:gd name="connsiteX72" fmla="*/ 294426 w 1407595"/>
                <a:gd name="connsiteY72" fmla="*/ 806511 h 1408459"/>
                <a:gd name="connsiteX73" fmla="*/ 179174 w 1407595"/>
                <a:gd name="connsiteY73" fmla="*/ 853279 h 1408459"/>
                <a:gd name="connsiteX74" fmla="*/ 93925 w 1407595"/>
                <a:gd name="connsiteY74" fmla="*/ 853279 h 1408459"/>
                <a:gd name="connsiteX75" fmla="*/ 2675 w 1407595"/>
                <a:gd name="connsiteY75" fmla="*/ 771554 h 1408459"/>
                <a:gd name="connsiteX76" fmla="*/ 135169 w 1407595"/>
                <a:gd name="connsiteY76" fmla="*/ 289685 h 1408459"/>
                <a:gd name="connsiteX77" fmla="*/ 697551 w 1407595"/>
                <a:gd name="connsiteY77" fmla="*/ 47 h 1408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1407595" h="1408459">
                  <a:moveTo>
                    <a:pt x="363303" y="820366"/>
                  </a:moveTo>
                  <a:cubicBezTo>
                    <a:pt x="369311" y="819847"/>
                    <a:pt x="375889" y="820656"/>
                    <a:pt x="383199" y="823180"/>
                  </a:cubicBezTo>
                  <a:cubicBezTo>
                    <a:pt x="408155" y="831848"/>
                    <a:pt x="415394" y="846707"/>
                    <a:pt x="414251" y="884522"/>
                  </a:cubicBezTo>
                  <a:cubicBezTo>
                    <a:pt x="433301" y="890237"/>
                    <a:pt x="455304" y="891284"/>
                    <a:pt x="468353" y="902714"/>
                  </a:cubicBezTo>
                  <a:cubicBezTo>
                    <a:pt x="481402" y="914144"/>
                    <a:pt x="482640" y="935194"/>
                    <a:pt x="490832" y="956149"/>
                  </a:cubicBezTo>
                  <a:cubicBezTo>
                    <a:pt x="520836" y="951386"/>
                    <a:pt x="545791" y="965674"/>
                    <a:pt x="555030" y="1002917"/>
                  </a:cubicBezTo>
                  <a:cubicBezTo>
                    <a:pt x="587892" y="1001869"/>
                    <a:pt x="615324" y="1009204"/>
                    <a:pt x="621705" y="1046447"/>
                  </a:cubicBezTo>
                  <a:cubicBezTo>
                    <a:pt x="625992" y="1072068"/>
                    <a:pt x="604560" y="1107787"/>
                    <a:pt x="580367" y="1114074"/>
                  </a:cubicBezTo>
                  <a:cubicBezTo>
                    <a:pt x="546648" y="1122836"/>
                    <a:pt x="526932" y="1104549"/>
                    <a:pt x="514168" y="1075974"/>
                  </a:cubicBezTo>
                  <a:cubicBezTo>
                    <a:pt x="465876" y="1079403"/>
                    <a:pt x="454065" y="1072068"/>
                    <a:pt x="433492" y="1024443"/>
                  </a:cubicBezTo>
                  <a:cubicBezTo>
                    <a:pt x="383390" y="1023491"/>
                    <a:pt x="372341" y="1014918"/>
                    <a:pt x="356815" y="967293"/>
                  </a:cubicBezTo>
                  <a:cubicBezTo>
                    <a:pt x="347995" y="967770"/>
                    <a:pt x="339156" y="967770"/>
                    <a:pt x="330336" y="967293"/>
                  </a:cubicBezTo>
                  <a:cubicBezTo>
                    <a:pt x="288616" y="962722"/>
                    <a:pt x="268519" y="921002"/>
                    <a:pt x="291664" y="886617"/>
                  </a:cubicBezTo>
                  <a:cubicBezTo>
                    <a:pt x="300236" y="873948"/>
                    <a:pt x="310714" y="862518"/>
                    <a:pt x="320239" y="850517"/>
                  </a:cubicBezTo>
                  <a:cubicBezTo>
                    <a:pt x="332384" y="835444"/>
                    <a:pt x="345279" y="821924"/>
                    <a:pt x="363303" y="820366"/>
                  </a:cubicBezTo>
                  <a:close/>
                  <a:moveTo>
                    <a:pt x="715765" y="305223"/>
                  </a:moveTo>
                  <a:cubicBezTo>
                    <a:pt x="743601" y="302353"/>
                    <a:pt x="772391" y="306687"/>
                    <a:pt x="801537" y="317784"/>
                  </a:cubicBezTo>
                  <a:cubicBezTo>
                    <a:pt x="868879" y="343310"/>
                    <a:pt x="937268" y="366551"/>
                    <a:pt x="1003087" y="395507"/>
                  </a:cubicBezTo>
                  <a:cubicBezTo>
                    <a:pt x="1080677" y="430750"/>
                    <a:pt x="1165678" y="446466"/>
                    <a:pt x="1250737" y="441418"/>
                  </a:cubicBezTo>
                  <a:cubicBezTo>
                    <a:pt x="1364370" y="434560"/>
                    <a:pt x="1372085" y="448467"/>
                    <a:pt x="1393612" y="560100"/>
                  </a:cubicBezTo>
                  <a:cubicBezTo>
                    <a:pt x="1469812" y="955292"/>
                    <a:pt x="1227781" y="1317242"/>
                    <a:pt x="833446" y="1394871"/>
                  </a:cubicBezTo>
                  <a:cubicBezTo>
                    <a:pt x="646185" y="1431732"/>
                    <a:pt x="471496" y="1392776"/>
                    <a:pt x="312048" y="1288001"/>
                  </a:cubicBezTo>
                  <a:cubicBezTo>
                    <a:pt x="300236" y="1280285"/>
                    <a:pt x="288712" y="1272189"/>
                    <a:pt x="274805" y="1262664"/>
                  </a:cubicBezTo>
                  <a:cubicBezTo>
                    <a:pt x="265947" y="1273236"/>
                    <a:pt x="257945" y="1283143"/>
                    <a:pt x="249469" y="1292668"/>
                  </a:cubicBezTo>
                  <a:cubicBezTo>
                    <a:pt x="229276" y="1315433"/>
                    <a:pt x="211369" y="1313718"/>
                    <a:pt x="202415" y="1286190"/>
                  </a:cubicBezTo>
                  <a:cubicBezTo>
                    <a:pt x="180508" y="1221326"/>
                    <a:pt x="160124" y="1155984"/>
                    <a:pt x="139454" y="1090642"/>
                  </a:cubicBezTo>
                  <a:cubicBezTo>
                    <a:pt x="133644" y="1072164"/>
                    <a:pt x="140312" y="1057781"/>
                    <a:pt x="160409" y="1059401"/>
                  </a:cubicBezTo>
                  <a:cubicBezTo>
                    <a:pt x="233467" y="1065401"/>
                    <a:pt x="306428" y="1072545"/>
                    <a:pt x="379484" y="1081498"/>
                  </a:cubicBezTo>
                  <a:cubicBezTo>
                    <a:pt x="398534" y="1083784"/>
                    <a:pt x="404059" y="1099310"/>
                    <a:pt x="392439" y="1116264"/>
                  </a:cubicBezTo>
                  <a:cubicBezTo>
                    <a:pt x="383390" y="1129218"/>
                    <a:pt x="373103" y="1141220"/>
                    <a:pt x="362149" y="1155603"/>
                  </a:cubicBezTo>
                  <a:cubicBezTo>
                    <a:pt x="526741" y="1271332"/>
                    <a:pt x="703430" y="1301907"/>
                    <a:pt x="891549" y="1236184"/>
                  </a:cubicBezTo>
                  <a:cubicBezTo>
                    <a:pt x="1073190" y="1172653"/>
                    <a:pt x="1189491" y="1043493"/>
                    <a:pt x="1249403" y="852993"/>
                  </a:cubicBezTo>
                  <a:cubicBezTo>
                    <a:pt x="1193015" y="857090"/>
                    <a:pt x="1139961" y="836801"/>
                    <a:pt x="1090907" y="877187"/>
                  </a:cubicBezTo>
                  <a:cubicBezTo>
                    <a:pt x="1077953" y="861852"/>
                    <a:pt x="1065666" y="847754"/>
                    <a:pt x="1053854" y="833371"/>
                  </a:cubicBezTo>
                  <a:cubicBezTo>
                    <a:pt x="954509" y="712786"/>
                    <a:pt x="854592" y="592580"/>
                    <a:pt x="756484" y="470946"/>
                  </a:cubicBezTo>
                  <a:cubicBezTo>
                    <a:pt x="735720" y="445133"/>
                    <a:pt x="718384" y="442371"/>
                    <a:pt x="690476" y="458944"/>
                  </a:cubicBezTo>
                  <a:cubicBezTo>
                    <a:pt x="646089" y="485995"/>
                    <a:pt x="599988" y="510189"/>
                    <a:pt x="554459" y="535144"/>
                  </a:cubicBezTo>
                  <a:cubicBezTo>
                    <a:pt x="525874" y="552670"/>
                    <a:pt x="490984" y="556575"/>
                    <a:pt x="459209" y="545907"/>
                  </a:cubicBezTo>
                  <a:cubicBezTo>
                    <a:pt x="423681" y="533525"/>
                    <a:pt x="416061" y="501426"/>
                    <a:pt x="445207" y="478756"/>
                  </a:cubicBezTo>
                  <a:cubicBezTo>
                    <a:pt x="507787" y="430083"/>
                    <a:pt x="570366" y="381220"/>
                    <a:pt x="635707" y="335881"/>
                  </a:cubicBezTo>
                  <a:cubicBezTo>
                    <a:pt x="661044" y="318165"/>
                    <a:pt x="687928" y="308092"/>
                    <a:pt x="715765" y="305223"/>
                  </a:cubicBezTo>
                  <a:close/>
                  <a:moveTo>
                    <a:pt x="697551" y="47"/>
                  </a:moveTo>
                  <a:cubicBezTo>
                    <a:pt x="826952" y="-1450"/>
                    <a:pt x="958060" y="32570"/>
                    <a:pt x="1075667" y="105090"/>
                  </a:cubicBezTo>
                  <a:lnTo>
                    <a:pt x="1099860" y="119568"/>
                  </a:lnTo>
                  <a:cubicBezTo>
                    <a:pt x="1103194" y="116996"/>
                    <a:pt x="1106147" y="115092"/>
                    <a:pt x="1108719" y="112805"/>
                  </a:cubicBezTo>
                  <a:lnTo>
                    <a:pt x="1154058" y="72895"/>
                  </a:lnTo>
                  <a:cubicBezTo>
                    <a:pt x="1165688" y="89888"/>
                    <a:pt x="1176089" y="107681"/>
                    <a:pt x="1185205" y="126140"/>
                  </a:cubicBezTo>
                  <a:cubicBezTo>
                    <a:pt x="1205969" y="176337"/>
                    <a:pt x="1225019" y="227296"/>
                    <a:pt x="1243974" y="278540"/>
                  </a:cubicBezTo>
                  <a:cubicBezTo>
                    <a:pt x="1255213" y="308735"/>
                    <a:pt x="1247022" y="320451"/>
                    <a:pt x="1214256" y="319307"/>
                  </a:cubicBezTo>
                  <a:cubicBezTo>
                    <a:pt x="1152724" y="317336"/>
                    <a:pt x="1091221" y="314326"/>
                    <a:pt x="1029756" y="310259"/>
                  </a:cubicBezTo>
                  <a:cubicBezTo>
                    <a:pt x="1016803" y="309306"/>
                    <a:pt x="995181" y="303496"/>
                    <a:pt x="993562" y="296352"/>
                  </a:cubicBezTo>
                  <a:cubicBezTo>
                    <a:pt x="990894" y="284446"/>
                    <a:pt x="1000705" y="269396"/>
                    <a:pt x="1006325" y="256062"/>
                  </a:cubicBezTo>
                  <a:cubicBezTo>
                    <a:pt x="1009983" y="249099"/>
                    <a:pt x="1014259" y="242459"/>
                    <a:pt x="1019088" y="236249"/>
                  </a:cubicBezTo>
                  <a:cubicBezTo>
                    <a:pt x="757722" y="50798"/>
                    <a:pt x="357196" y="139094"/>
                    <a:pt x="206415" y="441228"/>
                  </a:cubicBezTo>
                  <a:lnTo>
                    <a:pt x="394629" y="441228"/>
                  </a:lnTo>
                  <a:cubicBezTo>
                    <a:pt x="389676" y="460849"/>
                    <a:pt x="386247" y="473994"/>
                    <a:pt x="383104" y="487233"/>
                  </a:cubicBezTo>
                  <a:cubicBezTo>
                    <a:pt x="371865" y="533430"/>
                    <a:pt x="391581" y="572958"/>
                    <a:pt x="435873" y="590008"/>
                  </a:cubicBezTo>
                  <a:cubicBezTo>
                    <a:pt x="481754" y="608106"/>
                    <a:pt x="533351" y="604677"/>
                    <a:pt x="576367" y="580483"/>
                  </a:cubicBezTo>
                  <a:cubicBezTo>
                    <a:pt x="614467" y="559813"/>
                    <a:pt x="653710" y="539240"/>
                    <a:pt x="690667" y="515999"/>
                  </a:cubicBezTo>
                  <a:cubicBezTo>
                    <a:pt x="711526" y="502949"/>
                    <a:pt x="722480" y="507521"/>
                    <a:pt x="736958" y="525524"/>
                  </a:cubicBezTo>
                  <a:cubicBezTo>
                    <a:pt x="833799" y="645158"/>
                    <a:pt x="931335" y="764221"/>
                    <a:pt x="1029566" y="882806"/>
                  </a:cubicBezTo>
                  <a:cubicBezTo>
                    <a:pt x="1050616" y="908334"/>
                    <a:pt x="1059855" y="934813"/>
                    <a:pt x="1037758" y="962912"/>
                  </a:cubicBezTo>
                  <a:cubicBezTo>
                    <a:pt x="1015660" y="991010"/>
                    <a:pt x="988323" y="991487"/>
                    <a:pt x="958890" y="974151"/>
                  </a:cubicBezTo>
                  <a:cubicBezTo>
                    <a:pt x="955852" y="972628"/>
                    <a:pt x="952661" y="971484"/>
                    <a:pt x="949365" y="970627"/>
                  </a:cubicBezTo>
                  <a:cubicBezTo>
                    <a:pt x="937935" y="1029396"/>
                    <a:pt x="907837" y="1043970"/>
                    <a:pt x="849448" y="1019585"/>
                  </a:cubicBezTo>
                  <a:cubicBezTo>
                    <a:pt x="828493" y="1080450"/>
                    <a:pt x="804585" y="1091023"/>
                    <a:pt x="745816" y="1065591"/>
                  </a:cubicBezTo>
                  <a:cubicBezTo>
                    <a:pt x="728671" y="1121027"/>
                    <a:pt x="704668" y="1134933"/>
                    <a:pt x="658472" y="1116740"/>
                  </a:cubicBezTo>
                  <a:cubicBezTo>
                    <a:pt x="664149" y="1094356"/>
                    <a:pt x="668102" y="1071496"/>
                    <a:pt x="670283" y="1048542"/>
                  </a:cubicBezTo>
                  <a:cubicBezTo>
                    <a:pt x="671140" y="1009584"/>
                    <a:pt x="650566" y="981867"/>
                    <a:pt x="616371" y="963578"/>
                  </a:cubicBezTo>
                  <a:cubicBezTo>
                    <a:pt x="600217" y="954721"/>
                    <a:pt x="584996" y="944338"/>
                    <a:pt x="570937" y="932431"/>
                  </a:cubicBezTo>
                  <a:cubicBezTo>
                    <a:pt x="535504" y="902999"/>
                    <a:pt x="500833" y="872615"/>
                    <a:pt x="466162" y="842135"/>
                  </a:cubicBezTo>
                  <a:cubicBezTo>
                    <a:pt x="461676" y="836706"/>
                    <a:pt x="458018" y="830610"/>
                    <a:pt x="455304" y="824132"/>
                  </a:cubicBezTo>
                  <a:cubicBezTo>
                    <a:pt x="419585" y="762506"/>
                    <a:pt x="338432" y="749838"/>
                    <a:pt x="294426" y="806511"/>
                  </a:cubicBezTo>
                  <a:cubicBezTo>
                    <a:pt x="261946" y="848421"/>
                    <a:pt x="225942" y="856899"/>
                    <a:pt x="179174" y="853279"/>
                  </a:cubicBezTo>
                  <a:cubicBezTo>
                    <a:pt x="150599" y="851089"/>
                    <a:pt x="122024" y="853279"/>
                    <a:pt x="93925" y="853279"/>
                  </a:cubicBezTo>
                  <a:cubicBezTo>
                    <a:pt x="29917" y="853279"/>
                    <a:pt x="7724" y="834229"/>
                    <a:pt x="2675" y="771554"/>
                  </a:cubicBezTo>
                  <a:cubicBezTo>
                    <a:pt x="-11421" y="595152"/>
                    <a:pt x="29822" y="433131"/>
                    <a:pt x="135169" y="289685"/>
                  </a:cubicBezTo>
                  <a:cubicBezTo>
                    <a:pt x="270954" y="103691"/>
                    <a:pt x="481882" y="2541"/>
                    <a:pt x="697551" y="4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latin typeface="Lora" pitchFamily="2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5B297B9-9774-2CA8-429A-72C5440F7D3C}"/>
                </a:ext>
              </a:extLst>
            </p:cNvPr>
            <p:cNvSpPr/>
            <p:nvPr/>
          </p:nvSpPr>
          <p:spPr>
            <a:xfrm>
              <a:off x="6621751" y="3556818"/>
              <a:ext cx="599704" cy="524205"/>
            </a:xfrm>
            <a:custGeom>
              <a:avLst/>
              <a:gdLst>
                <a:gd name="connsiteX0" fmla="*/ 2135958 w 2599087"/>
                <a:gd name="connsiteY0" fmla="*/ 1348247 h 2271884"/>
                <a:gd name="connsiteX1" fmla="*/ 2152078 w 2599087"/>
                <a:gd name="connsiteY1" fmla="*/ 1360677 h 2271884"/>
                <a:gd name="connsiteX2" fmla="*/ 2587657 w 2599087"/>
                <a:gd name="connsiteY2" fmla="*/ 1798160 h 2271884"/>
                <a:gd name="connsiteX3" fmla="*/ 2599087 w 2599087"/>
                <a:gd name="connsiteY3" fmla="*/ 1810162 h 2271884"/>
                <a:gd name="connsiteX4" fmla="*/ 2561749 w 2599087"/>
                <a:gd name="connsiteY4" fmla="*/ 1845595 h 2271884"/>
                <a:gd name="connsiteX5" fmla="*/ 2152650 w 2599087"/>
                <a:gd name="connsiteY5" fmla="*/ 2256123 h 2271884"/>
                <a:gd name="connsiteX6" fmla="*/ 2134171 w 2599087"/>
                <a:gd name="connsiteY6" fmla="*/ 2270124 h 2271884"/>
                <a:gd name="connsiteX7" fmla="*/ 2098453 w 2599087"/>
                <a:gd name="connsiteY7" fmla="*/ 2239645 h 2271884"/>
                <a:gd name="connsiteX8" fmla="*/ 2098453 w 2599087"/>
                <a:gd name="connsiteY8" fmla="*/ 2094960 h 2271884"/>
                <a:gd name="connsiteX9" fmla="*/ 2098357 w 2599087"/>
                <a:gd name="connsiteY9" fmla="*/ 2049906 h 2271884"/>
                <a:gd name="connsiteX10" fmla="*/ 1532668 w 2599087"/>
                <a:gd name="connsiteY10" fmla="*/ 2049906 h 2271884"/>
                <a:gd name="connsiteX11" fmla="*/ 1531905 w 2599087"/>
                <a:gd name="connsiteY11" fmla="*/ 2032952 h 2271884"/>
                <a:gd name="connsiteX12" fmla="*/ 1531905 w 2599087"/>
                <a:gd name="connsiteY12" fmla="*/ 1775777 h 2271884"/>
                <a:gd name="connsiteX13" fmla="*/ 1545431 w 2599087"/>
                <a:gd name="connsiteY13" fmla="*/ 1755584 h 2271884"/>
                <a:gd name="connsiteX14" fmla="*/ 1794986 w 2599087"/>
                <a:gd name="connsiteY14" fmla="*/ 1581848 h 2271884"/>
                <a:gd name="connsiteX15" fmla="*/ 1827847 w 2599087"/>
                <a:gd name="connsiteY15" fmla="*/ 1567655 h 2271884"/>
                <a:gd name="connsiteX16" fmla="*/ 2080450 w 2599087"/>
                <a:gd name="connsiteY16" fmla="*/ 1567655 h 2271884"/>
                <a:gd name="connsiteX17" fmla="*/ 2098738 w 2599087"/>
                <a:gd name="connsiteY17" fmla="*/ 1567655 h 2271884"/>
                <a:gd name="connsiteX18" fmla="*/ 2098738 w 2599087"/>
                <a:gd name="connsiteY18" fmla="*/ 1549558 h 2271884"/>
                <a:gd name="connsiteX19" fmla="*/ 2098738 w 2599087"/>
                <a:gd name="connsiteY19" fmla="*/ 1382680 h 2271884"/>
                <a:gd name="connsiteX20" fmla="*/ 2115979 w 2599087"/>
                <a:gd name="connsiteY20" fmla="*/ 1348390 h 2271884"/>
                <a:gd name="connsiteX21" fmla="*/ 2135958 w 2599087"/>
                <a:gd name="connsiteY21" fmla="*/ 1348247 h 2271884"/>
                <a:gd name="connsiteX22" fmla="*/ 1228725 w 2599087"/>
                <a:gd name="connsiteY22" fmla="*/ 717455 h 2271884"/>
                <a:gd name="connsiteX23" fmla="*/ 1228725 w 2599087"/>
                <a:gd name="connsiteY23" fmla="*/ 789368 h 2271884"/>
                <a:gd name="connsiteX24" fmla="*/ 1216343 w 2599087"/>
                <a:gd name="connsiteY24" fmla="*/ 808990 h 2271884"/>
                <a:gd name="connsiteX25" fmla="*/ 1099376 w 2599087"/>
                <a:gd name="connsiteY25" fmla="*/ 994918 h 2271884"/>
                <a:gd name="connsiteX26" fmla="*/ 1202627 w 2599087"/>
                <a:gd name="connsiteY26" fmla="*/ 1165701 h 2271884"/>
                <a:gd name="connsiteX27" fmla="*/ 1319594 w 2599087"/>
                <a:gd name="connsiteY27" fmla="*/ 1228185 h 2271884"/>
                <a:gd name="connsiteX28" fmla="*/ 1347216 w 2599087"/>
                <a:gd name="connsiteY28" fmla="*/ 1299337 h 2271884"/>
                <a:gd name="connsiteX29" fmla="*/ 1270978 w 2599087"/>
                <a:gd name="connsiteY29" fmla="*/ 1339875 h 2271884"/>
                <a:gd name="connsiteX30" fmla="*/ 1228344 w 2599087"/>
                <a:gd name="connsiteY30" fmla="*/ 1289812 h 2271884"/>
                <a:gd name="connsiteX31" fmla="*/ 1226534 w 2599087"/>
                <a:gd name="connsiteY31" fmla="*/ 1281620 h 2271884"/>
                <a:gd name="connsiteX32" fmla="*/ 1090136 w 2599087"/>
                <a:gd name="connsiteY32" fmla="*/ 1281620 h 2271884"/>
                <a:gd name="connsiteX33" fmla="*/ 1090136 w 2599087"/>
                <a:gd name="connsiteY33" fmla="*/ 1304290 h 2271884"/>
                <a:gd name="connsiteX34" fmla="*/ 1215390 w 2599087"/>
                <a:gd name="connsiteY34" fmla="*/ 1466215 h 2271884"/>
                <a:gd name="connsiteX35" fmla="*/ 1228725 w 2599087"/>
                <a:gd name="connsiteY35" fmla="*/ 1486408 h 2271884"/>
                <a:gd name="connsiteX36" fmla="*/ 1228725 w 2599087"/>
                <a:gd name="connsiteY36" fmla="*/ 1554512 h 2271884"/>
                <a:gd name="connsiteX37" fmla="*/ 1370076 w 2599087"/>
                <a:gd name="connsiteY37" fmla="*/ 1555083 h 2271884"/>
                <a:gd name="connsiteX38" fmla="*/ 1370076 w 2599087"/>
                <a:gd name="connsiteY38" fmla="*/ 1480407 h 2271884"/>
                <a:gd name="connsiteX39" fmla="*/ 1384268 w 2599087"/>
                <a:gd name="connsiteY39" fmla="*/ 1456785 h 2271884"/>
                <a:gd name="connsiteX40" fmla="*/ 1485900 w 2599087"/>
                <a:gd name="connsiteY40" fmla="*/ 1250093 h 2271884"/>
                <a:gd name="connsiteX41" fmla="*/ 1375505 w 2599087"/>
                <a:gd name="connsiteY41" fmla="*/ 1100741 h 2271884"/>
                <a:gd name="connsiteX42" fmla="*/ 1268825 w 2599087"/>
                <a:gd name="connsiteY42" fmla="*/ 1044067 h 2271884"/>
                <a:gd name="connsiteX43" fmla="*/ 1240250 w 2599087"/>
                <a:gd name="connsiteY43" fmla="*/ 973296 h 2271884"/>
                <a:gd name="connsiteX44" fmla="*/ 1316088 w 2599087"/>
                <a:gd name="connsiteY44" fmla="*/ 931729 h 2271884"/>
                <a:gd name="connsiteX45" fmla="*/ 1358837 w 2599087"/>
                <a:gd name="connsiteY45" fmla="*/ 978059 h 2271884"/>
                <a:gd name="connsiteX46" fmla="*/ 1361980 w 2599087"/>
                <a:gd name="connsiteY46" fmla="*/ 989870 h 2271884"/>
                <a:gd name="connsiteX47" fmla="*/ 1497997 w 2599087"/>
                <a:gd name="connsiteY47" fmla="*/ 989870 h 2271884"/>
                <a:gd name="connsiteX48" fmla="*/ 1383697 w 2599087"/>
                <a:gd name="connsiteY48" fmla="*/ 810228 h 2271884"/>
                <a:gd name="connsiteX49" fmla="*/ 1369123 w 2599087"/>
                <a:gd name="connsiteY49" fmla="*/ 787368 h 2271884"/>
                <a:gd name="connsiteX50" fmla="*/ 1369123 w 2599087"/>
                <a:gd name="connsiteY50" fmla="*/ 717455 h 2271884"/>
                <a:gd name="connsiteX51" fmla="*/ 1299496 w 2599087"/>
                <a:gd name="connsiteY51" fmla="*/ 522097 h 2271884"/>
                <a:gd name="connsiteX52" fmla="*/ 1912620 w 2599087"/>
                <a:gd name="connsiteY52" fmla="*/ 1135793 h 2271884"/>
                <a:gd name="connsiteX53" fmla="*/ 1299686 w 2599087"/>
                <a:gd name="connsiteY53" fmla="*/ 1748917 h 2271884"/>
                <a:gd name="connsiteX54" fmla="*/ 685800 w 2599087"/>
                <a:gd name="connsiteY54" fmla="*/ 1135221 h 2271884"/>
                <a:gd name="connsiteX55" fmla="*/ 1299496 w 2599087"/>
                <a:gd name="connsiteY55" fmla="*/ 522097 h 2271884"/>
                <a:gd name="connsiteX56" fmla="*/ 466007 w 2599087"/>
                <a:gd name="connsiteY56" fmla="*/ 695 h 2271884"/>
                <a:gd name="connsiteX57" fmla="*/ 482727 w 2599087"/>
                <a:gd name="connsiteY57" fmla="*/ 2127 h 2271884"/>
                <a:gd name="connsiteX58" fmla="*/ 499205 w 2599087"/>
                <a:gd name="connsiteY58" fmla="*/ 29178 h 2271884"/>
                <a:gd name="connsiteX59" fmla="*/ 499205 w 2599087"/>
                <a:gd name="connsiteY59" fmla="*/ 201961 h 2271884"/>
                <a:gd name="connsiteX60" fmla="*/ 499205 w 2599087"/>
                <a:gd name="connsiteY60" fmla="*/ 221011 h 2271884"/>
                <a:gd name="connsiteX61" fmla="*/ 1065847 w 2599087"/>
                <a:gd name="connsiteY61" fmla="*/ 221011 h 2271884"/>
                <a:gd name="connsiteX62" fmla="*/ 1066514 w 2599087"/>
                <a:gd name="connsiteY62" fmla="*/ 236633 h 2271884"/>
                <a:gd name="connsiteX63" fmla="*/ 1066514 w 2599087"/>
                <a:gd name="connsiteY63" fmla="*/ 496475 h 2271884"/>
                <a:gd name="connsiteX64" fmla="*/ 1053655 w 2599087"/>
                <a:gd name="connsiteY64" fmla="*/ 515525 h 2271884"/>
                <a:gd name="connsiteX65" fmla="*/ 798766 w 2599087"/>
                <a:gd name="connsiteY65" fmla="*/ 694595 h 2271884"/>
                <a:gd name="connsiteX66" fmla="*/ 777430 w 2599087"/>
                <a:gd name="connsiteY66" fmla="*/ 703453 h 2271884"/>
                <a:gd name="connsiteX67" fmla="*/ 517588 w 2599087"/>
                <a:gd name="connsiteY67" fmla="*/ 703453 h 2271884"/>
                <a:gd name="connsiteX68" fmla="*/ 499491 w 2599087"/>
                <a:gd name="connsiteY68" fmla="*/ 703453 h 2271884"/>
                <a:gd name="connsiteX69" fmla="*/ 499491 w 2599087"/>
                <a:gd name="connsiteY69" fmla="*/ 720217 h 2271884"/>
                <a:gd name="connsiteX70" fmla="*/ 499491 w 2599087"/>
                <a:gd name="connsiteY70" fmla="*/ 893000 h 2271884"/>
                <a:gd name="connsiteX71" fmla="*/ 483013 w 2599087"/>
                <a:gd name="connsiteY71" fmla="*/ 923004 h 2271884"/>
                <a:gd name="connsiteX72" fmla="*/ 449866 w 2599087"/>
                <a:gd name="connsiteY72" fmla="*/ 913479 h 2271884"/>
                <a:gd name="connsiteX73" fmla="*/ 5143 w 2599087"/>
                <a:gd name="connsiteY73" fmla="*/ 466471 h 2271884"/>
                <a:gd name="connsiteX74" fmla="*/ 0 w 2599087"/>
                <a:gd name="connsiteY74" fmla="*/ 460661 h 2271884"/>
                <a:gd name="connsiteX75" fmla="*/ 149542 w 2599087"/>
                <a:gd name="connsiteY75" fmla="*/ 312833 h 2271884"/>
                <a:gd name="connsiteX76" fmla="*/ 445389 w 2599087"/>
                <a:gd name="connsiteY76" fmla="*/ 15557 h 2271884"/>
                <a:gd name="connsiteX77" fmla="*/ 451580 w 2599087"/>
                <a:gd name="connsiteY77" fmla="*/ 9271 h 2271884"/>
                <a:gd name="connsiteX78" fmla="*/ 466007 w 2599087"/>
                <a:gd name="connsiteY78" fmla="*/ 695 h 2271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2599087" h="2271884">
                  <a:moveTo>
                    <a:pt x="2135958" y="1348247"/>
                  </a:moveTo>
                  <a:cubicBezTo>
                    <a:pt x="2141815" y="1350843"/>
                    <a:pt x="2147030" y="1355534"/>
                    <a:pt x="2152078" y="1360677"/>
                  </a:cubicBezTo>
                  <a:lnTo>
                    <a:pt x="2587657" y="1798160"/>
                  </a:lnTo>
                  <a:cubicBezTo>
                    <a:pt x="2590800" y="1801304"/>
                    <a:pt x="2593753" y="1804637"/>
                    <a:pt x="2599087" y="1810162"/>
                  </a:cubicBezTo>
                  <a:cubicBezTo>
                    <a:pt x="2586513" y="1822068"/>
                    <a:pt x="2573845" y="1833498"/>
                    <a:pt x="2561749" y="1845595"/>
                  </a:cubicBezTo>
                  <a:cubicBezTo>
                    <a:pt x="2425284" y="1982631"/>
                    <a:pt x="2288924" y="2119468"/>
                    <a:pt x="2152650" y="2256123"/>
                  </a:cubicBezTo>
                  <a:cubicBezTo>
                    <a:pt x="2147544" y="2262037"/>
                    <a:pt x="2141248" y="2266810"/>
                    <a:pt x="2134171" y="2270124"/>
                  </a:cubicBezTo>
                  <a:cubicBezTo>
                    <a:pt x="2114550" y="2276982"/>
                    <a:pt x="2098548" y="2263171"/>
                    <a:pt x="2098453" y="2239645"/>
                  </a:cubicBezTo>
                  <a:cubicBezTo>
                    <a:pt x="2098453" y="2191448"/>
                    <a:pt x="2098453" y="2143156"/>
                    <a:pt x="2098453" y="2094960"/>
                  </a:cubicBezTo>
                  <a:lnTo>
                    <a:pt x="2098357" y="2049906"/>
                  </a:lnTo>
                  <a:lnTo>
                    <a:pt x="1532668" y="2049906"/>
                  </a:lnTo>
                  <a:cubicBezTo>
                    <a:pt x="1532668" y="2043429"/>
                    <a:pt x="1531905" y="2038191"/>
                    <a:pt x="1531905" y="2032952"/>
                  </a:cubicBezTo>
                  <a:cubicBezTo>
                    <a:pt x="1531905" y="1947227"/>
                    <a:pt x="1531905" y="1861502"/>
                    <a:pt x="1531905" y="1775777"/>
                  </a:cubicBezTo>
                  <a:cubicBezTo>
                    <a:pt x="1530458" y="1766547"/>
                    <a:pt x="1536344" y="1757755"/>
                    <a:pt x="1545431" y="1755584"/>
                  </a:cubicBezTo>
                  <a:cubicBezTo>
                    <a:pt x="1641186" y="1718217"/>
                    <a:pt x="1726711" y="1658677"/>
                    <a:pt x="1794986" y="1581848"/>
                  </a:cubicBezTo>
                  <a:cubicBezTo>
                    <a:pt x="1802996" y="1572085"/>
                    <a:pt x="1815246" y="1566789"/>
                    <a:pt x="1827847" y="1567655"/>
                  </a:cubicBezTo>
                  <a:cubicBezTo>
                    <a:pt x="1912048" y="1568227"/>
                    <a:pt x="1996249" y="1567655"/>
                    <a:pt x="2080450" y="1567655"/>
                  </a:cubicBezTo>
                  <a:lnTo>
                    <a:pt x="2098738" y="1567655"/>
                  </a:lnTo>
                  <a:lnTo>
                    <a:pt x="2098738" y="1549558"/>
                  </a:lnTo>
                  <a:cubicBezTo>
                    <a:pt x="2098738" y="1493932"/>
                    <a:pt x="2098738" y="1438306"/>
                    <a:pt x="2098738" y="1382680"/>
                  </a:cubicBezTo>
                  <a:cubicBezTo>
                    <a:pt x="2098738" y="1368012"/>
                    <a:pt x="2100738" y="1354867"/>
                    <a:pt x="2115979" y="1348390"/>
                  </a:cubicBezTo>
                  <a:cubicBezTo>
                    <a:pt x="2123599" y="1345152"/>
                    <a:pt x="2130100" y="1345652"/>
                    <a:pt x="2135958" y="1348247"/>
                  </a:cubicBezTo>
                  <a:close/>
                  <a:moveTo>
                    <a:pt x="1228725" y="717455"/>
                  </a:moveTo>
                  <a:cubicBezTo>
                    <a:pt x="1228725" y="742220"/>
                    <a:pt x="1228725" y="765842"/>
                    <a:pt x="1228725" y="789368"/>
                  </a:cubicBezTo>
                  <a:cubicBezTo>
                    <a:pt x="1229887" y="798046"/>
                    <a:pt x="1224667" y="806304"/>
                    <a:pt x="1216343" y="808990"/>
                  </a:cubicBezTo>
                  <a:cubicBezTo>
                    <a:pt x="1139380" y="847090"/>
                    <a:pt x="1098232" y="909193"/>
                    <a:pt x="1099376" y="994918"/>
                  </a:cubicBezTo>
                  <a:cubicBezTo>
                    <a:pt x="1100423" y="1070451"/>
                    <a:pt x="1136523" y="1128268"/>
                    <a:pt x="1202627" y="1165701"/>
                  </a:cubicBezTo>
                  <a:cubicBezTo>
                    <a:pt x="1240727" y="1187513"/>
                    <a:pt x="1280922" y="1206754"/>
                    <a:pt x="1319594" y="1228185"/>
                  </a:cubicBezTo>
                  <a:cubicBezTo>
                    <a:pt x="1344759" y="1242130"/>
                    <a:pt x="1356379" y="1272057"/>
                    <a:pt x="1347216" y="1299337"/>
                  </a:cubicBezTo>
                  <a:cubicBezTo>
                    <a:pt x="1337358" y="1331579"/>
                    <a:pt x="1303220" y="1349734"/>
                    <a:pt x="1270978" y="1339875"/>
                  </a:cubicBezTo>
                  <a:cubicBezTo>
                    <a:pt x="1248223" y="1332913"/>
                    <a:pt x="1231592" y="1313377"/>
                    <a:pt x="1228344" y="1289812"/>
                  </a:cubicBezTo>
                  <a:cubicBezTo>
                    <a:pt x="1227868" y="1287050"/>
                    <a:pt x="1227106" y="1284287"/>
                    <a:pt x="1226534" y="1281620"/>
                  </a:cubicBezTo>
                  <a:lnTo>
                    <a:pt x="1090136" y="1281620"/>
                  </a:lnTo>
                  <a:cubicBezTo>
                    <a:pt x="1089603" y="1289164"/>
                    <a:pt x="1089603" y="1296746"/>
                    <a:pt x="1090136" y="1304290"/>
                  </a:cubicBezTo>
                  <a:cubicBezTo>
                    <a:pt x="1101947" y="1381442"/>
                    <a:pt x="1143095" y="1436306"/>
                    <a:pt x="1215390" y="1466215"/>
                  </a:cubicBezTo>
                  <a:cubicBezTo>
                    <a:pt x="1224486" y="1468349"/>
                    <a:pt x="1230335" y="1477207"/>
                    <a:pt x="1228725" y="1486408"/>
                  </a:cubicBezTo>
                  <a:cubicBezTo>
                    <a:pt x="1227772" y="1508887"/>
                    <a:pt x="1228725" y="1531366"/>
                    <a:pt x="1228725" y="1554512"/>
                  </a:cubicBezTo>
                  <a:lnTo>
                    <a:pt x="1370076" y="1555083"/>
                  </a:lnTo>
                  <a:cubicBezTo>
                    <a:pt x="1370076" y="1529366"/>
                    <a:pt x="1370743" y="1504886"/>
                    <a:pt x="1370076" y="1480407"/>
                  </a:cubicBezTo>
                  <a:cubicBezTo>
                    <a:pt x="1368752" y="1470196"/>
                    <a:pt x="1374629" y="1460414"/>
                    <a:pt x="1384268" y="1456785"/>
                  </a:cubicBezTo>
                  <a:cubicBezTo>
                    <a:pt x="1458897" y="1416742"/>
                    <a:pt x="1499759" y="1333646"/>
                    <a:pt x="1485900" y="1250093"/>
                  </a:cubicBezTo>
                  <a:cubicBezTo>
                    <a:pt x="1474470" y="1181608"/>
                    <a:pt x="1436751" y="1132554"/>
                    <a:pt x="1375505" y="1100741"/>
                  </a:cubicBezTo>
                  <a:cubicBezTo>
                    <a:pt x="1339787" y="1081691"/>
                    <a:pt x="1304068" y="1063498"/>
                    <a:pt x="1268825" y="1044067"/>
                  </a:cubicBezTo>
                  <a:cubicBezTo>
                    <a:pt x="1243622" y="1030322"/>
                    <a:pt x="1231649" y="1000681"/>
                    <a:pt x="1240250" y="973296"/>
                  </a:cubicBezTo>
                  <a:cubicBezTo>
                    <a:pt x="1249718" y="940873"/>
                    <a:pt x="1283665" y="922271"/>
                    <a:pt x="1316088" y="931729"/>
                  </a:cubicBezTo>
                  <a:cubicBezTo>
                    <a:pt x="1337815" y="938073"/>
                    <a:pt x="1354255" y="955894"/>
                    <a:pt x="1358837" y="978059"/>
                  </a:cubicBezTo>
                  <a:cubicBezTo>
                    <a:pt x="1359789" y="982250"/>
                    <a:pt x="1361027" y="986345"/>
                    <a:pt x="1361980" y="989870"/>
                  </a:cubicBezTo>
                  <a:lnTo>
                    <a:pt x="1497997" y="989870"/>
                  </a:lnTo>
                  <a:cubicBezTo>
                    <a:pt x="1501140" y="916908"/>
                    <a:pt x="1454182" y="842708"/>
                    <a:pt x="1383697" y="810228"/>
                  </a:cubicBezTo>
                  <a:cubicBezTo>
                    <a:pt x="1373819" y="807304"/>
                    <a:pt x="1367609" y="797550"/>
                    <a:pt x="1369123" y="787368"/>
                  </a:cubicBezTo>
                  <a:cubicBezTo>
                    <a:pt x="1370076" y="764032"/>
                    <a:pt x="1369123" y="740600"/>
                    <a:pt x="1369123" y="717455"/>
                  </a:cubicBezTo>
                  <a:close/>
                  <a:moveTo>
                    <a:pt x="1299496" y="522097"/>
                  </a:moveTo>
                  <a:cubicBezTo>
                    <a:pt x="1638272" y="522259"/>
                    <a:pt x="1912782" y="797017"/>
                    <a:pt x="1912620" y="1135793"/>
                  </a:cubicBezTo>
                  <a:cubicBezTo>
                    <a:pt x="1912458" y="1474273"/>
                    <a:pt x="1638167" y="1748650"/>
                    <a:pt x="1299686" y="1748917"/>
                  </a:cubicBezTo>
                  <a:cubicBezTo>
                    <a:pt x="960939" y="1748393"/>
                    <a:pt x="686429" y="1473968"/>
                    <a:pt x="685800" y="1135221"/>
                  </a:cubicBezTo>
                  <a:cubicBezTo>
                    <a:pt x="685962" y="796445"/>
                    <a:pt x="960720" y="521935"/>
                    <a:pt x="1299496" y="522097"/>
                  </a:cubicBezTo>
                  <a:close/>
                  <a:moveTo>
                    <a:pt x="466007" y="695"/>
                  </a:moveTo>
                  <a:cubicBezTo>
                    <a:pt x="471466" y="-557"/>
                    <a:pt x="477308" y="-140"/>
                    <a:pt x="482727" y="2127"/>
                  </a:cubicBezTo>
                  <a:cubicBezTo>
                    <a:pt x="493690" y="6404"/>
                    <a:pt x="500434" y="17481"/>
                    <a:pt x="499205" y="29178"/>
                  </a:cubicBezTo>
                  <a:cubicBezTo>
                    <a:pt x="499205" y="86833"/>
                    <a:pt x="499205" y="144430"/>
                    <a:pt x="499205" y="201961"/>
                  </a:cubicBezTo>
                  <a:lnTo>
                    <a:pt x="499205" y="221011"/>
                  </a:lnTo>
                  <a:lnTo>
                    <a:pt x="1065847" y="221011"/>
                  </a:lnTo>
                  <a:cubicBezTo>
                    <a:pt x="1065847" y="227203"/>
                    <a:pt x="1066514" y="231870"/>
                    <a:pt x="1066514" y="236633"/>
                  </a:cubicBezTo>
                  <a:cubicBezTo>
                    <a:pt x="1066514" y="323215"/>
                    <a:pt x="1066514" y="409892"/>
                    <a:pt x="1066514" y="496475"/>
                  </a:cubicBezTo>
                  <a:cubicBezTo>
                    <a:pt x="1067705" y="505171"/>
                    <a:pt x="1062171" y="513372"/>
                    <a:pt x="1053655" y="515525"/>
                  </a:cubicBezTo>
                  <a:cubicBezTo>
                    <a:pt x="955748" y="554253"/>
                    <a:pt x="868394" y="615613"/>
                    <a:pt x="798766" y="694595"/>
                  </a:cubicBezTo>
                  <a:cubicBezTo>
                    <a:pt x="793004" y="700090"/>
                    <a:pt x="785393" y="703253"/>
                    <a:pt x="777430" y="703453"/>
                  </a:cubicBezTo>
                  <a:cubicBezTo>
                    <a:pt x="690848" y="704024"/>
                    <a:pt x="604171" y="703453"/>
                    <a:pt x="517588" y="703453"/>
                  </a:cubicBezTo>
                  <a:lnTo>
                    <a:pt x="499491" y="703453"/>
                  </a:lnTo>
                  <a:lnTo>
                    <a:pt x="499491" y="720217"/>
                  </a:lnTo>
                  <a:cubicBezTo>
                    <a:pt x="499491" y="777814"/>
                    <a:pt x="499491" y="835402"/>
                    <a:pt x="499491" y="893000"/>
                  </a:cubicBezTo>
                  <a:cubicBezTo>
                    <a:pt x="499491" y="906526"/>
                    <a:pt x="496348" y="917575"/>
                    <a:pt x="483013" y="923004"/>
                  </a:cubicBezTo>
                  <a:cubicBezTo>
                    <a:pt x="471078" y="927605"/>
                    <a:pt x="457533" y="923718"/>
                    <a:pt x="449866" y="913479"/>
                  </a:cubicBezTo>
                  <a:cubicBezTo>
                    <a:pt x="301657" y="764508"/>
                    <a:pt x="153419" y="615508"/>
                    <a:pt x="5143" y="466471"/>
                  </a:cubicBezTo>
                  <a:cubicBezTo>
                    <a:pt x="3324" y="464623"/>
                    <a:pt x="1610" y="462689"/>
                    <a:pt x="0" y="460661"/>
                  </a:cubicBezTo>
                  <a:cubicBezTo>
                    <a:pt x="50197" y="411035"/>
                    <a:pt x="100203" y="362267"/>
                    <a:pt x="149542" y="312833"/>
                  </a:cubicBezTo>
                  <a:cubicBezTo>
                    <a:pt x="248345" y="213963"/>
                    <a:pt x="346967" y="114874"/>
                    <a:pt x="445389" y="15557"/>
                  </a:cubicBezTo>
                  <a:lnTo>
                    <a:pt x="451580" y="9271"/>
                  </a:lnTo>
                  <a:cubicBezTo>
                    <a:pt x="455471" y="4865"/>
                    <a:pt x="460548" y="1946"/>
                    <a:pt x="466007" y="695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latin typeface="Lora" pitchFamily="2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D52AA50-3EA3-ADFC-C7D9-937B397D35B2}"/>
                </a:ext>
              </a:extLst>
            </p:cNvPr>
            <p:cNvSpPr/>
            <p:nvPr/>
          </p:nvSpPr>
          <p:spPr>
            <a:xfrm>
              <a:off x="8292285" y="3548401"/>
              <a:ext cx="528583" cy="541039"/>
            </a:xfrm>
            <a:custGeom>
              <a:avLst/>
              <a:gdLst>
                <a:gd name="connsiteX0" fmla="*/ 5039123 w 6699972"/>
                <a:gd name="connsiteY0" fmla="*/ 5325587 h 6857850"/>
                <a:gd name="connsiteX1" fmla="*/ 5078958 w 6699972"/>
                <a:gd name="connsiteY1" fmla="*/ 5325587 h 6857850"/>
                <a:gd name="connsiteX2" fmla="*/ 5551967 w 6699972"/>
                <a:gd name="connsiteY2" fmla="*/ 5325587 h 6857850"/>
                <a:gd name="connsiteX3" fmla="*/ 5721729 w 6699972"/>
                <a:gd name="connsiteY3" fmla="*/ 5496193 h 6857850"/>
                <a:gd name="connsiteX4" fmla="*/ 5721729 w 6699972"/>
                <a:gd name="connsiteY4" fmla="*/ 5643839 h 6857850"/>
                <a:gd name="connsiteX5" fmla="*/ 5678822 w 6699972"/>
                <a:gd name="connsiteY5" fmla="*/ 5710732 h 6857850"/>
                <a:gd name="connsiteX6" fmla="*/ 5341346 w 6699972"/>
                <a:gd name="connsiteY6" fmla="*/ 5791305 h 6857850"/>
                <a:gd name="connsiteX7" fmla="*/ 5111018 w 6699972"/>
                <a:gd name="connsiteY7" fmla="*/ 5801489 h 6857850"/>
                <a:gd name="connsiteX8" fmla="*/ 5039123 w 6699972"/>
                <a:gd name="connsiteY8" fmla="*/ 5325587 h 6857850"/>
                <a:gd name="connsiteX9" fmla="*/ 3248329 w 6699972"/>
                <a:gd name="connsiteY9" fmla="*/ 4699026 h 6857850"/>
                <a:gd name="connsiteX10" fmla="*/ 5549014 w 6699972"/>
                <a:gd name="connsiteY10" fmla="*/ 4699026 h 6857850"/>
                <a:gd name="connsiteX11" fmla="*/ 5721730 w 6699972"/>
                <a:gd name="connsiteY11" fmla="*/ 4872947 h 6857850"/>
                <a:gd name="connsiteX12" fmla="*/ 5721730 w 6699972"/>
                <a:gd name="connsiteY12" fmla="*/ 5011553 h 6857850"/>
                <a:gd name="connsiteX13" fmla="*/ 5567153 w 6699972"/>
                <a:gd name="connsiteY13" fmla="*/ 5171855 h 6857850"/>
                <a:gd name="connsiteX14" fmla="*/ 4934747 w 6699972"/>
                <a:gd name="connsiteY14" fmla="*/ 5171855 h 6857850"/>
                <a:gd name="connsiteX15" fmla="*/ 4905097 w 6699972"/>
                <a:gd name="connsiteY15" fmla="*/ 5161067 h 6857850"/>
                <a:gd name="connsiteX16" fmla="*/ 4584374 w 6699972"/>
                <a:gd name="connsiteY16" fmla="*/ 5033549 h 6857850"/>
                <a:gd name="connsiteX17" fmla="*/ 4093346 w 6699972"/>
                <a:gd name="connsiteY17" fmla="*/ 5029752 h 6857850"/>
                <a:gd name="connsiteX18" fmla="*/ 3572066 w 6699972"/>
                <a:gd name="connsiteY18" fmla="*/ 5030295 h 6857850"/>
                <a:gd name="connsiteX19" fmla="*/ 3520721 w 6699972"/>
                <a:gd name="connsiteY19" fmla="*/ 5003056 h 6857850"/>
                <a:gd name="connsiteX20" fmla="*/ 3271049 w 6699972"/>
                <a:gd name="connsiteY20" fmla="*/ 4719395 h 6857850"/>
                <a:gd name="connsiteX21" fmla="*/ 3248329 w 6699972"/>
                <a:gd name="connsiteY21" fmla="*/ 4699026 h 6857850"/>
                <a:gd name="connsiteX22" fmla="*/ 683630 w 6699972"/>
                <a:gd name="connsiteY22" fmla="*/ 4678054 h 6857850"/>
                <a:gd name="connsiteX23" fmla="*/ 465296 w 6699972"/>
                <a:gd name="connsiteY23" fmla="*/ 4896028 h 6857850"/>
                <a:gd name="connsiteX24" fmla="*/ 678267 w 6699972"/>
                <a:gd name="connsiteY24" fmla="*/ 5115146 h 6857850"/>
                <a:gd name="connsiteX25" fmla="*/ 902387 w 6699972"/>
                <a:gd name="connsiteY25" fmla="*/ 4899885 h 6857850"/>
                <a:gd name="connsiteX26" fmla="*/ 683630 w 6699972"/>
                <a:gd name="connsiteY26" fmla="*/ 4678054 h 6857850"/>
                <a:gd name="connsiteX27" fmla="*/ 2147977 w 6699972"/>
                <a:gd name="connsiteY27" fmla="*/ 4668374 h 6857850"/>
                <a:gd name="connsiteX28" fmla="*/ 2747600 w 6699972"/>
                <a:gd name="connsiteY28" fmla="*/ 4670039 h 6857850"/>
                <a:gd name="connsiteX29" fmla="*/ 3199577 w 6699972"/>
                <a:gd name="connsiteY29" fmla="*/ 4857820 h 6857850"/>
                <a:gd name="connsiteX30" fmla="*/ 3419720 w 6699972"/>
                <a:gd name="connsiteY30" fmla="*/ 5130091 h 6857850"/>
                <a:gd name="connsiteX31" fmla="*/ 3510116 w 6699972"/>
                <a:gd name="connsiteY31" fmla="*/ 5182098 h 6857850"/>
                <a:gd name="connsiteX32" fmla="*/ 4531584 w 6699972"/>
                <a:gd name="connsiteY32" fmla="*/ 5181556 h 6857850"/>
                <a:gd name="connsiteX33" fmla="*/ 4951863 w 6699972"/>
                <a:gd name="connsiteY33" fmla="*/ 5536449 h 6857850"/>
                <a:gd name="connsiteX34" fmla="*/ 4953610 w 6699972"/>
                <a:gd name="connsiteY34" fmla="*/ 5799258 h 6857850"/>
                <a:gd name="connsiteX35" fmla="*/ 4319637 w 6699972"/>
                <a:gd name="connsiteY35" fmla="*/ 5799258 h 6857850"/>
                <a:gd name="connsiteX36" fmla="*/ 3370786 w 6699972"/>
                <a:gd name="connsiteY36" fmla="*/ 5799258 h 6857850"/>
                <a:gd name="connsiteX37" fmla="*/ 3332157 w 6699972"/>
                <a:gd name="connsiteY37" fmla="*/ 5803176 h 6857850"/>
                <a:gd name="connsiteX38" fmla="*/ 3275208 w 6699972"/>
                <a:gd name="connsiteY38" fmla="*/ 5881518 h 6857850"/>
                <a:gd name="connsiteX39" fmla="*/ 3343065 w 6699972"/>
                <a:gd name="connsiteY39" fmla="*/ 5951484 h 6857850"/>
                <a:gd name="connsiteX40" fmla="*/ 3364097 w 6699972"/>
                <a:gd name="connsiteY40" fmla="*/ 5952027 h 6857850"/>
                <a:gd name="connsiteX41" fmla="*/ 5202137 w 6699972"/>
                <a:gd name="connsiteY41" fmla="*/ 5950942 h 6857850"/>
                <a:gd name="connsiteX42" fmla="*/ 5742100 w 6699972"/>
                <a:gd name="connsiteY42" fmla="*/ 5848494 h 6857850"/>
                <a:gd name="connsiteX43" fmla="*/ 6084457 w 6699972"/>
                <a:gd name="connsiteY43" fmla="*/ 5620818 h 6857850"/>
                <a:gd name="connsiteX44" fmla="*/ 6354077 w 6699972"/>
                <a:gd name="connsiteY44" fmla="*/ 5512343 h 6857850"/>
                <a:gd name="connsiteX45" fmla="*/ 6698182 w 6699972"/>
                <a:gd name="connsiteY45" fmla="*/ 5833970 h 6857850"/>
                <a:gd name="connsiteX46" fmla="*/ 6585790 w 6699972"/>
                <a:gd name="connsiteY46" fmla="*/ 6135288 h 6857850"/>
                <a:gd name="connsiteX47" fmla="*/ 6148819 w 6699972"/>
                <a:gd name="connsiteY47" fmla="*/ 6456373 h 6857850"/>
                <a:gd name="connsiteX48" fmla="*/ 5760480 w 6699972"/>
                <a:gd name="connsiteY48" fmla="*/ 6556049 h 6857850"/>
                <a:gd name="connsiteX49" fmla="*/ 5170680 w 6699972"/>
                <a:gd name="connsiteY49" fmla="*/ 6567318 h 6857850"/>
                <a:gd name="connsiteX50" fmla="*/ 5053286 w 6699972"/>
                <a:gd name="connsiteY50" fmla="*/ 6569307 h 6857850"/>
                <a:gd name="connsiteX51" fmla="*/ 3414116 w 6699972"/>
                <a:gd name="connsiteY51" fmla="*/ 6568524 h 6857850"/>
                <a:gd name="connsiteX52" fmla="*/ 2897115 w 6699972"/>
                <a:gd name="connsiteY52" fmla="*/ 6548757 h 6857850"/>
                <a:gd name="connsiteX53" fmla="*/ 2076444 w 6699972"/>
                <a:gd name="connsiteY53" fmla="*/ 6356878 h 6857850"/>
                <a:gd name="connsiteX54" fmla="*/ 1551186 w 6699972"/>
                <a:gd name="connsiteY54" fmla="*/ 6110580 h 6857850"/>
                <a:gd name="connsiteX55" fmla="*/ 1517499 w 6699972"/>
                <a:gd name="connsiteY55" fmla="*/ 6051643 h 6857850"/>
                <a:gd name="connsiteX56" fmla="*/ 1518223 w 6699972"/>
                <a:gd name="connsiteY56" fmla="*/ 5159741 h 6857850"/>
                <a:gd name="connsiteX57" fmla="*/ 1517801 w 6699972"/>
                <a:gd name="connsiteY57" fmla="*/ 4699206 h 6857850"/>
                <a:gd name="connsiteX58" fmla="*/ 1548354 w 6699972"/>
                <a:gd name="connsiteY58" fmla="*/ 4668472 h 6857850"/>
                <a:gd name="connsiteX59" fmla="*/ 2147977 w 6699972"/>
                <a:gd name="connsiteY59" fmla="*/ 4668374 h 6857850"/>
                <a:gd name="connsiteX60" fmla="*/ 37545 w 6699972"/>
                <a:gd name="connsiteY60" fmla="*/ 4360223 h 6857850"/>
                <a:gd name="connsiteX61" fmla="*/ 1327185 w 6699972"/>
                <a:gd name="connsiteY61" fmla="*/ 4361007 h 6857850"/>
                <a:gd name="connsiteX62" fmla="*/ 1364669 w 6699972"/>
                <a:gd name="connsiteY62" fmla="*/ 4360706 h 6857850"/>
                <a:gd name="connsiteX63" fmla="*/ 1364669 w 6699972"/>
                <a:gd name="connsiteY63" fmla="*/ 4401143 h 6857850"/>
                <a:gd name="connsiteX64" fmla="*/ 1364669 w 6699972"/>
                <a:gd name="connsiteY64" fmla="*/ 6814520 h 6857850"/>
                <a:gd name="connsiteX65" fmla="*/ 1320376 w 6699972"/>
                <a:gd name="connsiteY65" fmla="*/ 6857850 h 6857850"/>
                <a:gd name="connsiteX66" fmla="*/ 42788 w 6699972"/>
                <a:gd name="connsiteY66" fmla="*/ 6857850 h 6857850"/>
                <a:gd name="connsiteX67" fmla="*/ 603 w 6699972"/>
                <a:gd name="connsiteY67" fmla="*/ 6815002 h 6857850"/>
                <a:gd name="connsiteX68" fmla="*/ 603 w 6699972"/>
                <a:gd name="connsiteY68" fmla="*/ 5281715 h 6857850"/>
                <a:gd name="connsiteX69" fmla="*/ 0 w 6699972"/>
                <a:gd name="connsiteY69" fmla="*/ 4399395 h 6857850"/>
                <a:gd name="connsiteX70" fmla="*/ 37545 w 6699972"/>
                <a:gd name="connsiteY70" fmla="*/ 4360223 h 6857850"/>
                <a:gd name="connsiteX71" fmla="*/ 4435156 w 6699972"/>
                <a:gd name="connsiteY71" fmla="*/ 1183007 h 6857850"/>
                <a:gd name="connsiteX72" fmla="*/ 4509105 w 6699972"/>
                <a:gd name="connsiteY72" fmla="*/ 1211269 h 6857850"/>
                <a:gd name="connsiteX73" fmla="*/ 4512058 w 6699972"/>
                <a:gd name="connsiteY73" fmla="*/ 1390011 h 6857850"/>
                <a:gd name="connsiteX74" fmla="*/ 4405029 w 6699972"/>
                <a:gd name="connsiteY74" fmla="*/ 1413574 h 6857850"/>
                <a:gd name="connsiteX75" fmla="*/ 4405391 w 6699972"/>
                <a:gd name="connsiteY75" fmla="*/ 1205183 h 6857850"/>
                <a:gd name="connsiteX76" fmla="*/ 4413225 w 6699972"/>
                <a:gd name="connsiteY76" fmla="*/ 1187887 h 6857850"/>
                <a:gd name="connsiteX77" fmla="*/ 4435156 w 6699972"/>
                <a:gd name="connsiteY77" fmla="*/ 1183007 h 6857850"/>
                <a:gd name="connsiteX78" fmla="*/ 4192802 w 6699972"/>
                <a:gd name="connsiteY78" fmla="*/ 801084 h 6857850"/>
                <a:gd name="connsiteX79" fmla="*/ 4232736 w 6699972"/>
                <a:gd name="connsiteY79" fmla="*/ 802380 h 6857850"/>
                <a:gd name="connsiteX80" fmla="*/ 4250454 w 6699972"/>
                <a:gd name="connsiteY80" fmla="*/ 819495 h 6857850"/>
                <a:gd name="connsiteX81" fmla="*/ 4251297 w 6699972"/>
                <a:gd name="connsiteY81" fmla="*/ 1030538 h 6857850"/>
                <a:gd name="connsiteX82" fmla="*/ 4125768 w 6699972"/>
                <a:gd name="connsiteY82" fmla="*/ 875118 h 6857850"/>
                <a:gd name="connsiteX83" fmla="*/ 4192802 w 6699972"/>
                <a:gd name="connsiteY83" fmla="*/ 801084 h 6857850"/>
                <a:gd name="connsiteX84" fmla="*/ 4330122 w 6699972"/>
                <a:gd name="connsiteY84" fmla="*/ 457976 h 6857850"/>
                <a:gd name="connsiteX85" fmla="*/ 4252080 w 6699972"/>
                <a:gd name="connsiteY85" fmla="*/ 536318 h 6857850"/>
                <a:gd name="connsiteX86" fmla="*/ 4252080 w 6699972"/>
                <a:gd name="connsiteY86" fmla="*/ 614661 h 6857850"/>
                <a:gd name="connsiteX87" fmla="*/ 4215018 w 6699972"/>
                <a:gd name="connsiteY87" fmla="*/ 650819 h 6857850"/>
                <a:gd name="connsiteX88" fmla="*/ 4039772 w 6699972"/>
                <a:gd name="connsiteY88" fmla="*/ 718435 h 6857850"/>
                <a:gd name="connsiteX89" fmla="*/ 3976555 w 6699972"/>
                <a:gd name="connsiteY89" fmla="*/ 992092 h 6857850"/>
                <a:gd name="connsiteX90" fmla="*/ 4202303 w 6699972"/>
                <a:gd name="connsiteY90" fmla="*/ 1185779 h 6857850"/>
                <a:gd name="connsiteX91" fmla="*/ 4228999 w 6699972"/>
                <a:gd name="connsiteY91" fmla="*/ 1188672 h 6857850"/>
                <a:gd name="connsiteX92" fmla="*/ 4249790 w 6699972"/>
                <a:gd name="connsiteY92" fmla="*/ 1207474 h 6857850"/>
                <a:gd name="connsiteX93" fmla="*/ 4250755 w 6699972"/>
                <a:gd name="connsiteY93" fmla="*/ 1417192 h 6857850"/>
                <a:gd name="connsiteX94" fmla="*/ 4139448 w 6699972"/>
                <a:gd name="connsiteY94" fmla="*/ 1417192 h 6857850"/>
                <a:gd name="connsiteX95" fmla="*/ 4037000 w 6699972"/>
                <a:gd name="connsiteY95" fmla="*/ 1418939 h 6857850"/>
                <a:gd name="connsiteX96" fmla="*/ 3968058 w 6699972"/>
                <a:gd name="connsiteY96" fmla="*/ 1497161 h 6857850"/>
                <a:gd name="connsiteX97" fmla="*/ 4044653 w 6699972"/>
                <a:gd name="connsiteY97" fmla="*/ 1571105 h 6857850"/>
                <a:gd name="connsiteX98" fmla="*/ 4119922 w 6699972"/>
                <a:gd name="connsiteY98" fmla="*/ 1571105 h 6857850"/>
                <a:gd name="connsiteX99" fmla="*/ 4251659 w 6699972"/>
                <a:gd name="connsiteY99" fmla="*/ 1571105 h 6857850"/>
                <a:gd name="connsiteX100" fmla="*/ 4251659 w 6699972"/>
                <a:gd name="connsiteY100" fmla="*/ 1677048 h 6857850"/>
                <a:gd name="connsiteX101" fmla="*/ 4328856 w 6699972"/>
                <a:gd name="connsiteY101" fmla="*/ 1763105 h 6857850"/>
                <a:gd name="connsiteX102" fmla="*/ 4404608 w 6699972"/>
                <a:gd name="connsiteY102" fmla="*/ 1676145 h 6857850"/>
                <a:gd name="connsiteX103" fmla="*/ 4404608 w 6699972"/>
                <a:gd name="connsiteY103" fmla="*/ 1570623 h 6857850"/>
                <a:gd name="connsiteX104" fmla="*/ 4606431 w 6699972"/>
                <a:gd name="connsiteY104" fmla="*/ 1513734 h 6857850"/>
                <a:gd name="connsiteX105" fmla="*/ 4688208 w 6699972"/>
                <a:gd name="connsiteY105" fmla="*/ 1318600 h 6857850"/>
                <a:gd name="connsiteX106" fmla="*/ 4631681 w 6699972"/>
                <a:gd name="connsiteY106" fmla="*/ 1119730 h 6857850"/>
                <a:gd name="connsiteX107" fmla="*/ 4404969 w 6699972"/>
                <a:gd name="connsiteY107" fmla="*/ 1035301 h 6857850"/>
                <a:gd name="connsiteX108" fmla="*/ 4404547 w 6699972"/>
                <a:gd name="connsiteY108" fmla="*/ 829019 h 6857850"/>
                <a:gd name="connsiteX109" fmla="*/ 4432329 w 6699972"/>
                <a:gd name="connsiteY109" fmla="*/ 801177 h 6857850"/>
                <a:gd name="connsiteX110" fmla="*/ 4603960 w 6699972"/>
                <a:gd name="connsiteY110" fmla="*/ 801177 h 6857850"/>
                <a:gd name="connsiteX111" fmla="*/ 4688811 w 6699972"/>
                <a:gd name="connsiteY111" fmla="*/ 727595 h 6857850"/>
                <a:gd name="connsiteX112" fmla="*/ 4604080 w 6699972"/>
                <a:gd name="connsiteY112" fmla="*/ 650699 h 6857850"/>
                <a:gd name="connsiteX113" fmla="*/ 4432389 w 6699972"/>
                <a:gd name="connsiteY113" fmla="*/ 650699 h 6857850"/>
                <a:gd name="connsiteX114" fmla="*/ 4404547 w 6699972"/>
                <a:gd name="connsiteY114" fmla="*/ 623640 h 6857850"/>
                <a:gd name="connsiteX115" fmla="*/ 4404849 w 6699972"/>
                <a:gd name="connsiteY115" fmla="*/ 539271 h 6857850"/>
                <a:gd name="connsiteX116" fmla="*/ 4330122 w 6699972"/>
                <a:gd name="connsiteY116" fmla="*/ 457976 h 6857850"/>
                <a:gd name="connsiteX117" fmla="*/ 4326490 w 6699972"/>
                <a:gd name="connsiteY117" fmla="*/ 49 h 6857850"/>
                <a:gd name="connsiteX118" fmla="*/ 4914498 w 6699972"/>
                <a:gd name="connsiteY118" fmla="*/ 171964 h 6857850"/>
                <a:gd name="connsiteX119" fmla="*/ 5170378 w 6699972"/>
                <a:gd name="connsiteY119" fmla="*/ 400966 h 6857850"/>
                <a:gd name="connsiteX120" fmla="*/ 5417458 w 6699972"/>
                <a:gd name="connsiteY120" fmla="*/ 1156310 h 6857850"/>
                <a:gd name="connsiteX121" fmla="*/ 4808434 w 6699972"/>
                <a:gd name="connsiteY121" fmla="*/ 2071474 h 6857850"/>
                <a:gd name="connsiteX122" fmla="*/ 4437391 w 6699972"/>
                <a:gd name="connsiteY122" fmla="*/ 2176815 h 6857850"/>
                <a:gd name="connsiteX123" fmla="*/ 4407621 w 6699972"/>
                <a:gd name="connsiteY123" fmla="*/ 2207368 h 6857850"/>
                <a:gd name="connsiteX124" fmla="*/ 4408224 w 6699972"/>
                <a:gd name="connsiteY124" fmla="*/ 3029905 h 6857850"/>
                <a:gd name="connsiteX125" fmla="*/ 4410152 w 6699972"/>
                <a:gd name="connsiteY125" fmla="*/ 3054916 h 6857850"/>
                <a:gd name="connsiteX126" fmla="*/ 4587448 w 6699972"/>
                <a:gd name="connsiteY126" fmla="*/ 2961688 h 6857850"/>
                <a:gd name="connsiteX127" fmla="*/ 4704600 w 6699972"/>
                <a:gd name="connsiteY127" fmla="*/ 2899918 h 6857850"/>
                <a:gd name="connsiteX128" fmla="*/ 4737263 w 6699972"/>
                <a:gd name="connsiteY128" fmla="*/ 2854419 h 6857850"/>
                <a:gd name="connsiteX129" fmla="*/ 4960238 w 6699972"/>
                <a:gd name="connsiteY129" fmla="*/ 2328076 h 6857850"/>
                <a:gd name="connsiteX130" fmla="*/ 5513940 w 6699972"/>
                <a:gd name="connsiteY130" fmla="*/ 2011090 h 6857850"/>
                <a:gd name="connsiteX131" fmla="*/ 6281036 w 6699972"/>
                <a:gd name="connsiteY131" fmla="*/ 2105642 h 6857850"/>
                <a:gd name="connsiteX132" fmla="*/ 6302972 w 6699972"/>
                <a:gd name="connsiteY132" fmla="*/ 2145478 h 6857850"/>
                <a:gd name="connsiteX133" fmla="*/ 6160750 w 6699972"/>
                <a:gd name="connsiteY133" fmla="*/ 2575157 h 6857850"/>
                <a:gd name="connsiteX134" fmla="*/ 5799168 w 6699972"/>
                <a:gd name="connsiteY134" fmla="*/ 3009537 h 6857850"/>
                <a:gd name="connsiteX135" fmla="*/ 5218528 w 6699972"/>
                <a:gd name="connsiteY135" fmla="*/ 3154531 h 6857850"/>
                <a:gd name="connsiteX136" fmla="*/ 4806928 w 6699972"/>
                <a:gd name="connsiteY136" fmla="*/ 3047262 h 6857850"/>
                <a:gd name="connsiteX137" fmla="*/ 4768600 w 6699972"/>
                <a:gd name="connsiteY137" fmla="*/ 3048407 h 6857850"/>
                <a:gd name="connsiteX138" fmla="*/ 4430642 w 6699972"/>
                <a:gd name="connsiteY138" fmla="*/ 3226969 h 6857850"/>
                <a:gd name="connsiteX139" fmla="*/ 4407621 w 6699972"/>
                <a:gd name="connsiteY139" fmla="*/ 3264091 h 6857850"/>
                <a:gd name="connsiteX140" fmla="*/ 4408163 w 6699972"/>
                <a:gd name="connsiteY140" fmla="*/ 4044443 h 6857850"/>
                <a:gd name="connsiteX141" fmla="*/ 4409971 w 6699972"/>
                <a:gd name="connsiteY141" fmla="*/ 4071924 h 6857850"/>
                <a:gd name="connsiteX142" fmla="*/ 4449203 w 6699972"/>
                <a:gd name="connsiteY142" fmla="*/ 4071924 h 6857850"/>
                <a:gd name="connsiteX143" fmla="*/ 5539974 w 6699972"/>
                <a:gd name="connsiteY143" fmla="*/ 4070839 h 6857850"/>
                <a:gd name="connsiteX144" fmla="*/ 5722151 w 6699972"/>
                <a:gd name="connsiteY144" fmla="*/ 4252233 h 6857850"/>
                <a:gd name="connsiteX145" fmla="*/ 5721488 w 6699972"/>
                <a:gd name="connsiteY145" fmla="*/ 4384813 h 6857850"/>
                <a:gd name="connsiteX146" fmla="*/ 5569684 w 6699972"/>
                <a:gd name="connsiteY146" fmla="*/ 4545235 h 6857850"/>
                <a:gd name="connsiteX147" fmla="*/ 5527500 w 6699972"/>
                <a:gd name="connsiteY147" fmla="*/ 4545837 h 6857850"/>
                <a:gd name="connsiteX148" fmla="*/ 3108337 w 6699972"/>
                <a:gd name="connsiteY148" fmla="*/ 4545837 h 6857850"/>
                <a:gd name="connsiteX149" fmla="*/ 2939600 w 6699972"/>
                <a:gd name="connsiteY149" fmla="*/ 4393671 h 6857850"/>
                <a:gd name="connsiteX150" fmla="*/ 2939118 w 6699972"/>
                <a:gd name="connsiteY150" fmla="*/ 4224933 h 6857850"/>
                <a:gd name="connsiteX151" fmla="*/ 3108277 w 6699972"/>
                <a:gd name="connsiteY151" fmla="*/ 4071803 h 6857850"/>
                <a:gd name="connsiteX152" fmla="*/ 4201941 w 6699972"/>
                <a:gd name="connsiteY152" fmla="*/ 4071803 h 6857850"/>
                <a:gd name="connsiteX153" fmla="*/ 4247139 w 6699972"/>
                <a:gd name="connsiteY153" fmla="*/ 4071803 h 6857850"/>
                <a:gd name="connsiteX154" fmla="*/ 4248645 w 6699972"/>
                <a:gd name="connsiteY154" fmla="*/ 4038056 h 6857850"/>
                <a:gd name="connsiteX155" fmla="*/ 4249248 w 6699972"/>
                <a:gd name="connsiteY155" fmla="*/ 3495683 h 6857850"/>
                <a:gd name="connsiteX156" fmla="*/ 4226107 w 6699972"/>
                <a:gd name="connsiteY156" fmla="*/ 3455608 h 6857850"/>
                <a:gd name="connsiteX157" fmla="*/ 3796186 w 6699972"/>
                <a:gd name="connsiteY157" fmla="*/ 3225583 h 6857850"/>
                <a:gd name="connsiteX158" fmla="*/ 3749361 w 6699972"/>
                <a:gd name="connsiteY158" fmla="*/ 3225583 h 6857850"/>
                <a:gd name="connsiteX159" fmla="*/ 3309437 w 6699972"/>
                <a:gd name="connsiteY159" fmla="*/ 3328694 h 6857850"/>
                <a:gd name="connsiteX160" fmla="*/ 2655034 w 6699972"/>
                <a:gd name="connsiteY160" fmla="*/ 3083843 h 6857850"/>
                <a:gd name="connsiteX161" fmla="*/ 2444112 w 6699972"/>
                <a:gd name="connsiteY161" fmla="*/ 2807172 h 6857850"/>
                <a:gd name="connsiteX162" fmla="*/ 2270070 w 6699972"/>
                <a:gd name="connsiteY162" fmla="*/ 2316747 h 6857850"/>
                <a:gd name="connsiteX163" fmla="*/ 2292188 w 6699972"/>
                <a:gd name="connsiteY163" fmla="*/ 2277093 h 6857850"/>
                <a:gd name="connsiteX164" fmla="*/ 2729461 w 6699972"/>
                <a:gd name="connsiteY164" fmla="*/ 2172476 h 6857850"/>
                <a:gd name="connsiteX165" fmla="*/ 3216751 w 6699972"/>
                <a:gd name="connsiteY165" fmla="*/ 2222374 h 6857850"/>
                <a:gd name="connsiteX166" fmla="*/ 3754725 w 6699972"/>
                <a:gd name="connsiteY166" fmla="*/ 2746668 h 6857850"/>
                <a:gd name="connsiteX167" fmla="*/ 3840962 w 6699972"/>
                <a:gd name="connsiteY167" fmla="*/ 3046539 h 6857850"/>
                <a:gd name="connsiteX168" fmla="*/ 3855907 w 6699972"/>
                <a:gd name="connsiteY168" fmla="*/ 3073115 h 6857850"/>
                <a:gd name="connsiteX169" fmla="*/ 4247078 w 6699972"/>
                <a:gd name="connsiteY169" fmla="*/ 3284700 h 6857850"/>
                <a:gd name="connsiteX170" fmla="*/ 4248465 w 6699972"/>
                <a:gd name="connsiteY170" fmla="*/ 3252701 h 6857850"/>
                <a:gd name="connsiteX171" fmla="*/ 4248465 w 6699972"/>
                <a:gd name="connsiteY171" fmla="*/ 2731602 h 6857850"/>
                <a:gd name="connsiteX172" fmla="*/ 4249007 w 6699972"/>
                <a:gd name="connsiteY172" fmla="*/ 2213756 h 6857850"/>
                <a:gd name="connsiteX173" fmla="*/ 4216465 w 6699972"/>
                <a:gd name="connsiteY173" fmla="*/ 2176453 h 6857850"/>
                <a:gd name="connsiteX174" fmla="*/ 3472149 w 6699972"/>
                <a:gd name="connsiteY174" fmla="*/ 1767926 h 6857850"/>
                <a:gd name="connsiteX175" fmla="*/ 3237904 w 6699972"/>
                <a:gd name="connsiteY175" fmla="*/ 1039158 h 6857850"/>
                <a:gd name="connsiteX176" fmla="*/ 4115644 w 6699972"/>
                <a:gd name="connsiteY176" fmla="*/ 21727 h 6857850"/>
                <a:gd name="connsiteX177" fmla="*/ 4326490 w 6699972"/>
                <a:gd name="connsiteY177" fmla="*/ 49 h 6857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</a:cxnLst>
              <a:rect l="l" t="t" r="r" b="b"/>
              <a:pathLst>
                <a:path w="6699972" h="6857850">
                  <a:moveTo>
                    <a:pt x="5039123" y="5325587"/>
                  </a:moveTo>
                  <a:lnTo>
                    <a:pt x="5078958" y="5325587"/>
                  </a:lnTo>
                  <a:cubicBezTo>
                    <a:pt x="5236607" y="5325587"/>
                    <a:pt x="5394275" y="5325587"/>
                    <a:pt x="5551967" y="5325587"/>
                  </a:cubicBezTo>
                  <a:cubicBezTo>
                    <a:pt x="5652908" y="5325587"/>
                    <a:pt x="5721549" y="5395191"/>
                    <a:pt x="5721729" y="5496193"/>
                  </a:cubicBezTo>
                  <a:cubicBezTo>
                    <a:pt x="5721729" y="5545429"/>
                    <a:pt x="5721729" y="5594604"/>
                    <a:pt x="5721729" y="5643839"/>
                  </a:cubicBezTo>
                  <a:cubicBezTo>
                    <a:pt x="5721729" y="5675538"/>
                    <a:pt x="5711424" y="5696510"/>
                    <a:pt x="5678822" y="5710732"/>
                  </a:cubicBezTo>
                  <a:cubicBezTo>
                    <a:pt x="5570709" y="5757858"/>
                    <a:pt x="5457775" y="5782687"/>
                    <a:pt x="5341346" y="5791305"/>
                  </a:cubicBezTo>
                  <a:cubicBezTo>
                    <a:pt x="5266438" y="5796849"/>
                    <a:pt x="5191168" y="5798054"/>
                    <a:pt x="5111018" y="5801489"/>
                  </a:cubicBezTo>
                  <a:cubicBezTo>
                    <a:pt x="5107884" y="5639019"/>
                    <a:pt x="5127711" y="5477151"/>
                    <a:pt x="5039123" y="5325587"/>
                  </a:cubicBezTo>
                  <a:close/>
                  <a:moveTo>
                    <a:pt x="3248329" y="4699026"/>
                  </a:moveTo>
                  <a:lnTo>
                    <a:pt x="5549014" y="4699026"/>
                  </a:lnTo>
                  <a:cubicBezTo>
                    <a:pt x="5653571" y="4699026"/>
                    <a:pt x="5721609" y="4767787"/>
                    <a:pt x="5721730" y="4872947"/>
                  </a:cubicBezTo>
                  <a:cubicBezTo>
                    <a:pt x="5721730" y="4919109"/>
                    <a:pt x="5722031" y="4965331"/>
                    <a:pt x="5721730" y="5011553"/>
                  </a:cubicBezTo>
                  <a:cubicBezTo>
                    <a:pt x="5721006" y="5099237"/>
                    <a:pt x="5654114" y="5171131"/>
                    <a:pt x="5567153" y="5171855"/>
                  </a:cubicBezTo>
                  <a:cubicBezTo>
                    <a:pt x="5356231" y="5173482"/>
                    <a:pt x="5145308" y="5172638"/>
                    <a:pt x="4934747" y="5171855"/>
                  </a:cubicBezTo>
                  <a:cubicBezTo>
                    <a:pt x="4923935" y="5171674"/>
                    <a:pt x="4913492" y="5167877"/>
                    <a:pt x="4905097" y="5161067"/>
                  </a:cubicBezTo>
                  <a:cubicBezTo>
                    <a:pt x="4813376" y="5079892"/>
                    <a:pt x="4703756" y="5038491"/>
                    <a:pt x="4584374" y="5033549"/>
                  </a:cubicBezTo>
                  <a:cubicBezTo>
                    <a:pt x="4420879" y="5026739"/>
                    <a:pt x="4257022" y="5030114"/>
                    <a:pt x="4093346" y="5029752"/>
                  </a:cubicBezTo>
                  <a:cubicBezTo>
                    <a:pt x="3919546" y="5029391"/>
                    <a:pt x="3745788" y="5029572"/>
                    <a:pt x="3572066" y="5030295"/>
                  </a:cubicBezTo>
                  <a:cubicBezTo>
                    <a:pt x="3548864" y="5030295"/>
                    <a:pt x="3533859" y="5024269"/>
                    <a:pt x="3520721" y="5003056"/>
                  </a:cubicBezTo>
                  <a:cubicBezTo>
                    <a:pt x="3453678" y="4895425"/>
                    <a:pt x="3369321" y="4799546"/>
                    <a:pt x="3271049" y="4719395"/>
                  </a:cubicBezTo>
                  <a:cubicBezTo>
                    <a:pt x="3265625" y="4715237"/>
                    <a:pt x="3260744" y="4710355"/>
                    <a:pt x="3248329" y="4699026"/>
                  </a:cubicBezTo>
                  <a:close/>
                  <a:moveTo>
                    <a:pt x="683630" y="4678054"/>
                  </a:moveTo>
                  <a:cubicBezTo>
                    <a:pt x="563284" y="4678295"/>
                    <a:pt x="465729" y="4775681"/>
                    <a:pt x="465296" y="4896028"/>
                  </a:cubicBezTo>
                  <a:cubicBezTo>
                    <a:pt x="464572" y="5016555"/>
                    <a:pt x="559910" y="5114302"/>
                    <a:pt x="678267" y="5115146"/>
                  </a:cubicBezTo>
                  <a:cubicBezTo>
                    <a:pt x="801626" y="5116050"/>
                    <a:pt x="901905" y="5019749"/>
                    <a:pt x="902387" y="4899885"/>
                  </a:cubicBezTo>
                  <a:cubicBezTo>
                    <a:pt x="902562" y="4778513"/>
                    <a:pt x="805014" y="4679560"/>
                    <a:pt x="683630" y="4678054"/>
                  </a:cubicBezTo>
                  <a:close/>
                  <a:moveTo>
                    <a:pt x="2147977" y="4668374"/>
                  </a:moveTo>
                  <a:cubicBezTo>
                    <a:pt x="2347857" y="4668291"/>
                    <a:pt x="2547736" y="4668502"/>
                    <a:pt x="2747600" y="4670039"/>
                  </a:cubicBezTo>
                  <a:cubicBezTo>
                    <a:pt x="2921581" y="4671425"/>
                    <a:pt x="3069649" y="4745248"/>
                    <a:pt x="3199577" y="4857820"/>
                  </a:cubicBezTo>
                  <a:cubicBezTo>
                    <a:pt x="3289189" y="4935440"/>
                    <a:pt x="3359276" y="5029149"/>
                    <a:pt x="3419720" y="5130091"/>
                  </a:cubicBezTo>
                  <a:cubicBezTo>
                    <a:pt x="3441114" y="5165767"/>
                    <a:pt x="3467630" y="5182219"/>
                    <a:pt x="3510116" y="5182098"/>
                  </a:cubicBezTo>
                  <a:cubicBezTo>
                    <a:pt x="3850605" y="5181135"/>
                    <a:pt x="4191095" y="5180954"/>
                    <a:pt x="4531584" y="5181556"/>
                  </a:cubicBezTo>
                  <a:cubicBezTo>
                    <a:pt x="4747267" y="5181556"/>
                    <a:pt x="4920767" y="5323357"/>
                    <a:pt x="4951863" y="5536449"/>
                  </a:cubicBezTo>
                  <a:cubicBezTo>
                    <a:pt x="4963855" y="5620878"/>
                    <a:pt x="4953610" y="5708441"/>
                    <a:pt x="4953610" y="5799258"/>
                  </a:cubicBezTo>
                  <a:lnTo>
                    <a:pt x="4319637" y="5799258"/>
                  </a:lnTo>
                  <a:cubicBezTo>
                    <a:pt x="4003373" y="5799258"/>
                    <a:pt x="3687092" y="5799258"/>
                    <a:pt x="3370786" y="5799258"/>
                  </a:cubicBezTo>
                  <a:cubicBezTo>
                    <a:pt x="3357799" y="5798957"/>
                    <a:pt x="3344818" y="5800283"/>
                    <a:pt x="3332157" y="5803176"/>
                  </a:cubicBezTo>
                  <a:cubicBezTo>
                    <a:pt x="3296571" y="5811853"/>
                    <a:pt x="3272485" y="5844998"/>
                    <a:pt x="3275208" y="5881518"/>
                  </a:cubicBezTo>
                  <a:cubicBezTo>
                    <a:pt x="3278671" y="5917858"/>
                    <a:pt x="3306864" y="5946904"/>
                    <a:pt x="3343065" y="5951484"/>
                  </a:cubicBezTo>
                  <a:cubicBezTo>
                    <a:pt x="3350055" y="5952087"/>
                    <a:pt x="3357082" y="5952328"/>
                    <a:pt x="3364097" y="5952027"/>
                  </a:cubicBezTo>
                  <a:cubicBezTo>
                    <a:pt x="3976797" y="5952027"/>
                    <a:pt x="4589437" y="5953051"/>
                    <a:pt x="5202137" y="5950942"/>
                  </a:cubicBezTo>
                  <a:cubicBezTo>
                    <a:pt x="5387689" y="5950279"/>
                    <a:pt x="5570529" y="5927198"/>
                    <a:pt x="5742100" y="5848494"/>
                  </a:cubicBezTo>
                  <a:cubicBezTo>
                    <a:pt x="5868171" y="5790520"/>
                    <a:pt x="5980382" y="5711455"/>
                    <a:pt x="6084457" y="5620818"/>
                  </a:cubicBezTo>
                  <a:cubicBezTo>
                    <a:pt x="6162378" y="5553021"/>
                    <a:pt x="6248917" y="5511198"/>
                    <a:pt x="6354077" y="5512343"/>
                  </a:cubicBezTo>
                  <a:cubicBezTo>
                    <a:pt x="6522212" y="5514573"/>
                    <a:pt x="6683116" y="5665654"/>
                    <a:pt x="6698182" y="5833970"/>
                  </a:cubicBezTo>
                  <a:cubicBezTo>
                    <a:pt x="6708849" y="5953051"/>
                    <a:pt x="6671907" y="6051884"/>
                    <a:pt x="6585790" y="6135288"/>
                  </a:cubicBezTo>
                  <a:cubicBezTo>
                    <a:pt x="6454476" y="6262264"/>
                    <a:pt x="6316773" y="6379537"/>
                    <a:pt x="6148819" y="6456373"/>
                  </a:cubicBezTo>
                  <a:cubicBezTo>
                    <a:pt x="6025218" y="6512900"/>
                    <a:pt x="5895712" y="6549962"/>
                    <a:pt x="5760480" y="6556049"/>
                  </a:cubicBezTo>
                  <a:cubicBezTo>
                    <a:pt x="5564141" y="6564908"/>
                    <a:pt x="5367320" y="6564064"/>
                    <a:pt x="5170680" y="6567318"/>
                  </a:cubicBezTo>
                  <a:cubicBezTo>
                    <a:pt x="5131508" y="6567981"/>
                    <a:pt x="5092337" y="6569247"/>
                    <a:pt x="5053286" y="6569307"/>
                  </a:cubicBezTo>
                  <a:cubicBezTo>
                    <a:pt x="4506876" y="6569307"/>
                    <a:pt x="3960526" y="6570874"/>
                    <a:pt x="3414116" y="6568524"/>
                  </a:cubicBezTo>
                  <a:cubicBezTo>
                    <a:pt x="3241701" y="6567740"/>
                    <a:pt x="3068684" y="6564305"/>
                    <a:pt x="2897115" y="6548757"/>
                  </a:cubicBezTo>
                  <a:cubicBezTo>
                    <a:pt x="2615322" y="6523145"/>
                    <a:pt x="2341966" y="6455288"/>
                    <a:pt x="2076444" y="6356878"/>
                  </a:cubicBezTo>
                  <a:cubicBezTo>
                    <a:pt x="1895020" y="6289021"/>
                    <a:pt x="1719364" y="6206640"/>
                    <a:pt x="1551186" y="6110580"/>
                  </a:cubicBezTo>
                  <a:cubicBezTo>
                    <a:pt x="1526057" y="6096358"/>
                    <a:pt x="1517439" y="6080449"/>
                    <a:pt x="1517499" y="6051643"/>
                  </a:cubicBezTo>
                  <a:cubicBezTo>
                    <a:pt x="1518704" y="5754362"/>
                    <a:pt x="1518223" y="5457021"/>
                    <a:pt x="1518223" y="5159741"/>
                  </a:cubicBezTo>
                  <a:cubicBezTo>
                    <a:pt x="1518223" y="5006250"/>
                    <a:pt x="1518764" y="4852396"/>
                    <a:pt x="1517801" y="4699206"/>
                  </a:cubicBezTo>
                  <a:cubicBezTo>
                    <a:pt x="1517801" y="4675402"/>
                    <a:pt x="1524551" y="4668472"/>
                    <a:pt x="1548354" y="4668472"/>
                  </a:cubicBezTo>
                  <a:cubicBezTo>
                    <a:pt x="1748218" y="4668834"/>
                    <a:pt x="1948098" y="4668457"/>
                    <a:pt x="2147977" y="4668374"/>
                  </a:cubicBezTo>
                  <a:close/>
                  <a:moveTo>
                    <a:pt x="37545" y="4360223"/>
                  </a:moveTo>
                  <a:cubicBezTo>
                    <a:pt x="467422" y="4361369"/>
                    <a:pt x="897307" y="4361670"/>
                    <a:pt x="1327185" y="4361007"/>
                  </a:cubicBezTo>
                  <a:lnTo>
                    <a:pt x="1364669" y="4360706"/>
                  </a:lnTo>
                  <a:lnTo>
                    <a:pt x="1364669" y="4401143"/>
                  </a:lnTo>
                  <a:cubicBezTo>
                    <a:pt x="1364669" y="5205602"/>
                    <a:pt x="1364669" y="6010061"/>
                    <a:pt x="1364669" y="6814520"/>
                  </a:cubicBezTo>
                  <a:cubicBezTo>
                    <a:pt x="1364669" y="6857850"/>
                    <a:pt x="1364669" y="6857850"/>
                    <a:pt x="1320376" y="6857850"/>
                  </a:cubicBezTo>
                  <a:lnTo>
                    <a:pt x="42788" y="6857850"/>
                  </a:lnTo>
                  <a:cubicBezTo>
                    <a:pt x="603" y="6857850"/>
                    <a:pt x="603" y="6857850"/>
                    <a:pt x="603" y="6815002"/>
                  </a:cubicBezTo>
                  <a:lnTo>
                    <a:pt x="603" y="5281715"/>
                  </a:lnTo>
                  <a:cubicBezTo>
                    <a:pt x="603" y="4987568"/>
                    <a:pt x="1024" y="4693482"/>
                    <a:pt x="0" y="4399395"/>
                  </a:cubicBezTo>
                  <a:cubicBezTo>
                    <a:pt x="0" y="4370288"/>
                    <a:pt x="5605" y="4360103"/>
                    <a:pt x="37545" y="4360223"/>
                  </a:cubicBezTo>
                  <a:close/>
                  <a:moveTo>
                    <a:pt x="4435156" y="1183007"/>
                  </a:moveTo>
                  <a:cubicBezTo>
                    <a:pt x="4461365" y="1182682"/>
                    <a:pt x="4496811" y="1195044"/>
                    <a:pt x="4509105" y="1211269"/>
                  </a:cubicBezTo>
                  <a:cubicBezTo>
                    <a:pt x="4544057" y="1257552"/>
                    <a:pt x="4545263" y="1342584"/>
                    <a:pt x="4512058" y="1390011"/>
                  </a:cubicBezTo>
                  <a:cubicBezTo>
                    <a:pt x="4490664" y="1420324"/>
                    <a:pt x="4471259" y="1424844"/>
                    <a:pt x="4405029" y="1413574"/>
                  </a:cubicBezTo>
                  <a:cubicBezTo>
                    <a:pt x="4405029" y="1343187"/>
                    <a:pt x="4405029" y="1274185"/>
                    <a:pt x="4405391" y="1205183"/>
                  </a:cubicBezTo>
                  <a:cubicBezTo>
                    <a:pt x="4405415" y="1198566"/>
                    <a:pt x="4408266" y="1192268"/>
                    <a:pt x="4413225" y="1187887"/>
                  </a:cubicBezTo>
                  <a:cubicBezTo>
                    <a:pt x="4418709" y="1184633"/>
                    <a:pt x="4426419" y="1183115"/>
                    <a:pt x="4435156" y="1183007"/>
                  </a:cubicBezTo>
                  <a:close/>
                  <a:moveTo>
                    <a:pt x="4192802" y="801084"/>
                  </a:moveTo>
                  <a:cubicBezTo>
                    <a:pt x="4204352" y="799525"/>
                    <a:pt x="4217565" y="800015"/>
                    <a:pt x="4232736" y="802380"/>
                  </a:cubicBezTo>
                  <a:cubicBezTo>
                    <a:pt x="4239606" y="803465"/>
                    <a:pt x="4250394" y="813468"/>
                    <a:pt x="4250454" y="819495"/>
                  </a:cubicBezTo>
                  <a:cubicBezTo>
                    <a:pt x="4251960" y="889461"/>
                    <a:pt x="4251297" y="959427"/>
                    <a:pt x="4251297" y="1030538"/>
                  </a:cubicBezTo>
                  <a:cubicBezTo>
                    <a:pt x="4151682" y="1047472"/>
                    <a:pt x="4097625" y="977747"/>
                    <a:pt x="4125768" y="875118"/>
                  </a:cubicBezTo>
                  <a:cubicBezTo>
                    <a:pt x="4138469" y="828881"/>
                    <a:pt x="4158153" y="805762"/>
                    <a:pt x="4192802" y="801084"/>
                  </a:cubicBezTo>
                  <a:close/>
                  <a:moveTo>
                    <a:pt x="4330122" y="457976"/>
                  </a:moveTo>
                  <a:cubicBezTo>
                    <a:pt x="4286852" y="457132"/>
                    <a:pt x="4254190" y="488951"/>
                    <a:pt x="4252080" y="536318"/>
                  </a:cubicBezTo>
                  <a:cubicBezTo>
                    <a:pt x="4250333" y="562400"/>
                    <a:pt x="4250333" y="588579"/>
                    <a:pt x="4252080" y="614661"/>
                  </a:cubicBezTo>
                  <a:cubicBezTo>
                    <a:pt x="4254732" y="644070"/>
                    <a:pt x="4243945" y="653712"/>
                    <a:pt x="4215018" y="650819"/>
                  </a:cubicBezTo>
                  <a:cubicBezTo>
                    <a:pt x="4145655" y="644009"/>
                    <a:pt x="4085512" y="665162"/>
                    <a:pt x="4039772" y="718435"/>
                  </a:cubicBezTo>
                  <a:cubicBezTo>
                    <a:pt x="3971252" y="798224"/>
                    <a:pt x="3954318" y="891633"/>
                    <a:pt x="3976555" y="992092"/>
                  </a:cubicBezTo>
                  <a:cubicBezTo>
                    <a:pt x="4003674" y="1114728"/>
                    <a:pt x="4077376" y="1176499"/>
                    <a:pt x="4202303" y="1185779"/>
                  </a:cubicBezTo>
                  <a:cubicBezTo>
                    <a:pt x="4211282" y="1186442"/>
                    <a:pt x="4221286" y="1185177"/>
                    <a:pt x="4228999" y="1188672"/>
                  </a:cubicBezTo>
                  <a:cubicBezTo>
                    <a:pt x="4236713" y="1192167"/>
                    <a:pt x="4249670" y="1200725"/>
                    <a:pt x="4249790" y="1207474"/>
                  </a:cubicBezTo>
                  <a:cubicBezTo>
                    <a:pt x="4251297" y="1276295"/>
                    <a:pt x="4250755" y="1345177"/>
                    <a:pt x="4250755" y="1417192"/>
                  </a:cubicBezTo>
                  <a:cubicBezTo>
                    <a:pt x="4211282" y="1417192"/>
                    <a:pt x="4175365" y="1417192"/>
                    <a:pt x="4139448" y="1417192"/>
                  </a:cubicBezTo>
                  <a:cubicBezTo>
                    <a:pt x="4105278" y="1417192"/>
                    <a:pt x="4070928" y="1415444"/>
                    <a:pt x="4037000" y="1418939"/>
                  </a:cubicBezTo>
                  <a:cubicBezTo>
                    <a:pt x="3996846" y="1422477"/>
                    <a:pt x="3966521" y="1456881"/>
                    <a:pt x="3968058" y="1497161"/>
                  </a:cubicBezTo>
                  <a:cubicBezTo>
                    <a:pt x="3969504" y="1537779"/>
                    <a:pt x="4001685" y="1569478"/>
                    <a:pt x="4044653" y="1571105"/>
                  </a:cubicBezTo>
                  <a:cubicBezTo>
                    <a:pt x="4069723" y="1572129"/>
                    <a:pt x="4094853" y="1571105"/>
                    <a:pt x="4119922" y="1571105"/>
                  </a:cubicBezTo>
                  <a:lnTo>
                    <a:pt x="4251659" y="1571105"/>
                  </a:lnTo>
                  <a:cubicBezTo>
                    <a:pt x="4251659" y="1609312"/>
                    <a:pt x="4251237" y="1643421"/>
                    <a:pt x="4251659" y="1677048"/>
                  </a:cubicBezTo>
                  <a:cubicBezTo>
                    <a:pt x="4252502" y="1728212"/>
                    <a:pt x="4284623" y="1763587"/>
                    <a:pt x="4328856" y="1763105"/>
                  </a:cubicBezTo>
                  <a:cubicBezTo>
                    <a:pt x="4373090" y="1762623"/>
                    <a:pt x="4404367" y="1727670"/>
                    <a:pt x="4404608" y="1676145"/>
                  </a:cubicBezTo>
                  <a:cubicBezTo>
                    <a:pt x="4404608" y="1642337"/>
                    <a:pt x="4404608" y="1608529"/>
                    <a:pt x="4404608" y="1570623"/>
                  </a:cubicBezTo>
                  <a:cubicBezTo>
                    <a:pt x="4481263" y="1575565"/>
                    <a:pt x="4551289" y="1569297"/>
                    <a:pt x="4606431" y="1513734"/>
                  </a:cubicBezTo>
                  <a:cubicBezTo>
                    <a:pt x="4660065" y="1459497"/>
                    <a:pt x="4684472" y="1393207"/>
                    <a:pt x="4688208" y="1318600"/>
                  </a:cubicBezTo>
                  <a:cubicBezTo>
                    <a:pt x="4691824" y="1246284"/>
                    <a:pt x="4674589" y="1179512"/>
                    <a:pt x="4631681" y="1119730"/>
                  </a:cubicBezTo>
                  <a:cubicBezTo>
                    <a:pt x="4576239" y="1042774"/>
                    <a:pt x="4495666" y="1027889"/>
                    <a:pt x="4404969" y="1035301"/>
                  </a:cubicBezTo>
                  <a:cubicBezTo>
                    <a:pt x="4404969" y="962985"/>
                    <a:pt x="4405632" y="896092"/>
                    <a:pt x="4404547" y="829019"/>
                  </a:cubicBezTo>
                  <a:cubicBezTo>
                    <a:pt x="4404246" y="807987"/>
                    <a:pt x="4411538" y="800876"/>
                    <a:pt x="4432329" y="801177"/>
                  </a:cubicBezTo>
                  <a:cubicBezTo>
                    <a:pt x="4489519" y="802141"/>
                    <a:pt x="4546830" y="801599"/>
                    <a:pt x="4603960" y="801177"/>
                  </a:cubicBezTo>
                  <a:cubicBezTo>
                    <a:pt x="4654159" y="801177"/>
                    <a:pt x="4688329" y="771467"/>
                    <a:pt x="4688811" y="727595"/>
                  </a:cubicBezTo>
                  <a:cubicBezTo>
                    <a:pt x="4689474" y="682156"/>
                    <a:pt x="4655545" y="651000"/>
                    <a:pt x="4604080" y="650699"/>
                  </a:cubicBezTo>
                  <a:cubicBezTo>
                    <a:pt x="4546830" y="650337"/>
                    <a:pt x="4489579" y="649915"/>
                    <a:pt x="4432389" y="650699"/>
                  </a:cubicBezTo>
                  <a:cubicBezTo>
                    <a:pt x="4412080" y="651060"/>
                    <a:pt x="4403282" y="645395"/>
                    <a:pt x="4404547" y="623640"/>
                  </a:cubicBezTo>
                  <a:cubicBezTo>
                    <a:pt x="4406114" y="595618"/>
                    <a:pt x="4405271" y="567474"/>
                    <a:pt x="4404849" y="539271"/>
                  </a:cubicBezTo>
                  <a:cubicBezTo>
                    <a:pt x="4404186" y="492025"/>
                    <a:pt x="4373391" y="458819"/>
                    <a:pt x="4330122" y="457976"/>
                  </a:cubicBezTo>
                  <a:close/>
                  <a:moveTo>
                    <a:pt x="4326490" y="49"/>
                  </a:moveTo>
                  <a:cubicBezTo>
                    <a:pt x="4533764" y="-1934"/>
                    <a:pt x="4730182" y="55219"/>
                    <a:pt x="4914498" y="171964"/>
                  </a:cubicBezTo>
                  <a:cubicBezTo>
                    <a:pt x="5012005" y="233675"/>
                    <a:pt x="5095771" y="312198"/>
                    <a:pt x="5170378" y="400966"/>
                  </a:cubicBezTo>
                  <a:cubicBezTo>
                    <a:pt x="5354001" y="620145"/>
                    <a:pt x="5437888" y="874337"/>
                    <a:pt x="5417458" y="1156310"/>
                  </a:cubicBezTo>
                  <a:cubicBezTo>
                    <a:pt x="5387327" y="1572973"/>
                    <a:pt x="5178393" y="1878269"/>
                    <a:pt x="4808434" y="2071474"/>
                  </a:cubicBezTo>
                  <a:cubicBezTo>
                    <a:pt x="4692728" y="2131737"/>
                    <a:pt x="4567380" y="2165183"/>
                    <a:pt x="4437391" y="2176815"/>
                  </a:cubicBezTo>
                  <a:cubicBezTo>
                    <a:pt x="4418047" y="2178562"/>
                    <a:pt x="4407259" y="2183744"/>
                    <a:pt x="4407621" y="2207368"/>
                  </a:cubicBezTo>
                  <a:cubicBezTo>
                    <a:pt x="4408464" y="2481568"/>
                    <a:pt x="4408163" y="2755767"/>
                    <a:pt x="4408224" y="3029905"/>
                  </a:cubicBezTo>
                  <a:cubicBezTo>
                    <a:pt x="4408224" y="3036716"/>
                    <a:pt x="4409248" y="3043466"/>
                    <a:pt x="4410152" y="3054916"/>
                  </a:cubicBezTo>
                  <a:cubicBezTo>
                    <a:pt x="4471139" y="3022855"/>
                    <a:pt x="4529353" y="2992362"/>
                    <a:pt x="4587448" y="2961688"/>
                  </a:cubicBezTo>
                  <a:cubicBezTo>
                    <a:pt x="4626498" y="2941077"/>
                    <a:pt x="4664826" y="2919020"/>
                    <a:pt x="4704600" y="2899918"/>
                  </a:cubicBezTo>
                  <a:cubicBezTo>
                    <a:pt x="4725090" y="2890035"/>
                    <a:pt x="4733286" y="2876234"/>
                    <a:pt x="4737263" y="2854419"/>
                  </a:cubicBezTo>
                  <a:cubicBezTo>
                    <a:pt x="4772155" y="2662359"/>
                    <a:pt x="4837180" y="2482653"/>
                    <a:pt x="4960238" y="2328076"/>
                  </a:cubicBezTo>
                  <a:cubicBezTo>
                    <a:pt x="5102641" y="2149274"/>
                    <a:pt x="5290845" y="2048453"/>
                    <a:pt x="5513940" y="2011090"/>
                  </a:cubicBezTo>
                  <a:cubicBezTo>
                    <a:pt x="5778679" y="1966675"/>
                    <a:pt x="6032991" y="2011511"/>
                    <a:pt x="6281036" y="2105642"/>
                  </a:cubicBezTo>
                  <a:cubicBezTo>
                    <a:pt x="6301887" y="2113538"/>
                    <a:pt x="6307191" y="2122879"/>
                    <a:pt x="6302972" y="2145478"/>
                  </a:cubicBezTo>
                  <a:cubicBezTo>
                    <a:pt x="6274949" y="2295233"/>
                    <a:pt x="6231198" y="2439985"/>
                    <a:pt x="6160750" y="2575157"/>
                  </a:cubicBezTo>
                  <a:cubicBezTo>
                    <a:pt x="6071861" y="2745703"/>
                    <a:pt x="5961880" y="2899797"/>
                    <a:pt x="5799168" y="3009537"/>
                  </a:cubicBezTo>
                  <a:cubicBezTo>
                    <a:pt x="5623138" y="3128257"/>
                    <a:pt x="5428909" y="3173032"/>
                    <a:pt x="5218528" y="3154531"/>
                  </a:cubicBezTo>
                  <a:cubicBezTo>
                    <a:pt x="5075161" y="3141937"/>
                    <a:pt x="4939447" y="3101198"/>
                    <a:pt x="4806928" y="3047262"/>
                  </a:cubicBezTo>
                  <a:cubicBezTo>
                    <a:pt x="4794489" y="3042682"/>
                    <a:pt x="4780743" y="3043044"/>
                    <a:pt x="4768600" y="3048407"/>
                  </a:cubicBezTo>
                  <a:cubicBezTo>
                    <a:pt x="4655545" y="3107165"/>
                    <a:pt x="4543395" y="3167729"/>
                    <a:pt x="4430642" y="3226969"/>
                  </a:cubicBezTo>
                  <a:cubicBezTo>
                    <a:pt x="4414491" y="3235464"/>
                    <a:pt x="4407561" y="3245048"/>
                    <a:pt x="4407621" y="3264091"/>
                  </a:cubicBezTo>
                  <a:cubicBezTo>
                    <a:pt x="4408302" y="3524188"/>
                    <a:pt x="4408483" y="3784286"/>
                    <a:pt x="4408163" y="4044443"/>
                  </a:cubicBezTo>
                  <a:cubicBezTo>
                    <a:pt x="4408163" y="4052217"/>
                    <a:pt x="4409127" y="4060052"/>
                    <a:pt x="4409971" y="4071924"/>
                  </a:cubicBezTo>
                  <a:lnTo>
                    <a:pt x="4449203" y="4071924"/>
                  </a:lnTo>
                  <a:cubicBezTo>
                    <a:pt x="4812713" y="4071924"/>
                    <a:pt x="5176283" y="4073732"/>
                    <a:pt x="5539974" y="4070839"/>
                  </a:cubicBezTo>
                  <a:cubicBezTo>
                    <a:pt x="5653933" y="4069935"/>
                    <a:pt x="5729744" y="4155811"/>
                    <a:pt x="5722151" y="4252233"/>
                  </a:cubicBezTo>
                  <a:cubicBezTo>
                    <a:pt x="5718656" y="4296165"/>
                    <a:pt x="5721850" y="4340579"/>
                    <a:pt x="5721488" y="4384813"/>
                  </a:cubicBezTo>
                  <a:cubicBezTo>
                    <a:pt x="5721519" y="4470146"/>
                    <a:pt x="5654861" y="4540534"/>
                    <a:pt x="5569684" y="4545235"/>
                  </a:cubicBezTo>
                  <a:cubicBezTo>
                    <a:pt x="5555643" y="4546138"/>
                    <a:pt x="5541601" y="4545837"/>
                    <a:pt x="5527500" y="4545837"/>
                  </a:cubicBezTo>
                  <a:lnTo>
                    <a:pt x="3108337" y="4545837"/>
                  </a:lnTo>
                  <a:cubicBezTo>
                    <a:pt x="3014326" y="4545837"/>
                    <a:pt x="2946832" y="4487441"/>
                    <a:pt x="2939600" y="4393671"/>
                  </a:cubicBezTo>
                  <a:cubicBezTo>
                    <a:pt x="2935242" y="4337505"/>
                    <a:pt x="2935080" y="4281099"/>
                    <a:pt x="2939118" y="4224933"/>
                  </a:cubicBezTo>
                  <a:cubicBezTo>
                    <a:pt x="2945566" y="4133272"/>
                    <a:pt x="3015230" y="4071863"/>
                    <a:pt x="3108277" y="4071803"/>
                  </a:cubicBezTo>
                  <a:cubicBezTo>
                    <a:pt x="3472793" y="4071562"/>
                    <a:pt x="3837346" y="4071562"/>
                    <a:pt x="4201941" y="4071803"/>
                  </a:cubicBezTo>
                  <a:lnTo>
                    <a:pt x="4247139" y="4071803"/>
                  </a:lnTo>
                  <a:cubicBezTo>
                    <a:pt x="4247741" y="4059269"/>
                    <a:pt x="4248645" y="4048662"/>
                    <a:pt x="4248645" y="4038056"/>
                  </a:cubicBezTo>
                  <a:cubicBezTo>
                    <a:pt x="4248645" y="3857265"/>
                    <a:pt x="4248645" y="3676474"/>
                    <a:pt x="4249248" y="3495683"/>
                  </a:cubicBezTo>
                  <a:cubicBezTo>
                    <a:pt x="4249248" y="3476037"/>
                    <a:pt x="4243764" y="3464949"/>
                    <a:pt x="4226107" y="3455608"/>
                  </a:cubicBezTo>
                  <a:cubicBezTo>
                    <a:pt x="4082679" y="3379195"/>
                    <a:pt x="3940035" y="3301333"/>
                    <a:pt x="3796186" y="3225583"/>
                  </a:cubicBezTo>
                  <a:cubicBezTo>
                    <a:pt x="3783772" y="3219073"/>
                    <a:pt x="3763041" y="3219978"/>
                    <a:pt x="3749361" y="3225583"/>
                  </a:cubicBezTo>
                  <a:cubicBezTo>
                    <a:pt x="3607742" y="3282050"/>
                    <a:pt x="3462687" y="3322005"/>
                    <a:pt x="3309437" y="3328694"/>
                  </a:cubicBezTo>
                  <a:cubicBezTo>
                    <a:pt x="3056330" y="3339781"/>
                    <a:pt x="2838196" y="3258184"/>
                    <a:pt x="2655034" y="3083843"/>
                  </a:cubicBezTo>
                  <a:cubicBezTo>
                    <a:pt x="2570608" y="3003270"/>
                    <a:pt x="2499424" y="2909922"/>
                    <a:pt x="2444112" y="2807172"/>
                  </a:cubicBezTo>
                  <a:cubicBezTo>
                    <a:pt x="2359602" y="2654344"/>
                    <a:pt x="2300803" y="2488661"/>
                    <a:pt x="2270070" y="2316747"/>
                  </a:cubicBezTo>
                  <a:cubicBezTo>
                    <a:pt x="2265972" y="2293425"/>
                    <a:pt x="2271878" y="2284867"/>
                    <a:pt x="2292188" y="2277093"/>
                  </a:cubicBezTo>
                  <a:cubicBezTo>
                    <a:pt x="2433445" y="2222855"/>
                    <a:pt x="2578499" y="2185974"/>
                    <a:pt x="2729461" y="2172476"/>
                  </a:cubicBezTo>
                  <a:cubicBezTo>
                    <a:pt x="2895245" y="2157591"/>
                    <a:pt x="3058379" y="2167715"/>
                    <a:pt x="3216751" y="2222374"/>
                  </a:cubicBezTo>
                  <a:cubicBezTo>
                    <a:pt x="3478235" y="2312770"/>
                    <a:pt x="3654747" y="2493017"/>
                    <a:pt x="3754725" y="2746668"/>
                  </a:cubicBezTo>
                  <a:cubicBezTo>
                    <a:pt x="3792631" y="2843089"/>
                    <a:pt x="3812397" y="2946441"/>
                    <a:pt x="3840962" y="3046539"/>
                  </a:cubicBezTo>
                  <a:cubicBezTo>
                    <a:pt x="3843734" y="3056181"/>
                    <a:pt x="3848254" y="3068957"/>
                    <a:pt x="3855907" y="3073115"/>
                  </a:cubicBezTo>
                  <a:cubicBezTo>
                    <a:pt x="3984329" y="3143684"/>
                    <a:pt x="4113354" y="3212746"/>
                    <a:pt x="4247078" y="3284700"/>
                  </a:cubicBezTo>
                  <a:cubicBezTo>
                    <a:pt x="4247741" y="3270298"/>
                    <a:pt x="4248465" y="3261499"/>
                    <a:pt x="4248465" y="3252701"/>
                  </a:cubicBezTo>
                  <a:cubicBezTo>
                    <a:pt x="4248465" y="3079021"/>
                    <a:pt x="4248465" y="2905341"/>
                    <a:pt x="4248465" y="2731602"/>
                  </a:cubicBezTo>
                  <a:cubicBezTo>
                    <a:pt x="4248465" y="2559007"/>
                    <a:pt x="4247862" y="2386351"/>
                    <a:pt x="4249007" y="2213756"/>
                  </a:cubicBezTo>
                  <a:cubicBezTo>
                    <a:pt x="4249007" y="2188203"/>
                    <a:pt x="4242016" y="2179165"/>
                    <a:pt x="4216465" y="2176453"/>
                  </a:cubicBezTo>
                  <a:cubicBezTo>
                    <a:pt x="3911832" y="2143670"/>
                    <a:pt x="3663004" y="2006510"/>
                    <a:pt x="3472149" y="1767926"/>
                  </a:cubicBezTo>
                  <a:cubicBezTo>
                    <a:pt x="3302506" y="1555557"/>
                    <a:pt x="3224525" y="1310344"/>
                    <a:pt x="3237904" y="1039158"/>
                  </a:cubicBezTo>
                  <a:cubicBezTo>
                    <a:pt x="3263817" y="514864"/>
                    <a:pt x="3648962" y="111761"/>
                    <a:pt x="4115644" y="21727"/>
                  </a:cubicBezTo>
                  <a:cubicBezTo>
                    <a:pt x="4187102" y="7941"/>
                    <a:pt x="4257399" y="710"/>
                    <a:pt x="4326490" y="49"/>
                  </a:cubicBezTo>
                  <a:close/>
                </a:path>
              </a:pathLst>
            </a:custGeom>
            <a:solidFill>
              <a:schemeClr val="bg1"/>
            </a:solidFill>
            <a:ln w="60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latin typeface="Lora" pitchFamily="2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8EE49BA-CD02-0F7E-67B0-092FF14CB5F6}"/>
                </a:ext>
              </a:extLst>
            </p:cNvPr>
            <p:cNvSpPr/>
            <p:nvPr/>
          </p:nvSpPr>
          <p:spPr>
            <a:xfrm>
              <a:off x="9893942" y="3532275"/>
              <a:ext cx="595213" cy="573291"/>
            </a:xfrm>
            <a:custGeom>
              <a:avLst/>
              <a:gdLst>
                <a:gd name="connsiteX0" fmla="*/ 5557432 w 7118051"/>
                <a:gd name="connsiteY0" fmla="*/ 5091091 h 6855892"/>
                <a:gd name="connsiteX1" fmla="*/ 5229590 w 7118051"/>
                <a:gd name="connsiteY1" fmla="*/ 5236965 h 6855892"/>
                <a:gd name="connsiteX2" fmla="*/ 5073784 w 7118051"/>
                <a:gd name="connsiteY2" fmla="*/ 5516717 h 6855892"/>
                <a:gd name="connsiteX3" fmla="*/ 5026362 w 7118051"/>
                <a:gd name="connsiteY3" fmla="*/ 5551331 h 6855892"/>
                <a:gd name="connsiteX4" fmla="*/ 4876475 w 7118051"/>
                <a:gd name="connsiteY4" fmla="*/ 5551331 h 6855892"/>
                <a:gd name="connsiteX5" fmla="*/ 4844536 w 7118051"/>
                <a:gd name="connsiteY5" fmla="*/ 5560734 h 6855892"/>
                <a:gd name="connsiteX6" fmla="*/ 4805544 w 7118051"/>
                <a:gd name="connsiteY6" fmla="*/ 5649904 h 6855892"/>
                <a:gd name="connsiteX7" fmla="*/ 5039738 w 7118051"/>
                <a:gd name="connsiteY7" fmla="*/ 5649904 h 6855892"/>
                <a:gd name="connsiteX8" fmla="*/ 5039738 w 7118051"/>
                <a:gd name="connsiteY8" fmla="*/ 5855806 h 6855892"/>
                <a:gd name="connsiteX9" fmla="*/ 4874205 w 7118051"/>
                <a:gd name="connsiteY9" fmla="*/ 5856374 h 6855892"/>
                <a:gd name="connsiteX10" fmla="*/ 4840726 w 7118051"/>
                <a:gd name="connsiteY10" fmla="*/ 5869830 h 6855892"/>
                <a:gd name="connsiteX11" fmla="*/ 4804328 w 7118051"/>
                <a:gd name="connsiteY11" fmla="*/ 5950003 h 6855892"/>
                <a:gd name="connsiteX12" fmla="*/ 5029280 w 7118051"/>
                <a:gd name="connsiteY12" fmla="*/ 5949273 h 6855892"/>
                <a:gd name="connsiteX13" fmla="*/ 5074190 w 7118051"/>
                <a:gd name="connsiteY13" fmla="*/ 5982347 h 6855892"/>
                <a:gd name="connsiteX14" fmla="*/ 5201379 w 7118051"/>
                <a:gd name="connsiteY14" fmla="*/ 6223999 h 6855892"/>
                <a:gd name="connsiteX15" fmla="*/ 5813248 w 7118051"/>
                <a:gd name="connsiteY15" fmla="*/ 6360267 h 6855892"/>
                <a:gd name="connsiteX16" fmla="*/ 5935493 w 7118051"/>
                <a:gd name="connsiteY16" fmla="*/ 6181926 h 6855892"/>
                <a:gd name="connsiteX17" fmla="*/ 5935493 w 7118051"/>
                <a:gd name="connsiteY17" fmla="*/ 6173820 h 6855892"/>
                <a:gd name="connsiteX18" fmla="*/ 5914821 w 7118051"/>
                <a:gd name="connsiteY18" fmla="*/ 6130856 h 6855892"/>
                <a:gd name="connsiteX19" fmla="*/ 5872588 w 7118051"/>
                <a:gd name="connsiteY19" fmla="*/ 6142206 h 6855892"/>
                <a:gd name="connsiteX20" fmla="*/ 5557087 w 7118051"/>
                <a:gd name="connsiteY20" fmla="*/ 6232916 h 6855892"/>
                <a:gd name="connsiteX21" fmla="*/ 5240938 w 7118051"/>
                <a:gd name="connsiteY21" fmla="*/ 5950084 h 6855892"/>
                <a:gd name="connsiteX22" fmla="*/ 5281470 w 7118051"/>
                <a:gd name="connsiteY22" fmla="*/ 5950084 h 6855892"/>
                <a:gd name="connsiteX23" fmla="*/ 5621939 w 7118051"/>
                <a:gd name="connsiteY23" fmla="*/ 5949598 h 6855892"/>
                <a:gd name="connsiteX24" fmla="*/ 5659065 w 7118051"/>
                <a:gd name="connsiteY24" fmla="*/ 5935979 h 6855892"/>
                <a:gd name="connsiteX25" fmla="*/ 5695706 w 7118051"/>
                <a:gd name="connsiteY25" fmla="*/ 5855888 h 6855892"/>
                <a:gd name="connsiteX26" fmla="*/ 5644475 w 7118051"/>
                <a:gd name="connsiteY26" fmla="*/ 5855888 h 6855892"/>
                <a:gd name="connsiteX27" fmla="*/ 5251476 w 7118051"/>
                <a:gd name="connsiteY27" fmla="*/ 5856698 h 6855892"/>
                <a:gd name="connsiteX28" fmla="*/ 5205919 w 7118051"/>
                <a:gd name="connsiteY28" fmla="*/ 5813086 h 6855892"/>
                <a:gd name="connsiteX29" fmla="*/ 5205919 w 7118051"/>
                <a:gd name="connsiteY29" fmla="*/ 5687518 h 6855892"/>
                <a:gd name="connsiteX30" fmla="*/ 5249531 w 7118051"/>
                <a:gd name="connsiteY30" fmla="*/ 5646500 h 6855892"/>
                <a:gd name="connsiteX31" fmla="*/ 5622424 w 7118051"/>
                <a:gd name="connsiteY31" fmla="*/ 5646500 h 6855892"/>
                <a:gd name="connsiteX32" fmla="*/ 5660120 w 7118051"/>
                <a:gd name="connsiteY32" fmla="*/ 5633530 h 6855892"/>
                <a:gd name="connsiteX33" fmla="*/ 5697408 w 7118051"/>
                <a:gd name="connsiteY33" fmla="*/ 5550926 h 6855892"/>
                <a:gd name="connsiteX34" fmla="*/ 5240208 w 7118051"/>
                <a:gd name="connsiteY34" fmla="*/ 5550358 h 6855892"/>
                <a:gd name="connsiteX35" fmla="*/ 5495884 w 7118051"/>
                <a:gd name="connsiteY35" fmla="*/ 5267608 h 6855892"/>
                <a:gd name="connsiteX36" fmla="*/ 5874695 w 7118051"/>
                <a:gd name="connsiteY36" fmla="*/ 5347050 h 6855892"/>
                <a:gd name="connsiteX37" fmla="*/ 5916767 w 7118051"/>
                <a:gd name="connsiteY37" fmla="*/ 5358805 h 6855892"/>
                <a:gd name="connsiteX38" fmla="*/ 5938007 w 7118051"/>
                <a:gd name="connsiteY38" fmla="*/ 5316084 h 6855892"/>
                <a:gd name="connsiteX39" fmla="*/ 5938007 w 7118051"/>
                <a:gd name="connsiteY39" fmla="*/ 5235506 h 6855892"/>
                <a:gd name="connsiteX40" fmla="*/ 5903636 w 7118051"/>
                <a:gd name="connsiteY40" fmla="*/ 5172114 h 6855892"/>
                <a:gd name="connsiteX41" fmla="*/ 5557432 w 7118051"/>
                <a:gd name="connsiteY41" fmla="*/ 5091091 h 6855892"/>
                <a:gd name="connsiteX42" fmla="*/ 5483319 w 7118051"/>
                <a:gd name="connsiteY42" fmla="*/ 4586266 h 6855892"/>
                <a:gd name="connsiteX43" fmla="*/ 6622834 w 7118051"/>
                <a:gd name="connsiteY43" fmla="*/ 5722132 h 6855892"/>
                <a:gd name="connsiteX44" fmla="*/ 5484697 w 7118051"/>
                <a:gd name="connsiteY44" fmla="*/ 6855891 h 6855892"/>
                <a:gd name="connsiteX45" fmla="*/ 4353209 w 7118051"/>
                <a:gd name="connsiteY45" fmla="*/ 5721646 h 6855892"/>
                <a:gd name="connsiteX46" fmla="*/ 5483319 w 7118051"/>
                <a:gd name="connsiteY46" fmla="*/ 4586266 h 6855892"/>
                <a:gd name="connsiteX47" fmla="*/ 1029592 w 7118051"/>
                <a:gd name="connsiteY47" fmla="*/ 4552138 h 6855892"/>
                <a:gd name="connsiteX48" fmla="*/ 855385 w 7118051"/>
                <a:gd name="connsiteY48" fmla="*/ 4553029 h 6855892"/>
                <a:gd name="connsiteX49" fmla="*/ 814124 w 7118051"/>
                <a:gd name="connsiteY49" fmla="*/ 4623069 h 6855892"/>
                <a:gd name="connsiteX50" fmla="*/ 949176 w 7118051"/>
                <a:gd name="connsiteY50" fmla="*/ 4881175 h 6855892"/>
                <a:gd name="connsiteX51" fmla="*/ 1114465 w 7118051"/>
                <a:gd name="connsiteY51" fmla="*/ 5197973 h 6855892"/>
                <a:gd name="connsiteX52" fmla="*/ 910347 w 7118051"/>
                <a:gd name="connsiteY52" fmla="*/ 5197973 h 6855892"/>
                <a:gd name="connsiteX53" fmla="*/ 910347 w 7118051"/>
                <a:gd name="connsiteY53" fmla="*/ 5357507 h 6855892"/>
                <a:gd name="connsiteX54" fmla="*/ 1190260 w 7118051"/>
                <a:gd name="connsiteY54" fmla="*/ 5357507 h 6855892"/>
                <a:gd name="connsiteX55" fmla="*/ 1190260 w 7118051"/>
                <a:gd name="connsiteY55" fmla="*/ 5461592 h 6855892"/>
                <a:gd name="connsiteX56" fmla="*/ 910023 w 7118051"/>
                <a:gd name="connsiteY56" fmla="*/ 5461592 h 6855892"/>
                <a:gd name="connsiteX57" fmla="*/ 910023 w 7118051"/>
                <a:gd name="connsiteY57" fmla="*/ 5618208 h 6855892"/>
                <a:gd name="connsiteX58" fmla="*/ 1193746 w 7118051"/>
                <a:gd name="connsiteY58" fmla="*/ 5618208 h 6855892"/>
                <a:gd name="connsiteX59" fmla="*/ 1193746 w 7118051"/>
                <a:gd name="connsiteY59" fmla="*/ 5872262 h 6855892"/>
                <a:gd name="connsiteX60" fmla="*/ 1457203 w 7118051"/>
                <a:gd name="connsiteY60" fmla="*/ 5872262 h 6855892"/>
                <a:gd name="connsiteX61" fmla="*/ 1457203 w 7118051"/>
                <a:gd name="connsiteY61" fmla="*/ 5616911 h 6855892"/>
                <a:gd name="connsiteX62" fmla="*/ 1740926 w 7118051"/>
                <a:gd name="connsiteY62" fmla="*/ 5616911 h 6855892"/>
                <a:gd name="connsiteX63" fmla="*/ 1740926 w 7118051"/>
                <a:gd name="connsiteY63" fmla="*/ 5460376 h 6855892"/>
                <a:gd name="connsiteX64" fmla="*/ 1461014 w 7118051"/>
                <a:gd name="connsiteY64" fmla="*/ 5460376 h 6855892"/>
                <a:gd name="connsiteX65" fmla="*/ 1461014 w 7118051"/>
                <a:gd name="connsiteY65" fmla="*/ 5353535 h 6855892"/>
                <a:gd name="connsiteX66" fmla="*/ 1740440 w 7118051"/>
                <a:gd name="connsiteY66" fmla="*/ 5353535 h 6855892"/>
                <a:gd name="connsiteX67" fmla="*/ 1740440 w 7118051"/>
                <a:gd name="connsiteY67" fmla="*/ 5198622 h 6855892"/>
                <a:gd name="connsiteX68" fmla="*/ 1535673 w 7118051"/>
                <a:gd name="connsiteY68" fmla="*/ 5198622 h 6855892"/>
                <a:gd name="connsiteX69" fmla="*/ 1561207 w 7118051"/>
                <a:gd name="connsiteY69" fmla="*/ 5148605 h 6855892"/>
                <a:gd name="connsiteX70" fmla="*/ 1838526 w 7118051"/>
                <a:gd name="connsiteY70" fmla="*/ 4618043 h 6855892"/>
                <a:gd name="connsiteX71" fmla="*/ 1801482 w 7118051"/>
                <a:gd name="connsiteY71" fmla="*/ 4553192 h 6855892"/>
                <a:gd name="connsiteX72" fmla="*/ 1611062 w 7118051"/>
                <a:gd name="connsiteY72" fmla="*/ 4552542 h 6855892"/>
                <a:gd name="connsiteX73" fmla="*/ 1558290 w 7118051"/>
                <a:gd name="connsiteY73" fmla="*/ 4586833 h 6855892"/>
                <a:gd name="connsiteX74" fmla="*/ 1492304 w 7118051"/>
                <a:gd name="connsiteY74" fmla="*/ 4730072 h 6855892"/>
                <a:gd name="connsiteX75" fmla="*/ 1325312 w 7118051"/>
                <a:gd name="connsiteY75" fmla="*/ 5089590 h 6855892"/>
                <a:gd name="connsiteX76" fmla="*/ 1304802 w 7118051"/>
                <a:gd name="connsiteY76" fmla="*/ 5048005 h 6855892"/>
                <a:gd name="connsiteX77" fmla="*/ 1096306 w 7118051"/>
                <a:gd name="connsiteY77" fmla="*/ 4596561 h 6855892"/>
                <a:gd name="connsiteX78" fmla="*/ 1029592 w 7118051"/>
                <a:gd name="connsiteY78" fmla="*/ 4552138 h 6855892"/>
                <a:gd name="connsiteX79" fmla="*/ 1329203 w 7118051"/>
                <a:gd name="connsiteY79" fmla="*/ 4003578 h 6855892"/>
                <a:gd name="connsiteX80" fmla="*/ 2461259 w 7118051"/>
                <a:gd name="connsiteY80" fmla="*/ 5146011 h 6855892"/>
                <a:gd name="connsiteX81" fmla="*/ 1324583 w 7118051"/>
                <a:gd name="connsiteY81" fmla="*/ 6288039 h 6855892"/>
                <a:gd name="connsiteX82" fmla="*/ 191634 w 7118051"/>
                <a:gd name="connsiteY82" fmla="*/ 5157684 h 6855892"/>
                <a:gd name="connsiteX83" fmla="*/ 1329203 w 7118051"/>
                <a:gd name="connsiteY83" fmla="*/ 4003578 h 6855892"/>
                <a:gd name="connsiteX84" fmla="*/ 3406220 w 7118051"/>
                <a:gd name="connsiteY84" fmla="*/ 2466043 h 6855892"/>
                <a:gd name="connsiteX85" fmla="*/ 3406220 w 7118051"/>
                <a:gd name="connsiteY85" fmla="*/ 2625251 h 6855892"/>
                <a:gd name="connsiteX86" fmla="*/ 3378821 w 7118051"/>
                <a:gd name="connsiteY86" fmla="*/ 2671782 h 6855892"/>
                <a:gd name="connsiteX87" fmla="*/ 3118039 w 7118051"/>
                <a:gd name="connsiteY87" fmla="*/ 3072074 h 6855892"/>
                <a:gd name="connsiteX88" fmla="*/ 3366580 w 7118051"/>
                <a:gd name="connsiteY88" fmla="*/ 3476907 h 6855892"/>
                <a:gd name="connsiteX89" fmla="*/ 3609123 w 7118051"/>
                <a:gd name="connsiteY89" fmla="*/ 3606609 h 6855892"/>
                <a:gd name="connsiteX90" fmla="*/ 3657924 w 7118051"/>
                <a:gd name="connsiteY90" fmla="*/ 3792408 h 6855892"/>
                <a:gd name="connsiteX91" fmla="*/ 3518008 w 7118051"/>
                <a:gd name="connsiteY91" fmla="*/ 3857907 h 6855892"/>
                <a:gd name="connsiteX92" fmla="*/ 3401438 w 7118051"/>
                <a:gd name="connsiteY92" fmla="*/ 3728205 h 6855892"/>
                <a:gd name="connsiteX93" fmla="*/ 3093396 w 7118051"/>
                <a:gd name="connsiteY93" fmla="*/ 3728205 h 6855892"/>
                <a:gd name="connsiteX94" fmla="*/ 3407274 w 7118051"/>
                <a:gd name="connsiteY94" fmla="*/ 4151601 h 6855892"/>
                <a:gd name="connsiteX95" fmla="*/ 3407274 w 7118051"/>
                <a:gd name="connsiteY95" fmla="*/ 4335373 h 6855892"/>
                <a:gd name="connsiteX96" fmla="*/ 3685566 w 7118051"/>
                <a:gd name="connsiteY96" fmla="*/ 4335373 h 6855892"/>
                <a:gd name="connsiteX97" fmla="*/ 3721072 w 7118051"/>
                <a:gd name="connsiteY97" fmla="*/ 4333428 h 6855892"/>
                <a:gd name="connsiteX98" fmla="*/ 3721396 w 7118051"/>
                <a:gd name="connsiteY98" fmla="*/ 4333428 h 6855892"/>
                <a:gd name="connsiteX99" fmla="*/ 3720748 w 7118051"/>
                <a:gd name="connsiteY99" fmla="*/ 4223180 h 6855892"/>
                <a:gd name="connsiteX100" fmla="*/ 3787301 w 7118051"/>
                <a:gd name="connsiteY100" fmla="*/ 4091776 h 6855892"/>
                <a:gd name="connsiteX101" fmla="*/ 3754876 w 7118051"/>
                <a:gd name="connsiteY101" fmla="*/ 3332939 h 6855892"/>
                <a:gd name="connsiteX102" fmla="*/ 3497985 w 7118051"/>
                <a:gd name="connsiteY102" fmla="*/ 3196022 h 6855892"/>
                <a:gd name="connsiteX103" fmla="*/ 3432160 w 7118051"/>
                <a:gd name="connsiteY103" fmla="*/ 3036649 h 6855892"/>
                <a:gd name="connsiteX104" fmla="*/ 3570618 w 7118051"/>
                <a:gd name="connsiteY104" fmla="*/ 2940185 h 6855892"/>
                <a:gd name="connsiteX105" fmla="*/ 3697888 w 7118051"/>
                <a:gd name="connsiteY105" fmla="*/ 3050512 h 6855892"/>
                <a:gd name="connsiteX106" fmla="*/ 3702671 w 7118051"/>
                <a:gd name="connsiteY106" fmla="*/ 3074100 h 6855892"/>
                <a:gd name="connsiteX107" fmla="*/ 4006579 w 7118051"/>
                <a:gd name="connsiteY107" fmla="*/ 3074100 h 6855892"/>
                <a:gd name="connsiteX108" fmla="*/ 4007795 w 7118051"/>
                <a:gd name="connsiteY108" fmla="*/ 3051161 h 6855892"/>
                <a:gd name="connsiteX109" fmla="*/ 3754470 w 7118051"/>
                <a:gd name="connsiteY109" fmla="*/ 2674619 h 6855892"/>
                <a:gd name="connsiteX110" fmla="*/ 3720667 w 7118051"/>
                <a:gd name="connsiteY110" fmla="*/ 2620063 h 6855892"/>
                <a:gd name="connsiteX111" fmla="*/ 3721234 w 7118051"/>
                <a:gd name="connsiteY111" fmla="*/ 2466043 h 6855892"/>
                <a:gd name="connsiteX112" fmla="*/ 3558347 w 7118051"/>
                <a:gd name="connsiteY112" fmla="*/ 1971401 h 6855892"/>
                <a:gd name="connsiteX113" fmla="*/ 3684674 w 7118051"/>
                <a:gd name="connsiteY113" fmla="*/ 1977227 h 6855892"/>
                <a:gd name="connsiteX114" fmla="*/ 4991099 w 7118051"/>
                <a:gd name="connsiteY114" fmla="*/ 3316888 h 6855892"/>
                <a:gd name="connsiteX115" fmla="*/ 7118051 w 7118051"/>
                <a:gd name="connsiteY115" fmla="*/ 3316888 h 6855892"/>
                <a:gd name="connsiteX116" fmla="*/ 7118051 w 7118051"/>
                <a:gd name="connsiteY116" fmla="*/ 3490039 h 6855892"/>
                <a:gd name="connsiteX117" fmla="*/ 4989883 w 7118051"/>
                <a:gd name="connsiteY117" fmla="*/ 3490039 h 6855892"/>
                <a:gd name="connsiteX118" fmla="*/ 4421059 w 7118051"/>
                <a:gd name="connsiteY118" fmla="*/ 4546139 h 6855892"/>
                <a:gd name="connsiteX119" fmla="*/ 3521980 w 7118051"/>
                <a:gd name="connsiteY119" fmla="*/ 4835132 h 6855892"/>
                <a:gd name="connsiteX120" fmla="*/ 2127682 w 7118051"/>
                <a:gd name="connsiteY120" fmla="*/ 3492147 h 6855892"/>
                <a:gd name="connsiteX121" fmla="*/ 0 w 7118051"/>
                <a:gd name="connsiteY121" fmla="*/ 3492147 h 6855892"/>
                <a:gd name="connsiteX122" fmla="*/ 0 w 7118051"/>
                <a:gd name="connsiteY122" fmla="*/ 3316482 h 6855892"/>
                <a:gd name="connsiteX123" fmla="*/ 2127764 w 7118051"/>
                <a:gd name="connsiteY123" fmla="*/ 3316482 h 6855892"/>
                <a:gd name="connsiteX124" fmla="*/ 2749199 w 7118051"/>
                <a:gd name="connsiteY124" fmla="*/ 2223661 h 6855892"/>
                <a:gd name="connsiteX125" fmla="*/ 3558347 w 7118051"/>
                <a:gd name="connsiteY125" fmla="*/ 1971401 h 6855892"/>
                <a:gd name="connsiteX126" fmla="*/ 336576 w 7118051"/>
                <a:gd name="connsiteY126" fmla="*/ 1572961 h 6855892"/>
                <a:gd name="connsiteX127" fmla="*/ 1709959 w 7118051"/>
                <a:gd name="connsiteY127" fmla="*/ 1572961 h 6855892"/>
                <a:gd name="connsiteX128" fmla="*/ 1709959 w 7118051"/>
                <a:gd name="connsiteY128" fmla="*/ 2954938 h 6855892"/>
                <a:gd name="connsiteX129" fmla="*/ 336576 w 7118051"/>
                <a:gd name="connsiteY129" fmla="*/ 2954938 h 6855892"/>
                <a:gd name="connsiteX130" fmla="*/ 1989873 w 7118051"/>
                <a:gd name="connsiteY130" fmla="*/ 906292 h 6855892"/>
                <a:gd name="connsiteX131" fmla="*/ 3363255 w 7118051"/>
                <a:gd name="connsiteY131" fmla="*/ 906292 h 6855892"/>
                <a:gd name="connsiteX132" fmla="*/ 3363255 w 7118051"/>
                <a:gd name="connsiteY132" fmla="*/ 1805209 h 6855892"/>
                <a:gd name="connsiteX133" fmla="*/ 1989873 w 7118051"/>
                <a:gd name="connsiteY133" fmla="*/ 3041351 h 6855892"/>
                <a:gd name="connsiteX134" fmla="*/ 3649168 w 7118051"/>
                <a:gd name="connsiteY134" fmla="*/ 408155 h 6855892"/>
                <a:gd name="connsiteX135" fmla="*/ 5023524 w 7118051"/>
                <a:gd name="connsiteY135" fmla="*/ 408155 h 6855892"/>
                <a:gd name="connsiteX136" fmla="*/ 5023524 w 7118051"/>
                <a:gd name="connsiteY136" fmla="*/ 2737362 h 6855892"/>
                <a:gd name="connsiteX137" fmla="*/ 3649330 w 7118051"/>
                <a:gd name="connsiteY137" fmla="*/ 1797670 h 6855892"/>
                <a:gd name="connsiteX138" fmla="*/ 5299142 w 7118051"/>
                <a:gd name="connsiteY138" fmla="*/ 0 h 6855892"/>
                <a:gd name="connsiteX139" fmla="*/ 6672606 w 7118051"/>
                <a:gd name="connsiteY139" fmla="*/ 0 h 6855892"/>
                <a:gd name="connsiteX140" fmla="*/ 6672606 w 7118051"/>
                <a:gd name="connsiteY140" fmla="*/ 3065591 h 6855892"/>
                <a:gd name="connsiteX141" fmla="*/ 5299142 w 7118051"/>
                <a:gd name="connsiteY141" fmla="*/ 3065591 h 6855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</a:cxnLst>
              <a:rect l="l" t="t" r="r" b="b"/>
              <a:pathLst>
                <a:path w="7118051" h="6855892">
                  <a:moveTo>
                    <a:pt x="5557432" y="5091091"/>
                  </a:moveTo>
                  <a:cubicBezTo>
                    <a:pt x="5437032" y="5099684"/>
                    <a:pt x="5319692" y="5146093"/>
                    <a:pt x="5229590" y="5236965"/>
                  </a:cubicBezTo>
                  <a:cubicBezTo>
                    <a:pt x="5151606" y="5315678"/>
                    <a:pt x="5104832" y="5412063"/>
                    <a:pt x="5073784" y="5516717"/>
                  </a:cubicBezTo>
                  <a:cubicBezTo>
                    <a:pt x="5065678" y="5543144"/>
                    <a:pt x="5054653" y="5552871"/>
                    <a:pt x="5026362" y="5551331"/>
                  </a:cubicBezTo>
                  <a:cubicBezTo>
                    <a:pt x="4976508" y="5548574"/>
                    <a:pt x="4926411" y="5550034"/>
                    <a:pt x="4876475" y="5551331"/>
                  </a:cubicBezTo>
                  <a:cubicBezTo>
                    <a:pt x="4865451" y="5551331"/>
                    <a:pt x="4848427" y="5553681"/>
                    <a:pt x="4844536" y="5560734"/>
                  </a:cubicBezTo>
                  <a:cubicBezTo>
                    <a:pt x="4830107" y="5586837"/>
                    <a:pt x="4820217" y="5615291"/>
                    <a:pt x="4805544" y="5649904"/>
                  </a:cubicBezTo>
                  <a:lnTo>
                    <a:pt x="5039738" y="5649904"/>
                  </a:lnTo>
                  <a:lnTo>
                    <a:pt x="5039738" y="5855806"/>
                  </a:lnTo>
                  <a:cubicBezTo>
                    <a:pt x="4984533" y="5855806"/>
                    <a:pt x="4929329" y="5854996"/>
                    <a:pt x="4874205" y="5856374"/>
                  </a:cubicBezTo>
                  <a:cubicBezTo>
                    <a:pt x="4862614" y="5856374"/>
                    <a:pt x="4845671" y="5861482"/>
                    <a:pt x="4840726" y="5869830"/>
                  </a:cubicBezTo>
                  <a:cubicBezTo>
                    <a:pt x="4826621" y="5893420"/>
                    <a:pt x="4817460" y="5920009"/>
                    <a:pt x="4804328" y="5950003"/>
                  </a:cubicBezTo>
                  <a:cubicBezTo>
                    <a:pt x="4883690" y="5950003"/>
                    <a:pt x="4956485" y="5951381"/>
                    <a:pt x="5029280" y="5949273"/>
                  </a:cubicBezTo>
                  <a:cubicBezTo>
                    <a:pt x="5055951" y="5948544"/>
                    <a:pt x="5066813" y="5958109"/>
                    <a:pt x="5074190" y="5982347"/>
                  </a:cubicBezTo>
                  <a:cubicBezTo>
                    <a:pt x="5101265" y="6070788"/>
                    <a:pt x="5139933" y="6153959"/>
                    <a:pt x="5201379" y="6223999"/>
                  </a:cubicBezTo>
                  <a:cubicBezTo>
                    <a:pt x="5349159" y="6392531"/>
                    <a:pt x="5587406" y="6444817"/>
                    <a:pt x="5813248" y="6360267"/>
                  </a:cubicBezTo>
                  <a:cubicBezTo>
                    <a:pt x="5932817" y="6315439"/>
                    <a:pt x="5936467" y="6310170"/>
                    <a:pt x="5935493" y="6181926"/>
                  </a:cubicBezTo>
                  <a:cubicBezTo>
                    <a:pt x="5935980" y="6179251"/>
                    <a:pt x="5935980" y="6176495"/>
                    <a:pt x="5935493" y="6173820"/>
                  </a:cubicBezTo>
                  <a:cubicBezTo>
                    <a:pt x="5929251" y="6158823"/>
                    <a:pt x="5926253" y="6138152"/>
                    <a:pt x="5914821" y="6130856"/>
                  </a:cubicBezTo>
                  <a:cubicBezTo>
                    <a:pt x="5906309" y="6125425"/>
                    <a:pt x="5884017" y="6133694"/>
                    <a:pt x="5872588" y="6142206"/>
                  </a:cubicBezTo>
                  <a:cubicBezTo>
                    <a:pt x="5778553" y="6212164"/>
                    <a:pt x="5673575" y="6240779"/>
                    <a:pt x="5557087" y="6232916"/>
                  </a:cubicBezTo>
                  <a:cubicBezTo>
                    <a:pt x="5406471" y="6222701"/>
                    <a:pt x="5267041" y="6099971"/>
                    <a:pt x="5240938" y="5950084"/>
                  </a:cubicBezTo>
                  <a:lnTo>
                    <a:pt x="5281470" y="5950084"/>
                  </a:lnTo>
                  <a:cubicBezTo>
                    <a:pt x="5394959" y="5950084"/>
                    <a:pt x="5508448" y="5950571"/>
                    <a:pt x="5621939" y="5949598"/>
                  </a:cubicBezTo>
                  <a:cubicBezTo>
                    <a:pt x="5634746" y="5949598"/>
                    <a:pt x="5653391" y="5944977"/>
                    <a:pt x="5659065" y="5935979"/>
                  </a:cubicBezTo>
                  <a:cubicBezTo>
                    <a:pt x="5673657" y="5912957"/>
                    <a:pt x="5682412" y="5886287"/>
                    <a:pt x="5695706" y="5855888"/>
                  </a:cubicBezTo>
                  <a:lnTo>
                    <a:pt x="5644475" y="5855888"/>
                  </a:lnTo>
                  <a:cubicBezTo>
                    <a:pt x="5513474" y="5855888"/>
                    <a:pt x="5382395" y="5854753"/>
                    <a:pt x="5251476" y="5856698"/>
                  </a:cubicBezTo>
                  <a:cubicBezTo>
                    <a:pt x="5217430" y="5857185"/>
                    <a:pt x="5205270" y="5845106"/>
                    <a:pt x="5205919" y="5813086"/>
                  </a:cubicBezTo>
                  <a:cubicBezTo>
                    <a:pt x="5206729" y="5771257"/>
                    <a:pt x="5206729" y="5729428"/>
                    <a:pt x="5205919" y="5687518"/>
                  </a:cubicBezTo>
                  <a:cubicBezTo>
                    <a:pt x="5205432" y="5656957"/>
                    <a:pt x="5217349" y="5646013"/>
                    <a:pt x="5249531" y="5646500"/>
                  </a:cubicBezTo>
                  <a:cubicBezTo>
                    <a:pt x="5373720" y="5648364"/>
                    <a:pt x="5497992" y="5647635"/>
                    <a:pt x="5622424" y="5646500"/>
                  </a:cubicBezTo>
                  <a:cubicBezTo>
                    <a:pt x="5635395" y="5646500"/>
                    <a:pt x="5654849" y="5642447"/>
                    <a:pt x="5660120" y="5633530"/>
                  </a:cubicBezTo>
                  <a:cubicBezTo>
                    <a:pt x="5674955" y="5609211"/>
                    <a:pt x="5684439" y="5581730"/>
                    <a:pt x="5697408" y="5550926"/>
                  </a:cubicBezTo>
                  <a:lnTo>
                    <a:pt x="5240208" y="5550358"/>
                  </a:lnTo>
                  <a:cubicBezTo>
                    <a:pt x="5259907" y="5420656"/>
                    <a:pt x="5370802" y="5297520"/>
                    <a:pt x="5495884" y="5267608"/>
                  </a:cubicBezTo>
                  <a:cubicBezTo>
                    <a:pt x="5634098" y="5234614"/>
                    <a:pt x="5760232" y="5262987"/>
                    <a:pt x="5874695" y="5347050"/>
                  </a:cubicBezTo>
                  <a:cubicBezTo>
                    <a:pt x="5886206" y="5355156"/>
                    <a:pt x="5908174" y="5364074"/>
                    <a:pt x="5916767" y="5358805"/>
                  </a:cubicBezTo>
                  <a:cubicBezTo>
                    <a:pt x="5928440" y="5351509"/>
                    <a:pt x="5936061" y="5331567"/>
                    <a:pt x="5938007" y="5316084"/>
                  </a:cubicBezTo>
                  <a:cubicBezTo>
                    <a:pt x="5942626" y="5289414"/>
                    <a:pt x="5942626" y="5262176"/>
                    <a:pt x="5938007" y="5235506"/>
                  </a:cubicBezTo>
                  <a:cubicBezTo>
                    <a:pt x="5932817" y="5212565"/>
                    <a:pt x="5921794" y="5182733"/>
                    <a:pt x="5903636" y="5172114"/>
                  </a:cubicBezTo>
                  <a:cubicBezTo>
                    <a:pt x="5801293" y="5111722"/>
                    <a:pt x="5677832" y="5082498"/>
                    <a:pt x="5557432" y="5091091"/>
                  </a:cubicBezTo>
                  <a:close/>
                  <a:moveTo>
                    <a:pt x="5483319" y="4586266"/>
                  </a:moveTo>
                  <a:cubicBezTo>
                    <a:pt x="6113671" y="4586266"/>
                    <a:pt x="6623968" y="5094860"/>
                    <a:pt x="6622834" y="5722132"/>
                  </a:cubicBezTo>
                  <a:cubicBezTo>
                    <a:pt x="6621698" y="6349404"/>
                    <a:pt x="6111645" y="6857026"/>
                    <a:pt x="5484697" y="6855891"/>
                  </a:cubicBezTo>
                  <a:cubicBezTo>
                    <a:pt x="4859452" y="6855162"/>
                    <a:pt x="4353209" y="6347702"/>
                    <a:pt x="4353209" y="5721646"/>
                  </a:cubicBezTo>
                  <a:cubicBezTo>
                    <a:pt x="4353209" y="5094293"/>
                    <a:pt x="4858804" y="4586347"/>
                    <a:pt x="5483319" y="4586266"/>
                  </a:cubicBezTo>
                  <a:close/>
                  <a:moveTo>
                    <a:pt x="1029592" y="4552138"/>
                  </a:moveTo>
                  <a:cubicBezTo>
                    <a:pt x="971631" y="4555218"/>
                    <a:pt x="913427" y="4552786"/>
                    <a:pt x="855385" y="4553029"/>
                  </a:cubicBezTo>
                  <a:cubicBezTo>
                    <a:pt x="799451" y="4553029"/>
                    <a:pt x="787859" y="4572566"/>
                    <a:pt x="814124" y="4623069"/>
                  </a:cubicBezTo>
                  <a:cubicBezTo>
                    <a:pt x="858871" y="4709239"/>
                    <a:pt x="904186" y="4795086"/>
                    <a:pt x="949176" y="4881175"/>
                  </a:cubicBezTo>
                  <a:cubicBezTo>
                    <a:pt x="1003326" y="4984694"/>
                    <a:pt x="1057315" y="5088375"/>
                    <a:pt x="1114465" y="5197973"/>
                  </a:cubicBezTo>
                  <a:lnTo>
                    <a:pt x="910347" y="5197973"/>
                  </a:lnTo>
                  <a:lnTo>
                    <a:pt x="910347" y="5357507"/>
                  </a:lnTo>
                  <a:lnTo>
                    <a:pt x="1190260" y="5357507"/>
                  </a:lnTo>
                  <a:lnTo>
                    <a:pt x="1190260" y="5461592"/>
                  </a:lnTo>
                  <a:lnTo>
                    <a:pt x="910023" y="5461592"/>
                  </a:lnTo>
                  <a:lnTo>
                    <a:pt x="910023" y="5618208"/>
                  </a:lnTo>
                  <a:lnTo>
                    <a:pt x="1193746" y="5618208"/>
                  </a:lnTo>
                  <a:lnTo>
                    <a:pt x="1193746" y="5872262"/>
                  </a:lnTo>
                  <a:lnTo>
                    <a:pt x="1457203" y="5872262"/>
                  </a:lnTo>
                  <a:lnTo>
                    <a:pt x="1457203" y="5616911"/>
                  </a:lnTo>
                  <a:lnTo>
                    <a:pt x="1740926" y="5616911"/>
                  </a:lnTo>
                  <a:lnTo>
                    <a:pt x="1740926" y="5460376"/>
                  </a:lnTo>
                  <a:lnTo>
                    <a:pt x="1461014" y="5460376"/>
                  </a:lnTo>
                  <a:lnTo>
                    <a:pt x="1461014" y="5353535"/>
                  </a:lnTo>
                  <a:lnTo>
                    <a:pt x="1740440" y="5353535"/>
                  </a:lnTo>
                  <a:lnTo>
                    <a:pt x="1740440" y="5198622"/>
                  </a:lnTo>
                  <a:lnTo>
                    <a:pt x="1535673" y="5198622"/>
                  </a:lnTo>
                  <a:cubicBezTo>
                    <a:pt x="1546697" y="5176977"/>
                    <a:pt x="1553749" y="5162710"/>
                    <a:pt x="1561207" y="5148605"/>
                  </a:cubicBezTo>
                  <a:cubicBezTo>
                    <a:pt x="1653621" y="4971805"/>
                    <a:pt x="1746032" y="4795005"/>
                    <a:pt x="1838526" y="4618043"/>
                  </a:cubicBezTo>
                  <a:cubicBezTo>
                    <a:pt x="1861062" y="4574754"/>
                    <a:pt x="1848822" y="4553677"/>
                    <a:pt x="1801482" y="4553192"/>
                  </a:cubicBezTo>
                  <a:cubicBezTo>
                    <a:pt x="1738007" y="4552624"/>
                    <a:pt x="1674534" y="4554083"/>
                    <a:pt x="1611062" y="4552542"/>
                  </a:cubicBezTo>
                  <a:cubicBezTo>
                    <a:pt x="1583906" y="4551894"/>
                    <a:pt x="1568828" y="4563000"/>
                    <a:pt x="1558290" y="4586833"/>
                  </a:cubicBezTo>
                  <a:cubicBezTo>
                    <a:pt x="1537133" y="4634985"/>
                    <a:pt x="1514433" y="4682407"/>
                    <a:pt x="1492304" y="4730072"/>
                  </a:cubicBezTo>
                  <a:cubicBezTo>
                    <a:pt x="1437585" y="4848102"/>
                    <a:pt x="1382705" y="4966049"/>
                    <a:pt x="1325312" y="5089590"/>
                  </a:cubicBezTo>
                  <a:cubicBezTo>
                    <a:pt x="1316475" y="5071757"/>
                    <a:pt x="1310396" y="5060003"/>
                    <a:pt x="1304802" y="5048005"/>
                  </a:cubicBezTo>
                  <a:cubicBezTo>
                    <a:pt x="1235089" y="4897632"/>
                    <a:pt x="1164643" y="4747501"/>
                    <a:pt x="1096306" y="4596561"/>
                  </a:cubicBezTo>
                  <a:cubicBezTo>
                    <a:pt x="1082284" y="4565595"/>
                    <a:pt x="1065665" y="4550273"/>
                    <a:pt x="1029592" y="4552138"/>
                  </a:cubicBezTo>
                  <a:close/>
                  <a:moveTo>
                    <a:pt x="1329203" y="4003578"/>
                  </a:moveTo>
                  <a:cubicBezTo>
                    <a:pt x="1956231" y="4002281"/>
                    <a:pt x="2461179" y="4512983"/>
                    <a:pt x="2461259" y="5146011"/>
                  </a:cubicBezTo>
                  <a:cubicBezTo>
                    <a:pt x="2461259" y="5780417"/>
                    <a:pt x="1955826" y="6288281"/>
                    <a:pt x="1324583" y="6288039"/>
                  </a:cubicBezTo>
                  <a:cubicBezTo>
                    <a:pt x="701606" y="6288039"/>
                    <a:pt x="198849" y="5779444"/>
                    <a:pt x="191634" y="5157684"/>
                  </a:cubicBezTo>
                  <a:cubicBezTo>
                    <a:pt x="184421" y="4542328"/>
                    <a:pt x="674289" y="4004876"/>
                    <a:pt x="1329203" y="4003578"/>
                  </a:cubicBezTo>
                  <a:close/>
                  <a:moveTo>
                    <a:pt x="3406220" y="2466043"/>
                  </a:moveTo>
                  <a:cubicBezTo>
                    <a:pt x="3406220" y="2520679"/>
                    <a:pt x="3405329" y="2572964"/>
                    <a:pt x="3406220" y="2625251"/>
                  </a:cubicBezTo>
                  <a:cubicBezTo>
                    <a:pt x="3406788" y="2647868"/>
                    <a:pt x="3401276" y="2661000"/>
                    <a:pt x="3378821" y="2671782"/>
                  </a:cubicBezTo>
                  <a:cubicBezTo>
                    <a:pt x="3211261" y="2752196"/>
                    <a:pt x="3119985" y="2887493"/>
                    <a:pt x="3118039" y="3072074"/>
                  </a:cubicBezTo>
                  <a:cubicBezTo>
                    <a:pt x="3116094" y="3254954"/>
                    <a:pt x="3204048" y="3390817"/>
                    <a:pt x="3366580" y="3476907"/>
                  </a:cubicBezTo>
                  <a:cubicBezTo>
                    <a:pt x="3447644" y="3519709"/>
                    <a:pt x="3529276" y="3561376"/>
                    <a:pt x="3609123" y="3606609"/>
                  </a:cubicBezTo>
                  <a:cubicBezTo>
                    <a:pt x="3673893" y="3644466"/>
                    <a:pt x="3695780" y="3727637"/>
                    <a:pt x="3657924" y="3792408"/>
                  </a:cubicBezTo>
                  <a:cubicBezTo>
                    <a:pt x="3629470" y="3841208"/>
                    <a:pt x="3573698" y="3867311"/>
                    <a:pt x="3518008" y="3857907"/>
                  </a:cubicBezTo>
                  <a:cubicBezTo>
                    <a:pt x="3445050" y="3845829"/>
                    <a:pt x="3412625" y="3795326"/>
                    <a:pt x="3401438" y="3728205"/>
                  </a:cubicBezTo>
                  <a:lnTo>
                    <a:pt x="3093396" y="3728205"/>
                  </a:lnTo>
                  <a:cubicBezTo>
                    <a:pt x="3109122" y="3937511"/>
                    <a:pt x="3213450" y="4075645"/>
                    <a:pt x="3407274" y="4151601"/>
                  </a:cubicBezTo>
                  <a:lnTo>
                    <a:pt x="3407274" y="4335373"/>
                  </a:lnTo>
                  <a:cubicBezTo>
                    <a:pt x="3502524" y="4335373"/>
                    <a:pt x="3593721" y="4335373"/>
                    <a:pt x="3685566" y="4335373"/>
                  </a:cubicBezTo>
                  <a:cubicBezTo>
                    <a:pt x="3696023" y="4335454"/>
                    <a:pt x="3706481" y="4334319"/>
                    <a:pt x="3721072" y="4333428"/>
                  </a:cubicBezTo>
                  <a:lnTo>
                    <a:pt x="3721396" y="4333428"/>
                  </a:lnTo>
                  <a:cubicBezTo>
                    <a:pt x="3721396" y="4295327"/>
                    <a:pt x="3724152" y="4258930"/>
                    <a:pt x="3720748" y="4223180"/>
                  </a:cubicBezTo>
                  <a:cubicBezTo>
                    <a:pt x="3715073" y="4164004"/>
                    <a:pt x="3731286" y="4128174"/>
                    <a:pt x="3787301" y="4091776"/>
                  </a:cubicBezTo>
                  <a:cubicBezTo>
                    <a:pt x="4068269" y="3909220"/>
                    <a:pt x="4048327" y="3496038"/>
                    <a:pt x="3754876" y="3332939"/>
                  </a:cubicBezTo>
                  <a:cubicBezTo>
                    <a:pt x="3670083" y="3285840"/>
                    <a:pt x="3583102" y="3242633"/>
                    <a:pt x="3497985" y="3196022"/>
                  </a:cubicBezTo>
                  <a:cubicBezTo>
                    <a:pt x="3440916" y="3165378"/>
                    <a:pt x="3413354" y="3098664"/>
                    <a:pt x="3432160" y="3036649"/>
                  </a:cubicBezTo>
                  <a:cubicBezTo>
                    <a:pt x="3449347" y="2976987"/>
                    <a:pt x="3505118" y="2937914"/>
                    <a:pt x="3570618" y="2940185"/>
                  </a:cubicBezTo>
                  <a:cubicBezTo>
                    <a:pt x="3633118" y="2942372"/>
                    <a:pt x="3684107" y="2986796"/>
                    <a:pt x="3697888" y="3050512"/>
                  </a:cubicBezTo>
                  <a:cubicBezTo>
                    <a:pt x="3699510" y="3058131"/>
                    <a:pt x="3701049" y="3065833"/>
                    <a:pt x="3702671" y="3074100"/>
                  </a:cubicBezTo>
                  <a:lnTo>
                    <a:pt x="4006579" y="3074100"/>
                  </a:lnTo>
                  <a:cubicBezTo>
                    <a:pt x="4007471" y="3066481"/>
                    <a:pt x="4007876" y="3058860"/>
                    <a:pt x="4007795" y="3051161"/>
                  </a:cubicBezTo>
                  <a:cubicBezTo>
                    <a:pt x="3995068" y="2877441"/>
                    <a:pt x="3909059" y="2751953"/>
                    <a:pt x="3754470" y="2674619"/>
                  </a:cubicBezTo>
                  <a:cubicBezTo>
                    <a:pt x="3728043" y="2661324"/>
                    <a:pt x="3719694" y="2647706"/>
                    <a:pt x="3720667" y="2620063"/>
                  </a:cubicBezTo>
                  <a:cubicBezTo>
                    <a:pt x="3722613" y="2569317"/>
                    <a:pt x="3721234" y="2518408"/>
                    <a:pt x="3721234" y="2466043"/>
                  </a:cubicBezTo>
                  <a:close/>
                  <a:moveTo>
                    <a:pt x="3558347" y="1971401"/>
                  </a:moveTo>
                  <a:cubicBezTo>
                    <a:pt x="3600051" y="1971632"/>
                    <a:pt x="3642166" y="1973579"/>
                    <a:pt x="3684674" y="1977227"/>
                  </a:cubicBezTo>
                  <a:cubicBezTo>
                    <a:pt x="4380688" y="2036242"/>
                    <a:pt x="4943758" y="2599230"/>
                    <a:pt x="4991099" y="3316888"/>
                  </a:cubicBezTo>
                  <a:lnTo>
                    <a:pt x="7118051" y="3316888"/>
                  </a:lnTo>
                  <a:lnTo>
                    <a:pt x="7118051" y="3490039"/>
                  </a:lnTo>
                  <a:lnTo>
                    <a:pt x="4989883" y="3490039"/>
                  </a:lnTo>
                  <a:cubicBezTo>
                    <a:pt x="4952107" y="3926730"/>
                    <a:pt x="4766958" y="4281385"/>
                    <a:pt x="4421059" y="4546139"/>
                  </a:cubicBezTo>
                  <a:cubicBezTo>
                    <a:pt x="4156629" y="4748799"/>
                    <a:pt x="3853612" y="4844049"/>
                    <a:pt x="3521980" y="4835132"/>
                  </a:cubicBezTo>
                  <a:cubicBezTo>
                    <a:pt x="2729744" y="4813892"/>
                    <a:pt x="2154919" y="4173488"/>
                    <a:pt x="2127682" y="3492147"/>
                  </a:cubicBezTo>
                  <a:lnTo>
                    <a:pt x="0" y="3492147"/>
                  </a:lnTo>
                  <a:lnTo>
                    <a:pt x="0" y="3316482"/>
                  </a:lnTo>
                  <a:lnTo>
                    <a:pt x="2127764" y="3316482"/>
                  </a:lnTo>
                  <a:cubicBezTo>
                    <a:pt x="2168943" y="2855554"/>
                    <a:pt x="2370955" y="2487766"/>
                    <a:pt x="2749199" y="2223661"/>
                  </a:cubicBezTo>
                  <a:cubicBezTo>
                    <a:pt x="2994620" y="2052221"/>
                    <a:pt x="3266417" y="1969781"/>
                    <a:pt x="3558347" y="1971401"/>
                  </a:cubicBezTo>
                  <a:close/>
                  <a:moveTo>
                    <a:pt x="336576" y="1572961"/>
                  </a:moveTo>
                  <a:lnTo>
                    <a:pt x="1709959" y="1572961"/>
                  </a:lnTo>
                  <a:lnTo>
                    <a:pt x="1709959" y="2954938"/>
                  </a:lnTo>
                  <a:lnTo>
                    <a:pt x="336576" y="2954938"/>
                  </a:lnTo>
                  <a:close/>
                  <a:moveTo>
                    <a:pt x="1989873" y="906292"/>
                  </a:moveTo>
                  <a:lnTo>
                    <a:pt x="3363255" y="906292"/>
                  </a:lnTo>
                  <a:lnTo>
                    <a:pt x="3363255" y="1805209"/>
                  </a:lnTo>
                  <a:cubicBezTo>
                    <a:pt x="2649651" y="1931668"/>
                    <a:pt x="2191883" y="2343715"/>
                    <a:pt x="1989873" y="3041351"/>
                  </a:cubicBezTo>
                  <a:close/>
                  <a:moveTo>
                    <a:pt x="3649168" y="408155"/>
                  </a:moveTo>
                  <a:lnTo>
                    <a:pt x="5023524" y="408155"/>
                  </a:lnTo>
                  <a:lnTo>
                    <a:pt x="5023524" y="2737362"/>
                  </a:lnTo>
                  <a:cubicBezTo>
                    <a:pt x="4735585" y="2169915"/>
                    <a:pt x="4277494" y="1856685"/>
                    <a:pt x="3649330" y="1797670"/>
                  </a:cubicBezTo>
                  <a:close/>
                  <a:moveTo>
                    <a:pt x="5299142" y="0"/>
                  </a:moveTo>
                  <a:lnTo>
                    <a:pt x="6672606" y="0"/>
                  </a:lnTo>
                  <a:lnTo>
                    <a:pt x="6672606" y="3065591"/>
                  </a:lnTo>
                  <a:lnTo>
                    <a:pt x="5299142" y="3065591"/>
                  </a:lnTo>
                  <a:close/>
                </a:path>
              </a:pathLst>
            </a:custGeom>
            <a:solidFill>
              <a:schemeClr val="bg1"/>
            </a:solidFill>
            <a:ln w="81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00" dirty="0">
                <a:latin typeface="Lora" pitchFamily="2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BE6D5B0-9C47-A8EB-7501-0618E48885F9}"/>
                </a:ext>
              </a:extLst>
            </p:cNvPr>
            <p:cNvSpPr/>
            <p:nvPr/>
          </p:nvSpPr>
          <p:spPr>
            <a:xfrm>
              <a:off x="5896672" y="1291423"/>
              <a:ext cx="621751" cy="959663"/>
            </a:xfrm>
            <a:custGeom>
              <a:avLst/>
              <a:gdLst>
                <a:gd name="connsiteX0" fmla="*/ 335013 w 783174"/>
                <a:gd name="connsiteY0" fmla="*/ 0 h 1208816"/>
                <a:gd name="connsiteX1" fmla="*/ 450854 w 783174"/>
                <a:gd name="connsiteY1" fmla="*/ 0 h 1208816"/>
                <a:gd name="connsiteX2" fmla="*/ 451680 w 783174"/>
                <a:gd name="connsiteY2" fmla="*/ 55312 h 1208816"/>
                <a:gd name="connsiteX3" fmla="*/ 464239 w 783174"/>
                <a:gd name="connsiteY3" fmla="*/ 68745 h 1208816"/>
                <a:gd name="connsiteX4" fmla="*/ 654562 w 783174"/>
                <a:gd name="connsiteY4" fmla="*/ 140440 h 1208816"/>
                <a:gd name="connsiteX5" fmla="*/ 748307 w 783174"/>
                <a:gd name="connsiteY5" fmla="*/ 291811 h 1208816"/>
                <a:gd name="connsiteX6" fmla="*/ 750668 w 783174"/>
                <a:gd name="connsiteY6" fmla="*/ 301655 h 1208816"/>
                <a:gd name="connsiteX7" fmla="*/ 664029 w 783174"/>
                <a:gd name="connsiteY7" fmla="*/ 311547 h 1208816"/>
                <a:gd name="connsiteX8" fmla="*/ 563697 w 783174"/>
                <a:gd name="connsiteY8" fmla="*/ 322571 h 1208816"/>
                <a:gd name="connsiteX9" fmla="*/ 543749 w 783174"/>
                <a:gd name="connsiteY9" fmla="*/ 311004 h 1208816"/>
                <a:gd name="connsiteX10" fmla="*/ 452389 w 783174"/>
                <a:gd name="connsiteY10" fmla="*/ 216763 h 1208816"/>
                <a:gd name="connsiteX11" fmla="*/ 451798 w 783174"/>
                <a:gd name="connsiteY11" fmla="*/ 229605 h 1208816"/>
                <a:gd name="connsiteX12" fmla="*/ 451562 w 783174"/>
                <a:gd name="connsiteY12" fmla="*/ 468040 h 1208816"/>
                <a:gd name="connsiteX13" fmla="*/ 463720 w 783174"/>
                <a:gd name="connsiteY13" fmla="*/ 483550 h 1208816"/>
                <a:gd name="connsiteX14" fmla="*/ 635322 w 783174"/>
                <a:gd name="connsiteY14" fmla="*/ 540869 h 1208816"/>
                <a:gd name="connsiteX15" fmla="*/ 782113 w 783174"/>
                <a:gd name="connsiteY15" fmla="*/ 747929 h 1208816"/>
                <a:gd name="connsiteX16" fmla="*/ 679067 w 783174"/>
                <a:gd name="connsiteY16" fmla="*/ 993918 h 1208816"/>
                <a:gd name="connsiteX17" fmla="*/ 489429 w 783174"/>
                <a:gd name="connsiteY17" fmla="*/ 1076544 h 1208816"/>
                <a:gd name="connsiteX18" fmla="*/ 451798 w 783174"/>
                <a:gd name="connsiteY18" fmla="*/ 1082470 h 1208816"/>
                <a:gd name="connsiteX19" fmla="*/ 451798 w 783174"/>
                <a:gd name="connsiteY19" fmla="*/ 1094462 h 1208816"/>
                <a:gd name="connsiteX20" fmla="*/ 451798 w 783174"/>
                <a:gd name="connsiteY20" fmla="*/ 1195974 h 1208816"/>
                <a:gd name="connsiteX21" fmla="*/ 450783 w 783174"/>
                <a:gd name="connsiteY21" fmla="*/ 1208816 h 1208816"/>
                <a:gd name="connsiteX22" fmla="*/ 335107 w 783174"/>
                <a:gd name="connsiteY22" fmla="*/ 1208816 h 1208816"/>
                <a:gd name="connsiteX23" fmla="*/ 335107 w 783174"/>
                <a:gd name="connsiteY23" fmla="*/ 1086483 h 1208816"/>
                <a:gd name="connsiteX24" fmla="*/ 277151 w 783174"/>
                <a:gd name="connsiteY24" fmla="*/ 1076332 h 1208816"/>
                <a:gd name="connsiteX25" fmla="*/ 71767 w 783174"/>
                <a:gd name="connsiteY25" fmla="*/ 958295 h 1208816"/>
                <a:gd name="connsiteX26" fmla="*/ 4722 w 783174"/>
                <a:gd name="connsiteY26" fmla="*/ 814290 h 1208816"/>
                <a:gd name="connsiteX27" fmla="*/ 0 w 783174"/>
                <a:gd name="connsiteY27" fmla="*/ 792382 h 1208816"/>
                <a:gd name="connsiteX28" fmla="*/ 208831 w 783174"/>
                <a:gd name="connsiteY28" fmla="*/ 773496 h 1208816"/>
                <a:gd name="connsiteX29" fmla="*/ 335060 w 783174"/>
                <a:gd name="connsiteY29" fmla="*/ 923356 h 1208816"/>
                <a:gd name="connsiteX30" fmla="*/ 335060 w 783174"/>
                <a:gd name="connsiteY30" fmla="*/ 912921 h 1208816"/>
                <a:gd name="connsiteX31" fmla="*/ 335272 w 783174"/>
                <a:gd name="connsiteY31" fmla="*/ 650879 h 1208816"/>
                <a:gd name="connsiteX32" fmla="*/ 324130 w 783174"/>
                <a:gd name="connsiteY32" fmla="*/ 637093 h 1208816"/>
                <a:gd name="connsiteX33" fmla="*/ 143037 w 783174"/>
                <a:gd name="connsiteY33" fmla="*/ 558409 h 1208816"/>
                <a:gd name="connsiteX34" fmla="*/ 36143 w 783174"/>
                <a:gd name="connsiteY34" fmla="*/ 389522 h 1208816"/>
                <a:gd name="connsiteX35" fmla="*/ 110766 w 783174"/>
                <a:gd name="connsiteY35" fmla="*/ 157390 h 1208816"/>
                <a:gd name="connsiteX36" fmla="*/ 265182 w 783174"/>
                <a:gd name="connsiteY36" fmla="*/ 78070 h 1208816"/>
                <a:gd name="connsiteX37" fmla="*/ 335013 w 783174"/>
                <a:gd name="connsiteY37" fmla="*/ 65652 h 1208816"/>
                <a:gd name="connsiteX38" fmla="*/ 335013 w 783174"/>
                <a:gd name="connsiteY38" fmla="*/ 0 h 1208816"/>
                <a:gd name="connsiteX39" fmla="*/ 334990 w 783174"/>
                <a:gd name="connsiteY39" fmla="*/ 216528 h 1208816"/>
                <a:gd name="connsiteX40" fmla="*/ 257086 w 783174"/>
                <a:gd name="connsiteY40" fmla="*/ 266387 h 1208816"/>
                <a:gd name="connsiteX41" fmla="*/ 234446 w 783174"/>
                <a:gd name="connsiteY41" fmla="*/ 353026 h 1208816"/>
                <a:gd name="connsiteX42" fmla="*/ 335014 w 783174"/>
                <a:gd name="connsiteY42" fmla="*/ 447621 h 1208816"/>
                <a:gd name="connsiteX43" fmla="*/ 334990 w 783174"/>
                <a:gd name="connsiteY43" fmla="*/ 216528 h 1208816"/>
                <a:gd name="connsiteX44" fmla="*/ 452673 w 783174"/>
                <a:gd name="connsiteY44" fmla="*/ 670167 h 1208816"/>
                <a:gd name="connsiteX45" fmla="*/ 452673 w 783174"/>
                <a:gd name="connsiteY45" fmla="*/ 931831 h 1208816"/>
                <a:gd name="connsiteX46" fmla="*/ 564076 w 783174"/>
                <a:gd name="connsiteY46" fmla="*/ 868799 h 1208816"/>
                <a:gd name="connsiteX47" fmla="*/ 553453 w 783174"/>
                <a:gd name="connsiteY47" fmla="*/ 717924 h 1208816"/>
                <a:gd name="connsiteX48" fmla="*/ 452673 w 783174"/>
                <a:gd name="connsiteY48" fmla="*/ 670167 h 12088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</a:cxnLst>
              <a:rect l="l" t="t" r="r" b="b"/>
              <a:pathLst>
                <a:path w="783174" h="1208816">
                  <a:moveTo>
                    <a:pt x="335013" y="0"/>
                  </a:moveTo>
                  <a:lnTo>
                    <a:pt x="450854" y="0"/>
                  </a:lnTo>
                  <a:cubicBezTo>
                    <a:pt x="451208" y="18437"/>
                    <a:pt x="452105" y="36898"/>
                    <a:pt x="451680" y="55312"/>
                  </a:cubicBezTo>
                  <a:cubicBezTo>
                    <a:pt x="451444" y="65015"/>
                    <a:pt x="454844" y="67659"/>
                    <a:pt x="464239" y="68745"/>
                  </a:cubicBezTo>
                  <a:cubicBezTo>
                    <a:pt x="533551" y="76842"/>
                    <a:pt x="599061" y="95799"/>
                    <a:pt x="654562" y="140440"/>
                  </a:cubicBezTo>
                  <a:cubicBezTo>
                    <a:pt x="703476" y="179794"/>
                    <a:pt x="734095" y="230786"/>
                    <a:pt x="748307" y="291811"/>
                  </a:cubicBezTo>
                  <a:cubicBezTo>
                    <a:pt x="748992" y="294786"/>
                    <a:pt x="749794" y="297760"/>
                    <a:pt x="750668" y="301655"/>
                  </a:cubicBezTo>
                  <a:cubicBezTo>
                    <a:pt x="721395" y="305008"/>
                    <a:pt x="692735" y="308383"/>
                    <a:pt x="664029" y="311547"/>
                  </a:cubicBezTo>
                  <a:cubicBezTo>
                    <a:pt x="630601" y="315253"/>
                    <a:pt x="597078" y="318393"/>
                    <a:pt x="563697" y="322571"/>
                  </a:cubicBezTo>
                  <a:cubicBezTo>
                    <a:pt x="553168" y="323893"/>
                    <a:pt x="547526" y="323870"/>
                    <a:pt x="543749" y="311004"/>
                  </a:cubicBezTo>
                  <a:cubicBezTo>
                    <a:pt x="530104" y="264521"/>
                    <a:pt x="498895" y="233855"/>
                    <a:pt x="452389" y="216763"/>
                  </a:cubicBezTo>
                  <a:cubicBezTo>
                    <a:pt x="452152" y="221980"/>
                    <a:pt x="451822" y="225781"/>
                    <a:pt x="451798" y="229605"/>
                  </a:cubicBezTo>
                  <a:cubicBezTo>
                    <a:pt x="451798" y="309044"/>
                    <a:pt x="451964" y="388483"/>
                    <a:pt x="451562" y="468040"/>
                  </a:cubicBezTo>
                  <a:cubicBezTo>
                    <a:pt x="451562" y="477672"/>
                    <a:pt x="454206" y="481355"/>
                    <a:pt x="463720" y="483550"/>
                  </a:cubicBezTo>
                  <a:cubicBezTo>
                    <a:pt x="522738" y="497195"/>
                    <a:pt x="580553" y="514476"/>
                    <a:pt x="635322" y="540869"/>
                  </a:cubicBezTo>
                  <a:cubicBezTo>
                    <a:pt x="722433" y="582843"/>
                    <a:pt x="774606" y="649888"/>
                    <a:pt x="782113" y="747929"/>
                  </a:cubicBezTo>
                  <a:cubicBezTo>
                    <a:pt x="789762" y="847269"/>
                    <a:pt x="756145" y="929706"/>
                    <a:pt x="679067" y="993918"/>
                  </a:cubicBezTo>
                  <a:cubicBezTo>
                    <a:pt x="623825" y="1040024"/>
                    <a:pt x="558929" y="1063442"/>
                    <a:pt x="489429" y="1076544"/>
                  </a:cubicBezTo>
                  <a:cubicBezTo>
                    <a:pt x="477625" y="1078763"/>
                    <a:pt x="465514" y="1080321"/>
                    <a:pt x="451798" y="1082470"/>
                  </a:cubicBezTo>
                  <a:lnTo>
                    <a:pt x="451798" y="1094462"/>
                  </a:lnTo>
                  <a:cubicBezTo>
                    <a:pt x="451798" y="1128284"/>
                    <a:pt x="451798" y="1162121"/>
                    <a:pt x="451798" y="1195974"/>
                  </a:cubicBezTo>
                  <a:cubicBezTo>
                    <a:pt x="451798" y="1200270"/>
                    <a:pt x="451137" y="1204543"/>
                    <a:pt x="450783" y="1208816"/>
                  </a:cubicBezTo>
                  <a:lnTo>
                    <a:pt x="335107" y="1208816"/>
                  </a:lnTo>
                  <a:lnTo>
                    <a:pt x="335107" y="1086483"/>
                  </a:lnTo>
                  <a:cubicBezTo>
                    <a:pt x="315442" y="1083083"/>
                    <a:pt x="296131" y="1080510"/>
                    <a:pt x="277151" y="1076332"/>
                  </a:cubicBezTo>
                  <a:cubicBezTo>
                    <a:pt x="196437" y="1058508"/>
                    <a:pt x="125190" y="1023852"/>
                    <a:pt x="71767" y="958295"/>
                  </a:cubicBezTo>
                  <a:cubicBezTo>
                    <a:pt x="37229" y="915990"/>
                    <a:pt x="17163" y="866934"/>
                    <a:pt x="4722" y="814290"/>
                  </a:cubicBezTo>
                  <a:cubicBezTo>
                    <a:pt x="3116" y="807491"/>
                    <a:pt x="1818" y="800621"/>
                    <a:pt x="0" y="792382"/>
                  </a:cubicBezTo>
                  <a:lnTo>
                    <a:pt x="208831" y="773496"/>
                  </a:lnTo>
                  <a:cubicBezTo>
                    <a:pt x="227505" y="843067"/>
                    <a:pt x="268770" y="892359"/>
                    <a:pt x="335060" y="923356"/>
                  </a:cubicBezTo>
                  <a:lnTo>
                    <a:pt x="335060" y="912921"/>
                  </a:lnTo>
                  <a:cubicBezTo>
                    <a:pt x="335060" y="825574"/>
                    <a:pt x="334918" y="738227"/>
                    <a:pt x="335272" y="650879"/>
                  </a:cubicBezTo>
                  <a:cubicBezTo>
                    <a:pt x="335272" y="642027"/>
                    <a:pt x="332439" y="639076"/>
                    <a:pt x="324130" y="637093"/>
                  </a:cubicBezTo>
                  <a:cubicBezTo>
                    <a:pt x="259493" y="620804"/>
                    <a:pt x="197382" y="598329"/>
                    <a:pt x="143037" y="558409"/>
                  </a:cubicBezTo>
                  <a:cubicBezTo>
                    <a:pt x="85459" y="516128"/>
                    <a:pt x="47616" y="460368"/>
                    <a:pt x="36143" y="389522"/>
                  </a:cubicBezTo>
                  <a:cubicBezTo>
                    <a:pt x="21648" y="300097"/>
                    <a:pt x="43225" y="220658"/>
                    <a:pt x="110766" y="157390"/>
                  </a:cubicBezTo>
                  <a:cubicBezTo>
                    <a:pt x="154393" y="116455"/>
                    <a:pt x="206636" y="90582"/>
                    <a:pt x="265182" y="78070"/>
                  </a:cubicBezTo>
                  <a:cubicBezTo>
                    <a:pt x="288010" y="73207"/>
                    <a:pt x="311146" y="69831"/>
                    <a:pt x="335013" y="65652"/>
                  </a:cubicBezTo>
                  <a:lnTo>
                    <a:pt x="335013" y="0"/>
                  </a:lnTo>
                  <a:close/>
                  <a:moveTo>
                    <a:pt x="334990" y="216528"/>
                  </a:moveTo>
                  <a:cubicBezTo>
                    <a:pt x="302317" y="224271"/>
                    <a:pt x="277317" y="241906"/>
                    <a:pt x="257086" y="266387"/>
                  </a:cubicBezTo>
                  <a:cubicBezTo>
                    <a:pt x="236264" y="291576"/>
                    <a:pt x="228072" y="321439"/>
                    <a:pt x="234446" y="353026"/>
                  </a:cubicBezTo>
                  <a:cubicBezTo>
                    <a:pt x="243889" y="400359"/>
                    <a:pt x="287256" y="433740"/>
                    <a:pt x="335014" y="447621"/>
                  </a:cubicBezTo>
                  <a:lnTo>
                    <a:pt x="334990" y="216528"/>
                  </a:lnTo>
                  <a:close/>
                  <a:moveTo>
                    <a:pt x="452673" y="670167"/>
                  </a:moveTo>
                  <a:lnTo>
                    <a:pt x="452673" y="931831"/>
                  </a:lnTo>
                  <a:cubicBezTo>
                    <a:pt x="498070" y="926212"/>
                    <a:pt x="537801" y="904092"/>
                    <a:pt x="564076" y="868799"/>
                  </a:cubicBezTo>
                  <a:cubicBezTo>
                    <a:pt x="598873" y="822033"/>
                    <a:pt x="593963" y="756711"/>
                    <a:pt x="553453" y="717924"/>
                  </a:cubicBezTo>
                  <a:cubicBezTo>
                    <a:pt x="525667" y="691319"/>
                    <a:pt x="490256" y="679562"/>
                    <a:pt x="452673" y="67016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sz="1400" dirty="0">
                <a:latin typeface="Lora" pitchFamily="2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EAC7476-BA2F-BE41-34BF-BAB4C2157300}"/>
                </a:ext>
              </a:extLst>
            </p:cNvPr>
            <p:cNvSpPr txBox="1"/>
            <p:nvPr/>
          </p:nvSpPr>
          <p:spPr>
            <a:xfrm>
              <a:off x="5092084" y="2311337"/>
              <a:ext cx="224438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  <a:latin typeface="Lora" pitchFamily="2" charset="0"/>
                </a:rPr>
                <a:t>Sample Headline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94241A44-B8BD-3FC0-EDC3-D8C4E8C15B67}"/>
              </a:ext>
            </a:extLst>
          </p:cNvPr>
          <p:cNvSpPr txBox="1"/>
          <p:nvPr/>
        </p:nvSpPr>
        <p:spPr>
          <a:xfrm>
            <a:off x="1426457" y="4725239"/>
            <a:ext cx="12310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Lora" pitchFamily="2" charset="0"/>
              </a:rPr>
              <a:t>Maecenas Non Laoreet Odio. Fusce Lobortis Porttitor Purus.</a:t>
            </a:r>
            <a:endParaRPr 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372F1A8-8C2F-616A-C3DF-A61D1D1757DB}"/>
              </a:ext>
            </a:extLst>
          </p:cNvPr>
          <p:cNvSpPr txBox="1"/>
          <p:nvPr/>
        </p:nvSpPr>
        <p:spPr>
          <a:xfrm>
            <a:off x="3036112" y="4725239"/>
            <a:ext cx="12310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Lora" pitchFamily="2" charset="0"/>
              </a:rPr>
              <a:t>Maecenas Non Laoreet Odio. Fusce Lobortis Porttitor Purus.</a:t>
            </a:r>
            <a:endParaRPr lang="en-US" sz="11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AD821A-F7BE-4DFA-1498-F8A9BDA0A27D}"/>
              </a:ext>
            </a:extLst>
          </p:cNvPr>
          <p:cNvSpPr txBox="1"/>
          <p:nvPr/>
        </p:nvSpPr>
        <p:spPr>
          <a:xfrm>
            <a:off x="4671086" y="4725239"/>
            <a:ext cx="12310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Lora" pitchFamily="2" charset="0"/>
              </a:rPr>
              <a:t>Maecenas Non Laoreet Odio. Fusce Lobortis Porttitor Purus.</a:t>
            </a:r>
            <a:endParaRPr lang="en-US" sz="11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94F7226-D39C-CD8C-56C3-0543D6C0D23A}"/>
              </a:ext>
            </a:extLst>
          </p:cNvPr>
          <p:cNvSpPr txBox="1"/>
          <p:nvPr/>
        </p:nvSpPr>
        <p:spPr>
          <a:xfrm>
            <a:off x="6331379" y="4725239"/>
            <a:ext cx="12310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Lora" pitchFamily="2" charset="0"/>
              </a:rPr>
              <a:t>Maecenas Non Laoreet Odio. Fusce Lobortis Porttitor Purus.</a:t>
            </a:r>
            <a:endParaRPr 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57D2A3-343C-99CC-2684-A697F940E783}"/>
              </a:ext>
            </a:extLst>
          </p:cNvPr>
          <p:cNvSpPr txBox="1"/>
          <p:nvPr/>
        </p:nvSpPr>
        <p:spPr>
          <a:xfrm>
            <a:off x="7941033" y="4725239"/>
            <a:ext cx="12310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Lora" pitchFamily="2" charset="0"/>
              </a:rPr>
              <a:t>Maecenas Non Laoreet Odio. Fusce Lobortis Porttitor Purus.</a:t>
            </a:r>
            <a:endParaRPr lang="en-US" sz="11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60C280F-FE63-AE5B-1457-9DC31E14DD6E}"/>
              </a:ext>
            </a:extLst>
          </p:cNvPr>
          <p:cNvSpPr txBox="1"/>
          <p:nvPr/>
        </p:nvSpPr>
        <p:spPr>
          <a:xfrm>
            <a:off x="9576005" y="4725239"/>
            <a:ext cx="123108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Lora" pitchFamily="2" charset="0"/>
              </a:rPr>
              <a:t>Maecenas Non Laoreet Odio. Fusce Lobortis Porttitor Purus.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1717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9C7F1417-1798-0051-D08D-48A1657687CA}"/>
              </a:ext>
            </a:extLst>
          </p:cNvPr>
          <p:cNvGrpSpPr/>
          <p:nvPr/>
        </p:nvGrpSpPr>
        <p:grpSpPr>
          <a:xfrm>
            <a:off x="2357934" y="1364875"/>
            <a:ext cx="7634176" cy="4918473"/>
            <a:chOff x="2278912" y="969764"/>
            <a:chExt cx="7634176" cy="4918473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C305E7F-15A6-3AD9-D34B-D1C2C740AD94}"/>
                </a:ext>
              </a:extLst>
            </p:cNvPr>
            <p:cNvGrpSpPr/>
            <p:nvPr/>
          </p:nvGrpSpPr>
          <p:grpSpPr>
            <a:xfrm>
              <a:off x="2278912" y="969764"/>
              <a:ext cx="7634176" cy="1353886"/>
              <a:chOff x="585271" y="1264851"/>
              <a:chExt cx="7973458" cy="1353886"/>
            </a:xfrm>
          </p:grpSpPr>
          <p:sp>
            <p:nvSpPr>
              <p:cNvPr id="116" name="Isosceles Triangle 115">
                <a:extLst>
                  <a:ext uri="{FF2B5EF4-FFF2-40B4-BE49-F238E27FC236}">
                    <a16:creationId xmlns:a16="http://schemas.microsoft.com/office/drawing/2014/main" id="{73B2B114-8A29-7CDE-70A1-F10A33F88F45}"/>
                  </a:ext>
                </a:extLst>
              </p:cNvPr>
              <p:cNvSpPr/>
              <p:nvPr/>
            </p:nvSpPr>
            <p:spPr bwMode="auto">
              <a:xfrm>
                <a:off x="585271" y="1264851"/>
                <a:ext cx="7973458" cy="1353886"/>
              </a:xfrm>
              <a:prstGeom prst="triangle">
                <a:avLst/>
              </a:prstGeom>
              <a:solidFill>
                <a:schemeClr val="bg1">
                  <a:lumMod val="50000"/>
                </a:schemeClr>
              </a:solidFill>
              <a:ln w="12700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7" name="Isosceles Triangle 116">
                <a:extLst>
                  <a:ext uri="{FF2B5EF4-FFF2-40B4-BE49-F238E27FC236}">
                    <a16:creationId xmlns:a16="http://schemas.microsoft.com/office/drawing/2014/main" id="{39992A9D-19AD-F1B7-9670-E853C42219E9}"/>
                  </a:ext>
                </a:extLst>
              </p:cNvPr>
              <p:cNvSpPr/>
              <p:nvPr/>
            </p:nvSpPr>
            <p:spPr bwMode="auto">
              <a:xfrm>
                <a:off x="1058359" y="1384095"/>
                <a:ext cx="6997117" cy="1177511"/>
              </a:xfrm>
              <a:prstGeom prst="triangle">
                <a:avLst/>
              </a:prstGeom>
              <a:solidFill>
                <a:schemeClr val="bg1">
                  <a:lumMod val="75000"/>
                </a:schemeClr>
              </a:solidFill>
              <a:ln w="127000"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D64C2F9C-EF8D-767A-DB67-31E23B38E2C1}"/>
                </a:ext>
              </a:extLst>
            </p:cNvPr>
            <p:cNvGrpSpPr/>
            <p:nvPr/>
          </p:nvGrpSpPr>
          <p:grpSpPr>
            <a:xfrm>
              <a:off x="2278913" y="1567442"/>
              <a:ext cx="7634175" cy="4320795"/>
              <a:chOff x="2278913" y="1567442"/>
              <a:chExt cx="7634175" cy="4320795"/>
            </a:xfrm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0BE6EA1C-B4AE-E330-285B-9C2AA1CF4909}"/>
                  </a:ext>
                </a:extLst>
              </p:cNvPr>
              <p:cNvSpPr/>
              <p:nvPr/>
            </p:nvSpPr>
            <p:spPr bwMode="auto">
              <a:xfrm>
                <a:off x="7445445" y="2354743"/>
                <a:ext cx="2169939" cy="110298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9B439128-FFC7-1B30-8088-86851E58A38F}"/>
                  </a:ext>
                </a:extLst>
              </p:cNvPr>
              <p:cNvSpPr/>
              <p:nvPr/>
            </p:nvSpPr>
            <p:spPr bwMode="auto">
              <a:xfrm>
                <a:off x="7596424" y="2487987"/>
                <a:ext cx="1867981" cy="96011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9A13CEA4-042B-7DFD-BC61-AFFED94552B3}"/>
                  </a:ext>
                </a:extLst>
              </p:cNvPr>
              <p:cNvSpPr/>
              <p:nvPr/>
            </p:nvSpPr>
            <p:spPr bwMode="auto">
              <a:xfrm>
                <a:off x="7769123" y="2622546"/>
                <a:ext cx="1518936" cy="267854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Rectangle: Rounded Corners 63">
                <a:extLst>
                  <a:ext uri="{FF2B5EF4-FFF2-40B4-BE49-F238E27FC236}">
                    <a16:creationId xmlns:a16="http://schemas.microsoft.com/office/drawing/2014/main" id="{D434826D-7779-661D-8C65-1972628432AC}"/>
                  </a:ext>
                </a:extLst>
              </p:cNvPr>
              <p:cNvSpPr/>
              <p:nvPr/>
            </p:nvSpPr>
            <p:spPr bwMode="auto">
              <a:xfrm rot="10800000">
                <a:off x="7667488" y="5355779"/>
                <a:ext cx="1725851" cy="66346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5" name="Rectangle: Rounded Corners 64">
                <a:extLst>
                  <a:ext uri="{FF2B5EF4-FFF2-40B4-BE49-F238E27FC236}">
                    <a16:creationId xmlns:a16="http://schemas.microsoft.com/office/drawing/2014/main" id="{00EF84FF-EA11-30DE-A22D-819BA9C6CAF5}"/>
                  </a:ext>
                </a:extLst>
              </p:cNvPr>
              <p:cNvSpPr/>
              <p:nvPr/>
            </p:nvSpPr>
            <p:spPr bwMode="auto">
              <a:xfrm>
                <a:off x="4996591" y="2354743"/>
                <a:ext cx="2169939" cy="110298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Rectangle: Rounded Corners 65">
                <a:extLst>
                  <a:ext uri="{FF2B5EF4-FFF2-40B4-BE49-F238E27FC236}">
                    <a16:creationId xmlns:a16="http://schemas.microsoft.com/office/drawing/2014/main" id="{4CE40C4E-17DE-349E-E234-D858035CD4AF}"/>
                  </a:ext>
                </a:extLst>
              </p:cNvPr>
              <p:cNvSpPr/>
              <p:nvPr/>
            </p:nvSpPr>
            <p:spPr bwMode="auto">
              <a:xfrm>
                <a:off x="5147570" y="2487987"/>
                <a:ext cx="1867981" cy="96011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33B09AC0-3212-2F62-6680-E80A9C07EF27}"/>
                  </a:ext>
                </a:extLst>
              </p:cNvPr>
              <p:cNvSpPr/>
              <p:nvPr/>
            </p:nvSpPr>
            <p:spPr bwMode="auto">
              <a:xfrm>
                <a:off x="5320269" y="2622546"/>
                <a:ext cx="1518936" cy="2678544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: Rounded Corners 67">
                <a:extLst>
                  <a:ext uri="{FF2B5EF4-FFF2-40B4-BE49-F238E27FC236}">
                    <a16:creationId xmlns:a16="http://schemas.microsoft.com/office/drawing/2014/main" id="{A6F17F4E-9055-C444-47D5-F76781EA50EE}"/>
                  </a:ext>
                </a:extLst>
              </p:cNvPr>
              <p:cNvSpPr/>
              <p:nvPr/>
            </p:nvSpPr>
            <p:spPr bwMode="auto">
              <a:xfrm rot="10800000">
                <a:off x="5218634" y="5355779"/>
                <a:ext cx="1725851" cy="66346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: Rounded Corners 68">
                <a:extLst>
                  <a:ext uri="{FF2B5EF4-FFF2-40B4-BE49-F238E27FC236}">
                    <a16:creationId xmlns:a16="http://schemas.microsoft.com/office/drawing/2014/main" id="{E69ED644-2140-99EA-A5A6-CEAEAC16FF62}"/>
                  </a:ext>
                </a:extLst>
              </p:cNvPr>
              <p:cNvSpPr/>
              <p:nvPr/>
            </p:nvSpPr>
            <p:spPr bwMode="auto">
              <a:xfrm>
                <a:off x="2547736" y="2354743"/>
                <a:ext cx="2169939" cy="110298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0" name="Rectangle: Rounded Corners 69">
                <a:extLst>
                  <a:ext uri="{FF2B5EF4-FFF2-40B4-BE49-F238E27FC236}">
                    <a16:creationId xmlns:a16="http://schemas.microsoft.com/office/drawing/2014/main" id="{3B661913-25C5-EEE1-9DE5-6B7B388E52A4}"/>
                  </a:ext>
                </a:extLst>
              </p:cNvPr>
              <p:cNvSpPr/>
              <p:nvPr/>
            </p:nvSpPr>
            <p:spPr bwMode="auto">
              <a:xfrm>
                <a:off x="2698715" y="2487987"/>
                <a:ext cx="1867981" cy="96011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2E13A127-0B72-44E1-B80F-FFA430A990C0}"/>
                  </a:ext>
                </a:extLst>
              </p:cNvPr>
              <p:cNvSpPr/>
              <p:nvPr/>
            </p:nvSpPr>
            <p:spPr bwMode="auto">
              <a:xfrm>
                <a:off x="2870797" y="2622546"/>
                <a:ext cx="1518936" cy="267854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2" name="Rectangle: Rounded Corners 71">
                <a:extLst>
                  <a:ext uri="{FF2B5EF4-FFF2-40B4-BE49-F238E27FC236}">
                    <a16:creationId xmlns:a16="http://schemas.microsoft.com/office/drawing/2014/main" id="{41F650D3-AB24-F9A3-765E-F4F4E59D61ED}"/>
                  </a:ext>
                </a:extLst>
              </p:cNvPr>
              <p:cNvSpPr/>
              <p:nvPr/>
            </p:nvSpPr>
            <p:spPr bwMode="auto">
              <a:xfrm rot="10800000">
                <a:off x="2769779" y="5355779"/>
                <a:ext cx="1725851" cy="66346"/>
              </a:xfrm>
              <a:prstGeom prst="roundRect">
                <a:avLst>
                  <a:gd name="adj" fmla="val 50000"/>
                </a:avLst>
              </a:pr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78" name="Rectangle: Rounded Corners 77">
                <a:extLst>
                  <a:ext uri="{FF2B5EF4-FFF2-40B4-BE49-F238E27FC236}">
                    <a16:creationId xmlns:a16="http://schemas.microsoft.com/office/drawing/2014/main" id="{47C0C037-FBC4-2869-8AF1-62E69FB37BF3}"/>
                  </a:ext>
                </a:extLst>
              </p:cNvPr>
              <p:cNvSpPr/>
              <p:nvPr/>
            </p:nvSpPr>
            <p:spPr bwMode="auto">
              <a:xfrm>
                <a:off x="2278913" y="5453683"/>
                <a:ext cx="7634175" cy="434554"/>
              </a:xfrm>
              <a:prstGeom prst="roundRect">
                <a:avLst>
                  <a:gd name="adj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80" name="Graphic 22">
                <a:extLst>
                  <a:ext uri="{FF2B5EF4-FFF2-40B4-BE49-F238E27FC236}">
                    <a16:creationId xmlns:a16="http://schemas.microsoft.com/office/drawing/2014/main" id="{8764EF1A-A537-0790-E53E-D4D06ACE0FAF}"/>
                  </a:ext>
                </a:extLst>
              </p:cNvPr>
              <p:cNvGrpSpPr/>
              <p:nvPr/>
            </p:nvGrpSpPr>
            <p:grpSpPr>
              <a:xfrm>
                <a:off x="3435899" y="2758094"/>
                <a:ext cx="388732" cy="388732"/>
                <a:chOff x="4367405" y="3224405"/>
                <a:chExt cx="409190" cy="409190"/>
              </a:xfrm>
              <a:solidFill>
                <a:schemeClr val="bg1"/>
              </a:solidFill>
            </p:grpSpPr>
            <p:sp>
              <p:nvSpPr>
                <p:cNvPr id="105" name="Freeform: Shape 104">
                  <a:extLst>
                    <a:ext uri="{FF2B5EF4-FFF2-40B4-BE49-F238E27FC236}">
                      <a16:creationId xmlns:a16="http://schemas.microsoft.com/office/drawing/2014/main" id="{DA057C8A-9D47-8B02-A92E-42DBC8DFC979}"/>
                    </a:ext>
                  </a:extLst>
                </p:cNvPr>
                <p:cNvSpPr/>
                <p:nvPr/>
              </p:nvSpPr>
              <p:spPr>
                <a:xfrm>
                  <a:off x="4482489" y="3563265"/>
                  <a:ext cx="12787" cy="12787"/>
                </a:xfrm>
                <a:custGeom>
                  <a:avLst/>
                  <a:gdLst>
                    <a:gd name="connsiteX0" fmla="*/ 0 w 12787"/>
                    <a:gd name="connsiteY0" fmla="*/ 0 h 12787"/>
                    <a:gd name="connsiteX1" fmla="*/ 12787 w 12787"/>
                    <a:gd name="connsiteY1" fmla="*/ 0 h 12787"/>
                    <a:gd name="connsiteX2" fmla="*/ 12787 w 12787"/>
                    <a:gd name="connsiteY2" fmla="*/ 12787 h 12787"/>
                    <a:gd name="connsiteX3" fmla="*/ 0 w 1278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87" h="12787">
                      <a:moveTo>
                        <a:pt x="0" y="0"/>
                      </a:moveTo>
                      <a:lnTo>
                        <a:pt x="12787" y="0"/>
                      </a:lnTo>
                      <a:lnTo>
                        <a:pt x="12787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6" name="Freeform: Shape 105">
                  <a:extLst>
                    <a:ext uri="{FF2B5EF4-FFF2-40B4-BE49-F238E27FC236}">
                      <a16:creationId xmlns:a16="http://schemas.microsoft.com/office/drawing/2014/main" id="{45EC38A9-8BD5-4DB3-0F29-F8F6F5FDD336}"/>
                    </a:ext>
                  </a:extLst>
                </p:cNvPr>
                <p:cNvSpPr/>
                <p:nvPr/>
              </p:nvSpPr>
              <p:spPr>
                <a:xfrm>
                  <a:off x="4482489" y="3588839"/>
                  <a:ext cx="12787" cy="12787"/>
                </a:xfrm>
                <a:custGeom>
                  <a:avLst/>
                  <a:gdLst>
                    <a:gd name="connsiteX0" fmla="*/ 0 w 12787"/>
                    <a:gd name="connsiteY0" fmla="*/ 0 h 12787"/>
                    <a:gd name="connsiteX1" fmla="*/ 12787 w 12787"/>
                    <a:gd name="connsiteY1" fmla="*/ 0 h 12787"/>
                    <a:gd name="connsiteX2" fmla="*/ 12787 w 12787"/>
                    <a:gd name="connsiteY2" fmla="*/ 12787 h 12787"/>
                    <a:gd name="connsiteX3" fmla="*/ 0 w 1278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87" h="12787">
                      <a:moveTo>
                        <a:pt x="0" y="0"/>
                      </a:moveTo>
                      <a:lnTo>
                        <a:pt x="12787" y="0"/>
                      </a:lnTo>
                      <a:lnTo>
                        <a:pt x="12787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7" name="Freeform: Shape 106">
                  <a:extLst>
                    <a:ext uri="{FF2B5EF4-FFF2-40B4-BE49-F238E27FC236}">
                      <a16:creationId xmlns:a16="http://schemas.microsoft.com/office/drawing/2014/main" id="{BE7D5B49-99E0-381C-5070-C00CD1929BC0}"/>
                    </a:ext>
                  </a:extLst>
                </p:cNvPr>
                <p:cNvSpPr/>
                <p:nvPr/>
              </p:nvSpPr>
              <p:spPr>
                <a:xfrm>
                  <a:off x="4373798" y="3227326"/>
                  <a:ext cx="396402" cy="399874"/>
                </a:xfrm>
                <a:custGeom>
                  <a:avLst/>
                  <a:gdLst>
                    <a:gd name="connsiteX0" fmla="*/ 368802 w 396402"/>
                    <a:gd name="connsiteY0" fmla="*/ 80195 h 399874"/>
                    <a:gd name="connsiteX1" fmla="*/ 330005 w 396402"/>
                    <a:gd name="connsiteY1" fmla="*/ 27365 h 399874"/>
                    <a:gd name="connsiteX2" fmla="*/ 317806 w 396402"/>
                    <a:gd name="connsiteY2" fmla="*/ 5339 h 399874"/>
                    <a:gd name="connsiteX3" fmla="*/ 312468 w 396402"/>
                    <a:gd name="connsiteY3" fmla="*/ 0 h 399874"/>
                    <a:gd name="connsiteX4" fmla="*/ 300237 w 396402"/>
                    <a:gd name="connsiteY4" fmla="*/ 17128 h 399874"/>
                    <a:gd name="connsiteX5" fmla="*/ 288888 w 396402"/>
                    <a:gd name="connsiteY5" fmla="*/ 16259 h 399874"/>
                    <a:gd name="connsiteX6" fmla="*/ 259036 w 396402"/>
                    <a:gd name="connsiteY6" fmla="*/ 32601 h 399874"/>
                    <a:gd name="connsiteX7" fmla="*/ 249638 w 396402"/>
                    <a:gd name="connsiteY7" fmla="*/ 57856 h 399874"/>
                    <a:gd name="connsiteX8" fmla="*/ 241985 w 396402"/>
                    <a:gd name="connsiteY8" fmla="*/ 66935 h 399874"/>
                    <a:gd name="connsiteX9" fmla="*/ 233142 w 396402"/>
                    <a:gd name="connsiteY9" fmla="*/ 80195 h 399874"/>
                    <a:gd name="connsiteX10" fmla="*/ 89510 w 396402"/>
                    <a:gd name="connsiteY10" fmla="*/ 80195 h 399874"/>
                    <a:gd name="connsiteX11" fmla="*/ 89510 w 396402"/>
                    <a:gd name="connsiteY11" fmla="*/ 145614 h 399874"/>
                    <a:gd name="connsiteX12" fmla="*/ 44755 w 396402"/>
                    <a:gd name="connsiteY12" fmla="*/ 201673 h 399874"/>
                    <a:gd name="connsiteX13" fmla="*/ 72586 w 396402"/>
                    <a:gd name="connsiteY13" fmla="*/ 250859 h 399874"/>
                    <a:gd name="connsiteX14" fmla="*/ 0 w 396402"/>
                    <a:gd name="connsiteY14" fmla="*/ 348726 h 399874"/>
                    <a:gd name="connsiteX15" fmla="*/ 0 w 396402"/>
                    <a:gd name="connsiteY15" fmla="*/ 399875 h 399874"/>
                    <a:gd name="connsiteX16" fmla="*/ 191814 w 396402"/>
                    <a:gd name="connsiteY16" fmla="*/ 399875 h 399874"/>
                    <a:gd name="connsiteX17" fmla="*/ 204595 w 396402"/>
                    <a:gd name="connsiteY17" fmla="*/ 399875 h 399874"/>
                    <a:gd name="connsiteX18" fmla="*/ 396403 w 396402"/>
                    <a:gd name="connsiteY18" fmla="*/ 399875 h 399874"/>
                    <a:gd name="connsiteX19" fmla="*/ 396403 w 396402"/>
                    <a:gd name="connsiteY19" fmla="*/ 272003 h 399874"/>
                    <a:gd name="connsiteX20" fmla="*/ 396403 w 396402"/>
                    <a:gd name="connsiteY20" fmla="*/ 252822 h 399874"/>
                    <a:gd name="connsiteX21" fmla="*/ 396403 w 396402"/>
                    <a:gd name="connsiteY21" fmla="*/ 80195 h 399874"/>
                    <a:gd name="connsiteX22" fmla="*/ 383616 w 396402"/>
                    <a:gd name="connsiteY22" fmla="*/ 92982 h 399874"/>
                    <a:gd name="connsiteX23" fmla="*/ 383616 w 396402"/>
                    <a:gd name="connsiteY23" fmla="*/ 227414 h 399874"/>
                    <a:gd name="connsiteX24" fmla="*/ 370828 w 396402"/>
                    <a:gd name="connsiteY24" fmla="*/ 221506 h 399874"/>
                    <a:gd name="connsiteX25" fmla="*/ 370828 w 396402"/>
                    <a:gd name="connsiteY25" fmla="*/ 98199 h 399874"/>
                    <a:gd name="connsiteX26" fmla="*/ 370649 w 396402"/>
                    <a:gd name="connsiteY26" fmla="*/ 92982 h 399874"/>
                    <a:gd name="connsiteX27" fmla="*/ 364435 w 396402"/>
                    <a:gd name="connsiteY27" fmla="*/ 233641 h 399874"/>
                    <a:gd name="connsiteX28" fmla="*/ 383616 w 396402"/>
                    <a:gd name="connsiteY28" fmla="*/ 252822 h 399874"/>
                    <a:gd name="connsiteX29" fmla="*/ 383616 w 396402"/>
                    <a:gd name="connsiteY29" fmla="*/ 259215 h 399874"/>
                    <a:gd name="connsiteX30" fmla="*/ 204595 w 396402"/>
                    <a:gd name="connsiteY30" fmla="*/ 259215 h 399874"/>
                    <a:gd name="connsiteX31" fmla="*/ 204595 w 396402"/>
                    <a:gd name="connsiteY31" fmla="*/ 252822 h 399874"/>
                    <a:gd name="connsiteX32" fmla="*/ 223776 w 396402"/>
                    <a:gd name="connsiteY32" fmla="*/ 233641 h 399874"/>
                    <a:gd name="connsiteX33" fmla="*/ 358041 w 396402"/>
                    <a:gd name="connsiteY33" fmla="*/ 98199 h 399874"/>
                    <a:gd name="connsiteX34" fmla="*/ 358041 w 396402"/>
                    <a:gd name="connsiteY34" fmla="*/ 220854 h 399874"/>
                    <a:gd name="connsiteX35" fmla="*/ 345254 w 396402"/>
                    <a:gd name="connsiteY35" fmla="*/ 220854 h 399874"/>
                    <a:gd name="connsiteX36" fmla="*/ 345254 w 396402"/>
                    <a:gd name="connsiteY36" fmla="*/ 98199 h 399874"/>
                    <a:gd name="connsiteX37" fmla="*/ 327071 w 396402"/>
                    <a:gd name="connsiteY37" fmla="*/ 56852 h 399874"/>
                    <a:gd name="connsiteX38" fmla="*/ 330862 w 396402"/>
                    <a:gd name="connsiteY38" fmla="*/ 43349 h 399874"/>
                    <a:gd name="connsiteX39" fmla="*/ 358041 w 396402"/>
                    <a:gd name="connsiteY39" fmla="*/ 98199 h 399874"/>
                    <a:gd name="connsiteX40" fmla="*/ 313580 w 396402"/>
                    <a:gd name="connsiteY40" fmla="*/ 20453 h 399874"/>
                    <a:gd name="connsiteX41" fmla="*/ 316477 w 396402"/>
                    <a:gd name="connsiteY41" fmla="*/ 49096 h 399874"/>
                    <a:gd name="connsiteX42" fmla="*/ 297762 w 396402"/>
                    <a:gd name="connsiteY42" fmla="*/ 42601 h 399874"/>
                    <a:gd name="connsiteX43" fmla="*/ 288888 w 396402"/>
                    <a:gd name="connsiteY43" fmla="*/ 29046 h 399874"/>
                    <a:gd name="connsiteX44" fmla="*/ 291644 w 396402"/>
                    <a:gd name="connsiteY44" fmla="*/ 29174 h 399874"/>
                    <a:gd name="connsiteX45" fmla="*/ 282316 w 396402"/>
                    <a:gd name="connsiteY45" fmla="*/ 42242 h 399874"/>
                    <a:gd name="connsiteX46" fmla="*/ 265820 w 396402"/>
                    <a:gd name="connsiteY46" fmla="*/ 46871 h 399874"/>
                    <a:gd name="connsiteX47" fmla="*/ 269816 w 396402"/>
                    <a:gd name="connsiteY47" fmla="*/ 39480 h 399874"/>
                    <a:gd name="connsiteX48" fmla="*/ 288888 w 396402"/>
                    <a:gd name="connsiteY48" fmla="*/ 29046 h 399874"/>
                    <a:gd name="connsiteX49" fmla="*/ 252624 w 396402"/>
                    <a:gd name="connsiteY49" fmla="*/ 74025 h 399874"/>
                    <a:gd name="connsiteX50" fmla="*/ 288888 w 396402"/>
                    <a:gd name="connsiteY50" fmla="*/ 54620 h 399874"/>
                    <a:gd name="connsiteX51" fmla="*/ 332467 w 396402"/>
                    <a:gd name="connsiteY51" fmla="*/ 98199 h 399874"/>
                    <a:gd name="connsiteX52" fmla="*/ 332467 w 396402"/>
                    <a:gd name="connsiteY52" fmla="*/ 220854 h 399874"/>
                    <a:gd name="connsiteX53" fmla="*/ 236563 w 396402"/>
                    <a:gd name="connsiteY53" fmla="*/ 220854 h 399874"/>
                    <a:gd name="connsiteX54" fmla="*/ 236563 w 396402"/>
                    <a:gd name="connsiteY54" fmla="*/ 218661 h 399874"/>
                    <a:gd name="connsiteX55" fmla="*/ 260264 w 396402"/>
                    <a:gd name="connsiteY55" fmla="*/ 161438 h 399874"/>
                    <a:gd name="connsiteX56" fmla="*/ 262137 w 396402"/>
                    <a:gd name="connsiteY56" fmla="*/ 159565 h 399874"/>
                    <a:gd name="connsiteX57" fmla="*/ 262137 w 396402"/>
                    <a:gd name="connsiteY57" fmla="*/ 144131 h 399874"/>
                    <a:gd name="connsiteX58" fmla="*/ 274925 w 396402"/>
                    <a:gd name="connsiteY58" fmla="*/ 144131 h 399874"/>
                    <a:gd name="connsiteX59" fmla="*/ 306893 w 396402"/>
                    <a:gd name="connsiteY59" fmla="*/ 112163 h 399874"/>
                    <a:gd name="connsiteX60" fmla="*/ 306893 w 396402"/>
                    <a:gd name="connsiteY60" fmla="*/ 105769 h 399874"/>
                    <a:gd name="connsiteX61" fmla="*/ 294105 w 396402"/>
                    <a:gd name="connsiteY61" fmla="*/ 105769 h 399874"/>
                    <a:gd name="connsiteX62" fmla="*/ 294105 w 396402"/>
                    <a:gd name="connsiteY62" fmla="*/ 112163 h 399874"/>
                    <a:gd name="connsiteX63" fmla="*/ 274925 w 396402"/>
                    <a:gd name="connsiteY63" fmla="*/ 131344 h 399874"/>
                    <a:gd name="connsiteX64" fmla="*/ 253097 w 396402"/>
                    <a:gd name="connsiteY64" fmla="*/ 131344 h 399874"/>
                    <a:gd name="connsiteX65" fmla="*/ 243884 w 396402"/>
                    <a:gd name="connsiteY65" fmla="*/ 140557 h 399874"/>
                    <a:gd name="connsiteX66" fmla="*/ 235259 w 396402"/>
                    <a:gd name="connsiteY66" fmla="*/ 144131 h 399874"/>
                    <a:gd name="connsiteX67" fmla="*/ 224358 w 396402"/>
                    <a:gd name="connsiteY67" fmla="*/ 137392 h 399874"/>
                    <a:gd name="connsiteX68" fmla="*/ 218367 w 396402"/>
                    <a:gd name="connsiteY68" fmla="*/ 125410 h 399874"/>
                    <a:gd name="connsiteX69" fmla="*/ 57542 w 396402"/>
                    <a:gd name="connsiteY69" fmla="*/ 201673 h 399874"/>
                    <a:gd name="connsiteX70" fmla="*/ 102298 w 396402"/>
                    <a:gd name="connsiteY70" fmla="*/ 156918 h 399874"/>
                    <a:gd name="connsiteX71" fmla="*/ 147053 w 396402"/>
                    <a:gd name="connsiteY71" fmla="*/ 201673 h 399874"/>
                    <a:gd name="connsiteX72" fmla="*/ 102298 w 396402"/>
                    <a:gd name="connsiteY72" fmla="*/ 246428 h 399874"/>
                    <a:gd name="connsiteX73" fmla="*/ 57542 w 396402"/>
                    <a:gd name="connsiteY73" fmla="*/ 201673 h 399874"/>
                    <a:gd name="connsiteX74" fmla="*/ 102298 w 396402"/>
                    <a:gd name="connsiteY74" fmla="*/ 301324 h 399874"/>
                    <a:gd name="connsiteX75" fmla="*/ 90693 w 396402"/>
                    <a:gd name="connsiteY75" fmla="*/ 289719 h 399874"/>
                    <a:gd name="connsiteX76" fmla="*/ 96351 w 396402"/>
                    <a:gd name="connsiteY76" fmla="*/ 259516 h 399874"/>
                    <a:gd name="connsiteX77" fmla="*/ 102298 w 396402"/>
                    <a:gd name="connsiteY77" fmla="*/ 259215 h 399874"/>
                    <a:gd name="connsiteX78" fmla="*/ 108237 w 396402"/>
                    <a:gd name="connsiteY78" fmla="*/ 259516 h 399874"/>
                    <a:gd name="connsiteX79" fmla="*/ 113895 w 396402"/>
                    <a:gd name="connsiteY79" fmla="*/ 289719 h 399874"/>
                    <a:gd name="connsiteX80" fmla="*/ 67318 w 396402"/>
                    <a:gd name="connsiteY80" fmla="*/ 266344 h 399874"/>
                    <a:gd name="connsiteX81" fmla="*/ 83002 w 396402"/>
                    <a:gd name="connsiteY81" fmla="*/ 261364 h 399874"/>
                    <a:gd name="connsiteX82" fmla="*/ 79741 w 396402"/>
                    <a:gd name="connsiteY82" fmla="*/ 278767 h 399874"/>
                    <a:gd name="connsiteX83" fmla="*/ 124854 w 396402"/>
                    <a:gd name="connsiteY83" fmla="*/ 278767 h 399874"/>
                    <a:gd name="connsiteX84" fmla="*/ 121593 w 396402"/>
                    <a:gd name="connsiteY84" fmla="*/ 261364 h 399874"/>
                    <a:gd name="connsiteX85" fmla="*/ 137277 w 396402"/>
                    <a:gd name="connsiteY85" fmla="*/ 266344 h 399874"/>
                    <a:gd name="connsiteX86" fmla="*/ 12787 w 396402"/>
                    <a:gd name="connsiteY86" fmla="*/ 348726 h 399874"/>
                    <a:gd name="connsiteX87" fmla="*/ 55477 w 396402"/>
                    <a:gd name="connsiteY87" fmla="*/ 272584 h 399874"/>
                    <a:gd name="connsiteX88" fmla="*/ 93257 w 396402"/>
                    <a:gd name="connsiteY88" fmla="*/ 310364 h 399874"/>
                    <a:gd name="connsiteX89" fmla="*/ 83117 w 396402"/>
                    <a:gd name="connsiteY89" fmla="*/ 320504 h 399874"/>
                    <a:gd name="connsiteX90" fmla="*/ 83117 w 396402"/>
                    <a:gd name="connsiteY90" fmla="*/ 387087 h 399874"/>
                    <a:gd name="connsiteX91" fmla="*/ 44755 w 396402"/>
                    <a:gd name="connsiteY91" fmla="*/ 387087 h 399874"/>
                    <a:gd name="connsiteX92" fmla="*/ 44755 w 396402"/>
                    <a:gd name="connsiteY92" fmla="*/ 310364 h 399874"/>
                    <a:gd name="connsiteX93" fmla="*/ 31968 w 396402"/>
                    <a:gd name="connsiteY93" fmla="*/ 310364 h 399874"/>
                    <a:gd name="connsiteX94" fmla="*/ 31968 w 396402"/>
                    <a:gd name="connsiteY94" fmla="*/ 387087 h 399874"/>
                    <a:gd name="connsiteX95" fmla="*/ 12787 w 396402"/>
                    <a:gd name="connsiteY95" fmla="*/ 387087 h 399874"/>
                    <a:gd name="connsiteX96" fmla="*/ 191808 w 396402"/>
                    <a:gd name="connsiteY96" fmla="*/ 387087 h 399874"/>
                    <a:gd name="connsiteX97" fmla="*/ 172627 w 396402"/>
                    <a:gd name="connsiteY97" fmla="*/ 387087 h 399874"/>
                    <a:gd name="connsiteX98" fmla="*/ 172627 w 396402"/>
                    <a:gd name="connsiteY98" fmla="*/ 310364 h 399874"/>
                    <a:gd name="connsiteX99" fmla="*/ 159840 w 396402"/>
                    <a:gd name="connsiteY99" fmla="*/ 310364 h 399874"/>
                    <a:gd name="connsiteX100" fmla="*/ 159840 w 396402"/>
                    <a:gd name="connsiteY100" fmla="*/ 387087 h 399874"/>
                    <a:gd name="connsiteX101" fmla="*/ 95904 w 396402"/>
                    <a:gd name="connsiteY101" fmla="*/ 387087 h 399874"/>
                    <a:gd name="connsiteX102" fmla="*/ 95904 w 396402"/>
                    <a:gd name="connsiteY102" fmla="*/ 325798 h 399874"/>
                    <a:gd name="connsiteX103" fmla="*/ 149118 w 396402"/>
                    <a:gd name="connsiteY103" fmla="*/ 272584 h 399874"/>
                    <a:gd name="connsiteX104" fmla="*/ 191808 w 396402"/>
                    <a:gd name="connsiteY104" fmla="*/ 348726 h 399874"/>
                    <a:gd name="connsiteX105" fmla="*/ 383616 w 396402"/>
                    <a:gd name="connsiteY105" fmla="*/ 387087 h 399874"/>
                    <a:gd name="connsiteX106" fmla="*/ 204595 w 396402"/>
                    <a:gd name="connsiteY106" fmla="*/ 387087 h 399874"/>
                    <a:gd name="connsiteX107" fmla="*/ 204595 w 396402"/>
                    <a:gd name="connsiteY107" fmla="*/ 348726 h 399874"/>
                    <a:gd name="connsiteX108" fmla="*/ 132009 w 396402"/>
                    <a:gd name="connsiteY108" fmla="*/ 250859 h 399874"/>
                    <a:gd name="connsiteX109" fmla="*/ 159840 w 396402"/>
                    <a:gd name="connsiteY109" fmla="*/ 201673 h 399874"/>
                    <a:gd name="connsiteX110" fmla="*/ 102298 w 396402"/>
                    <a:gd name="connsiteY110" fmla="*/ 144131 h 399874"/>
                    <a:gd name="connsiteX111" fmla="*/ 102298 w 396402"/>
                    <a:gd name="connsiteY111" fmla="*/ 92982 h 399874"/>
                    <a:gd name="connsiteX112" fmla="*/ 224613 w 396402"/>
                    <a:gd name="connsiteY112" fmla="*/ 92982 h 399874"/>
                    <a:gd name="connsiteX113" fmla="*/ 203604 w 396402"/>
                    <a:gd name="connsiteY113" fmla="*/ 124490 h 399874"/>
                    <a:gd name="connsiteX114" fmla="*/ 212913 w 396402"/>
                    <a:gd name="connsiteY114" fmla="*/ 143121 h 399874"/>
                    <a:gd name="connsiteX115" fmla="*/ 235259 w 396402"/>
                    <a:gd name="connsiteY115" fmla="*/ 156918 h 399874"/>
                    <a:gd name="connsiteX116" fmla="*/ 249350 w 396402"/>
                    <a:gd name="connsiteY116" fmla="*/ 152538 h 399874"/>
                    <a:gd name="connsiteX117" fmla="*/ 249350 w 396402"/>
                    <a:gd name="connsiteY117" fmla="*/ 154322 h 399874"/>
                    <a:gd name="connsiteX118" fmla="*/ 223776 w 396402"/>
                    <a:gd name="connsiteY118" fmla="*/ 218661 h 399874"/>
                    <a:gd name="connsiteX119" fmla="*/ 223776 w 396402"/>
                    <a:gd name="connsiteY119" fmla="*/ 220854 h 399874"/>
                    <a:gd name="connsiteX120" fmla="*/ 191808 w 396402"/>
                    <a:gd name="connsiteY120" fmla="*/ 252822 h 399874"/>
                    <a:gd name="connsiteX121" fmla="*/ 191808 w 396402"/>
                    <a:gd name="connsiteY121" fmla="*/ 272003 h 399874"/>
                    <a:gd name="connsiteX122" fmla="*/ 383616 w 396402"/>
                    <a:gd name="connsiteY122" fmla="*/ 272003 h 3998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</a:cxnLst>
                  <a:rect l="l" t="t" r="r" b="b"/>
                  <a:pathLst>
                    <a:path w="396402" h="399874">
                      <a:moveTo>
                        <a:pt x="368802" y="80195"/>
                      </a:moveTo>
                      <a:cubicBezTo>
                        <a:pt x="363853" y="58156"/>
                        <a:pt x="349960" y="38956"/>
                        <a:pt x="330005" y="27365"/>
                      </a:cubicBezTo>
                      <a:cubicBezTo>
                        <a:pt x="328094" y="19270"/>
                        <a:pt x="324078" y="11611"/>
                        <a:pt x="317806" y="5339"/>
                      </a:cubicBezTo>
                      <a:lnTo>
                        <a:pt x="312468" y="0"/>
                      </a:lnTo>
                      <a:lnTo>
                        <a:pt x="300237" y="17128"/>
                      </a:lnTo>
                      <a:cubicBezTo>
                        <a:pt x="296484" y="16611"/>
                        <a:pt x="292692" y="16259"/>
                        <a:pt x="288888" y="16259"/>
                      </a:cubicBezTo>
                      <a:cubicBezTo>
                        <a:pt x="276721" y="16259"/>
                        <a:pt x="265558" y="22371"/>
                        <a:pt x="259036" y="32601"/>
                      </a:cubicBezTo>
                      <a:cubicBezTo>
                        <a:pt x="253365" y="41494"/>
                        <a:pt x="250316" y="49953"/>
                        <a:pt x="249638" y="57856"/>
                      </a:cubicBezTo>
                      <a:cubicBezTo>
                        <a:pt x="246825" y="60598"/>
                        <a:pt x="244216" y="63591"/>
                        <a:pt x="241985" y="66935"/>
                      </a:cubicBezTo>
                      <a:lnTo>
                        <a:pt x="233142" y="80195"/>
                      </a:lnTo>
                      <a:lnTo>
                        <a:pt x="89510" y="80195"/>
                      </a:lnTo>
                      <a:lnTo>
                        <a:pt x="89510" y="145614"/>
                      </a:lnTo>
                      <a:cubicBezTo>
                        <a:pt x="63923" y="151451"/>
                        <a:pt x="44755" y="174341"/>
                        <a:pt x="44755" y="201673"/>
                      </a:cubicBezTo>
                      <a:cubicBezTo>
                        <a:pt x="44755" y="222523"/>
                        <a:pt x="55938" y="240764"/>
                        <a:pt x="72586" y="250859"/>
                      </a:cubicBezTo>
                      <a:cubicBezTo>
                        <a:pt x="30632" y="263621"/>
                        <a:pt x="0" y="302654"/>
                        <a:pt x="0" y="348726"/>
                      </a:cubicBezTo>
                      <a:lnTo>
                        <a:pt x="0" y="399875"/>
                      </a:lnTo>
                      <a:lnTo>
                        <a:pt x="191814" y="399875"/>
                      </a:lnTo>
                      <a:lnTo>
                        <a:pt x="204595" y="399875"/>
                      </a:lnTo>
                      <a:lnTo>
                        <a:pt x="396403" y="399875"/>
                      </a:lnTo>
                      <a:lnTo>
                        <a:pt x="396403" y="272003"/>
                      </a:lnTo>
                      <a:lnTo>
                        <a:pt x="396403" y="252822"/>
                      </a:lnTo>
                      <a:lnTo>
                        <a:pt x="396403" y="80195"/>
                      </a:lnTo>
                      <a:close/>
                      <a:moveTo>
                        <a:pt x="383616" y="92982"/>
                      </a:moveTo>
                      <a:lnTo>
                        <a:pt x="383616" y="227414"/>
                      </a:lnTo>
                      <a:cubicBezTo>
                        <a:pt x="379882" y="224588"/>
                        <a:pt x="375579" y="222471"/>
                        <a:pt x="370828" y="221506"/>
                      </a:cubicBezTo>
                      <a:lnTo>
                        <a:pt x="370828" y="98199"/>
                      </a:lnTo>
                      <a:cubicBezTo>
                        <a:pt x="370828" y="96447"/>
                        <a:pt x="370758" y="94708"/>
                        <a:pt x="370649" y="92982"/>
                      </a:cubicBezTo>
                      <a:close/>
                      <a:moveTo>
                        <a:pt x="364435" y="233641"/>
                      </a:moveTo>
                      <a:cubicBezTo>
                        <a:pt x="375010" y="233641"/>
                        <a:pt x="383616" y="242247"/>
                        <a:pt x="383616" y="252822"/>
                      </a:cubicBezTo>
                      <a:lnTo>
                        <a:pt x="383616" y="259215"/>
                      </a:lnTo>
                      <a:lnTo>
                        <a:pt x="204595" y="259215"/>
                      </a:lnTo>
                      <a:lnTo>
                        <a:pt x="204595" y="252822"/>
                      </a:lnTo>
                      <a:cubicBezTo>
                        <a:pt x="204595" y="242247"/>
                        <a:pt x="213201" y="233641"/>
                        <a:pt x="223776" y="233641"/>
                      </a:cubicBezTo>
                      <a:close/>
                      <a:moveTo>
                        <a:pt x="358041" y="98199"/>
                      </a:moveTo>
                      <a:lnTo>
                        <a:pt x="358041" y="220854"/>
                      </a:lnTo>
                      <a:lnTo>
                        <a:pt x="345254" y="220854"/>
                      </a:lnTo>
                      <a:lnTo>
                        <a:pt x="345254" y="98199"/>
                      </a:lnTo>
                      <a:cubicBezTo>
                        <a:pt x="345254" y="81857"/>
                        <a:pt x="338221" y="67158"/>
                        <a:pt x="327071" y="56852"/>
                      </a:cubicBezTo>
                      <a:cubicBezTo>
                        <a:pt x="329065" y="52491"/>
                        <a:pt x="330299" y="47952"/>
                        <a:pt x="330862" y="43349"/>
                      </a:cubicBezTo>
                      <a:cubicBezTo>
                        <a:pt x="347812" y="56315"/>
                        <a:pt x="358041" y="76423"/>
                        <a:pt x="358041" y="98199"/>
                      </a:cubicBezTo>
                      <a:close/>
                      <a:moveTo>
                        <a:pt x="313580" y="20453"/>
                      </a:moveTo>
                      <a:cubicBezTo>
                        <a:pt x="318919" y="29052"/>
                        <a:pt x="319942" y="39570"/>
                        <a:pt x="316477" y="49096"/>
                      </a:cubicBezTo>
                      <a:cubicBezTo>
                        <a:pt x="310780" y="45880"/>
                        <a:pt x="304463" y="43668"/>
                        <a:pt x="297762" y="42601"/>
                      </a:cubicBezTo>
                      <a:close/>
                      <a:moveTo>
                        <a:pt x="288888" y="29046"/>
                      </a:moveTo>
                      <a:cubicBezTo>
                        <a:pt x="289809" y="29046"/>
                        <a:pt x="290723" y="29136"/>
                        <a:pt x="291644" y="29174"/>
                      </a:cubicBezTo>
                      <a:lnTo>
                        <a:pt x="282316" y="42242"/>
                      </a:lnTo>
                      <a:cubicBezTo>
                        <a:pt x="276549" y="42914"/>
                        <a:pt x="271018" y="44531"/>
                        <a:pt x="265820" y="46871"/>
                      </a:cubicBezTo>
                      <a:cubicBezTo>
                        <a:pt x="266933" y="44461"/>
                        <a:pt x="268205" y="42006"/>
                        <a:pt x="269816" y="39480"/>
                      </a:cubicBezTo>
                      <a:cubicBezTo>
                        <a:pt x="273978" y="32940"/>
                        <a:pt x="281107" y="29046"/>
                        <a:pt x="288888" y="29046"/>
                      </a:cubicBezTo>
                      <a:close/>
                      <a:moveTo>
                        <a:pt x="252624" y="74025"/>
                      </a:moveTo>
                      <a:cubicBezTo>
                        <a:pt x="260718" y="61877"/>
                        <a:pt x="274279" y="54620"/>
                        <a:pt x="288888" y="54620"/>
                      </a:cubicBezTo>
                      <a:cubicBezTo>
                        <a:pt x="312915" y="54620"/>
                        <a:pt x="332467" y="74172"/>
                        <a:pt x="332467" y="98199"/>
                      </a:cubicBezTo>
                      <a:lnTo>
                        <a:pt x="332467" y="220854"/>
                      </a:lnTo>
                      <a:lnTo>
                        <a:pt x="236563" y="220854"/>
                      </a:lnTo>
                      <a:lnTo>
                        <a:pt x="236563" y="218661"/>
                      </a:lnTo>
                      <a:cubicBezTo>
                        <a:pt x="236563" y="197044"/>
                        <a:pt x="244977" y="176719"/>
                        <a:pt x="260264" y="161438"/>
                      </a:cubicBezTo>
                      <a:lnTo>
                        <a:pt x="262137" y="159565"/>
                      </a:lnTo>
                      <a:lnTo>
                        <a:pt x="262137" y="144131"/>
                      </a:lnTo>
                      <a:lnTo>
                        <a:pt x="274925" y="144131"/>
                      </a:lnTo>
                      <a:cubicBezTo>
                        <a:pt x="292552" y="144131"/>
                        <a:pt x="306893" y="129790"/>
                        <a:pt x="306893" y="112163"/>
                      </a:cubicBezTo>
                      <a:lnTo>
                        <a:pt x="306893" y="105769"/>
                      </a:lnTo>
                      <a:lnTo>
                        <a:pt x="294105" y="105769"/>
                      </a:lnTo>
                      <a:lnTo>
                        <a:pt x="294105" y="112163"/>
                      </a:lnTo>
                      <a:cubicBezTo>
                        <a:pt x="294105" y="122738"/>
                        <a:pt x="285500" y="131344"/>
                        <a:pt x="274925" y="131344"/>
                      </a:cubicBezTo>
                      <a:lnTo>
                        <a:pt x="253097" y="131344"/>
                      </a:lnTo>
                      <a:lnTo>
                        <a:pt x="243884" y="140557"/>
                      </a:lnTo>
                      <a:cubicBezTo>
                        <a:pt x="241576" y="142865"/>
                        <a:pt x="238519" y="144131"/>
                        <a:pt x="235259" y="144131"/>
                      </a:cubicBezTo>
                      <a:cubicBezTo>
                        <a:pt x="230611" y="144131"/>
                        <a:pt x="226436" y="141548"/>
                        <a:pt x="224358" y="137392"/>
                      </a:cubicBezTo>
                      <a:lnTo>
                        <a:pt x="218367" y="125410"/>
                      </a:lnTo>
                      <a:close/>
                      <a:moveTo>
                        <a:pt x="57542" y="201673"/>
                      </a:moveTo>
                      <a:cubicBezTo>
                        <a:pt x="57542" y="177000"/>
                        <a:pt x="77625" y="156918"/>
                        <a:pt x="102298" y="156918"/>
                      </a:cubicBezTo>
                      <a:cubicBezTo>
                        <a:pt x="126970" y="156918"/>
                        <a:pt x="147053" y="177000"/>
                        <a:pt x="147053" y="201673"/>
                      </a:cubicBezTo>
                      <a:cubicBezTo>
                        <a:pt x="147053" y="226346"/>
                        <a:pt x="126970" y="246428"/>
                        <a:pt x="102298" y="246428"/>
                      </a:cubicBezTo>
                      <a:cubicBezTo>
                        <a:pt x="77625" y="246428"/>
                        <a:pt x="57542" y="226346"/>
                        <a:pt x="57542" y="201673"/>
                      </a:cubicBezTo>
                      <a:close/>
                      <a:moveTo>
                        <a:pt x="102298" y="301324"/>
                      </a:moveTo>
                      <a:lnTo>
                        <a:pt x="90693" y="289719"/>
                      </a:lnTo>
                      <a:lnTo>
                        <a:pt x="96351" y="259516"/>
                      </a:lnTo>
                      <a:cubicBezTo>
                        <a:pt x="98327" y="259388"/>
                        <a:pt x="100290" y="259215"/>
                        <a:pt x="102298" y="259215"/>
                      </a:cubicBezTo>
                      <a:cubicBezTo>
                        <a:pt x="104305" y="259215"/>
                        <a:pt x="106268" y="259388"/>
                        <a:pt x="108237" y="259516"/>
                      </a:cubicBezTo>
                      <a:lnTo>
                        <a:pt x="113895" y="289719"/>
                      </a:lnTo>
                      <a:close/>
                      <a:moveTo>
                        <a:pt x="67318" y="266344"/>
                      </a:moveTo>
                      <a:cubicBezTo>
                        <a:pt x="72324" y="264209"/>
                        <a:pt x="77580" y="262566"/>
                        <a:pt x="83002" y="261364"/>
                      </a:cubicBezTo>
                      <a:lnTo>
                        <a:pt x="79741" y="278767"/>
                      </a:lnTo>
                      <a:close/>
                      <a:moveTo>
                        <a:pt x="124854" y="278767"/>
                      </a:moveTo>
                      <a:lnTo>
                        <a:pt x="121593" y="261364"/>
                      </a:lnTo>
                      <a:cubicBezTo>
                        <a:pt x="127015" y="262559"/>
                        <a:pt x="132271" y="264209"/>
                        <a:pt x="137277" y="266344"/>
                      </a:cubicBezTo>
                      <a:close/>
                      <a:moveTo>
                        <a:pt x="12787" y="348726"/>
                      </a:moveTo>
                      <a:cubicBezTo>
                        <a:pt x="12787" y="316547"/>
                        <a:pt x="29916" y="288364"/>
                        <a:pt x="55477" y="272584"/>
                      </a:cubicBezTo>
                      <a:lnTo>
                        <a:pt x="93257" y="310364"/>
                      </a:lnTo>
                      <a:lnTo>
                        <a:pt x="83117" y="320504"/>
                      </a:lnTo>
                      <a:lnTo>
                        <a:pt x="83117" y="387087"/>
                      </a:lnTo>
                      <a:lnTo>
                        <a:pt x="44755" y="387087"/>
                      </a:lnTo>
                      <a:lnTo>
                        <a:pt x="44755" y="310364"/>
                      </a:lnTo>
                      <a:lnTo>
                        <a:pt x="31968" y="310364"/>
                      </a:lnTo>
                      <a:lnTo>
                        <a:pt x="31968" y="387087"/>
                      </a:lnTo>
                      <a:lnTo>
                        <a:pt x="12787" y="387087"/>
                      </a:lnTo>
                      <a:close/>
                      <a:moveTo>
                        <a:pt x="191808" y="387087"/>
                      </a:moveTo>
                      <a:lnTo>
                        <a:pt x="172627" y="387087"/>
                      </a:lnTo>
                      <a:lnTo>
                        <a:pt x="172627" y="310364"/>
                      </a:lnTo>
                      <a:lnTo>
                        <a:pt x="159840" y="310364"/>
                      </a:lnTo>
                      <a:lnTo>
                        <a:pt x="159840" y="387087"/>
                      </a:lnTo>
                      <a:lnTo>
                        <a:pt x="95904" y="387087"/>
                      </a:lnTo>
                      <a:lnTo>
                        <a:pt x="95904" y="325798"/>
                      </a:lnTo>
                      <a:lnTo>
                        <a:pt x="149118" y="272584"/>
                      </a:lnTo>
                      <a:cubicBezTo>
                        <a:pt x="174679" y="288364"/>
                        <a:pt x="191808" y="316547"/>
                        <a:pt x="191808" y="348726"/>
                      </a:cubicBezTo>
                      <a:close/>
                      <a:moveTo>
                        <a:pt x="383616" y="387087"/>
                      </a:moveTo>
                      <a:lnTo>
                        <a:pt x="204595" y="387087"/>
                      </a:lnTo>
                      <a:lnTo>
                        <a:pt x="204595" y="348726"/>
                      </a:lnTo>
                      <a:cubicBezTo>
                        <a:pt x="204595" y="302654"/>
                        <a:pt x="173963" y="263621"/>
                        <a:pt x="132009" y="250859"/>
                      </a:cubicBezTo>
                      <a:cubicBezTo>
                        <a:pt x="148657" y="240764"/>
                        <a:pt x="159840" y="222523"/>
                        <a:pt x="159840" y="201673"/>
                      </a:cubicBezTo>
                      <a:cubicBezTo>
                        <a:pt x="159840" y="169942"/>
                        <a:pt x="134029" y="144131"/>
                        <a:pt x="102298" y="144131"/>
                      </a:cubicBezTo>
                      <a:lnTo>
                        <a:pt x="102298" y="92982"/>
                      </a:lnTo>
                      <a:lnTo>
                        <a:pt x="224613" y="92982"/>
                      </a:lnTo>
                      <a:lnTo>
                        <a:pt x="203604" y="124490"/>
                      </a:lnTo>
                      <a:lnTo>
                        <a:pt x="212913" y="143121"/>
                      </a:lnTo>
                      <a:cubicBezTo>
                        <a:pt x="217190" y="151630"/>
                        <a:pt x="225745" y="156918"/>
                        <a:pt x="235259" y="156918"/>
                      </a:cubicBezTo>
                      <a:cubicBezTo>
                        <a:pt x="240367" y="156918"/>
                        <a:pt x="245226" y="155371"/>
                        <a:pt x="249350" y="152538"/>
                      </a:cubicBezTo>
                      <a:lnTo>
                        <a:pt x="249350" y="154322"/>
                      </a:lnTo>
                      <a:cubicBezTo>
                        <a:pt x="232836" y="171783"/>
                        <a:pt x="223776" y="194525"/>
                        <a:pt x="223776" y="218661"/>
                      </a:cubicBezTo>
                      <a:lnTo>
                        <a:pt x="223776" y="220854"/>
                      </a:lnTo>
                      <a:cubicBezTo>
                        <a:pt x="206149" y="220854"/>
                        <a:pt x="191808" y="235195"/>
                        <a:pt x="191808" y="252822"/>
                      </a:cubicBezTo>
                      <a:lnTo>
                        <a:pt x="191808" y="272003"/>
                      </a:lnTo>
                      <a:lnTo>
                        <a:pt x="383616" y="272003"/>
                      </a:ln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8" name="Freeform: Shape 107">
                  <a:extLst>
                    <a:ext uri="{FF2B5EF4-FFF2-40B4-BE49-F238E27FC236}">
                      <a16:creationId xmlns:a16="http://schemas.microsoft.com/office/drawing/2014/main" id="{E8F45476-3ECB-D708-4AF9-2817EA422235}"/>
                    </a:ext>
                  </a:extLst>
                </p:cNvPr>
                <p:cNvSpPr/>
                <p:nvPr/>
              </p:nvSpPr>
              <p:spPr>
                <a:xfrm>
                  <a:off x="4635935" y="3307521"/>
                  <a:ext cx="12787" cy="12787"/>
                </a:xfrm>
                <a:custGeom>
                  <a:avLst/>
                  <a:gdLst>
                    <a:gd name="connsiteX0" fmla="*/ 12787 w 12787"/>
                    <a:gd name="connsiteY0" fmla="*/ 6394 h 12787"/>
                    <a:gd name="connsiteX1" fmla="*/ 6394 w 12787"/>
                    <a:gd name="connsiteY1" fmla="*/ 12787 h 12787"/>
                    <a:gd name="connsiteX2" fmla="*/ 0 w 12787"/>
                    <a:gd name="connsiteY2" fmla="*/ 6394 h 12787"/>
                    <a:gd name="connsiteX3" fmla="*/ 6394 w 12787"/>
                    <a:gd name="connsiteY3" fmla="*/ 0 h 12787"/>
                    <a:gd name="connsiteX4" fmla="*/ 12787 w 12787"/>
                    <a:gd name="connsiteY4" fmla="*/ 6394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2787" h="12787">
                      <a:moveTo>
                        <a:pt x="12787" y="6394"/>
                      </a:moveTo>
                      <a:cubicBezTo>
                        <a:pt x="12787" y="9925"/>
                        <a:pt x="9925" y="12787"/>
                        <a:pt x="6394" y="12787"/>
                      </a:cubicBezTo>
                      <a:cubicBezTo>
                        <a:pt x="2863" y="12787"/>
                        <a:pt x="0" y="9925"/>
                        <a:pt x="0" y="6394"/>
                      </a:cubicBezTo>
                      <a:cubicBezTo>
                        <a:pt x="0" y="2863"/>
                        <a:pt x="2863" y="0"/>
                        <a:pt x="6394" y="0"/>
                      </a:cubicBezTo>
                      <a:cubicBezTo>
                        <a:pt x="9925" y="0"/>
                        <a:pt x="12787" y="2863"/>
                        <a:pt x="12787" y="6394"/>
                      </a:cubicBez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9" name="Freeform: Shape 108">
                  <a:extLst>
                    <a:ext uri="{FF2B5EF4-FFF2-40B4-BE49-F238E27FC236}">
                      <a16:creationId xmlns:a16="http://schemas.microsoft.com/office/drawing/2014/main" id="{21C92335-12FE-83A1-D364-381792B1F1C4}"/>
                    </a:ext>
                  </a:extLst>
                </p:cNvPr>
                <p:cNvSpPr/>
                <p:nvPr/>
              </p:nvSpPr>
              <p:spPr>
                <a:xfrm>
                  <a:off x="4488883" y="3333096"/>
                  <a:ext cx="12787" cy="12787"/>
                </a:xfrm>
                <a:custGeom>
                  <a:avLst/>
                  <a:gdLst>
                    <a:gd name="connsiteX0" fmla="*/ 0 w 12787"/>
                    <a:gd name="connsiteY0" fmla="*/ 0 h 12787"/>
                    <a:gd name="connsiteX1" fmla="*/ 12787 w 12787"/>
                    <a:gd name="connsiteY1" fmla="*/ 0 h 12787"/>
                    <a:gd name="connsiteX2" fmla="*/ 12787 w 12787"/>
                    <a:gd name="connsiteY2" fmla="*/ 12787 h 12787"/>
                    <a:gd name="connsiteX3" fmla="*/ 0 w 1278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87" h="12787">
                      <a:moveTo>
                        <a:pt x="0" y="0"/>
                      </a:moveTo>
                      <a:lnTo>
                        <a:pt x="12787" y="0"/>
                      </a:lnTo>
                      <a:lnTo>
                        <a:pt x="12787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0" name="Freeform: Shape 109">
                  <a:extLst>
                    <a:ext uri="{FF2B5EF4-FFF2-40B4-BE49-F238E27FC236}">
                      <a16:creationId xmlns:a16="http://schemas.microsoft.com/office/drawing/2014/main" id="{5367B9B6-F60B-7771-A1EB-8E0421CCB6CD}"/>
                    </a:ext>
                  </a:extLst>
                </p:cNvPr>
                <p:cNvSpPr/>
                <p:nvPr/>
              </p:nvSpPr>
              <p:spPr>
                <a:xfrm>
                  <a:off x="4514457" y="3333096"/>
                  <a:ext cx="12787" cy="12787"/>
                </a:xfrm>
                <a:custGeom>
                  <a:avLst/>
                  <a:gdLst>
                    <a:gd name="connsiteX0" fmla="*/ 0 w 12787"/>
                    <a:gd name="connsiteY0" fmla="*/ 0 h 12787"/>
                    <a:gd name="connsiteX1" fmla="*/ 12787 w 12787"/>
                    <a:gd name="connsiteY1" fmla="*/ 0 h 12787"/>
                    <a:gd name="connsiteX2" fmla="*/ 12787 w 12787"/>
                    <a:gd name="connsiteY2" fmla="*/ 12787 h 12787"/>
                    <a:gd name="connsiteX3" fmla="*/ 0 w 1278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87" h="12787">
                      <a:moveTo>
                        <a:pt x="0" y="0"/>
                      </a:moveTo>
                      <a:lnTo>
                        <a:pt x="12787" y="0"/>
                      </a:lnTo>
                      <a:lnTo>
                        <a:pt x="12787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1" name="Freeform: Shape 110">
                  <a:extLst>
                    <a:ext uri="{FF2B5EF4-FFF2-40B4-BE49-F238E27FC236}">
                      <a16:creationId xmlns:a16="http://schemas.microsoft.com/office/drawing/2014/main" id="{80B245F2-2C85-F960-9C5F-19D40AD4BB9C}"/>
                    </a:ext>
                  </a:extLst>
                </p:cNvPr>
                <p:cNvSpPr/>
                <p:nvPr/>
              </p:nvSpPr>
              <p:spPr>
                <a:xfrm>
                  <a:off x="4540032" y="3333096"/>
                  <a:ext cx="12787" cy="12787"/>
                </a:xfrm>
                <a:custGeom>
                  <a:avLst/>
                  <a:gdLst>
                    <a:gd name="connsiteX0" fmla="*/ 0 w 12787"/>
                    <a:gd name="connsiteY0" fmla="*/ 0 h 12787"/>
                    <a:gd name="connsiteX1" fmla="*/ 12787 w 12787"/>
                    <a:gd name="connsiteY1" fmla="*/ 0 h 12787"/>
                    <a:gd name="connsiteX2" fmla="*/ 12787 w 12787"/>
                    <a:gd name="connsiteY2" fmla="*/ 12787 h 12787"/>
                    <a:gd name="connsiteX3" fmla="*/ 0 w 1278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87" h="12787">
                      <a:moveTo>
                        <a:pt x="0" y="0"/>
                      </a:moveTo>
                      <a:lnTo>
                        <a:pt x="12787" y="0"/>
                      </a:lnTo>
                      <a:lnTo>
                        <a:pt x="12787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2" name="Freeform: Shape 111">
                  <a:extLst>
                    <a:ext uri="{FF2B5EF4-FFF2-40B4-BE49-F238E27FC236}">
                      <a16:creationId xmlns:a16="http://schemas.microsoft.com/office/drawing/2014/main" id="{A6D64AFC-7C53-8B8C-FD1E-CD4F6AFBB362}"/>
                    </a:ext>
                  </a:extLst>
                </p:cNvPr>
                <p:cNvSpPr/>
                <p:nvPr/>
              </p:nvSpPr>
              <p:spPr>
                <a:xfrm>
                  <a:off x="4488883" y="3358670"/>
                  <a:ext cx="63935" cy="12787"/>
                </a:xfrm>
                <a:custGeom>
                  <a:avLst/>
                  <a:gdLst>
                    <a:gd name="connsiteX0" fmla="*/ 0 w 63935"/>
                    <a:gd name="connsiteY0" fmla="*/ 0 h 12787"/>
                    <a:gd name="connsiteX1" fmla="*/ 63936 w 63935"/>
                    <a:gd name="connsiteY1" fmla="*/ 0 h 12787"/>
                    <a:gd name="connsiteX2" fmla="*/ 63936 w 63935"/>
                    <a:gd name="connsiteY2" fmla="*/ 12787 h 12787"/>
                    <a:gd name="connsiteX3" fmla="*/ 0 w 63935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3935" h="12787">
                      <a:moveTo>
                        <a:pt x="0" y="0"/>
                      </a:moveTo>
                      <a:lnTo>
                        <a:pt x="63936" y="0"/>
                      </a:lnTo>
                      <a:lnTo>
                        <a:pt x="63936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3" name="Freeform: Shape 112">
                  <a:extLst>
                    <a:ext uri="{FF2B5EF4-FFF2-40B4-BE49-F238E27FC236}">
                      <a16:creationId xmlns:a16="http://schemas.microsoft.com/office/drawing/2014/main" id="{F61D9916-0640-0124-019A-38F7B2C1E248}"/>
                    </a:ext>
                  </a:extLst>
                </p:cNvPr>
                <p:cNvSpPr/>
                <p:nvPr/>
              </p:nvSpPr>
              <p:spPr>
                <a:xfrm>
                  <a:off x="4591180" y="3512116"/>
                  <a:ext cx="153446" cy="89510"/>
                </a:xfrm>
                <a:custGeom>
                  <a:avLst/>
                  <a:gdLst>
                    <a:gd name="connsiteX0" fmla="*/ 153446 w 153446"/>
                    <a:gd name="connsiteY0" fmla="*/ 0 h 89510"/>
                    <a:gd name="connsiteX1" fmla="*/ 0 w 153446"/>
                    <a:gd name="connsiteY1" fmla="*/ 0 h 89510"/>
                    <a:gd name="connsiteX2" fmla="*/ 0 w 153446"/>
                    <a:gd name="connsiteY2" fmla="*/ 89510 h 89510"/>
                    <a:gd name="connsiteX3" fmla="*/ 153446 w 153446"/>
                    <a:gd name="connsiteY3" fmla="*/ 89510 h 89510"/>
                    <a:gd name="connsiteX4" fmla="*/ 140659 w 153446"/>
                    <a:gd name="connsiteY4" fmla="*/ 76723 h 89510"/>
                    <a:gd name="connsiteX5" fmla="*/ 12787 w 153446"/>
                    <a:gd name="connsiteY5" fmla="*/ 76723 h 89510"/>
                    <a:gd name="connsiteX6" fmla="*/ 12787 w 153446"/>
                    <a:gd name="connsiteY6" fmla="*/ 12787 h 89510"/>
                    <a:gd name="connsiteX7" fmla="*/ 140659 w 153446"/>
                    <a:gd name="connsiteY7" fmla="*/ 12787 h 895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53446" h="89510">
                      <a:moveTo>
                        <a:pt x="153446" y="0"/>
                      </a:moveTo>
                      <a:lnTo>
                        <a:pt x="0" y="0"/>
                      </a:lnTo>
                      <a:lnTo>
                        <a:pt x="0" y="89510"/>
                      </a:lnTo>
                      <a:lnTo>
                        <a:pt x="153446" y="89510"/>
                      </a:lnTo>
                      <a:close/>
                      <a:moveTo>
                        <a:pt x="140659" y="76723"/>
                      </a:moveTo>
                      <a:lnTo>
                        <a:pt x="12787" y="76723"/>
                      </a:lnTo>
                      <a:lnTo>
                        <a:pt x="12787" y="12787"/>
                      </a:lnTo>
                      <a:lnTo>
                        <a:pt x="140659" y="12787"/>
                      </a:ln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4" name="Freeform: Shape 113">
                  <a:extLst>
                    <a:ext uri="{FF2B5EF4-FFF2-40B4-BE49-F238E27FC236}">
                      <a16:creationId xmlns:a16="http://schemas.microsoft.com/office/drawing/2014/main" id="{0DE85F84-DCA6-5EFC-8654-7EA5AE77E442}"/>
                    </a:ext>
                  </a:extLst>
                </p:cNvPr>
                <p:cNvSpPr/>
                <p:nvPr/>
              </p:nvSpPr>
              <p:spPr>
                <a:xfrm>
                  <a:off x="4616755" y="3537691"/>
                  <a:ext cx="102297" cy="12787"/>
                </a:xfrm>
                <a:custGeom>
                  <a:avLst/>
                  <a:gdLst>
                    <a:gd name="connsiteX0" fmla="*/ 0 w 102297"/>
                    <a:gd name="connsiteY0" fmla="*/ 0 h 12787"/>
                    <a:gd name="connsiteX1" fmla="*/ 102298 w 102297"/>
                    <a:gd name="connsiteY1" fmla="*/ 0 h 12787"/>
                    <a:gd name="connsiteX2" fmla="*/ 102298 w 102297"/>
                    <a:gd name="connsiteY2" fmla="*/ 12787 h 12787"/>
                    <a:gd name="connsiteX3" fmla="*/ 0 w 10229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2297" h="12787">
                      <a:moveTo>
                        <a:pt x="0" y="0"/>
                      </a:moveTo>
                      <a:lnTo>
                        <a:pt x="102298" y="0"/>
                      </a:lnTo>
                      <a:lnTo>
                        <a:pt x="102298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15" name="Freeform: Shape 114">
                  <a:extLst>
                    <a:ext uri="{FF2B5EF4-FFF2-40B4-BE49-F238E27FC236}">
                      <a16:creationId xmlns:a16="http://schemas.microsoft.com/office/drawing/2014/main" id="{79693A31-FB40-D7FB-B6DD-5ED44080452C}"/>
                    </a:ext>
                  </a:extLst>
                </p:cNvPr>
                <p:cNvSpPr/>
                <p:nvPr/>
              </p:nvSpPr>
              <p:spPr>
                <a:xfrm>
                  <a:off x="4616755" y="3563265"/>
                  <a:ext cx="102297" cy="12787"/>
                </a:xfrm>
                <a:custGeom>
                  <a:avLst/>
                  <a:gdLst>
                    <a:gd name="connsiteX0" fmla="*/ 0 w 102297"/>
                    <a:gd name="connsiteY0" fmla="*/ 0 h 12787"/>
                    <a:gd name="connsiteX1" fmla="*/ 102298 w 102297"/>
                    <a:gd name="connsiteY1" fmla="*/ 0 h 12787"/>
                    <a:gd name="connsiteX2" fmla="*/ 102298 w 102297"/>
                    <a:gd name="connsiteY2" fmla="*/ 12787 h 12787"/>
                    <a:gd name="connsiteX3" fmla="*/ 0 w 10229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02297" h="12787">
                      <a:moveTo>
                        <a:pt x="0" y="0"/>
                      </a:moveTo>
                      <a:lnTo>
                        <a:pt x="102298" y="0"/>
                      </a:lnTo>
                      <a:lnTo>
                        <a:pt x="102298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grpFill/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1" name="Graphic 36">
                <a:extLst>
                  <a:ext uri="{FF2B5EF4-FFF2-40B4-BE49-F238E27FC236}">
                    <a16:creationId xmlns:a16="http://schemas.microsoft.com/office/drawing/2014/main" id="{5EAD486F-8A6B-1957-4E85-C0912EFBB607}"/>
                  </a:ext>
                </a:extLst>
              </p:cNvPr>
              <p:cNvGrpSpPr/>
              <p:nvPr/>
            </p:nvGrpSpPr>
            <p:grpSpPr>
              <a:xfrm>
                <a:off x="5885371" y="2758094"/>
                <a:ext cx="388732" cy="388732"/>
                <a:chOff x="4367405" y="3224405"/>
                <a:chExt cx="409190" cy="409190"/>
              </a:xfrm>
            </p:grpSpPr>
            <p:sp>
              <p:nvSpPr>
                <p:cNvPr id="93" name="Freeform: Shape 92">
                  <a:extLst>
                    <a:ext uri="{FF2B5EF4-FFF2-40B4-BE49-F238E27FC236}">
                      <a16:creationId xmlns:a16="http://schemas.microsoft.com/office/drawing/2014/main" id="{87DF924F-E464-C19F-5D06-092CA2924BD9}"/>
                    </a:ext>
                  </a:extLst>
                </p:cNvPr>
                <p:cNvSpPr/>
                <p:nvPr/>
              </p:nvSpPr>
              <p:spPr>
                <a:xfrm>
                  <a:off x="4444128" y="3371457"/>
                  <a:ext cx="12787" cy="12787"/>
                </a:xfrm>
                <a:custGeom>
                  <a:avLst/>
                  <a:gdLst>
                    <a:gd name="connsiteX0" fmla="*/ 0 w 12787"/>
                    <a:gd name="connsiteY0" fmla="*/ 0 h 12787"/>
                    <a:gd name="connsiteX1" fmla="*/ 12787 w 12787"/>
                    <a:gd name="connsiteY1" fmla="*/ 0 h 12787"/>
                    <a:gd name="connsiteX2" fmla="*/ 12787 w 12787"/>
                    <a:gd name="connsiteY2" fmla="*/ 12787 h 12787"/>
                    <a:gd name="connsiteX3" fmla="*/ 0 w 1278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87" h="12787">
                      <a:moveTo>
                        <a:pt x="0" y="0"/>
                      </a:moveTo>
                      <a:lnTo>
                        <a:pt x="12787" y="0"/>
                      </a:lnTo>
                      <a:lnTo>
                        <a:pt x="12787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4" name="Freeform: Shape 93">
                  <a:extLst>
                    <a:ext uri="{FF2B5EF4-FFF2-40B4-BE49-F238E27FC236}">
                      <a16:creationId xmlns:a16="http://schemas.microsoft.com/office/drawing/2014/main" id="{CA07F960-4518-EC62-126E-A199F3E153ED}"/>
                    </a:ext>
                  </a:extLst>
                </p:cNvPr>
                <p:cNvSpPr/>
                <p:nvPr/>
              </p:nvSpPr>
              <p:spPr>
                <a:xfrm>
                  <a:off x="4444128" y="3397032"/>
                  <a:ext cx="12787" cy="12787"/>
                </a:xfrm>
                <a:custGeom>
                  <a:avLst/>
                  <a:gdLst>
                    <a:gd name="connsiteX0" fmla="*/ 0 w 12787"/>
                    <a:gd name="connsiteY0" fmla="*/ 0 h 12787"/>
                    <a:gd name="connsiteX1" fmla="*/ 12787 w 12787"/>
                    <a:gd name="connsiteY1" fmla="*/ 0 h 12787"/>
                    <a:gd name="connsiteX2" fmla="*/ 12787 w 12787"/>
                    <a:gd name="connsiteY2" fmla="*/ 12787 h 12787"/>
                    <a:gd name="connsiteX3" fmla="*/ 0 w 1278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87" h="12787">
                      <a:moveTo>
                        <a:pt x="0" y="0"/>
                      </a:moveTo>
                      <a:lnTo>
                        <a:pt x="12787" y="0"/>
                      </a:lnTo>
                      <a:lnTo>
                        <a:pt x="12787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5" name="Freeform: Shape 94">
                  <a:extLst>
                    <a:ext uri="{FF2B5EF4-FFF2-40B4-BE49-F238E27FC236}">
                      <a16:creationId xmlns:a16="http://schemas.microsoft.com/office/drawing/2014/main" id="{212C3939-832F-70A6-0200-3B3F5C871CDD}"/>
                    </a:ext>
                  </a:extLst>
                </p:cNvPr>
                <p:cNvSpPr/>
                <p:nvPr/>
              </p:nvSpPr>
              <p:spPr>
                <a:xfrm>
                  <a:off x="4514457" y="3352276"/>
                  <a:ext cx="230169" cy="274924"/>
                </a:xfrm>
                <a:custGeom>
                  <a:avLst/>
                  <a:gdLst>
                    <a:gd name="connsiteX0" fmla="*/ 179021 w 230169"/>
                    <a:gd name="connsiteY0" fmla="*/ 262137 h 274924"/>
                    <a:gd name="connsiteX1" fmla="*/ 140659 w 230169"/>
                    <a:gd name="connsiteY1" fmla="*/ 262137 h 274924"/>
                    <a:gd name="connsiteX2" fmla="*/ 140659 w 230169"/>
                    <a:gd name="connsiteY2" fmla="*/ 83117 h 274924"/>
                    <a:gd name="connsiteX3" fmla="*/ 89510 w 230169"/>
                    <a:gd name="connsiteY3" fmla="*/ 83117 h 274924"/>
                    <a:gd name="connsiteX4" fmla="*/ 89510 w 230169"/>
                    <a:gd name="connsiteY4" fmla="*/ 262137 h 274924"/>
                    <a:gd name="connsiteX5" fmla="*/ 51149 w 230169"/>
                    <a:gd name="connsiteY5" fmla="*/ 262137 h 274924"/>
                    <a:gd name="connsiteX6" fmla="*/ 51149 w 230169"/>
                    <a:gd name="connsiteY6" fmla="*/ 147053 h 274924"/>
                    <a:gd name="connsiteX7" fmla="*/ 0 w 230169"/>
                    <a:gd name="connsiteY7" fmla="*/ 147053 h 274924"/>
                    <a:gd name="connsiteX8" fmla="*/ 0 w 230169"/>
                    <a:gd name="connsiteY8" fmla="*/ 274925 h 274924"/>
                    <a:gd name="connsiteX9" fmla="*/ 230169 w 230169"/>
                    <a:gd name="connsiteY9" fmla="*/ 274925 h 274924"/>
                    <a:gd name="connsiteX10" fmla="*/ 230169 w 230169"/>
                    <a:gd name="connsiteY10" fmla="*/ 0 h 274924"/>
                    <a:gd name="connsiteX11" fmla="*/ 179021 w 230169"/>
                    <a:gd name="connsiteY11" fmla="*/ 0 h 274924"/>
                    <a:gd name="connsiteX12" fmla="*/ 38362 w 230169"/>
                    <a:gd name="connsiteY12" fmla="*/ 262137 h 274924"/>
                    <a:gd name="connsiteX13" fmla="*/ 12787 w 230169"/>
                    <a:gd name="connsiteY13" fmla="*/ 262137 h 274924"/>
                    <a:gd name="connsiteX14" fmla="*/ 12787 w 230169"/>
                    <a:gd name="connsiteY14" fmla="*/ 159840 h 274924"/>
                    <a:gd name="connsiteX15" fmla="*/ 38362 w 230169"/>
                    <a:gd name="connsiteY15" fmla="*/ 159840 h 274924"/>
                    <a:gd name="connsiteX16" fmla="*/ 102298 w 230169"/>
                    <a:gd name="connsiteY16" fmla="*/ 95904 h 274924"/>
                    <a:gd name="connsiteX17" fmla="*/ 127872 w 230169"/>
                    <a:gd name="connsiteY17" fmla="*/ 95904 h 274924"/>
                    <a:gd name="connsiteX18" fmla="*/ 127872 w 230169"/>
                    <a:gd name="connsiteY18" fmla="*/ 262137 h 274924"/>
                    <a:gd name="connsiteX19" fmla="*/ 102298 w 230169"/>
                    <a:gd name="connsiteY19" fmla="*/ 262137 h 274924"/>
                    <a:gd name="connsiteX20" fmla="*/ 191808 w 230169"/>
                    <a:gd name="connsiteY20" fmla="*/ 12787 h 274924"/>
                    <a:gd name="connsiteX21" fmla="*/ 217382 w 230169"/>
                    <a:gd name="connsiteY21" fmla="*/ 12787 h 274924"/>
                    <a:gd name="connsiteX22" fmla="*/ 217382 w 230169"/>
                    <a:gd name="connsiteY22" fmla="*/ 262137 h 274924"/>
                    <a:gd name="connsiteX23" fmla="*/ 191808 w 230169"/>
                    <a:gd name="connsiteY23" fmla="*/ 262137 h 2749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230169" h="274924">
                      <a:moveTo>
                        <a:pt x="179021" y="262137"/>
                      </a:moveTo>
                      <a:lnTo>
                        <a:pt x="140659" y="262137"/>
                      </a:lnTo>
                      <a:lnTo>
                        <a:pt x="140659" y="83117"/>
                      </a:lnTo>
                      <a:lnTo>
                        <a:pt x="89510" y="83117"/>
                      </a:lnTo>
                      <a:lnTo>
                        <a:pt x="89510" y="262137"/>
                      </a:lnTo>
                      <a:lnTo>
                        <a:pt x="51149" y="262137"/>
                      </a:lnTo>
                      <a:lnTo>
                        <a:pt x="51149" y="147053"/>
                      </a:lnTo>
                      <a:lnTo>
                        <a:pt x="0" y="147053"/>
                      </a:lnTo>
                      <a:lnTo>
                        <a:pt x="0" y="274925"/>
                      </a:lnTo>
                      <a:lnTo>
                        <a:pt x="230169" y="274925"/>
                      </a:lnTo>
                      <a:lnTo>
                        <a:pt x="230169" y="0"/>
                      </a:lnTo>
                      <a:lnTo>
                        <a:pt x="179021" y="0"/>
                      </a:lnTo>
                      <a:close/>
                      <a:moveTo>
                        <a:pt x="38362" y="262137"/>
                      </a:moveTo>
                      <a:lnTo>
                        <a:pt x="12787" y="262137"/>
                      </a:lnTo>
                      <a:lnTo>
                        <a:pt x="12787" y="159840"/>
                      </a:lnTo>
                      <a:lnTo>
                        <a:pt x="38362" y="159840"/>
                      </a:lnTo>
                      <a:close/>
                      <a:moveTo>
                        <a:pt x="102298" y="95904"/>
                      </a:moveTo>
                      <a:lnTo>
                        <a:pt x="127872" y="95904"/>
                      </a:lnTo>
                      <a:lnTo>
                        <a:pt x="127872" y="262137"/>
                      </a:lnTo>
                      <a:lnTo>
                        <a:pt x="102298" y="262137"/>
                      </a:lnTo>
                      <a:close/>
                      <a:moveTo>
                        <a:pt x="191808" y="12787"/>
                      </a:moveTo>
                      <a:lnTo>
                        <a:pt x="217382" y="12787"/>
                      </a:lnTo>
                      <a:lnTo>
                        <a:pt x="217382" y="262137"/>
                      </a:lnTo>
                      <a:lnTo>
                        <a:pt x="191808" y="26213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6" name="Freeform: Shape 95">
                  <a:extLst>
                    <a:ext uri="{FF2B5EF4-FFF2-40B4-BE49-F238E27FC236}">
                      <a16:creationId xmlns:a16="http://schemas.microsoft.com/office/drawing/2014/main" id="{2675EF2D-5EA3-01C8-C7CC-B6DA8A8C3A76}"/>
                    </a:ext>
                  </a:extLst>
                </p:cNvPr>
                <p:cNvSpPr/>
                <p:nvPr/>
              </p:nvSpPr>
              <p:spPr>
                <a:xfrm>
                  <a:off x="4693478" y="3281947"/>
                  <a:ext cx="12787" cy="12787"/>
                </a:xfrm>
                <a:custGeom>
                  <a:avLst/>
                  <a:gdLst>
                    <a:gd name="connsiteX0" fmla="*/ 0 w 12787"/>
                    <a:gd name="connsiteY0" fmla="*/ 0 h 12787"/>
                    <a:gd name="connsiteX1" fmla="*/ 12787 w 12787"/>
                    <a:gd name="connsiteY1" fmla="*/ 0 h 12787"/>
                    <a:gd name="connsiteX2" fmla="*/ 12787 w 12787"/>
                    <a:gd name="connsiteY2" fmla="*/ 12787 h 12787"/>
                    <a:gd name="connsiteX3" fmla="*/ 0 w 1278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87" h="12787">
                      <a:moveTo>
                        <a:pt x="0" y="0"/>
                      </a:moveTo>
                      <a:lnTo>
                        <a:pt x="12787" y="0"/>
                      </a:lnTo>
                      <a:lnTo>
                        <a:pt x="12787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7" name="Freeform: Shape 96">
                  <a:extLst>
                    <a:ext uri="{FF2B5EF4-FFF2-40B4-BE49-F238E27FC236}">
                      <a16:creationId xmlns:a16="http://schemas.microsoft.com/office/drawing/2014/main" id="{A21BB234-AD47-3C42-91D2-56C55D95EC09}"/>
                    </a:ext>
                  </a:extLst>
                </p:cNvPr>
                <p:cNvSpPr/>
                <p:nvPr/>
              </p:nvSpPr>
              <p:spPr>
                <a:xfrm>
                  <a:off x="4719052" y="3281947"/>
                  <a:ext cx="25574" cy="12787"/>
                </a:xfrm>
                <a:custGeom>
                  <a:avLst/>
                  <a:gdLst>
                    <a:gd name="connsiteX0" fmla="*/ 0 w 25574"/>
                    <a:gd name="connsiteY0" fmla="*/ 0 h 12787"/>
                    <a:gd name="connsiteX1" fmla="*/ 25574 w 25574"/>
                    <a:gd name="connsiteY1" fmla="*/ 0 h 12787"/>
                    <a:gd name="connsiteX2" fmla="*/ 25574 w 25574"/>
                    <a:gd name="connsiteY2" fmla="*/ 12787 h 12787"/>
                    <a:gd name="connsiteX3" fmla="*/ 0 w 25574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574" h="12787">
                      <a:moveTo>
                        <a:pt x="0" y="0"/>
                      </a:moveTo>
                      <a:lnTo>
                        <a:pt x="25574" y="0"/>
                      </a:lnTo>
                      <a:lnTo>
                        <a:pt x="25574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8" name="Freeform: Shape 97">
                  <a:extLst>
                    <a:ext uri="{FF2B5EF4-FFF2-40B4-BE49-F238E27FC236}">
                      <a16:creationId xmlns:a16="http://schemas.microsoft.com/office/drawing/2014/main" id="{1D78272F-FAFB-9052-F09A-CBC49170C08E}"/>
                    </a:ext>
                  </a:extLst>
                </p:cNvPr>
                <p:cNvSpPr/>
                <p:nvPr/>
              </p:nvSpPr>
              <p:spPr>
                <a:xfrm>
                  <a:off x="4667903" y="3256372"/>
                  <a:ext cx="102297" cy="88250"/>
                </a:xfrm>
                <a:custGeom>
                  <a:avLst/>
                  <a:gdLst>
                    <a:gd name="connsiteX0" fmla="*/ 83117 w 102297"/>
                    <a:gd name="connsiteY0" fmla="*/ 0 h 88250"/>
                    <a:gd name="connsiteX1" fmla="*/ 19181 w 102297"/>
                    <a:gd name="connsiteY1" fmla="*/ 0 h 88250"/>
                    <a:gd name="connsiteX2" fmla="*/ 0 w 102297"/>
                    <a:gd name="connsiteY2" fmla="*/ 19181 h 88250"/>
                    <a:gd name="connsiteX3" fmla="*/ 0 w 102297"/>
                    <a:gd name="connsiteY3" fmla="*/ 44755 h 88250"/>
                    <a:gd name="connsiteX4" fmla="*/ 19181 w 102297"/>
                    <a:gd name="connsiteY4" fmla="*/ 63936 h 88250"/>
                    <a:gd name="connsiteX5" fmla="*/ 34941 w 102297"/>
                    <a:gd name="connsiteY5" fmla="*/ 63936 h 88250"/>
                    <a:gd name="connsiteX6" fmla="*/ 51149 w 102297"/>
                    <a:gd name="connsiteY6" fmla="*/ 88251 h 88250"/>
                    <a:gd name="connsiteX7" fmla="*/ 67357 w 102297"/>
                    <a:gd name="connsiteY7" fmla="*/ 63936 h 88250"/>
                    <a:gd name="connsiteX8" fmla="*/ 83117 w 102297"/>
                    <a:gd name="connsiteY8" fmla="*/ 63936 h 88250"/>
                    <a:gd name="connsiteX9" fmla="*/ 102298 w 102297"/>
                    <a:gd name="connsiteY9" fmla="*/ 44755 h 88250"/>
                    <a:gd name="connsiteX10" fmla="*/ 102298 w 102297"/>
                    <a:gd name="connsiteY10" fmla="*/ 19181 h 88250"/>
                    <a:gd name="connsiteX11" fmla="*/ 83117 w 102297"/>
                    <a:gd name="connsiteY11" fmla="*/ 0 h 88250"/>
                    <a:gd name="connsiteX12" fmla="*/ 89510 w 102297"/>
                    <a:gd name="connsiteY12" fmla="*/ 44755 h 88250"/>
                    <a:gd name="connsiteX13" fmla="*/ 83117 w 102297"/>
                    <a:gd name="connsiteY13" fmla="*/ 51149 h 88250"/>
                    <a:gd name="connsiteX14" fmla="*/ 60515 w 102297"/>
                    <a:gd name="connsiteY14" fmla="*/ 51149 h 88250"/>
                    <a:gd name="connsiteX15" fmla="*/ 51149 w 102297"/>
                    <a:gd name="connsiteY15" fmla="*/ 65195 h 88250"/>
                    <a:gd name="connsiteX16" fmla="*/ 41782 w 102297"/>
                    <a:gd name="connsiteY16" fmla="*/ 51149 h 88250"/>
                    <a:gd name="connsiteX17" fmla="*/ 19181 w 102297"/>
                    <a:gd name="connsiteY17" fmla="*/ 51149 h 88250"/>
                    <a:gd name="connsiteX18" fmla="*/ 12787 w 102297"/>
                    <a:gd name="connsiteY18" fmla="*/ 44755 h 88250"/>
                    <a:gd name="connsiteX19" fmla="*/ 12787 w 102297"/>
                    <a:gd name="connsiteY19" fmla="*/ 19181 h 88250"/>
                    <a:gd name="connsiteX20" fmla="*/ 19181 w 102297"/>
                    <a:gd name="connsiteY20" fmla="*/ 12787 h 88250"/>
                    <a:gd name="connsiteX21" fmla="*/ 83117 w 102297"/>
                    <a:gd name="connsiteY21" fmla="*/ 12787 h 88250"/>
                    <a:gd name="connsiteX22" fmla="*/ 89510 w 102297"/>
                    <a:gd name="connsiteY22" fmla="*/ 19181 h 88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02297" h="88250">
                      <a:moveTo>
                        <a:pt x="83117" y="0"/>
                      </a:moveTo>
                      <a:lnTo>
                        <a:pt x="19181" y="0"/>
                      </a:lnTo>
                      <a:cubicBezTo>
                        <a:pt x="8606" y="0"/>
                        <a:pt x="0" y="8606"/>
                        <a:pt x="0" y="19181"/>
                      </a:cubicBezTo>
                      <a:lnTo>
                        <a:pt x="0" y="44755"/>
                      </a:lnTo>
                      <a:cubicBezTo>
                        <a:pt x="0" y="55330"/>
                        <a:pt x="8606" y="63936"/>
                        <a:pt x="19181" y="63936"/>
                      </a:cubicBezTo>
                      <a:lnTo>
                        <a:pt x="34941" y="63936"/>
                      </a:lnTo>
                      <a:lnTo>
                        <a:pt x="51149" y="88251"/>
                      </a:lnTo>
                      <a:lnTo>
                        <a:pt x="67357" y="63936"/>
                      </a:lnTo>
                      <a:lnTo>
                        <a:pt x="83117" y="63936"/>
                      </a:lnTo>
                      <a:cubicBezTo>
                        <a:pt x="93692" y="63936"/>
                        <a:pt x="102298" y="55330"/>
                        <a:pt x="102298" y="44755"/>
                      </a:cubicBezTo>
                      <a:lnTo>
                        <a:pt x="102298" y="19181"/>
                      </a:lnTo>
                      <a:cubicBezTo>
                        <a:pt x="102298" y="8606"/>
                        <a:pt x="93692" y="0"/>
                        <a:pt x="83117" y="0"/>
                      </a:cubicBezTo>
                      <a:close/>
                      <a:moveTo>
                        <a:pt x="89510" y="44755"/>
                      </a:moveTo>
                      <a:cubicBezTo>
                        <a:pt x="89510" y="48284"/>
                        <a:pt x="86640" y="51149"/>
                        <a:pt x="83117" y="51149"/>
                      </a:cubicBezTo>
                      <a:lnTo>
                        <a:pt x="60515" y="51149"/>
                      </a:lnTo>
                      <a:lnTo>
                        <a:pt x="51149" y="65195"/>
                      </a:lnTo>
                      <a:lnTo>
                        <a:pt x="41782" y="51149"/>
                      </a:lnTo>
                      <a:lnTo>
                        <a:pt x="19181" y="51149"/>
                      </a:lnTo>
                      <a:cubicBezTo>
                        <a:pt x="15658" y="51149"/>
                        <a:pt x="12787" y="48284"/>
                        <a:pt x="12787" y="44755"/>
                      </a:cubicBezTo>
                      <a:lnTo>
                        <a:pt x="12787" y="19181"/>
                      </a:lnTo>
                      <a:cubicBezTo>
                        <a:pt x="12787" y="15652"/>
                        <a:pt x="15658" y="12787"/>
                        <a:pt x="19181" y="12787"/>
                      </a:cubicBezTo>
                      <a:lnTo>
                        <a:pt x="83117" y="12787"/>
                      </a:lnTo>
                      <a:cubicBezTo>
                        <a:pt x="86640" y="12787"/>
                        <a:pt x="89510" y="15652"/>
                        <a:pt x="89510" y="19181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9" name="Freeform: Shape 98">
                  <a:extLst>
                    <a:ext uri="{FF2B5EF4-FFF2-40B4-BE49-F238E27FC236}">
                      <a16:creationId xmlns:a16="http://schemas.microsoft.com/office/drawing/2014/main" id="{B2AB6DAE-4788-46A1-A82F-72099D413457}"/>
                    </a:ext>
                  </a:extLst>
                </p:cNvPr>
                <p:cNvSpPr/>
                <p:nvPr/>
              </p:nvSpPr>
              <p:spPr>
                <a:xfrm>
                  <a:off x="4603967" y="3358670"/>
                  <a:ext cx="12787" cy="12787"/>
                </a:xfrm>
                <a:custGeom>
                  <a:avLst/>
                  <a:gdLst>
                    <a:gd name="connsiteX0" fmla="*/ 0 w 12787"/>
                    <a:gd name="connsiteY0" fmla="*/ 0 h 12787"/>
                    <a:gd name="connsiteX1" fmla="*/ 12787 w 12787"/>
                    <a:gd name="connsiteY1" fmla="*/ 0 h 12787"/>
                    <a:gd name="connsiteX2" fmla="*/ 12787 w 12787"/>
                    <a:gd name="connsiteY2" fmla="*/ 12787 h 12787"/>
                    <a:gd name="connsiteX3" fmla="*/ 0 w 1278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87" h="12787">
                      <a:moveTo>
                        <a:pt x="0" y="0"/>
                      </a:moveTo>
                      <a:lnTo>
                        <a:pt x="12787" y="0"/>
                      </a:lnTo>
                      <a:lnTo>
                        <a:pt x="12787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0" name="Freeform: Shape 99">
                  <a:extLst>
                    <a:ext uri="{FF2B5EF4-FFF2-40B4-BE49-F238E27FC236}">
                      <a16:creationId xmlns:a16="http://schemas.microsoft.com/office/drawing/2014/main" id="{21EC06CD-00A9-EFB5-F73C-BFB309449FCE}"/>
                    </a:ext>
                  </a:extLst>
                </p:cNvPr>
                <p:cNvSpPr/>
                <p:nvPr/>
              </p:nvSpPr>
              <p:spPr>
                <a:xfrm>
                  <a:off x="4629542" y="3358670"/>
                  <a:ext cx="25574" cy="12787"/>
                </a:xfrm>
                <a:custGeom>
                  <a:avLst/>
                  <a:gdLst>
                    <a:gd name="connsiteX0" fmla="*/ 0 w 25574"/>
                    <a:gd name="connsiteY0" fmla="*/ 0 h 12787"/>
                    <a:gd name="connsiteX1" fmla="*/ 25574 w 25574"/>
                    <a:gd name="connsiteY1" fmla="*/ 0 h 12787"/>
                    <a:gd name="connsiteX2" fmla="*/ 25574 w 25574"/>
                    <a:gd name="connsiteY2" fmla="*/ 12787 h 12787"/>
                    <a:gd name="connsiteX3" fmla="*/ 0 w 25574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574" h="12787">
                      <a:moveTo>
                        <a:pt x="0" y="0"/>
                      </a:moveTo>
                      <a:lnTo>
                        <a:pt x="25574" y="0"/>
                      </a:lnTo>
                      <a:lnTo>
                        <a:pt x="25574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1" name="Freeform: Shape 100">
                  <a:extLst>
                    <a:ext uri="{FF2B5EF4-FFF2-40B4-BE49-F238E27FC236}">
                      <a16:creationId xmlns:a16="http://schemas.microsoft.com/office/drawing/2014/main" id="{770DB2E0-B0C7-B9BA-93DA-94BA6C041CEE}"/>
                    </a:ext>
                  </a:extLst>
                </p:cNvPr>
                <p:cNvSpPr/>
                <p:nvPr/>
              </p:nvSpPr>
              <p:spPr>
                <a:xfrm>
                  <a:off x="4578393" y="3333096"/>
                  <a:ext cx="102297" cy="88250"/>
                </a:xfrm>
                <a:custGeom>
                  <a:avLst/>
                  <a:gdLst>
                    <a:gd name="connsiteX0" fmla="*/ 19181 w 102297"/>
                    <a:gd name="connsiteY0" fmla="*/ 63936 h 88250"/>
                    <a:gd name="connsiteX1" fmla="*/ 34941 w 102297"/>
                    <a:gd name="connsiteY1" fmla="*/ 63936 h 88250"/>
                    <a:gd name="connsiteX2" fmla="*/ 51149 w 102297"/>
                    <a:gd name="connsiteY2" fmla="*/ 88251 h 88250"/>
                    <a:gd name="connsiteX3" fmla="*/ 67357 w 102297"/>
                    <a:gd name="connsiteY3" fmla="*/ 63936 h 88250"/>
                    <a:gd name="connsiteX4" fmla="*/ 83117 w 102297"/>
                    <a:gd name="connsiteY4" fmla="*/ 63936 h 88250"/>
                    <a:gd name="connsiteX5" fmla="*/ 102298 w 102297"/>
                    <a:gd name="connsiteY5" fmla="*/ 44755 h 88250"/>
                    <a:gd name="connsiteX6" fmla="*/ 102298 w 102297"/>
                    <a:gd name="connsiteY6" fmla="*/ 19181 h 88250"/>
                    <a:gd name="connsiteX7" fmla="*/ 83117 w 102297"/>
                    <a:gd name="connsiteY7" fmla="*/ 0 h 88250"/>
                    <a:gd name="connsiteX8" fmla="*/ 19181 w 102297"/>
                    <a:gd name="connsiteY8" fmla="*/ 0 h 88250"/>
                    <a:gd name="connsiteX9" fmla="*/ 0 w 102297"/>
                    <a:gd name="connsiteY9" fmla="*/ 19181 h 88250"/>
                    <a:gd name="connsiteX10" fmla="*/ 0 w 102297"/>
                    <a:gd name="connsiteY10" fmla="*/ 44755 h 88250"/>
                    <a:gd name="connsiteX11" fmla="*/ 19181 w 102297"/>
                    <a:gd name="connsiteY11" fmla="*/ 63936 h 88250"/>
                    <a:gd name="connsiteX12" fmla="*/ 12787 w 102297"/>
                    <a:gd name="connsiteY12" fmla="*/ 19181 h 88250"/>
                    <a:gd name="connsiteX13" fmla="*/ 19181 w 102297"/>
                    <a:gd name="connsiteY13" fmla="*/ 12787 h 88250"/>
                    <a:gd name="connsiteX14" fmla="*/ 83117 w 102297"/>
                    <a:gd name="connsiteY14" fmla="*/ 12787 h 88250"/>
                    <a:gd name="connsiteX15" fmla="*/ 89510 w 102297"/>
                    <a:gd name="connsiteY15" fmla="*/ 19181 h 88250"/>
                    <a:gd name="connsiteX16" fmla="*/ 89510 w 102297"/>
                    <a:gd name="connsiteY16" fmla="*/ 44755 h 88250"/>
                    <a:gd name="connsiteX17" fmla="*/ 83117 w 102297"/>
                    <a:gd name="connsiteY17" fmla="*/ 51149 h 88250"/>
                    <a:gd name="connsiteX18" fmla="*/ 60515 w 102297"/>
                    <a:gd name="connsiteY18" fmla="*/ 51149 h 88250"/>
                    <a:gd name="connsiteX19" fmla="*/ 51149 w 102297"/>
                    <a:gd name="connsiteY19" fmla="*/ 65195 h 88250"/>
                    <a:gd name="connsiteX20" fmla="*/ 41782 w 102297"/>
                    <a:gd name="connsiteY20" fmla="*/ 51149 h 88250"/>
                    <a:gd name="connsiteX21" fmla="*/ 19181 w 102297"/>
                    <a:gd name="connsiteY21" fmla="*/ 51149 h 88250"/>
                    <a:gd name="connsiteX22" fmla="*/ 12787 w 102297"/>
                    <a:gd name="connsiteY22" fmla="*/ 44755 h 882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02297" h="88250">
                      <a:moveTo>
                        <a:pt x="19181" y="63936"/>
                      </a:moveTo>
                      <a:lnTo>
                        <a:pt x="34941" y="63936"/>
                      </a:lnTo>
                      <a:lnTo>
                        <a:pt x="51149" y="88251"/>
                      </a:lnTo>
                      <a:lnTo>
                        <a:pt x="67357" y="63936"/>
                      </a:lnTo>
                      <a:lnTo>
                        <a:pt x="83117" y="63936"/>
                      </a:lnTo>
                      <a:cubicBezTo>
                        <a:pt x="93692" y="63936"/>
                        <a:pt x="102298" y="55330"/>
                        <a:pt x="102298" y="44755"/>
                      </a:cubicBezTo>
                      <a:lnTo>
                        <a:pt x="102298" y="19181"/>
                      </a:lnTo>
                      <a:cubicBezTo>
                        <a:pt x="102298" y="8606"/>
                        <a:pt x="93692" y="0"/>
                        <a:pt x="83117" y="0"/>
                      </a:cubicBezTo>
                      <a:lnTo>
                        <a:pt x="19181" y="0"/>
                      </a:lnTo>
                      <a:cubicBezTo>
                        <a:pt x="8606" y="0"/>
                        <a:pt x="0" y="8606"/>
                        <a:pt x="0" y="19181"/>
                      </a:cubicBezTo>
                      <a:lnTo>
                        <a:pt x="0" y="44755"/>
                      </a:lnTo>
                      <a:cubicBezTo>
                        <a:pt x="0" y="55330"/>
                        <a:pt x="8606" y="63936"/>
                        <a:pt x="19181" y="63936"/>
                      </a:cubicBezTo>
                      <a:close/>
                      <a:moveTo>
                        <a:pt x="12787" y="19181"/>
                      </a:moveTo>
                      <a:cubicBezTo>
                        <a:pt x="12787" y="15652"/>
                        <a:pt x="15658" y="12787"/>
                        <a:pt x="19181" y="12787"/>
                      </a:cubicBezTo>
                      <a:lnTo>
                        <a:pt x="83117" y="12787"/>
                      </a:lnTo>
                      <a:cubicBezTo>
                        <a:pt x="86640" y="12787"/>
                        <a:pt x="89510" y="15652"/>
                        <a:pt x="89510" y="19181"/>
                      </a:cubicBezTo>
                      <a:lnTo>
                        <a:pt x="89510" y="44755"/>
                      </a:lnTo>
                      <a:cubicBezTo>
                        <a:pt x="89510" y="48284"/>
                        <a:pt x="86640" y="51149"/>
                        <a:pt x="83117" y="51149"/>
                      </a:cubicBezTo>
                      <a:lnTo>
                        <a:pt x="60515" y="51149"/>
                      </a:lnTo>
                      <a:lnTo>
                        <a:pt x="51149" y="65195"/>
                      </a:lnTo>
                      <a:lnTo>
                        <a:pt x="41782" y="51149"/>
                      </a:lnTo>
                      <a:lnTo>
                        <a:pt x="19181" y="51149"/>
                      </a:lnTo>
                      <a:cubicBezTo>
                        <a:pt x="15658" y="51149"/>
                        <a:pt x="12787" y="48284"/>
                        <a:pt x="12787" y="44755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2" name="Freeform: Shape 101">
                  <a:extLst>
                    <a:ext uri="{FF2B5EF4-FFF2-40B4-BE49-F238E27FC236}">
                      <a16:creationId xmlns:a16="http://schemas.microsoft.com/office/drawing/2014/main" id="{BFE2BF57-24E7-FEB1-04C5-B4B08770AB0A}"/>
                    </a:ext>
                  </a:extLst>
                </p:cNvPr>
                <p:cNvSpPr/>
                <p:nvPr/>
              </p:nvSpPr>
              <p:spPr>
                <a:xfrm>
                  <a:off x="4508064" y="3429000"/>
                  <a:ext cx="12787" cy="12787"/>
                </a:xfrm>
                <a:custGeom>
                  <a:avLst/>
                  <a:gdLst>
                    <a:gd name="connsiteX0" fmla="*/ 0 w 12787"/>
                    <a:gd name="connsiteY0" fmla="*/ 0 h 12787"/>
                    <a:gd name="connsiteX1" fmla="*/ 12787 w 12787"/>
                    <a:gd name="connsiteY1" fmla="*/ 0 h 12787"/>
                    <a:gd name="connsiteX2" fmla="*/ 12787 w 12787"/>
                    <a:gd name="connsiteY2" fmla="*/ 12787 h 12787"/>
                    <a:gd name="connsiteX3" fmla="*/ 0 w 1278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787" h="12787">
                      <a:moveTo>
                        <a:pt x="0" y="0"/>
                      </a:moveTo>
                      <a:lnTo>
                        <a:pt x="12787" y="0"/>
                      </a:lnTo>
                      <a:lnTo>
                        <a:pt x="12787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3" name="Freeform: Shape 102">
                  <a:extLst>
                    <a:ext uri="{FF2B5EF4-FFF2-40B4-BE49-F238E27FC236}">
                      <a16:creationId xmlns:a16="http://schemas.microsoft.com/office/drawing/2014/main" id="{CF5FC065-FD57-5A76-A4F8-0FDA27EE7A28}"/>
                    </a:ext>
                  </a:extLst>
                </p:cNvPr>
                <p:cNvSpPr/>
                <p:nvPr/>
              </p:nvSpPr>
              <p:spPr>
                <a:xfrm>
                  <a:off x="4533638" y="3429000"/>
                  <a:ext cx="31967" cy="12787"/>
                </a:xfrm>
                <a:custGeom>
                  <a:avLst/>
                  <a:gdLst>
                    <a:gd name="connsiteX0" fmla="*/ 0 w 31967"/>
                    <a:gd name="connsiteY0" fmla="*/ 0 h 12787"/>
                    <a:gd name="connsiteX1" fmla="*/ 31968 w 31967"/>
                    <a:gd name="connsiteY1" fmla="*/ 0 h 12787"/>
                    <a:gd name="connsiteX2" fmla="*/ 31968 w 31967"/>
                    <a:gd name="connsiteY2" fmla="*/ 12787 h 12787"/>
                    <a:gd name="connsiteX3" fmla="*/ 0 w 31967"/>
                    <a:gd name="connsiteY3" fmla="*/ 12787 h 127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1967" h="12787">
                      <a:moveTo>
                        <a:pt x="0" y="0"/>
                      </a:moveTo>
                      <a:lnTo>
                        <a:pt x="31968" y="0"/>
                      </a:lnTo>
                      <a:lnTo>
                        <a:pt x="31968" y="12787"/>
                      </a:lnTo>
                      <a:lnTo>
                        <a:pt x="0" y="12787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104" name="Freeform: Shape 103">
                  <a:extLst>
                    <a:ext uri="{FF2B5EF4-FFF2-40B4-BE49-F238E27FC236}">
                      <a16:creationId xmlns:a16="http://schemas.microsoft.com/office/drawing/2014/main" id="{DAB26830-DE03-3678-4267-D2DA3B52BDCE}"/>
                    </a:ext>
                  </a:extLst>
                </p:cNvPr>
                <p:cNvSpPr/>
                <p:nvPr/>
              </p:nvSpPr>
              <p:spPr>
                <a:xfrm>
                  <a:off x="4373798" y="3230798"/>
                  <a:ext cx="217382" cy="396402"/>
                </a:xfrm>
                <a:custGeom>
                  <a:avLst/>
                  <a:gdLst>
                    <a:gd name="connsiteX0" fmla="*/ 150026 w 217382"/>
                    <a:gd name="connsiteY0" fmla="*/ 236563 h 396402"/>
                    <a:gd name="connsiteX1" fmla="*/ 166233 w 217382"/>
                    <a:gd name="connsiteY1" fmla="*/ 260878 h 396402"/>
                    <a:gd name="connsiteX2" fmla="*/ 182441 w 217382"/>
                    <a:gd name="connsiteY2" fmla="*/ 236563 h 396402"/>
                    <a:gd name="connsiteX3" fmla="*/ 198201 w 217382"/>
                    <a:gd name="connsiteY3" fmla="*/ 236563 h 396402"/>
                    <a:gd name="connsiteX4" fmla="*/ 217382 w 217382"/>
                    <a:gd name="connsiteY4" fmla="*/ 217382 h 396402"/>
                    <a:gd name="connsiteX5" fmla="*/ 217382 w 217382"/>
                    <a:gd name="connsiteY5" fmla="*/ 191808 h 396402"/>
                    <a:gd name="connsiteX6" fmla="*/ 198201 w 217382"/>
                    <a:gd name="connsiteY6" fmla="*/ 172627 h 396402"/>
                    <a:gd name="connsiteX7" fmla="*/ 121478 w 217382"/>
                    <a:gd name="connsiteY7" fmla="*/ 172627 h 396402"/>
                    <a:gd name="connsiteX8" fmla="*/ 121478 w 217382"/>
                    <a:gd name="connsiteY8" fmla="*/ 133709 h 396402"/>
                    <a:gd name="connsiteX9" fmla="*/ 162736 w 217382"/>
                    <a:gd name="connsiteY9" fmla="*/ 129963 h 396402"/>
                    <a:gd name="connsiteX10" fmla="*/ 191808 w 217382"/>
                    <a:gd name="connsiteY10" fmla="*/ 98122 h 396402"/>
                    <a:gd name="connsiteX11" fmla="*/ 191808 w 217382"/>
                    <a:gd name="connsiteY11" fmla="*/ 22378 h 396402"/>
                    <a:gd name="connsiteX12" fmla="*/ 169430 w 217382"/>
                    <a:gd name="connsiteY12" fmla="*/ 0 h 396402"/>
                    <a:gd name="connsiteX13" fmla="*/ 147053 w 217382"/>
                    <a:gd name="connsiteY13" fmla="*/ 22378 h 396402"/>
                    <a:gd name="connsiteX14" fmla="*/ 147053 w 217382"/>
                    <a:gd name="connsiteY14" fmla="*/ 83673 h 396402"/>
                    <a:gd name="connsiteX15" fmla="*/ 110302 w 217382"/>
                    <a:gd name="connsiteY15" fmla="*/ 87030 h 396402"/>
                    <a:gd name="connsiteX16" fmla="*/ 121478 w 217382"/>
                    <a:gd name="connsiteY16" fmla="*/ 57542 h 396402"/>
                    <a:gd name="connsiteX17" fmla="*/ 76723 w 217382"/>
                    <a:gd name="connsiteY17" fmla="*/ 12787 h 396402"/>
                    <a:gd name="connsiteX18" fmla="*/ 31968 w 217382"/>
                    <a:gd name="connsiteY18" fmla="*/ 57542 h 396402"/>
                    <a:gd name="connsiteX19" fmla="*/ 49205 w 217382"/>
                    <a:gd name="connsiteY19" fmla="*/ 92765 h 396402"/>
                    <a:gd name="connsiteX20" fmla="*/ 0 w 217382"/>
                    <a:gd name="connsiteY20" fmla="*/ 159840 h 396402"/>
                    <a:gd name="connsiteX21" fmla="*/ 0 w 217382"/>
                    <a:gd name="connsiteY21" fmla="*/ 204595 h 396402"/>
                    <a:gd name="connsiteX22" fmla="*/ 31968 w 217382"/>
                    <a:gd name="connsiteY22" fmla="*/ 236563 h 396402"/>
                    <a:gd name="connsiteX23" fmla="*/ 31968 w 217382"/>
                    <a:gd name="connsiteY23" fmla="*/ 370828 h 396402"/>
                    <a:gd name="connsiteX24" fmla="*/ 57542 w 217382"/>
                    <a:gd name="connsiteY24" fmla="*/ 396403 h 396402"/>
                    <a:gd name="connsiteX25" fmla="*/ 76723 w 217382"/>
                    <a:gd name="connsiteY25" fmla="*/ 387567 h 396402"/>
                    <a:gd name="connsiteX26" fmla="*/ 95904 w 217382"/>
                    <a:gd name="connsiteY26" fmla="*/ 396403 h 396402"/>
                    <a:gd name="connsiteX27" fmla="*/ 121478 w 217382"/>
                    <a:gd name="connsiteY27" fmla="*/ 370828 h 396402"/>
                    <a:gd name="connsiteX28" fmla="*/ 121478 w 217382"/>
                    <a:gd name="connsiteY28" fmla="*/ 236563 h 396402"/>
                    <a:gd name="connsiteX29" fmla="*/ 198201 w 217382"/>
                    <a:gd name="connsiteY29" fmla="*/ 185414 h 396402"/>
                    <a:gd name="connsiteX30" fmla="*/ 204595 w 217382"/>
                    <a:gd name="connsiteY30" fmla="*/ 191808 h 396402"/>
                    <a:gd name="connsiteX31" fmla="*/ 204595 w 217382"/>
                    <a:gd name="connsiteY31" fmla="*/ 217382 h 396402"/>
                    <a:gd name="connsiteX32" fmla="*/ 198201 w 217382"/>
                    <a:gd name="connsiteY32" fmla="*/ 223776 h 396402"/>
                    <a:gd name="connsiteX33" fmla="*/ 175600 w 217382"/>
                    <a:gd name="connsiteY33" fmla="*/ 223776 h 396402"/>
                    <a:gd name="connsiteX34" fmla="*/ 166233 w 217382"/>
                    <a:gd name="connsiteY34" fmla="*/ 237823 h 396402"/>
                    <a:gd name="connsiteX35" fmla="*/ 156867 w 217382"/>
                    <a:gd name="connsiteY35" fmla="*/ 223776 h 396402"/>
                    <a:gd name="connsiteX36" fmla="*/ 121478 w 217382"/>
                    <a:gd name="connsiteY36" fmla="*/ 223776 h 396402"/>
                    <a:gd name="connsiteX37" fmla="*/ 121478 w 217382"/>
                    <a:gd name="connsiteY37" fmla="*/ 185414 h 396402"/>
                    <a:gd name="connsiteX38" fmla="*/ 44755 w 217382"/>
                    <a:gd name="connsiteY38" fmla="*/ 57542 h 396402"/>
                    <a:gd name="connsiteX39" fmla="*/ 76723 w 217382"/>
                    <a:gd name="connsiteY39" fmla="*/ 25574 h 396402"/>
                    <a:gd name="connsiteX40" fmla="*/ 108691 w 217382"/>
                    <a:gd name="connsiteY40" fmla="*/ 57542 h 396402"/>
                    <a:gd name="connsiteX41" fmla="*/ 76723 w 217382"/>
                    <a:gd name="connsiteY41" fmla="*/ 89510 h 396402"/>
                    <a:gd name="connsiteX42" fmla="*/ 44755 w 217382"/>
                    <a:gd name="connsiteY42" fmla="*/ 57542 h 396402"/>
                    <a:gd name="connsiteX43" fmla="*/ 76723 w 217382"/>
                    <a:gd name="connsiteY43" fmla="*/ 102298 h 396402"/>
                    <a:gd name="connsiteX44" fmla="*/ 76966 w 217382"/>
                    <a:gd name="connsiteY44" fmla="*/ 102285 h 396402"/>
                    <a:gd name="connsiteX45" fmla="*/ 83692 w 217382"/>
                    <a:gd name="connsiteY45" fmla="*/ 102272 h 396402"/>
                    <a:gd name="connsiteX46" fmla="*/ 95054 w 217382"/>
                    <a:gd name="connsiteY46" fmla="*/ 101236 h 396402"/>
                    <a:gd name="connsiteX47" fmla="*/ 76723 w 217382"/>
                    <a:gd name="connsiteY47" fmla="*/ 115085 h 396402"/>
                    <a:gd name="connsiteX48" fmla="*/ 59262 w 217382"/>
                    <a:gd name="connsiteY48" fmla="*/ 103391 h 396402"/>
                    <a:gd name="connsiteX49" fmla="*/ 70330 w 217382"/>
                    <a:gd name="connsiteY49" fmla="*/ 102298 h 396402"/>
                    <a:gd name="connsiteX50" fmla="*/ 76493 w 217382"/>
                    <a:gd name="connsiteY50" fmla="*/ 102285 h 396402"/>
                    <a:gd name="connsiteX51" fmla="*/ 76723 w 217382"/>
                    <a:gd name="connsiteY51" fmla="*/ 102298 h 396402"/>
                    <a:gd name="connsiteX52" fmla="*/ 108691 w 217382"/>
                    <a:gd name="connsiteY52" fmla="*/ 122035 h 396402"/>
                    <a:gd name="connsiteX53" fmla="*/ 108691 w 217382"/>
                    <a:gd name="connsiteY53" fmla="*/ 370828 h 396402"/>
                    <a:gd name="connsiteX54" fmla="*/ 95904 w 217382"/>
                    <a:gd name="connsiteY54" fmla="*/ 383616 h 396402"/>
                    <a:gd name="connsiteX55" fmla="*/ 83117 w 217382"/>
                    <a:gd name="connsiteY55" fmla="*/ 370828 h 396402"/>
                    <a:gd name="connsiteX56" fmla="*/ 83117 w 217382"/>
                    <a:gd name="connsiteY56" fmla="*/ 217382 h 396402"/>
                    <a:gd name="connsiteX57" fmla="*/ 70330 w 217382"/>
                    <a:gd name="connsiteY57" fmla="*/ 217382 h 396402"/>
                    <a:gd name="connsiteX58" fmla="*/ 70330 w 217382"/>
                    <a:gd name="connsiteY58" fmla="*/ 370828 h 396402"/>
                    <a:gd name="connsiteX59" fmla="*/ 57542 w 217382"/>
                    <a:gd name="connsiteY59" fmla="*/ 383616 h 396402"/>
                    <a:gd name="connsiteX60" fmla="*/ 44755 w 217382"/>
                    <a:gd name="connsiteY60" fmla="*/ 370828 h 396402"/>
                    <a:gd name="connsiteX61" fmla="*/ 44755 w 217382"/>
                    <a:gd name="connsiteY61" fmla="*/ 127872 h 396402"/>
                    <a:gd name="connsiteX62" fmla="*/ 31968 w 217382"/>
                    <a:gd name="connsiteY62" fmla="*/ 127872 h 396402"/>
                    <a:gd name="connsiteX63" fmla="*/ 31968 w 217382"/>
                    <a:gd name="connsiteY63" fmla="*/ 223776 h 396402"/>
                    <a:gd name="connsiteX64" fmla="*/ 12787 w 217382"/>
                    <a:gd name="connsiteY64" fmla="*/ 204595 h 396402"/>
                    <a:gd name="connsiteX65" fmla="*/ 12787 w 217382"/>
                    <a:gd name="connsiteY65" fmla="*/ 159840 h 396402"/>
                    <a:gd name="connsiteX66" fmla="*/ 47082 w 217382"/>
                    <a:gd name="connsiteY66" fmla="*/ 107246 h 396402"/>
                    <a:gd name="connsiteX67" fmla="*/ 76723 w 217382"/>
                    <a:gd name="connsiteY67" fmla="*/ 127872 h 396402"/>
                    <a:gd name="connsiteX68" fmla="*/ 108276 w 217382"/>
                    <a:gd name="connsiteY68" fmla="*/ 100034 h 396402"/>
                    <a:gd name="connsiteX69" fmla="*/ 159840 w 217382"/>
                    <a:gd name="connsiteY69" fmla="*/ 95348 h 396402"/>
                    <a:gd name="connsiteX70" fmla="*/ 159840 w 217382"/>
                    <a:gd name="connsiteY70" fmla="*/ 22378 h 396402"/>
                    <a:gd name="connsiteX71" fmla="*/ 169430 w 217382"/>
                    <a:gd name="connsiteY71" fmla="*/ 12787 h 396402"/>
                    <a:gd name="connsiteX72" fmla="*/ 179021 w 217382"/>
                    <a:gd name="connsiteY72" fmla="*/ 22378 h 396402"/>
                    <a:gd name="connsiteX73" fmla="*/ 179021 w 217382"/>
                    <a:gd name="connsiteY73" fmla="*/ 98122 h 396402"/>
                    <a:gd name="connsiteX74" fmla="*/ 161579 w 217382"/>
                    <a:gd name="connsiteY74" fmla="*/ 117227 h 3964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</a:cxnLst>
                  <a:rect l="l" t="t" r="r" b="b"/>
                  <a:pathLst>
                    <a:path w="217382" h="396402">
                      <a:moveTo>
                        <a:pt x="150026" y="236563"/>
                      </a:moveTo>
                      <a:lnTo>
                        <a:pt x="166233" y="260878"/>
                      </a:lnTo>
                      <a:lnTo>
                        <a:pt x="182441" y="236563"/>
                      </a:lnTo>
                      <a:lnTo>
                        <a:pt x="198201" y="236563"/>
                      </a:lnTo>
                      <a:cubicBezTo>
                        <a:pt x="208776" y="236563"/>
                        <a:pt x="217382" y="227957"/>
                        <a:pt x="217382" y="217382"/>
                      </a:cubicBezTo>
                      <a:lnTo>
                        <a:pt x="217382" y="191808"/>
                      </a:lnTo>
                      <a:cubicBezTo>
                        <a:pt x="217382" y="181233"/>
                        <a:pt x="208776" y="172627"/>
                        <a:pt x="198201" y="172627"/>
                      </a:cubicBezTo>
                      <a:lnTo>
                        <a:pt x="121478" y="172627"/>
                      </a:lnTo>
                      <a:lnTo>
                        <a:pt x="121478" y="133709"/>
                      </a:lnTo>
                      <a:lnTo>
                        <a:pt x="162736" y="129963"/>
                      </a:lnTo>
                      <a:cubicBezTo>
                        <a:pt x="179308" y="128454"/>
                        <a:pt x="191808" y="114765"/>
                        <a:pt x="191808" y="98122"/>
                      </a:cubicBezTo>
                      <a:lnTo>
                        <a:pt x="191808" y="22378"/>
                      </a:lnTo>
                      <a:cubicBezTo>
                        <a:pt x="191808" y="10038"/>
                        <a:pt x="181770" y="0"/>
                        <a:pt x="169430" y="0"/>
                      </a:cubicBezTo>
                      <a:cubicBezTo>
                        <a:pt x="157091" y="0"/>
                        <a:pt x="147053" y="10038"/>
                        <a:pt x="147053" y="22378"/>
                      </a:cubicBezTo>
                      <a:lnTo>
                        <a:pt x="147053" y="83673"/>
                      </a:lnTo>
                      <a:lnTo>
                        <a:pt x="110302" y="87030"/>
                      </a:lnTo>
                      <a:cubicBezTo>
                        <a:pt x="117239" y="79140"/>
                        <a:pt x="121478" y="68840"/>
                        <a:pt x="121478" y="57542"/>
                      </a:cubicBezTo>
                      <a:cubicBezTo>
                        <a:pt x="121478" y="32869"/>
                        <a:pt x="101402" y="12787"/>
                        <a:pt x="76723" y="12787"/>
                      </a:cubicBezTo>
                      <a:cubicBezTo>
                        <a:pt x="52044" y="12787"/>
                        <a:pt x="31968" y="32869"/>
                        <a:pt x="31968" y="57542"/>
                      </a:cubicBezTo>
                      <a:cubicBezTo>
                        <a:pt x="31968" y="71838"/>
                        <a:pt x="38732" y="84562"/>
                        <a:pt x="49205" y="92765"/>
                      </a:cubicBezTo>
                      <a:cubicBezTo>
                        <a:pt x="20715" y="101754"/>
                        <a:pt x="0" y="128422"/>
                        <a:pt x="0" y="159840"/>
                      </a:cubicBezTo>
                      <a:lnTo>
                        <a:pt x="0" y="204595"/>
                      </a:lnTo>
                      <a:cubicBezTo>
                        <a:pt x="0" y="222222"/>
                        <a:pt x="14341" y="236563"/>
                        <a:pt x="31968" y="236563"/>
                      </a:cubicBezTo>
                      <a:lnTo>
                        <a:pt x="31968" y="370828"/>
                      </a:lnTo>
                      <a:cubicBezTo>
                        <a:pt x="31968" y="384933"/>
                        <a:pt x="43438" y="396403"/>
                        <a:pt x="57542" y="396403"/>
                      </a:cubicBezTo>
                      <a:cubicBezTo>
                        <a:pt x="65215" y="396403"/>
                        <a:pt x="72030" y="392938"/>
                        <a:pt x="76723" y="387567"/>
                      </a:cubicBezTo>
                      <a:cubicBezTo>
                        <a:pt x="81416" y="392938"/>
                        <a:pt x="88232" y="396403"/>
                        <a:pt x="95904" y="396403"/>
                      </a:cubicBezTo>
                      <a:cubicBezTo>
                        <a:pt x="110008" y="396403"/>
                        <a:pt x="121478" y="384933"/>
                        <a:pt x="121478" y="370828"/>
                      </a:cubicBezTo>
                      <a:lnTo>
                        <a:pt x="121478" y="236563"/>
                      </a:lnTo>
                      <a:close/>
                      <a:moveTo>
                        <a:pt x="198201" y="185414"/>
                      </a:moveTo>
                      <a:cubicBezTo>
                        <a:pt x="201724" y="185414"/>
                        <a:pt x="204595" y="188279"/>
                        <a:pt x="204595" y="191808"/>
                      </a:cubicBezTo>
                      <a:lnTo>
                        <a:pt x="204595" y="217382"/>
                      </a:lnTo>
                      <a:cubicBezTo>
                        <a:pt x="204595" y="220911"/>
                        <a:pt x="201724" y="223776"/>
                        <a:pt x="198201" y="223776"/>
                      </a:cubicBezTo>
                      <a:lnTo>
                        <a:pt x="175600" y="223776"/>
                      </a:lnTo>
                      <a:lnTo>
                        <a:pt x="166233" y="237823"/>
                      </a:lnTo>
                      <a:lnTo>
                        <a:pt x="156867" y="223776"/>
                      </a:lnTo>
                      <a:lnTo>
                        <a:pt x="121478" y="223776"/>
                      </a:lnTo>
                      <a:lnTo>
                        <a:pt x="121478" y="185414"/>
                      </a:lnTo>
                      <a:close/>
                      <a:moveTo>
                        <a:pt x="44755" y="57542"/>
                      </a:moveTo>
                      <a:cubicBezTo>
                        <a:pt x="44755" y="39915"/>
                        <a:pt x="59096" y="25574"/>
                        <a:pt x="76723" y="25574"/>
                      </a:cubicBezTo>
                      <a:cubicBezTo>
                        <a:pt x="94350" y="25574"/>
                        <a:pt x="108691" y="39915"/>
                        <a:pt x="108691" y="57542"/>
                      </a:cubicBezTo>
                      <a:cubicBezTo>
                        <a:pt x="108691" y="75169"/>
                        <a:pt x="94350" y="89510"/>
                        <a:pt x="76723" y="89510"/>
                      </a:cubicBezTo>
                      <a:cubicBezTo>
                        <a:pt x="59096" y="89510"/>
                        <a:pt x="44755" y="75169"/>
                        <a:pt x="44755" y="57542"/>
                      </a:cubicBezTo>
                      <a:close/>
                      <a:moveTo>
                        <a:pt x="76723" y="102298"/>
                      </a:moveTo>
                      <a:cubicBezTo>
                        <a:pt x="76806" y="102298"/>
                        <a:pt x="76883" y="102285"/>
                        <a:pt x="76966" y="102285"/>
                      </a:cubicBezTo>
                      <a:lnTo>
                        <a:pt x="83692" y="102272"/>
                      </a:lnTo>
                      <a:lnTo>
                        <a:pt x="95054" y="101236"/>
                      </a:lnTo>
                      <a:cubicBezTo>
                        <a:pt x="92726" y="109209"/>
                        <a:pt x="85438" y="115085"/>
                        <a:pt x="76723" y="115085"/>
                      </a:cubicBezTo>
                      <a:cubicBezTo>
                        <a:pt x="68917" y="115085"/>
                        <a:pt x="62190" y="110302"/>
                        <a:pt x="59262" y="103391"/>
                      </a:cubicBezTo>
                      <a:cubicBezTo>
                        <a:pt x="62849" y="102688"/>
                        <a:pt x="66545" y="102298"/>
                        <a:pt x="70330" y="102298"/>
                      </a:cubicBezTo>
                      <a:lnTo>
                        <a:pt x="76493" y="102285"/>
                      </a:lnTo>
                      <a:cubicBezTo>
                        <a:pt x="76570" y="102285"/>
                        <a:pt x="76646" y="102298"/>
                        <a:pt x="76723" y="102298"/>
                      </a:cubicBezTo>
                      <a:close/>
                      <a:moveTo>
                        <a:pt x="108691" y="122035"/>
                      </a:moveTo>
                      <a:lnTo>
                        <a:pt x="108691" y="370828"/>
                      </a:lnTo>
                      <a:cubicBezTo>
                        <a:pt x="108691" y="377881"/>
                        <a:pt x="102956" y="383616"/>
                        <a:pt x="95904" y="383616"/>
                      </a:cubicBezTo>
                      <a:cubicBezTo>
                        <a:pt x="88852" y="383616"/>
                        <a:pt x="83117" y="377881"/>
                        <a:pt x="83117" y="370828"/>
                      </a:cubicBezTo>
                      <a:lnTo>
                        <a:pt x="83117" y="217382"/>
                      </a:lnTo>
                      <a:lnTo>
                        <a:pt x="70330" y="217382"/>
                      </a:lnTo>
                      <a:lnTo>
                        <a:pt x="70330" y="370828"/>
                      </a:lnTo>
                      <a:cubicBezTo>
                        <a:pt x="70330" y="377881"/>
                        <a:pt x="64594" y="383616"/>
                        <a:pt x="57542" y="383616"/>
                      </a:cubicBezTo>
                      <a:cubicBezTo>
                        <a:pt x="50490" y="383616"/>
                        <a:pt x="44755" y="377881"/>
                        <a:pt x="44755" y="370828"/>
                      </a:cubicBezTo>
                      <a:lnTo>
                        <a:pt x="44755" y="127872"/>
                      </a:lnTo>
                      <a:lnTo>
                        <a:pt x="31968" y="127872"/>
                      </a:lnTo>
                      <a:lnTo>
                        <a:pt x="31968" y="223776"/>
                      </a:lnTo>
                      <a:cubicBezTo>
                        <a:pt x="21393" y="223776"/>
                        <a:pt x="12787" y="215170"/>
                        <a:pt x="12787" y="204595"/>
                      </a:cubicBezTo>
                      <a:lnTo>
                        <a:pt x="12787" y="159840"/>
                      </a:lnTo>
                      <a:cubicBezTo>
                        <a:pt x="12787" y="136388"/>
                        <a:pt x="26911" y="116197"/>
                        <a:pt x="47082" y="107246"/>
                      </a:cubicBezTo>
                      <a:cubicBezTo>
                        <a:pt x="51686" y="119388"/>
                        <a:pt x="63245" y="127872"/>
                        <a:pt x="76723" y="127872"/>
                      </a:cubicBezTo>
                      <a:cubicBezTo>
                        <a:pt x="92931" y="127872"/>
                        <a:pt x="106223" y="115698"/>
                        <a:pt x="108276" y="100034"/>
                      </a:cubicBezTo>
                      <a:lnTo>
                        <a:pt x="159840" y="95348"/>
                      </a:lnTo>
                      <a:lnTo>
                        <a:pt x="159840" y="22378"/>
                      </a:lnTo>
                      <a:cubicBezTo>
                        <a:pt x="159840" y="17090"/>
                        <a:pt x="164143" y="12787"/>
                        <a:pt x="169430" y="12787"/>
                      </a:cubicBezTo>
                      <a:cubicBezTo>
                        <a:pt x="174718" y="12787"/>
                        <a:pt x="179021" y="17090"/>
                        <a:pt x="179021" y="22378"/>
                      </a:cubicBezTo>
                      <a:lnTo>
                        <a:pt x="179021" y="98122"/>
                      </a:lnTo>
                      <a:cubicBezTo>
                        <a:pt x="179021" y="108109"/>
                        <a:pt x="171521" y="116325"/>
                        <a:pt x="161579" y="117227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 w="6251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82" name="Graphic 51">
                <a:extLst>
                  <a:ext uri="{FF2B5EF4-FFF2-40B4-BE49-F238E27FC236}">
                    <a16:creationId xmlns:a16="http://schemas.microsoft.com/office/drawing/2014/main" id="{0C4493BF-DB4A-1829-9E84-7C8F9032B5F2}"/>
                  </a:ext>
                </a:extLst>
              </p:cNvPr>
              <p:cNvGrpSpPr/>
              <p:nvPr/>
            </p:nvGrpSpPr>
            <p:grpSpPr>
              <a:xfrm>
                <a:off x="8334225" y="2758094"/>
                <a:ext cx="388732" cy="388732"/>
                <a:chOff x="4386005" y="3243005"/>
                <a:chExt cx="371991" cy="371991"/>
              </a:xfrm>
              <a:solidFill>
                <a:schemeClr val="bg1"/>
              </a:solidFill>
            </p:grpSpPr>
            <p:sp>
              <p:nvSpPr>
                <p:cNvPr id="85" name="Freeform: Shape 84">
                  <a:extLst>
                    <a:ext uri="{FF2B5EF4-FFF2-40B4-BE49-F238E27FC236}">
                      <a16:creationId xmlns:a16="http://schemas.microsoft.com/office/drawing/2014/main" id="{19F9C857-E186-0D7C-F009-2C9559F443A6}"/>
                    </a:ext>
                  </a:extLst>
                </p:cNvPr>
                <p:cNvSpPr/>
                <p:nvPr/>
              </p:nvSpPr>
              <p:spPr>
                <a:xfrm>
                  <a:off x="4473190" y="3388313"/>
                  <a:ext cx="127871" cy="127871"/>
                </a:xfrm>
                <a:custGeom>
                  <a:avLst/>
                  <a:gdLst>
                    <a:gd name="connsiteX0" fmla="*/ 63936 w 127871"/>
                    <a:gd name="connsiteY0" fmla="*/ 0 h 127871"/>
                    <a:gd name="connsiteX1" fmla="*/ 0 w 127871"/>
                    <a:gd name="connsiteY1" fmla="*/ 63936 h 127871"/>
                    <a:gd name="connsiteX2" fmla="*/ 63936 w 127871"/>
                    <a:gd name="connsiteY2" fmla="*/ 127872 h 127871"/>
                    <a:gd name="connsiteX3" fmla="*/ 127872 w 127871"/>
                    <a:gd name="connsiteY3" fmla="*/ 63936 h 127871"/>
                    <a:gd name="connsiteX4" fmla="*/ 63936 w 127871"/>
                    <a:gd name="connsiteY4" fmla="*/ 0 h 127871"/>
                    <a:gd name="connsiteX5" fmla="*/ 63936 w 127871"/>
                    <a:gd name="connsiteY5" fmla="*/ 116247 h 127871"/>
                    <a:gd name="connsiteX6" fmla="*/ 11625 w 127871"/>
                    <a:gd name="connsiteY6" fmla="*/ 63936 h 127871"/>
                    <a:gd name="connsiteX7" fmla="*/ 63936 w 127871"/>
                    <a:gd name="connsiteY7" fmla="*/ 11625 h 127871"/>
                    <a:gd name="connsiteX8" fmla="*/ 116247 w 127871"/>
                    <a:gd name="connsiteY8" fmla="*/ 63936 h 127871"/>
                    <a:gd name="connsiteX9" fmla="*/ 63936 w 127871"/>
                    <a:gd name="connsiteY9" fmla="*/ 116247 h 127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27871" h="127871">
                      <a:moveTo>
                        <a:pt x="63936" y="0"/>
                      </a:moveTo>
                      <a:cubicBezTo>
                        <a:pt x="28684" y="0"/>
                        <a:pt x="0" y="28684"/>
                        <a:pt x="0" y="63936"/>
                      </a:cubicBezTo>
                      <a:cubicBezTo>
                        <a:pt x="0" y="99188"/>
                        <a:pt x="28684" y="127872"/>
                        <a:pt x="63936" y="127872"/>
                      </a:cubicBezTo>
                      <a:cubicBezTo>
                        <a:pt x="99188" y="127872"/>
                        <a:pt x="127872" y="99188"/>
                        <a:pt x="127872" y="63936"/>
                      </a:cubicBezTo>
                      <a:cubicBezTo>
                        <a:pt x="127872" y="28684"/>
                        <a:pt x="99188" y="0"/>
                        <a:pt x="63936" y="0"/>
                      </a:cubicBezTo>
                      <a:close/>
                      <a:moveTo>
                        <a:pt x="63936" y="116247"/>
                      </a:moveTo>
                      <a:cubicBezTo>
                        <a:pt x="35095" y="116247"/>
                        <a:pt x="11625" y="92783"/>
                        <a:pt x="11625" y="63936"/>
                      </a:cubicBezTo>
                      <a:cubicBezTo>
                        <a:pt x="11625" y="35089"/>
                        <a:pt x="35095" y="11625"/>
                        <a:pt x="63936" y="11625"/>
                      </a:cubicBezTo>
                      <a:cubicBezTo>
                        <a:pt x="92777" y="11625"/>
                        <a:pt x="116247" y="35089"/>
                        <a:pt x="116247" y="63936"/>
                      </a:cubicBezTo>
                      <a:cubicBezTo>
                        <a:pt x="116247" y="92783"/>
                        <a:pt x="92777" y="116247"/>
                        <a:pt x="63936" y="116247"/>
                      </a:cubicBezTo>
                      <a:close/>
                    </a:path>
                  </a:pathLst>
                </a:custGeom>
                <a:grpFill/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6" name="Freeform: Shape 85">
                  <a:extLst>
                    <a:ext uri="{FF2B5EF4-FFF2-40B4-BE49-F238E27FC236}">
                      <a16:creationId xmlns:a16="http://schemas.microsoft.com/office/drawing/2014/main" id="{2D9D8D2D-AD3D-283F-50F6-6103E1DCF2DB}"/>
                    </a:ext>
                  </a:extLst>
                </p:cNvPr>
                <p:cNvSpPr/>
                <p:nvPr/>
              </p:nvSpPr>
              <p:spPr>
                <a:xfrm>
                  <a:off x="4391817" y="3248817"/>
                  <a:ext cx="348741" cy="348741"/>
                </a:xfrm>
                <a:custGeom>
                  <a:avLst/>
                  <a:gdLst>
                    <a:gd name="connsiteX0" fmla="*/ 267369 w 348741"/>
                    <a:gd name="connsiteY0" fmla="*/ 220870 h 348741"/>
                    <a:gd name="connsiteX1" fmla="*/ 267369 w 348741"/>
                    <a:gd name="connsiteY1" fmla="*/ 249164 h 348741"/>
                    <a:gd name="connsiteX2" fmla="*/ 309816 w 348741"/>
                    <a:gd name="connsiteY2" fmla="*/ 220870 h 348741"/>
                    <a:gd name="connsiteX3" fmla="*/ 319680 w 348741"/>
                    <a:gd name="connsiteY3" fmla="*/ 220870 h 348741"/>
                    <a:gd name="connsiteX4" fmla="*/ 348742 w 348741"/>
                    <a:gd name="connsiteY4" fmla="*/ 191808 h 348741"/>
                    <a:gd name="connsiteX5" fmla="*/ 348742 w 348741"/>
                    <a:gd name="connsiteY5" fmla="*/ 122060 h 348741"/>
                    <a:gd name="connsiteX6" fmla="*/ 319680 w 348741"/>
                    <a:gd name="connsiteY6" fmla="*/ 92998 h 348741"/>
                    <a:gd name="connsiteX7" fmla="*/ 288584 w 348741"/>
                    <a:gd name="connsiteY7" fmla="*/ 92998 h 348741"/>
                    <a:gd name="connsiteX8" fmla="*/ 255744 w 348741"/>
                    <a:gd name="connsiteY8" fmla="*/ 69748 h 348741"/>
                    <a:gd name="connsiteX9" fmla="*/ 222904 w 348741"/>
                    <a:gd name="connsiteY9" fmla="*/ 92998 h 348741"/>
                    <a:gd name="connsiteX10" fmla="*/ 191808 w 348741"/>
                    <a:gd name="connsiteY10" fmla="*/ 92998 h 348741"/>
                    <a:gd name="connsiteX11" fmla="*/ 185996 w 348741"/>
                    <a:gd name="connsiteY11" fmla="*/ 93585 h 348741"/>
                    <a:gd name="connsiteX12" fmla="*/ 185996 w 348741"/>
                    <a:gd name="connsiteY12" fmla="*/ 52311 h 348741"/>
                    <a:gd name="connsiteX13" fmla="*/ 156934 w 348741"/>
                    <a:gd name="connsiteY13" fmla="*/ 23249 h 348741"/>
                    <a:gd name="connsiteX14" fmla="*/ 125838 w 348741"/>
                    <a:gd name="connsiteY14" fmla="*/ 23249 h 348741"/>
                    <a:gd name="connsiteX15" fmla="*/ 92998 w 348741"/>
                    <a:gd name="connsiteY15" fmla="*/ 0 h 348741"/>
                    <a:gd name="connsiteX16" fmla="*/ 60158 w 348741"/>
                    <a:gd name="connsiteY16" fmla="*/ 23249 h 348741"/>
                    <a:gd name="connsiteX17" fmla="*/ 29062 w 348741"/>
                    <a:gd name="connsiteY17" fmla="*/ 23249 h 348741"/>
                    <a:gd name="connsiteX18" fmla="*/ 0 w 348741"/>
                    <a:gd name="connsiteY18" fmla="*/ 52311 h 348741"/>
                    <a:gd name="connsiteX19" fmla="*/ 0 w 348741"/>
                    <a:gd name="connsiteY19" fmla="*/ 122060 h 348741"/>
                    <a:gd name="connsiteX20" fmla="*/ 29062 w 348741"/>
                    <a:gd name="connsiteY20" fmla="*/ 151121 h 348741"/>
                    <a:gd name="connsiteX21" fmla="*/ 75723 w 348741"/>
                    <a:gd name="connsiteY21" fmla="*/ 151121 h 348741"/>
                    <a:gd name="connsiteX22" fmla="*/ 58124 w 348741"/>
                    <a:gd name="connsiteY22" fmla="*/ 203433 h 348741"/>
                    <a:gd name="connsiteX23" fmla="*/ 72242 w 348741"/>
                    <a:gd name="connsiteY23" fmla="*/ 250844 h 348741"/>
                    <a:gd name="connsiteX24" fmla="*/ 63936 w 348741"/>
                    <a:gd name="connsiteY24" fmla="*/ 259150 h 348741"/>
                    <a:gd name="connsiteX25" fmla="*/ 58124 w 348741"/>
                    <a:gd name="connsiteY25" fmla="*/ 253337 h 348741"/>
                    <a:gd name="connsiteX26" fmla="*/ 7725 w 348741"/>
                    <a:gd name="connsiteY26" fmla="*/ 303742 h 348741"/>
                    <a:gd name="connsiteX27" fmla="*/ 0 w 348741"/>
                    <a:gd name="connsiteY27" fmla="*/ 322383 h 348741"/>
                    <a:gd name="connsiteX28" fmla="*/ 26365 w 348741"/>
                    <a:gd name="connsiteY28" fmla="*/ 348742 h 348741"/>
                    <a:gd name="connsiteX29" fmla="*/ 45005 w 348741"/>
                    <a:gd name="connsiteY29" fmla="*/ 341023 h 348741"/>
                    <a:gd name="connsiteX30" fmla="*/ 95404 w 348741"/>
                    <a:gd name="connsiteY30" fmla="*/ 290618 h 348741"/>
                    <a:gd name="connsiteX31" fmla="*/ 89592 w 348741"/>
                    <a:gd name="connsiteY31" fmla="*/ 284806 h 348741"/>
                    <a:gd name="connsiteX32" fmla="*/ 97898 w 348741"/>
                    <a:gd name="connsiteY32" fmla="*/ 276500 h 348741"/>
                    <a:gd name="connsiteX33" fmla="*/ 145309 w 348741"/>
                    <a:gd name="connsiteY33" fmla="*/ 290618 h 348741"/>
                    <a:gd name="connsiteX34" fmla="*/ 230739 w 348741"/>
                    <a:gd name="connsiteY34" fmla="*/ 220870 h 348741"/>
                    <a:gd name="connsiteX35" fmla="*/ 290618 w 348741"/>
                    <a:gd name="connsiteY35" fmla="*/ 104622 h 348741"/>
                    <a:gd name="connsiteX36" fmla="*/ 319680 w 348741"/>
                    <a:gd name="connsiteY36" fmla="*/ 104622 h 348741"/>
                    <a:gd name="connsiteX37" fmla="*/ 337117 w 348741"/>
                    <a:gd name="connsiteY37" fmla="*/ 122060 h 348741"/>
                    <a:gd name="connsiteX38" fmla="*/ 337117 w 348741"/>
                    <a:gd name="connsiteY38" fmla="*/ 191808 h 348741"/>
                    <a:gd name="connsiteX39" fmla="*/ 319680 w 348741"/>
                    <a:gd name="connsiteY39" fmla="*/ 209245 h 348741"/>
                    <a:gd name="connsiteX40" fmla="*/ 306294 w 348741"/>
                    <a:gd name="connsiteY40" fmla="*/ 209245 h 348741"/>
                    <a:gd name="connsiteX41" fmla="*/ 278993 w 348741"/>
                    <a:gd name="connsiteY41" fmla="*/ 227449 h 348741"/>
                    <a:gd name="connsiteX42" fmla="*/ 278993 w 348741"/>
                    <a:gd name="connsiteY42" fmla="*/ 209245 h 348741"/>
                    <a:gd name="connsiteX43" fmla="*/ 232198 w 348741"/>
                    <a:gd name="connsiteY43" fmla="*/ 209245 h 348741"/>
                    <a:gd name="connsiteX44" fmla="*/ 232494 w 348741"/>
                    <a:gd name="connsiteY44" fmla="*/ 203433 h 348741"/>
                    <a:gd name="connsiteX45" fmla="*/ 232198 w 348741"/>
                    <a:gd name="connsiteY45" fmla="*/ 197620 h 348741"/>
                    <a:gd name="connsiteX46" fmla="*/ 313867 w 348741"/>
                    <a:gd name="connsiteY46" fmla="*/ 197620 h 348741"/>
                    <a:gd name="connsiteX47" fmla="*/ 313867 w 348741"/>
                    <a:gd name="connsiteY47" fmla="*/ 185996 h 348741"/>
                    <a:gd name="connsiteX48" fmla="*/ 277226 w 348741"/>
                    <a:gd name="connsiteY48" fmla="*/ 132039 h 348741"/>
                    <a:gd name="connsiteX49" fmla="*/ 290618 w 348741"/>
                    <a:gd name="connsiteY49" fmla="*/ 104622 h 348741"/>
                    <a:gd name="connsiteX50" fmla="*/ 272739 w 348741"/>
                    <a:gd name="connsiteY50" fmla="*/ 185996 h 348741"/>
                    <a:gd name="connsiteX51" fmla="*/ 269188 w 348741"/>
                    <a:gd name="connsiteY51" fmla="*/ 141496 h 348741"/>
                    <a:gd name="connsiteX52" fmla="*/ 302243 w 348741"/>
                    <a:gd name="connsiteY52" fmla="*/ 185996 h 348741"/>
                    <a:gd name="connsiteX53" fmla="*/ 257365 w 348741"/>
                    <a:gd name="connsiteY53" fmla="*/ 139578 h 348741"/>
                    <a:gd name="connsiteX54" fmla="*/ 261074 w 348741"/>
                    <a:gd name="connsiteY54" fmla="*/ 185996 h 348741"/>
                    <a:gd name="connsiteX55" fmla="*/ 250414 w 348741"/>
                    <a:gd name="connsiteY55" fmla="*/ 185996 h 348741"/>
                    <a:gd name="connsiteX56" fmla="*/ 254116 w 348741"/>
                    <a:gd name="connsiteY56" fmla="*/ 139595 h 348741"/>
                    <a:gd name="connsiteX57" fmla="*/ 255744 w 348741"/>
                    <a:gd name="connsiteY57" fmla="*/ 139497 h 348741"/>
                    <a:gd name="connsiteX58" fmla="*/ 257365 w 348741"/>
                    <a:gd name="connsiteY58" fmla="*/ 139578 h 348741"/>
                    <a:gd name="connsiteX59" fmla="*/ 238748 w 348741"/>
                    <a:gd name="connsiteY59" fmla="*/ 185996 h 348741"/>
                    <a:gd name="connsiteX60" fmla="*/ 230733 w 348741"/>
                    <a:gd name="connsiteY60" fmla="*/ 185996 h 348741"/>
                    <a:gd name="connsiteX61" fmla="*/ 219196 w 348741"/>
                    <a:gd name="connsiteY61" fmla="*/ 157375 h 348741"/>
                    <a:gd name="connsiteX62" fmla="*/ 242294 w 348741"/>
                    <a:gd name="connsiteY62" fmla="*/ 141566 h 348741"/>
                    <a:gd name="connsiteX63" fmla="*/ 255744 w 348741"/>
                    <a:gd name="connsiteY63" fmla="*/ 81373 h 348741"/>
                    <a:gd name="connsiteX64" fmla="*/ 278993 w 348741"/>
                    <a:gd name="connsiteY64" fmla="*/ 104622 h 348741"/>
                    <a:gd name="connsiteX65" fmla="*/ 255744 w 348741"/>
                    <a:gd name="connsiteY65" fmla="*/ 127872 h 348741"/>
                    <a:gd name="connsiteX66" fmla="*/ 232494 w 348741"/>
                    <a:gd name="connsiteY66" fmla="*/ 104622 h 348741"/>
                    <a:gd name="connsiteX67" fmla="*/ 255744 w 348741"/>
                    <a:gd name="connsiteY67" fmla="*/ 81373 h 348741"/>
                    <a:gd name="connsiteX68" fmla="*/ 220870 w 348741"/>
                    <a:gd name="connsiteY68" fmla="*/ 104622 h 348741"/>
                    <a:gd name="connsiteX69" fmla="*/ 234244 w 348741"/>
                    <a:gd name="connsiteY69" fmla="*/ 132028 h 348741"/>
                    <a:gd name="connsiteX70" fmla="*/ 212157 w 348741"/>
                    <a:gd name="connsiteY70" fmla="*/ 147564 h 348741"/>
                    <a:gd name="connsiteX71" fmla="*/ 174441 w 348741"/>
                    <a:gd name="connsiteY71" fmla="*/ 121362 h 348741"/>
                    <a:gd name="connsiteX72" fmla="*/ 191808 w 348741"/>
                    <a:gd name="connsiteY72" fmla="*/ 104622 h 348741"/>
                    <a:gd name="connsiteX73" fmla="*/ 127872 w 348741"/>
                    <a:gd name="connsiteY73" fmla="*/ 34874 h 348741"/>
                    <a:gd name="connsiteX74" fmla="*/ 156934 w 348741"/>
                    <a:gd name="connsiteY74" fmla="*/ 34874 h 348741"/>
                    <a:gd name="connsiteX75" fmla="*/ 174371 w 348741"/>
                    <a:gd name="connsiteY75" fmla="*/ 52311 h 348741"/>
                    <a:gd name="connsiteX76" fmla="*/ 174371 w 348741"/>
                    <a:gd name="connsiteY76" fmla="*/ 98961 h 348741"/>
                    <a:gd name="connsiteX77" fmla="*/ 163147 w 348741"/>
                    <a:gd name="connsiteY77" fmla="*/ 118101 h 348741"/>
                    <a:gd name="connsiteX78" fmla="*/ 151121 w 348741"/>
                    <a:gd name="connsiteY78" fmla="*/ 116549 h 348741"/>
                    <a:gd name="connsiteX79" fmla="*/ 151121 w 348741"/>
                    <a:gd name="connsiteY79" fmla="*/ 116247 h 348741"/>
                    <a:gd name="connsiteX80" fmla="*/ 114480 w 348741"/>
                    <a:gd name="connsiteY80" fmla="*/ 62291 h 348741"/>
                    <a:gd name="connsiteX81" fmla="*/ 127872 w 348741"/>
                    <a:gd name="connsiteY81" fmla="*/ 34874 h 348741"/>
                    <a:gd name="connsiteX82" fmla="*/ 46499 w 348741"/>
                    <a:gd name="connsiteY82" fmla="*/ 116247 h 348741"/>
                    <a:gd name="connsiteX83" fmla="*/ 79560 w 348741"/>
                    <a:gd name="connsiteY83" fmla="*/ 71748 h 348741"/>
                    <a:gd name="connsiteX84" fmla="*/ 76002 w 348741"/>
                    <a:gd name="connsiteY84" fmla="*/ 116247 h 348741"/>
                    <a:gd name="connsiteX85" fmla="*/ 91376 w 348741"/>
                    <a:gd name="connsiteY85" fmla="*/ 69830 h 348741"/>
                    <a:gd name="connsiteX86" fmla="*/ 92998 w 348741"/>
                    <a:gd name="connsiteY86" fmla="*/ 69748 h 348741"/>
                    <a:gd name="connsiteX87" fmla="*/ 94619 w 348741"/>
                    <a:gd name="connsiteY87" fmla="*/ 69830 h 348741"/>
                    <a:gd name="connsiteX88" fmla="*/ 98328 w 348741"/>
                    <a:gd name="connsiteY88" fmla="*/ 116247 h 348741"/>
                    <a:gd name="connsiteX89" fmla="*/ 87668 w 348741"/>
                    <a:gd name="connsiteY89" fmla="*/ 116247 h 348741"/>
                    <a:gd name="connsiteX90" fmla="*/ 106436 w 348741"/>
                    <a:gd name="connsiteY90" fmla="*/ 71748 h 348741"/>
                    <a:gd name="connsiteX91" fmla="*/ 139497 w 348741"/>
                    <a:gd name="connsiteY91" fmla="*/ 116247 h 348741"/>
                    <a:gd name="connsiteX92" fmla="*/ 109993 w 348741"/>
                    <a:gd name="connsiteY92" fmla="*/ 116247 h 348741"/>
                    <a:gd name="connsiteX93" fmla="*/ 92998 w 348741"/>
                    <a:gd name="connsiteY93" fmla="*/ 11625 h 348741"/>
                    <a:gd name="connsiteX94" fmla="*/ 116247 w 348741"/>
                    <a:gd name="connsiteY94" fmla="*/ 34874 h 348741"/>
                    <a:gd name="connsiteX95" fmla="*/ 92998 w 348741"/>
                    <a:gd name="connsiteY95" fmla="*/ 58124 h 348741"/>
                    <a:gd name="connsiteX96" fmla="*/ 69748 w 348741"/>
                    <a:gd name="connsiteY96" fmla="*/ 34874 h 348741"/>
                    <a:gd name="connsiteX97" fmla="*/ 92998 w 348741"/>
                    <a:gd name="connsiteY97" fmla="*/ 11625 h 348741"/>
                    <a:gd name="connsiteX98" fmla="*/ 11625 w 348741"/>
                    <a:gd name="connsiteY98" fmla="*/ 122060 h 348741"/>
                    <a:gd name="connsiteX99" fmla="*/ 11625 w 348741"/>
                    <a:gd name="connsiteY99" fmla="*/ 52311 h 348741"/>
                    <a:gd name="connsiteX100" fmla="*/ 29062 w 348741"/>
                    <a:gd name="connsiteY100" fmla="*/ 34874 h 348741"/>
                    <a:gd name="connsiteX101" fmla="*/ 58124 w 348741"/>
                    <a:gd name="connsiteY101" fmla="*/ 34874 h 348741"/>
                    <a:gd name="connsiteX102" fmla="*/ 71515 w 348741"/>
                    <a:gd name="connsiteY102" fmla="*/ 62291 h 348741"/>
                    <a:gd name="connsiteX103" fmla="*/ 34874 w 348741"/>
                    <a:gd name="connsiteY103" fmla="*/ 116247 h 348741"/>
                    <a:gd name="connsiteX104" fmla="*/ 34874 w 348741"/>
                    <a:gd name="connsiteY104" fmla="*/ 127872 h 348741"/>
                    <a:gd name="connsiteX105" fmla="*/ 102001 w 348741"/>
                    <a:gd name="connsiteY105" fmla="*/ 127872 h 348741"/>
                    <a:gd name="connsiteX106" fmla="*/ 86238 w 348741"/>
                    <a:gd name="connsiteY106" fmla="*/ 139497 h 348741"/>
                    <a:gd name="connsiteX107" fmla="*/ 29062 w 348741"/>
                    <a:gd name="connsiteY107" fmla="*/ 139497 h 348741"/>
                    <a:gd name="connsiteX108" fmla="*/ 11625 w 348741"/>
                    <a:gd name="connsiteY108" fmla="*/ 122060 h 348741"/>
                    <a:gd name="connsiteX109" fmla="*/ 36786 w 348741"/>
                    <a:gd name="connsiteY109" fmla="*/ 332804 h 348741"/>
                    <a:gd name="connsiteX110" fmla="*/ 26365 w 348741"/>
                    <a:gd name="connsiteY110" fmla="*/ 337117 h 348741"/>
                    <a:gd name="connsiteX111" fmla="*/ 11625 w 348741"/>
                    <a:gd name="connsiteY111" fmla="*/ 322383 h 348741"/>
                    <a:gd name="connsiteX112" fmla="*/ 15943 w 348741"/>
                    <a:gd name="connsiteY112" fmla="*/ 311961 h 348741"/>
                    <a:gd name="connsiteX113" fmla="*/ 58124 w 348741"/>
                    <a:gd name="connsiteY113" fmla="*/ 269775 h 348741"/>
                    <a:gd name="connsiteX114" fmla="*/ 78967 w 348741"/>
                    <a:gd name="connsiteY114" fmla="*/ 290618 h 348741"/>
                    <a:gd name="connsiteX115" fmla="*/ 81373 w 348741"/>
                    <a:gd name="connsiteY115" fmla="*/ 276587 h 348741"/>
                    <a:gd name="connsiteX116" fmla="*/ 72155 w 348741"/>
                    <a:gd name="connsiteY116" fmla="*/ 267369 h 348741"/>
                    <a:gd name="connsiteX117" fmla="*/ 79298 w 348741"/>
                    <a:gd name="connsiteY117" fmla="*/ 260225 h 348741"/>
                    <a:gd name="connsiteX118" fmla="*/ 88516 w 348741"/>
                    <a:gd name="connsiteY118" fmla="*/ 269444 h 348741"/>
                    <a:gd name="connsiteX119" fmla="*/ 145309 w 348741"/>
                    <a:gd name="connsiteY119" fmla="*/ 278993 h 348741"/>
                    <a:gd name="connsiteX120" fmla="*/ 69748 w 348741"/>
                    <a:gd name="connsiteY120" fmla="*/ 203433 h 348741"/>
                    <a:gd name="connsiteX121" fmla="*/ 145309 w 348741"/>
                    <a:gd name="connsiteY121" fmla="*/ 127872 h 348741"/>
                    <a:gd name="connsiteX122" fmla="*/ 220870 w 348741"/>
                    <a:gd name="connsiteY122" fmla="*/ 203433 h 348741"/>
                    <a:gd name="connsiteX123" fmla="*/ 145309 w 348741"/>
                    <a:gd name="connsiteY123" fmla="*/ 278993 h 3487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</a:cxnLst>
                  <a:rect l="l" t="t" r="r" b="b"/>
                  <a:pathLst>
                    <a:path w="348741" h="348741">
                      <a:moveTo>
                        <a:pt x="267369" y="220870"/>
                      </a:moveTo>
                      <a:lnTo>
                        <a:pt x="267369" y="249164"/>
                      </a:lnTo>
                      <a:lnTo>
                        <a:pt x="309816" y="220870"/>
                      </a:lnTo>
                      <a:lnTo>
                        <a:pt x="319680" y="220870"/>
                      </a:lnTo>
                      <a:cubicBezTo>
                        <a:pt x="335704" y="220870"/>
                        <a:pt x="348742" y="207833"/>
                        <a:pt x="348742" y="191808"/>
                      </a:cubicBezTo>
                      <a:lnTo>
                        <a:pt x="348742" y="122060"/>
                      </a:lnTo>
                      <a:cubicBezTo>
                        <a:pt x="348742" y="106035"/>
                        <a:pt x="335704" y="92998"/>
                        <a:pt x="319680" y="92998"/>
                      </a:cubicBezTo>
                      <a:lnTo>
                        <a:pt x="288584" y="92998"/>
                      </a:lnTo>
                      <a:cubicBezTo>
                        <a:pt x="283783" y="79472"/>
                        <a:pt x="270897" y="69748"/>
                        <a:pt x="255744" y="69748"/>
                      </a:cubicBezTo>
                      <a:cubicBezTo>
                        <a:pt x="240591" y="69748"/>
                        <a:pt x="227705" y="79472"/>
                        <a:pt x="222904" y="92998"/>
                      </a:cubicBezTo>
                      <a:lnTo>
                        <a:pt x="191808" y="92998"/>
                      </a:lnTo>
                      <a:cubicBezTo>
                        <a:pt x="189820" y="92998"/>
                        <a:pt x="187873" y="93201"/>
                        <a:pt x="185996" y="93585"/>
                      </a:cubicBezTo>
                      <a:lnTo>
                        <a:pt x="185996" y="52311"/>
                      </a:lnTo>
                      <a:cubicBezTo>
                        <a:pt x="185996" y="36287"/>
                        <a:pt x="172958" y="23249"/>
                        <a:pt x="156934" y="23249"/>
                      </a:cubicBezTo>
                      <a:lnTo>
                        <a:pt x="125838" y="23249"/>
                      </a:lnTo>
                      <a:cubicBezTo>
                        <a:pt x="121037" y="9724"/>
                        <a:pt x="108151" y="0"/>
                        <a:pt x="92998" y="0"/>
                      </a:cubicBezTo>
                      <a:cubicBezTo>
                        <a:pt x="77845" y="0"/>
                        <a:pt x="64959" y="9724"/>
                        <a:pt x="60158" y="23249"/>
                      </a:cubicBezTo>
                      <a:lnTo>
                        <a:pt x="29062" y="23249"/>
                      </a:lnTo>
                      <a:cubicBezTo>
                        <a:pt x="13037" y="23249"/>
                        <a:pt x="0" y="36287"/>
                        <a:pt x="0" y="52311"/>
                      </a:cubicBezTo>
                      <a:lnTo>
                        <a:pt x="0" y="122060"/>
                      </a:lnTo>
                      <a:cubicBezTo>
                        <a:pt x="0" y="138084"/>
                        <a:pt x="13037" y="151121"/>
                        <a:pt x="29062" y="151121"/>
                      </a:cubicBezTo>
                      <a:lnTo>
                        <a:pt x="75723" y="151121"/>
                      </a:lnTo>
                      <a:cubicBezTo>
                        <a:pt x="64726" y="165710"/>
                        <a:pt x="58124" y="183793"/>
                        <a:pt x="58124" y="203433"/>
                      </a:cubicBezTo>
                      <a:cubicBezTo>
                        <a:pt x="58124" y="220916"/>
                        <a:pt x="63343" y="237179"/>
                        <a:pt x="72242" y="250844"/>
                      </a:cubicBezTo>
                      <a:lnTo>
                        <a:pt x="63936" y="259150"/>
                      </a:lnTo>
                      <a:lnTo>
                        <a:pt x="58124" y="253337"/>
                      </a:lnTo>
                      <a:lnTo>
                        <a:pt x="7725" y="303742"/>
                      </a:lnTo>
                      <a:cubicBezTo>
                        <a:pt x="2743" y="308718"/>
                        <a:pt x="0" y="315344"/>
                        <a:pt x="0" y="322383"/>
                      </a:cubicBezTo>
                      <a:cubicBezTo>
                        <a:pt x="0" y="336919"/>
                        <a:pt x="11828" y="348742"/>
                        <a:pt x="26365" y="348742"/>
                      </a:cubicBezTo>
                      <a:cubicBezTo>
                        <a:pt x="33409" y="348742"/>
                        <a:pt x="40030" y="345998"/>
                        <a:pt x="45005" y="341023"/>
                      </a:cubicBezTo>
                      <a:lnTo>
                        <a:pt x="95404" y="290618"/>
                      </a:lnTo>
                      <a:lnTo>
                        <a:pt x="89592" y="284806"/>
                      </a:lnTo>
                      <a:lnTo>
                        <a:pt x="97898" y="276500"/>
                      </a:lnTo>
                      <a:cubicBezTo>
                        <a:pt x="111562" y="285398"/>
                        <a:pt x="127825" y="290618"/>
                        <a:pt x="145309" y="290618"/>
                      </a:cubicBezTo>
                      <a:cubicBezTo>
                        <a:pt x="187414" y="290618"/>
                        <a:pt x="222637" y="260620"/>
                        <a:pt x="230739" y="220870"/>
                      </a:cubicBezTo>
                      <a:close/>
                      <a:moveTo>
                        <a:pt x="290618" y="104622"/>
                      </a:moveTo>
                      <a:lnTo>
                        <a:pt x="319680" y="104622"/>
                      </a:lnTo>
                      <a:cubicBezTo>
                        <a:pt x="329293" y="104622"/>
                        <a:pt x="337117" y="112446"/>
                        <a:pt x="337117" y="122060"/>
                      </a:cubicBezTo>
                      <a:lnTo>
                        <a:pt x="337117" y="191808"/>
                      </a:lnTo>
                      <a:cubicBezTo>
                        <a:pt x="337117" y="201422"/>
                        <a:pt x="329293" y="209245"/>
                        <a:pt x="319680" y="209245"/>
                      </a:cubicBezTo>
                      <a:lnTo>
                        <a:pt x="306294" y="209245"/>
                      </a:lnTo>
                      <a:lnTo>
                        <a:pt x="278993" y="227449"/>
                      </a:lnTo>
                      <a:lnTo>
                        <a:pt x="278993" y="209245"/>
                      </a:lnTo>
                      <a:lnTo>
                        <a:pt x="232198" y="209245"/>
                      </a:lnTo>
                      <a:cubicBezTo>
                        <a:pt x="232326" y="207315"/>
                        <a:pt x="232494" y="205397"/>
                        <a:pt x="232494" y="203433"/>
                      </a:cubicBezTo>
                      <a:cubicBezTo>
                        <a:pt x="232494" y="201468"/>
                        <a:pt x="232326" y="199550"/>
                        <a:pt x="232198" y="197620"/>
                      </a:cubicBezTo>
                      <a:lnTo>
                        <a:pt x="313867" y="197620"/>
                      </a:lnTo>
                      <a:lnTo>
                        <a:pt x="313867" y="185996"/>
                      </a:lnTo>
                      <a:cubicBezTo>
                        <a:pt x="313867" y="161543"/>
                        <a:pt x="298662" y="140607"/>
                        <a:pt x="277226" y="132039"/>
                      </a:cubicBezTo>
                      <a:cubicBezTo>
                        <a:pt x="285364" y="125646"/>
                        <a:pt x="290618" y="115747"/>
                        <a:pt x="290618" y="104622"/>
                      </a:cubicBezTo>
                      <a:close/>
                      <a:moveTo>
                        <a:pt x="272739" y="185996"/>
                      </a:moveTo>
                      <a:lnTo>
                        <a:pt x="269188" y="141496"/>
                      </a:lnTo>
                      <a:cubicBezTo>
                        <a:pt x="288287" y="147279"/>
                        <a:pt x="302243" y="165030"/>
                        <a:pt x="302243" y="185996"/>
                      </a:cubicBezTo>
                      <a:close/>
                      <a:moveTo>
                        <a:pt x="257365" y="139578"/>
                      </a:moveTo>
                      <a:lnTo>
                        <a:pt x="261074" y="185996"/>
                      </a:lnTo>
                      <a:lnTo>
                        <a:pt x="250414" y="185996"/>
                      </a:lnTo>
                      <a:lnTo>
                        <a:pt x="254116" y="139595"/>
                      </a:lnTo>
                      <a:cubicBezTo>
                        <a:pt x="254663" y="139578"/>
                        <a:pt x="255197" y="139497"/>
                        <a:pt x="255744" y="139497"/>
                      </a:cubicBezTo>
                      <a:cubicBezTo>
                        <a:pt x="256290" y="139497"/>
                        <a:pt x="256825" y="139561"/>
                        <a:pt x="257365" y="139578"/>
                      </a:cubicBezTo>
                      <a:close/>
                      <a:moveTo>
                        <a:pt x="238748" y="185996"/>
                      </a:moveTo>
                      <a:lnTo>
                        <a:pt x="230733" y="185996"/>
                      </a:lnTo>
                      <a:cubicBezTo>
                        <a:pt x="228629" y="175661"/>
                        <a:pt x="224613" y="166036"/>
                        <a:pt x="219196" y="157375"/>
                      </a:cubicBezTo>
                      <a:cubicBezTo>
                        <a:pt x="225153" y="149773"/>
                        <a:pt x="233221" y="144309"/>
                        <a:pt x="242294" y="141566"/>
                      </a:cubicBezTo>
                      <a:close/>
                      <a:moveTo>
                        <a:pt x="255744" y="81373"/>
                      </a:moveTo>
                      <a:cubicBezTo>
                        <a:pt x="268566" y="81373"/>
                        <a:pt x="278993" y="91800"/>
                        <a:pt x="278993" y="104622"/>
                      </a:cubicBezTo>
                      <a:cubicBezTo>
                        <a:pt x="278993" y="117445"/>
                        <a:pt x="268566" y="127872"/>
                        <a:pt x="255744" y="127872"/>
                      </a:cubicBezTo>
                      <a:cubicBezTo>
                        <a:pt x="242922" y="127872"/>
                        <a:pt x="232494" y="117445"/>
                        <a:pt x="232494" y="104622"/>
                      </a:cubicBezTo>
                      <a:cubicBezTo>
                        <a:pt x="232494" y="91800"/>
                        <a:pt x="242922" y="81373"/>
                        <a:pt x="255744" y="81373"/>
                      </a:cubicBezTo>
                      <a:close/>
                      <a:moveTo>
                        <a:pt x="220870" y="104622"/>
                      </a:moveTo>
                      <a:cubicBezTo>
                        <a:pt x="220870" y="115742"/>
                        <a:pt x="226118" y="125634"/>
                        <a:pt x="234244" y="132028"/>
                      </a:cubicBezTo>
                      <a:cubicBezTo>
                        <a:pt x="225828" y="135381"/>
                        <a:pt x="218242" y="140659"/>
                        <a:pt x="212157" y="147564"/>
                      </a:cubicBezTo>
                      <a:cubicBezTo>
                        <a:pt x="202253" y="135736"/>
                        <a:pt x="189250" y="126634"/>
                        <a:pt x="174441" y="121362"/>
                      </a:cubicBezTo>
                      <a:cubicBezTo>
                        <a:pt x="174818" y="112074"/>
                        <a:pt x="182433" y="104622"/>
                        <a:pt x="191808" y="104622"/>
                      </a:cubicBezTo>
                      <a:close/>
                      <a:moveTo>
                        <a:pt x="127872" y="34874"/>
                      </a:moveTo>
                      <a:lnTo>
                        <a:pt x="156934" y="34874"/>
                      </a:lnTo>
                      <a:cubicBezTo>
                        <a:pt x="166547" y="34874"/>
                        <a:pt x="174371" y="42698"/>
                        <a:pt x="174371" y="52311"/>
                      </a:cubicBezTo>
                      <a:lnTo>
                        <a:pt x="174371" y="98961"/>
                      </a:lnTo>
                      <a:cubicBezTo>
                        <a:pt x="168361" y="103512"/>
                        <a:pt x="164228" y="110290"/>
                        <a:pt x="163147" y="118101"/>
                      </a:cubicBezTo>
                      <a:cubicBezTo>
                        <a:pt x="159235" y="117282"/>
                        <a:pt x="155207" y="116817"/>
                        <a:pt x="151121" y="116549"/>
                      </a:cubicBezTo>
                      <a:lnTo>
                        <a:pt x="151121" y="116247"/>
                      </a:lnTo>
                      <a:cubicBezTo>
                        <a:pt x="151121" y="91795"/>
                        <a:pt x="135916" y="70858"/>
                        <a:pt x="114480" y="62291"/>
                      </a:cubicBezTo>
                      <a:cubicBezTo>
                        <a:pt x="122618" y="55897"/>
                        <a:pt x="127872" y="45999"/>
                        <a:pt x="127872" y="34874"/>
                      </a:cubicBezTo>
                      <a:close/>
                      <a:moveTo>
                        <a:pt x="46499" y="116247"/>
                      </a:moveTo>
                      <a:cubicBezTo>
                        <a:pt x="46499" y="95282"/>
                        <a:pt x="60454" y="77531"/>
                        <a:pt x="79560" y="71748"/>
                      </a:cubicBezTo>
                      <a:lnTo>
                        <a:pt x="76002" y="116247"/>
                      </a:lnTo>
                      <a:close/>
                      <a:moveTo>
                        <a:pt x="91376" y="69830"/>
                      </a:moveTo>
                      <a:cubicBezTo>
                        <a:pt x="91917" y="69812"/>
                        <a:pt x="92451" y="69748"/>
                        <a:pt x="92998" y="69748"/>
                      </a:cubicBezTo>
                      <a:cubicBezTo>
                        <a:pt x="93544" y="69748"/>
                        <a:pt x="94079" y="69812"/>
                        <a:pt x="94619" y="69830"/>
                      </a:cubicBezTo>
                      <a:lnTo>
                        <a:pt x="98328" y="116247"/>
                      </a:lnTo>
                      <a:lnTo>
                        <a:pt x="87668" y="116247"/>
                      </a:lnTo>
                      <a:close/>
                      <a:moveTo>
                        <a:pt x="106436" y="71748"/>
                      </a:moveTo>
                      <a:cubicBezTo>
                        <a:pt x="125541" y="77531"/>
                        <a:pt x="139497" y="95282"/>
                        <a:pt x="139497" y="116247"/>
                      </a:cubicBezTo>
                      <a:lnTo>
                        <a:pt x="109993" y="116247"/>
                      </a:lnTo>
                      <a:close/>
                      <a:moveTo>
                        <a:pt x="92998" y="11625"/>
                      </a:moveTo>
                      <a:cubicBezTo>
                        <a:pt x="105820" y="11625"/>
                        <a:pt x="116247" y="22052"/>
                        <a:pt x="116247" y="34874"/>
                      </a:cubicBezTo>
                      <a:cubicBezTo>
                        <a:pt x="116247" y="47696"/>
                        <a:pt x="105820" y="58124"/>
                        <a:pt x="92998" y="58124"/>
                      </a:cubicBezTo>
                      <a:cubicBezTo>
                        <a:pt x="80176" y="58124"/>
                        <a:pt x="69748" y="47696"/>
                        <a:pt x="69748" y="34874"/>
                      </a:cubicBezTo>
                      <a:cubicBezTo>
                        <a:pt x="69748" y="22052"/>
                        <a:pt x="80176" y="11625"/>
                        <a:pt x="92998" y="11625"/>
                      </a:cubicBezTo>
                      <a:close/>
                      <a:moveTo>
                        <a:pt x="11625" y="122060"/>
                      </a:moveTo>
                      <a:lnTo>
                        <a:pt x="11625" y="52311"/>
                      </a:lnTo>
                      <a:cubicBezTo>
                        <a:pt x="11625" y="42698"/>
                        <a:pt x="19448" y="34874"/>
                        <a:pt x="29062" y="34874"/>
                      </a:cubicBezTo>
                      <a:lnTo>
                        <a:pt x="58124" y="34874"/>
                      </a:lnTo>
                      <a:cubicBezTo>
                        <a:pt x="58124" y="45999"/>
                        <a:pt x="63378" y="55897"/>
                        <a:pt x="71515" y="62291"/>
                      </a:cubicBezTo>
                      <a:cubicBezTo>
                        <a:pt x="50079" y="70858"/>
                        <a:pt x="34874" y="91795"/>
                        <a:pt x="34874" y="116247"/>
                      </a:cubicBezTo>
                      <a:lnTo>
                        <a:pt x="34874" y="127872"/>
                      </a:lnTo>
                      <a:lnTo>
                        <a:pt x="102001" y="127872"/>
                      </a:lnTo>
                      <a:cubicBezTo>
                        <a:pt x="96305" y="131150"/>
                        <a:pt x="91033" y="135062"/>
                        <a:pt x="86238" y="139497"/>
                      </a:cubicBezTo>
                      <a:lnTo>
                        <a:pt x="29062" y="139497"/>
                      </a:lnTo>
                      <a:cubicBezTo>
                        <a:pt x="19448" y="139497"/>
                        <a:pt x="11625" y="131673"/>
                        <a:pt x="11625" y="122060"/>
                      </a:cubicBezTo>
                      <a:close/>
                      <a:moveTo>
                        <a:pt x="36786" y="332804"/>
                      </a:moveTo>
                      <a:cubicBezTo>
                        <a:pt x="34002" y="335582"/>
                        <a:pt x="30300" y="337117"/>
                        <a:pt x="26365" y="337117"/>
                      </a:cubicBezTo>
                      <a:cubicBezTo>
                        <a:pt x="18239" y="337117"/>
                        <a:pt x="11625" y="330502"/>
                        <a:pt x="11625" y="322383"/>
                      </a:cubicBezTo>
                      <a:cubicBezTo>
                        <a:pt x="11625" y="318448"/>
                        <a:pt x="13159" y="314751"/>
                        <a:pt x="15943" y="311961"/>
                      </a:cubicBezTo>
                      <a:lnTo>
                        <a:pt x="58124" y="269775"/>
                      </a:lnTo>
                      <a:lnTo>
                        <a:pt x="78967" y="290618"/>
                      </a:lnTo>
                      <a:close/>
                      <a:moveTo>
                        <a:pt x="81373" y="276587"/>
                      </a:moveTo>
                      <a:lnTo>
                        <a:pt x="72155" y="267369"/>
                      </a:lnTo>
                      <a:lnTo>
                        <a:pt x="79298" y="260225"/>
                      </a:lnTo>
                      <a:cubicBezTo>
                        <a:pt x="82140" y="263521"/>
                        <a:pt x="85221" y="266601"/>
                        <a:pt x="88516" y="269444"/>
                      </a:cubicBezTo>
                      <a:close/>
                      <a:moveTo>
                        <a:pt x="145309" y="278993"/>
                      </a:moveTo>
                      <a:cubicBezTo>
                        <a:pt x="103646" y="278993"/>
                        <a:pt x="69748" y="245096"/>
                        <a:pt x="69748" y="203433"/>
                      </a:cubicBezTo>
                      <a:cubicBezTo>
                        <a:pt x="69748" y="161770"/>
                        <a:pt x="103646" y="127872"/>
                        <a:pt x="145309" y="127872"/>
                      </a:cubicBezTo>
                      <a:cubicBezTo>
                        <a:pt x="186972" y="127872"/>
                        <a:pt x="220870" y="161770"/>
                        <a:pt x="220870" y="203433"/>
                      </a:cubicBezTo>
                      <a:cubicBezTo>
                        <a:pt x="220870" y="245096"/>
                        <a:pt x="186972" y="278993"/>
                        <a:pt x="145309" y="278993"/>
                      </a:cubicBezTo>
                      <a:close/>
                    </a:path>
                  </a:pathLst>
                </a:custGeom>
                <a:grpFill/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7" name="Freeform: Shape 86">
                  <a:extLst>
                    <a:ext uri="{FF2B5EF4-FFF2-40B4-BE49-F238E27FC236}">
                      <a16:creationId xmlns:a16="http://schemas.microsoft.com/office/drawing/2014/main" id="{B274B650-EC62-4AF0-B7AD-C0C425C336BC}"/>
                    </a:ext>
                  </a:extLst>
                </p:cNvPr>
                <p:cNvSpPr/>
                <p:nvPr/>
              </p:nvSpPr>
              <p:spPr>
                <a:xfrm>
                  <a:off x="4612687" y="3504561"/>
                  <a:ext cx="139496" cy="104622"/>
                </a:xfrm>
                <a:custGeom>
                  <a:avLst/>
                  <a:gdLst>
                    <a:gd name="connsiteX0" fmla="*/ 122060 w 139496"/>
                    <a:gd name="connsiteY0" fmla="*/ 0 h 104622"/>
                    <a:gd name="connsiteX1" fmla="*/ 17437 w 139496"/>
                    <a:gd name="connsiteY1" fmla="*/ 0 h 104622"/>
                    <a:gd name="connsiteX2" fmla="*/ 0 w 139496"/>
                    <a:gd name="connsiteY2" fmla="*/ 17437 h 104622"/>
                    <a:gd name="connsiteX3" fmla="*/ 0 w 139496"/>
                    <a:gd name="connsiteY3" fmla="*/ 87185 h 104622"/>
                    <a:gd name="connsiteX4" fmla="*/ 17437 w 139496"/>
                    <a:gd name="connsiteY4" fmla="*/ 104622 h 104622"/>
                    <a:gd name="connsiteX5" fmla="*/ 122060 w 139496"/>
                    <a:gd name="connsiteY5" fmla="*/ 104622 h 104622"/>
                    <a:gd name="connsiteX6" fmla="*/ 139497 w 139496"/>
                    <a:gd name="connsiteY6" fmla="*/ 87185 h 104622"/>
                    <a:gd name="connsiteX7" fmla="*/ 139497 w 139496"/>
                    <a:gd name="connsiteY7" fmla="*/ 17437 h 104622"/>
                    <a:gd name="connsiteX8" fmla="*/ 122060 w 139496"/>
                    <a:gd name="connsiteY8" fmla="*/ 0 h 104622"/>
                    <a:gd name="connsiteX9" fmla="*/ 127872 w 139496"/>
                    <a:gd name="connsiteY9" fmla="*/ 87185 h 104622"/>
                    <a:gd name="connsiteX10" fmla="*/ 122060 w 139496"/>
                    <a:gd name="connsiteY10" fmla="*/ 92998 h 104622"/>
                    <a:gd name="connsiteX11" fmla="*/ 17437 w 139496"/>
                    <a:gd name="connsiteY11" fmla="*/ 92998 h 104622"/>
                    <a:gd name="connsiteX12" fmla="*/ 11625 w 139496"/>
                    <a:gd name="connsiteY12" fmla="*/ 87185 h 104622"/>
                    <a:gd name="connsiteX13" fmla="*/ 11625 w 139496"/>
                    <a:gd name="connsiteY13" fmla="*/ 17437 h 104622"/>
                    <a:gd name="connsiteX14" fmla="*/ 17437 w 139496"/>
                    <a:gd name="connsiteY14" fmla="*/ 11625 h 104622"/>
                    <a:gd name="connsiteX15" fmla="*/ 122060 w 139496"/>
                    <a:gd name="connsiteY15" fmla="*/ 11625 h 104622"/>
                    <a:gd name="connsiteX16" fmla="*/ 127872 w 139496"/>
                    <a:gd name="connsiteY16" fmla="*/ 17437 h 1046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39496" h="104622">
                      <a:moveTo>
                        <a:pt x="122060" y="0"/>
                      </a:moveTo>
                      <a:lnTo>
                        <a:pt x="17437" y="0"/>
                      </a:lnTo>
                      <a:cubicBezTo>
                        <a:pt x="7823" y="0"/>
                        <a:pt x="0" y="7823"/>
                        <a:pt x="0" y="17437"/>
                      </a:cubicBezTo>
                      <a:lnTo>
                        <a:pt x="0" y="87185"/>
                      </a:lnTo>
                      <a:cubicBezTo>
                        <a:pt x="0" y="96799"/>
                        <a:pt x="7823" y="104622"/>
                        <a:pt x="17437" y="104622"/>
                      </a:cubicBezTo>
                      <a:lnTo>
                        <a:pt x="122060" y="104622"/>
                      </a:lnTo>
                      <a:cubicBezTo>
                        <a:pt x="131673" y="104622"/>
                        <a:pt x="139497" y="96799"/>
                        <a:pt x="139497" y="87185"/>
                      </a:cubicBezTo>
                      <a:lnTo>
                        <a:pt x="139497" y="17437"/>
                      </a:lnTo>
                      <a:cubicBezTo>
                        <a:pt x="139497" y="7823"/>
                        <a:pt x="131673" y="0"/>
                        <a:pt x="122060" y="0"/>
                      </a:cubicBezTo>
                      <a:close/>
                      <a:moveTo>
                        <a:pt x="127872" y="87185"/>
                      </a:moveTo>
                      <a:cubicBezTo>
                        <a:pt x="127872" y="90394"/>
                        <a:pt x="125262" y="92998"/>
                        <a:pt x="122060" y="92998"/>
                      </a:cubicBezTo>
                      <a:lnTo>
                        <a:pt x="17437" y="92998"/>
                      </a:lnTo>
                      <a:cubicBezTo>
                        <a:pt x="14234" y="92998"/>
                        <a:pt x="11625" y="90394"/>
                        <a:pt x="11625" y="87185"/>
                      </a:cubicBezTo>
                      <a:lnTo>
                        <a:pt x="11625" y="17437"/>
                      </a:lnTo>
                      <a:cubicBezTo>
                        <a:pt x="11625" y="14229"/>
                        <a:pt x="14234" y="11625"/>
                        <a:pt x="17437" y="11625"/>
                      </a:cubicBezTo>
                      <a:lnTo>
                        <a:pt x="122060" y="11625"/>
                      </a:lnTo>
                      <a:cubicBezTo>
                        <a:pt x="125262" y="11625"/>
                        <a:pt x="127872" y="14229"/>
                        <a:pt x="127872" y="17437"/>
                      </a:cubicBezTo>
                      <a:close/>
                    </a:path>
                  </a:pathLst>
                </a:custGeom>
                <a:grpFill/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8" name="Freeform: Shape 87">
                  <a:extLst>
                    <a:ext uri="{FF2B5EF4-FFF2-40B4-BE49-F238E27FC236}">
                      <a16:creationId xmlns:a16="http://schemas.microsoft.com/office/drawing/2014/main" id="{D2641EED-AACE-2597-AE05-FD47ACF62C3E}"/>
                    </a:ext>
                  </a:extLst>
                </p:cNvPr>
                <p:cNvSpPr/>
                <p:nvPr/>
              </p:nvSpPr>
              <p:spPr>
                <a:xfrm>
                  <a:off x="4635936" y="3527810"/>
                  <a:ext cx="92997" cy="58123"/>
                </a:xfrm>
                <a:custGeom>
                  <a:avLst/>
                  <a:gdLst>
                    <a:gd name="connsiteX0" fmla="*/ 81373 w 92997"/>
                    <a:gd name="connsiteY0" fmla="*/ 11625 h 58123"/>
                    <a:gd name="connsiteX1" fmla="*/ 69748 w 92997"/>
                    <a:gd name="connsiteY1" fmla="*/ 11625 h 58123"/>
                    <a:gd name="connsiteX2" fmla="*/ 69748 w 92997"/>
                    <a:gd name="connsiteY2" fmla="*/ 46499 h 58123"/>
                    <a:gd name="connsiteX3" fmla="*/ 58124 w 92997"/>
                    <a:gd name="connsiteY3" fmla="*/ 46499 h 58123"/>
                    <a:gd name="connsiteX4" fmla="*/ 58124 w 92997"/>
                    <a:gd name="connsiteY4" fmla="*/ 23249 h 58123"/>
                    <a:gd name="connsiteX5" fmla="*/ 46499 w 92997"/>
                    <a:gd name="connsiteY5" fmla="*/ 23249 h 58123"/>
                    <a:gd name="connsiteX6" fmla="*/ 46499 w 92997"/>
                    <a:gd name="connsiteY6" fmla="*/ 46499 h 58123"/>
                    <a:gd name="connsiteX7" fmla="*/ 34874 w 92997"/>
                    <a:gd name="connsiteY7" fmla="*/ 46499 h 58123"/>
                    <a:gd name="connsiteX8" fmla="*/ 34874 w 92997"/>
                    <a:gd name="connsiteY8" fmla="*/ 34874 h 58123"/>
                    <a:gd name="connsiteX9" fmla="*/ 23249 w 92997"/>
                    <a:gd name="connsiteY9" fmla="*/ 34874 h 58123"/>
                    <a:gd name="connsiteX10" fmla="*/ 23249 w 92997"/>
                    <a:gd name="connsiteY10" fmla="*/ 46499 h 58123"/>
                    <a:gd name="connsiteX11" fmla="*/ 11625 w 92997"/>
                    <a:gd name="connsiteY11" fmla="*/ 46499 h 58123"/>
                    <a:gd name="connsiteX12" fmla="*/ 11625 w 92997"/>
                    <a:gd name="connsiteY12" fmla="*/ 0 h 58123"/>
                    <a:gd name="connsiteX13" fmla="*/ 0 w 92997"/>
                    <a:gd name="connsiteY13" fmla="*/ 0 h 58123"/>
                    <a:gd name="connsiteX14" fmla="*/ 0 w 92997"/>
                    <a:gd name="connsiteY14" fmla="*/ 58124 h 58123"/>
                    <a:gd name="connsiteX15" fmla="*/ 92998 w 92997"/>
                    <a:gd name="connsiteY15" fmla="*/ 58124 h 58123"/>
                    <a:gd name="connsiteX16" fmla="*/ 92998 w 92997"/>
                    <a:gd name="connsiteY16" fmla="*/ 46499 h 58123"/>
                    <a:gd name="connsiteX17" fmla="*/ 81373 w 92997"/>
                    <a:gd name="connsiteY17" fmla="*/ 46499 h 58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92997" h="58123">
                      <a:moveTo>
                        <a:pt x="81373" y="11625"/>
                      </a:moveTo>
                      <a:lnTo>
                        <a:pt x="69748" y="11625"/>
                      </a:lnTo>
                      <a:lnTo>
                        <a:pt x="69748" y="46499"/>
                      </a:lnTo>
                      <a:lnTo>
                        <a:pt x="58124" y="46499"/>
                      </a:lnTo>
                      <a:lnTo>
                        <a:pt x="58124" y="23249"/>
                      </a:lnTo>
                      <a:lnTo>
                        <a:pt x="46499" y="23249"/>
                      </a:lnTo>
                      <a:lnTo>
                        <a:pt x="46499" y="46499"/>
                      </a:lnTo>
                      <a:lnTo>
                        <a:pt x="34874" y="46499"/>
                      </a:lnTo>
                      <a:lnTo>
                        <a:pt x="34874" y="34874"/>
                      </a:lnTo>
                      <a:lnTo>
                        <a:pt x="23249" y="34874"/>
                      </a:lnTo>
                      <a:lnTo>
                        <a:pt x="23249" y="46499"/>
                      </a:lnTo>
                      <a:lnTo>
                        <a:pt x="11625" y="46499"/>
                      </a:lnTo>
                      <a:lnTo>
                        <a:pt x="11625" y="0"/>
                      </a:lnTo>
                      <a:lnTo>
                        <a:pt x="0" y="0"/>
                      </a:lnTo>
                      <a:lnTo>
                        <a:pt x="0" y="58124"/>
                      </a:lnTo>
                      <a:lnTo>
                        <a:pt x="92998" y="58124"/>
                      </a:lnTo>
                      <a:lnTo>
                        <a:pt x="92998" y="46499"/>
                      </a:lnTo>
                      <a:lnTo>
                        <a:pt x="81373" y="46499"/>
                      </a:lnTo>
                      <a:close/>
                    </a:path>
                  </a:pathLst>
                </a:custGeom>
                <a:grpFill/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89" name="Freeform: Shape 88">
                  <a:extLst>
                    <a:ext uri="{FF2B5EF4-FFF2-40B4-BE49-F238E27FC236}">
                      <a16:creationId xmlns:a16="http://schemas.microsoft.com/office/drawing/2014/main" id="{261378DF-B781-25F0-8B73-FE9FCA0C8D51}"/>
                    </a:ext>
                  </a:extLst>
                </p:cNvPr>
                <p:cNvSpPr/>
                <p:nvPr/>
              </p:nvSpPr>
              <p:spPr>
                <a:xfrm>
                  <a:off x="4705684" y="3365064"/>
                  <a:ext cx="11624" cy="11624"/>
                </a:xfrm>
                <a:custGeom>
                  <a:avLst/>
                  <a:gdLst>
                    <a:gd name="connsiteX0" fmla="*/ 0 w 11624"/>
                    <a:gd name="connsiteY0" fmla="*/ 0 h 11624"/>
                    <a:gd name="connsiteX1" fmla="*/ 11625 w 11624"/>
                    <a:gd name="connsiteY1" fmla="*/ 0 h 11624"/>
                    <a:gd name="connsiteX2" fmla="*/ 11625 w 11624"/>
                    <a:gd name="connsiteY2" fmla="*/ 11625 h 11624"/>
                    <a:gd name="connsiteX3" fmla="*/ 0 w 11624"/>
                    <a:gd name="connsiteY3" fmla="*/ 11625 h 11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24" h="11624">
                      <a:moveTo>
                        <a:pt x="0" y="0"/>
                      </a:moveTo>
                      <a:lnTo>
                        <a:pt x="11625" y="0"/>
                      </a:lnTo>
                      <a:lnTo>
                        <a:pt x="11625" y="11625"/>
                      </a:lnTo>
                      <a:lnTo>
                        <a:pt x="0" y="11625"/>
                      </a:lnTo>
                      <a:close/>
                    </a:path>
                  </a:pathLst>
                </a:custGeom>
                <a:grpFill/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0" name="Freeform: Shape 89">
                  <a:extLst>
                    <a:ext uri="{FF2B5EF4-FFF2-40B4-BE49-F238E27FC236}">
                      <a16:creationId xmlns:a16="http://schemas.microsoft.com/office/drawing/2014/main" id="{5BF7EAE7-B458-5DFE-617A-7E3A814D9336}"/>
                    </a:ext>
                  </a:extLst>
                </p:cNvPr>
                <p:cNvSpPr/>
                <p:nvPr/>
              </p:nvSpPr>
              <p:spPr>
                <a:xfrm>
                  <a:off x="4705684" y="3388313"/>
                  <a:ext cx="11624" cy="11624"/>
                </a:xfrm>
                <a:custGeom>
                  <a:avLst/>
                  <a:gdLst>
                    <a:gd name="connsiteX0" fmla="*/ 0 w 11624"/>
                    <a:gd name="connsiteY0" fmla="*/ 0 h 11624"/>
                    <a:gd name="connsiteX1" fmla="*/ 11625 w 11624"/>
                    <a:gd name="connsiteY1" fmla="*/ 0 h 11624"/>
                    <a:gd name="connsiteX2" fmla="*/ 11625 w 11624"/>
                    <a:gd name="connsiteY2" fmla="*/ 11625 h 11624"/>
                    <a:gd name="connsiteX3" fmla="*/ 0 w 11624"/>
                    <a:gd name="connsiteY3" fmla="*/ 11625 h 11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24" h="11624">
                      <a:moveTo>
                        <a:pt x="0" y="0"/>
                      </a:moveTo>
                      <a:lnTo>
                        <a:pt x="11625" y="0"/>
                      </a:lnTo>
                      <a:lnTo>
                        <a:pt x="11625" y="11625"/>
                      </a:lnTo>
                      <a:lnTo>
                        <a:pt x="0" y="11625"/>
                      </a:lnTo>
                      <a:close/>
                    </a:path>
                  </a:pathLst>
                </a:custGeom>
                <a:grpFill/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1" name="Freeform: Shape 90">
                  <a:extLst>
                    <a:ext uri="{FF2B5EF4-FFF2-40B4-BE49-F238E27FC236}">
                      <a16:creationId xmlns:a16="http://schemas.microsoft.com/office/drawing/2014/main" id="{8CE6D09D-B59D-C39C-9483-B447B2614A26}"/>
                    </a:ext>
                  </a:extLst>
                </p:cNvPr>
                <p:cNvSpPr/>
                <p:nvPr/>
              </p:nvSpPr>
              <p:spPr>
                <a:xfrm>
                  <a:off x="4415066" y="3295316"/>
                  <a:ext cx="11624" cy="11624"/>
                </a:xfrm>
                <a:custGeom>
                  <a:avLst/>
                  <a:gdLst>
                    <a:gd name="connsiteX0" fmla="*/ 0 w 11624"/>
                    <a:gd name="connsiteY0" fmla="*/ 0 h 11624"/>
                    <a:gd name="connsiteX1" fmla="*/ 11625 w 11624"/>
                    <a:gd name="connsiteY1" fmla="*/ 0 h 11624"/>
                    <a:gd name="connsiteX2" fmla="*/ 11625 w 11624"/>
                    <a:gd name="connsiteY2" fmla="*/ 11625 h 11624"/>
                    <a:gd name="connsiteX3" fmla="*/ 0 w 11624"/>
                    <a:gd name="connsiteY3" fmla="*/ 11625 h 11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24" h="11624">
                      <a:moveTo>
                        <a:pt x="0" y="0"/>
                      </a:moveTo>
                      <a:lnTo>
                        <a:pt x="11625" y="0"/>
                      </a:lnTo>
                      <a:lnTo>
                        <a:pt x="11625" y="11625"/>
                      </a:lnTo>
                      <a:lnTo>
                        <a:pt x="0" y="11625"/>
                      </a:lnTo>
                      <a:close/>
                    </a:path>
                  </a:pathLst>
                </a:custGeom>
                <a:grpFill/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92" name="Freeform: Shape 91">
                  <a:extLst>
                    <a:ext uri="{FF2B5EF4-FFF2-40B4-BE49-F238E27FC236}">
                      <a16:creationId xmlns:a16="http://schemas.microsoft.com/office/drawing/2014/main" id="{E76041C5-717E-727B-7FB0-8DC508076BE5}"/>
                    </a:ext>
                  </a:extLst>
                </p:cNvPr>
                <p:cNvSpPr/>
                <p:nvPr/>
              </p:nvSpPr>
              <p:spPr>
                <a:xfrm>
                  <a:off x="4415066" y="3318565"/>
                  <a:ext cx="11624" cy="11624"/>
                </a:xfrm>
                <a:custGeom>
                  <a:avLst/>
                  <a:gdLst>
                    <a:gd name="connsiteX0" fmla="*/ 0 w 11624"/>
                    <a:gd name="connsiteY0" fmla="*/ 0 h 11624"/>
                    <a:gd name="connsiteX1" fmla="*/ 11625 w 11624"/>
                    <a:gd name="connsiteY1" fmla="*/ 0 h 11624"/>
                    <a:gd name="connsiteX2" fmla="*/ 11625 w 11624"/>
                    <a:gd name="connsiteY2" fmla="*/ 11625 h 11624"/>
                    <a:gd name="connsiteX3" fmla="*/ 0 w 11624"/>
                    <a:gd name="connsiteY3" fmla="*/ 11625 h 116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624" h="11624">
                      <a:moveTo>
                        <a:pt x="0" y="0"/>
                      </a:moveTo>
                      <a:lnTo>
                        <a:pt x="11625" y="0"/>
                      </a:lnTo>
                      <a:lnTo>
                        <a:pt x="11625" y="11625"/>
                      </a:lnTo>
                      <a:lnTo>
                        <a:pt x="0" y="11625"/>
                      </a:lnTo>
                      <a:close/>
                    </a:path>
                  </a:pathLst>
                </a:custGeom>
                <a:grpFill/>
                <a:ln w="5804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4943C34-EBAB-E456-59D8-A15BA5AD922D}"/>
                  </a:ext>
                </a:extLst>
              </p:cNvPr>
              <p:cNvSpPr/>
              <p:nvPr/>
            </p:nvSpPr>
            <p:spPr>
              <a:xfrm>
                <a:off x="4786739" y="1567442"/>
                <a:ext cx="2543475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dirty="0">
                    <a:solidFill>
                      <a:schemeClr val="bg1"/>
                    </a:solidFill>
                    <a:latin typeface="Lora" pitchFamily="2" charset="0"/>
                  </a:rPr>
                  <a:t>Sample Headline</a:t>
                </a:r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C54D6470-0A01-7B61-8375-AB931413FFB4}"/>
                  </a:ext>
                </a:extLst>
              </p:cNvPr>
              <p:cNvSpPr/>
              <p:nvPr/>
            </p:nvSpPr>
            <p:spPr>
              <a:xfrm>
                <a:off x="5619749" y="5517073"/>
                <a:ext cx="95250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bg1"/>
                    </a:solidFill>
                    <a:latin typeface="Lora" pitchFamily="2" charset="0"/>
                  </a:rPr>
                  <a:t>Headline</a:t>
                </a:r>
                <a:endParaRPr lang="en-US" sz="1400" dirty="0">
                  <a:solidFill>
                    <a:schemeClr val="bg1"/>
                  </a:solidFill>
                  <a:latin typeface="Lora" pitchFamily="2" charset="0"/>
                </a:endParaRPr>
              </a:p>
            </p:txBody>
          </p:sp>
        </p:grpSp>
      </p:grpSp>
      <p:sp>
        <p:nvSpPr>
          <p:cNvPr id="118" name="TextBox 117">
            <a:extLst>
              <a:ext uri="{FF2B5EF4-FFF2-40B4-BE49-F238E27FC236}">
                <a16:creationId xmlns:a16="http://schemas.microsoft.com/office/drawing/2014/main" id="{C2295EC9-1883-1C89-910B-3BACD67767E9}"/>
              </a:ext>
            </a:extLst>
          </p:cNvPr>
          <p:cNvSpPr txBox="1"/>
          <p:nvPr/>
        </p:nvSpPr>
        <p:spPr>
          <a:xfrm>
            <a:off x="3086648" y="3931327"/>
            <a:ext cx="12817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Lora" pitchFamily="2" charset="0"/>
              </a:rPr>
              <a:t>Fusce Lobortis Porttitor Purus, Vel Vestibulum Libero Pharetra Vel. Pellentesque 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1A73FEC4-F177-0A3C-59CA-30BF28FFB6CA}"/>
              </a:ext>
            </a:extLst>
          </p:cNvPr>
          <p:cNvSpPr txBox="1"/>
          <p:nvPr/>
        </p:nvSpPr>
        <p:spPr>
          <a:xfrm>
            <a:off x="5511824" y="3931327"/>
            <a:ext cx="12817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Lora" pitchFamily="2" charset="0"/>
              </a:rPr>
              <a:t>Fusce Lobortis Porttitor Purus, Vel Vestibulum Libero Pharetra Vel. Pellentesque 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1CCFE58-CC86-CFAB-E6B7-DC92AD8FE549}"/>
              </a:ext>
            </a:extLst>
          </p:cNvPr>
          <p:cNvSpPr txBox="1"/>
          <p:nvPr/>
        </p:nvSpPr>
        <p:spPr>
          <a:xfrm>
            <a:off x="8033566" y="3931327"/>
            <a:ext cx="12817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lang="en-US" sz="1100" dirty="0">
                <a:solidFill>
                  <a:schemeClr val="bg1">
                    <a:lumMod val="95000"/>
                  </a:schemeClr>
                </a:solidFill>
                <a:latin typeface="Lora" pitchFamily="2" charset="0"/>
              </a:rPr>
              <a:t>Fusce Lobortis Porttitor Purus, Vel Vestibulum Libero Pharetra Vel. Pellentesque </a:t>
            </a:r>
            <a:endParaRPr lang="en-US" sz="11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859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18AD1AA4-A736-2E63-5F04-380B224A0BF9}"/>
              </a:ext>
            </a:extLst>
          </p:cNvPr>
          <p:cNvGrpSpPr/>
          <p:nvPr/>
        </p:nvGrpSpPr>
        <p:grpSpPr>
          <a:xfrm>
            <a:off x="1535034" y="1448933"/>
            <a:ext cx="9121932" cy="4885823"/>
            <a:chOff x="1535034" y="986089"/>
            <a:chExt cx="9121932" cy="4885823"/>
          </a:xfrm>
        </p:grpSpPr>
        <p:sp>
          <p:nvSpPr>
            <p:cNvPr id="36" name="Freeform 24">
              <a:extLst>
                <a:ext uri="{FF2B5EF4-FFF2-40B4-BE49-F238E27FC236}">
                  <a16:creationId xmlns:a16="http://schemas.microsoft.com/office/drawing/2014/main" id="{F45D7D94-CD03-4BAE-649D-D92C47F34C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034" y="986089"/>
              <a:ext cx="9121932" cy="1442292"/>
            </a:xfrm>
            <a:custGeom>
              <a:avLst/>
              <a:gdLst/>
              <a:ahLst/>
              <a:cxnLst>
                <a:cxn ang="0">
                  <a:pos x="1440" y="0"/>
                </a:cxn>
                <a:cxn ang="0">
                  <a:pos x="0" y="410"/>
                </a:cxn>
                <a:cxn ang="0">
                  <a:pos x="2879" y="410"/>
                </a:cxn>
                <a:cxn ang="0">
                  <a:pos x="1440" y="0"/>
                </a:cxn>
              </a:cxnLst>
              <a:rect l="0" t="0" r="r" b="b"/>
              <a:pathLst>
                <a:path w="2879" h="410">
                  <a:moveTo>
                    <a:pt x="1440" y="0"/>
                  </a:moveTo>
                  <a:lnTo>
                    <a:pt x="0" y="410"/>
                  </a:lnTo>
                  <a:lnTo>
                    <a:pt x="2879" y="410"/>
                  </a:lnTo>
                  <a:lnTo>
                    <a:pt x="1440" y="0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ora" pitchFamily="2" charset="0"/>
              </a:endParaRPr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F954EFE-4491-5C58-E9CB-10327DAB85F0}"/>
                </a:ext>
              </a:extLst>
            </p:cNvPr>
            <p:cNvGrpSpPr/>
            <p:nvPr/>
          </p:nvGrpSpPr>
          <p:grpSpPr>
            <a:xfrm>
              <a:off x="1849272" y="1278853"/>
              <a:ext cx="8493456" cy="4593059"/>
              <a:chOff x="1849272" y="1278853"/>
              <a:chExt cx="8493456" cy="4593059"/>
            </a:xfrm>
          </p:grpSpPr>
          <p:sp>
            <p:nvSpPr>
              <p:cNvPr id="38" name="Rectangle 13">
                <a:extLst>
                  <a:ext uri="{FF2B5EF4-FFF2-40B4-BE49-F238E27FC236}">
                    <a16:creationId xmlns:a16="http://schemas.microsoft.com/office/drawing/2014/main" id="{361E7A72-0732-2BB0-7B15-180EE8759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9272" y="5488217"/>
                <a:ext cx="8493456" cy="383695"/>
              </a:xfrm>
              <a:prstGeom prst="roundRect">
                <a:avLst>
                  <a:gd name="adj" fmla="val 27311"/>
                </a:avLst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39" name="Rectangle 19">
                <a:extLst>
                  <a:ext uri="{FF2B5EF4-FFF2-40B4-BE49-F238E27FC236}">
                    <a16:creationId xmlns:a16="http://schemas.microsoft.com/office/drawing/2014/main" id="{3A53A641-4339-45A7-353D-CA81BD8DE0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6838" y="2804087"/>
                <a:ext cx="964584" cy="265592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0" name="Trapezoid 87">
                <a:extLst>
                  <a:ext uri="{FF2B5EF4-FFF2-40B4-BE49-F238E27FC236}">
                    <a16:creationId xmlns:a16="http://schemas.microsoft.com/office/drawing/2014/main" id="{D1DB51F7-33DE-D4A2-ED6F-FCE7BA4E4C27}"/>
                  </a:ext>
                </a:extLst>
              </p:cNvPr>
              <p:cNvSpPr/>
              <p:nvPr/>
            </p:nvSpPr>
            <p:spPr>
              <a:xfrm rot="10800000">
                <a:off x="1933212" y="2390491"/>
                <a:ext cx="1171836" cy="383695"/>
              </a:xfrm>
              <a:prstGeom prst="trapezoi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9C380803-3C8F-6E37-25AF-C544D81BDC67}"/>
                  </a:ext>
                </a:extLst>
              </p:cNvPr>
              <p:cNvSpPr/>
              <p:nvPr/>
            </p:nvSpPr>
            <p:spPr>
              <a:xfrm>
                <a:off x="2163808" y="2397671"/>
                <a:ext cx="710645" cy="369332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uk-UA" sz="18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Lora" pitchFamily="2" charset="0"/>
                    <a:cs typeface="Arial" pitchFamily="34" charset="0"/>
                  </a:rPr>
                  <a:t>1</a:t>
                </a: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42" name="Rectangle 20">
                <a:extLst>
                  <a:ext uri="{FF2B5EF4-FFF2-40B4-BE49-F238E27FC236}">
                    <a16:creationId xmlns:a16="http://schemas.microsoft.com/office/drawing/2014/main" id="{1C11175F-0131-9A23-AED1-B824B67442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9874" y="2804087"/>
                <a:ext cx="959372" cy="26559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3" name="Trapezoid 88">
                <a:extLst>
                  <a:ext uri="{FF2B5EF4-FFF2-40B4-BE49-F238E27FC236}">
                    <a16:creationId xmlns:a16="http://schemas.microsoft.com/office/drawing/2014/main" id="{A9B572B9-700D-027C-B97D-58C48440FDDE}"/>
                  </a:ext>
                </a:extLst>
              </p:cNvPr>
              <p:cNvSpPr/>
              <p:nvPr/>
            </p:nvSpPr>
            <p:spPr>
              <a:xfrm rot="10800000">
                <a:off x="3123643" y="2390491"/>
                <a:ext cx="1171836" cy="383695"/>
              </a:xfrm>
              <a:prstGeom prst="trapezoi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A5BEC1EA-2D80-E80A-E6B2-754A694D9B44}"/>
                  </a:ext>
                </a:extLst>
              </p:cNvPr>
              <p:cNvSpPr/>
              <p:nvPr/>
            </p:nvSpPr>
            <p:spPr>
              <a:xfrm>
                <a:off x="3510459" y="2397671"/>
                <a:ext cx="398202" cy="369332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uk-UA" sz="1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Lora" pitchFamily="2" charset="0"/>
                    <a:cs typeface="Arial" pitchFamily="34" charset="0"/>
                  </a:rPr>
                  <a:t>2</a:t>
                </a: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45" name="Rectangle 20">
                <a:extLst>
                  <a:ext uri="{FF2B5EF4-FFF2-40B4-BE49-F238E27FC236}">
                    <a16:creationId xmlns:a16="http://schemas.microsoft.com/office/drawing/2014/main" id="{8A5D4795-9A6F-E9BC-DBA5-3E7616A2E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0305" y="2804087"/>
                <a:ext cx="959372" cy="265592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6" name="Trapezoid 89">
                <a:extLst>
                  <a:ext uri="{FF2B5EF4-FFF2-40B4-BE49-F238E27FC236}">
                    <a16:creationId xmlns:a16="http://schemas.microsoft.com/office/drawing/2014/main" id="{29F5F2EB-B27F-4C4C-1D89-787DC7BE4830}"/>
                  </a:ext>
                </a:extLst>
              </p:cNvPr>
              <p:cNvSpPr/>
              <p:nvPr/>
            </p:nvSpPr>
            <p:spPr>
              <a:xfrm rot="10800000">
                <a:off x="4314074" y="2390491"/>
                <a:ext cx="1171836" cy="383695"/>
              </a:xfrm>
              <a:prstGeom prst="trapezoid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9EF5E7EE-4E17-E723-852A-4A81916D070A}"/>
                  </a:ext>
                </a:extLst>
              </p:cNvPr>
              <p:cNvSpPr/>
              <p:nvPr/>
            </p:nvSpPr>
            <p:spPr>
              <a:xfrm>
                <a:off x="4700887" y="2397671"/>
                <a:ext cx="398208" cy="369332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uk-UA" sz="1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Lora" pitchFamily="2" charset="0"/>
                    <a:cs typeface="Arial" pitchFamily="34" charset="0"/>
                  </a:rPr>
                  <a:t>3</a:t>
                </a: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48" name="Rectangle 20">
                <a:extLst>
                  <a:ext uri="{FF2B5EF4-FFF2-40B4-BE49-F238E27FC236}">
                    <a16:creationId xmlns:a16="http://schemas.microsoft.com/office/drawing/2014/main" id="{9F6EFC97-23E0-F5EA-5567-4CC796FE6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10737" y="2804087"/>
                <a:ext cx="959372" cy="2655926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49" name="Trapezoid 90">
                <a:extLst>
                  <a:ext uri="{FF2B5EF4-FFF2-40B4-BE49-F238E27FC236}">
                    <a16:creationId xmlns:a16="http://schemas.microsoft.com/office/drawing/2014/main" id="{A23CA2CF-DD50-42EB-E61E-DE0F37F2E247}"/>
                  </a:ext>
                </a:extLst>
              </p:cNvPr>
              <p:cNvSpPr/>
              <p:nvPr/>
            </p:nvSpPr>
            <p:spPr>
              <a:xfrm rot="10800000">
                <a:off x="5504505" y="2390491"/>
                <a:ext cx="1171836" cy="383695"/>
              </a:xfrm>
              <a:prstGeom prst="trapezoid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AE3D3D9-A51B-FAA9-96E9-1AE1C9B81BD8}"/>
                  </a:ext>
                </a:extLst>
              </p:cNvPr>
              <p:cNvSpPr/>
              <p:nvPr/>
            </p:nvSpPr>
            <p:spPr>
              <a:xfrm>
                <a:off x="5891320" y="2397671"/>
                <a:ext cx="398206" cy="369332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uk-UA" sz="1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Lora" pitchFamily="2" charset="0"/>
                    <a:cs typeface="Arial" pitchFamily="34" charset="0"/>
                  </a:rPr>
                  <a:t>4</a:t>
                </a: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51" name="Rectangle 20">
                <a:extLst>
                  <a:ext uri="{FF2B5EF4-FFF2-40B4-BE49-F238E27FC236}">
                    <a16:creationId xmlns:a16="http://schemas.microsoft.com/office/drawing/2014/main" id="{A3CDE2F5-48A1-6C9A-6AA1-06ED17ADB4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01168" y="2804087"/>
                <a:ext cx="959372" cy="2655926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2" name="Trapezoid 91">
                <a:extLst>
                  <a:ext uri="{FF2B5EF4-FFF2-40B4-BE49-F238E27FC236}">
                    <a16:creationId xmlns:a16="http://schemas.microsoft.com/office/drawing/2014/main" id="{E67A37AD-7F4E-58EF-4840-F9DC3E2A5F5E}"/>
                  </a:ext>
                </a:extLst>
              </p:cNvPr>
              <p:cNvSpPr/>
              <p:nvPr/>
            </p:nvSpPr>
            <p:spPr>
              <a:xfrm rot="10800000">
                <a:off x="6694936" y="2390491"/>
                <a:ext cx="1171836" cy="383695"/>
              </a:xfrm>
              <a:prstGeom prst="trapezoid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8AF71D8C-7C9B-5272-8768-FF584FEA55E7}"/>
                  </a:ext>
                </a:extLst>
              </p:cNvPr>
              <p:cNvSpPr/>
              <p:nvPr/>
            </p:nvSpPr>
            <p:spPr>
              <a:xfrm>
                <a:off x="7081753" y="2397671"/>
                <a:ext cx="398202" cy="369332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Lora" pitchFamily="2" charset="0"/>
                    <a:cs typeface="Arial" pitchFamily="34" charset="0"/>
                  </a:rPr>
                  <a:t>5</a:t>
                </a:r>
              </a:p>
            </p:txBody>
          </p:sp>
          <p:sp>
            <p:nvSpPr>
              <p:cNvPr id="54" name="Rectangle 20">
                <a:extLst>
                  <a:ext uri="{FF2B5EF4-FFF2-40B4-BE49-F238E27FC236}">
                    <a16:creationId xmlns:a16="http://schemas.microsoft.com/office/drawing/2014/main" id="{5D76F385-7DAE-BDE1-28C5-7998E4679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91599" y="2804087"/>
                <a:ext cx="959372" cy="26559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5" name="Trapezoid 92">
                <a:extLst>
                  <a:ext uri="{FF2B5EF4-FFF2-40B4-BE49-F238E27FC236}">
                    <a16:creationId xmlns:a16="http://schemas.microsoft.com/office/drawing/2014/main" id="{1E23EB0B-F1F0-4941-DB96-03FFD28165FC}"/>
                  </a:ext>
                </a:extLst>
              </p:cNvPr>
              <p:cNvSpPr/>
              <p:nvPr/>
            </p:nvSpPr>
            <p:spPr>
              <a:xfrm rot="10800000">
                <a:off x="7885367" y="2390491"/>
                <a:ext cx="1171836" cy="383695"/>
              </a:xfrm>
              <a:prstGeom prst="trapezoid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318F84D7-5C61-49CE-C792-1E87BEE10D38}"/>
                  </a:ext>
                </a:extLst>
              </p:cNvPr>
              <p:cNvSpPr/>
              <p:nvPr/>
            </p:nvSpPr>
            <p:spPr>
              <a:xfrm>
                <a:off x="8317941" y="2397671"/>
                <a:ext cx="306688" cy="369332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Lora" pitchFamily="2" charset="0"/>
                    <a:cs typeface="Arial" pitchFamily="34" charset="0"/>
                  </a:rPr>
                  <a:t>6</a:t>
                </a:r>
              </a:p>
            </p:txBody>
          </p:sp>
          <p:sp>
            <p:nvSpPr>
              <p:cNvPr id="57" name="Rectangle 23">
                <a:extLst>
                  <a:ext uri="{FF2B5EF4-FFF2-40B4-BE49-F238E27FC236}">
                    <a16:creationId xmlns:a16="http://schemas.microsoft.com/office/drawing/2014/main" id="{1FEDB59D-31C9-1617-01DA-E44522E0A1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79426" y="2804087"/>
                <a:ext cx="964584" cy="2655926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8" name="Trapezoid 93">
                <a:extLst>
                  <a:ext uri="{FF2B5EF4-FFF2-40B4-BE49-F238E27FC236}">
                    <a16:creationId xmlns:a16="http://schemas.microsoft.com/office/drawing/2014/main" id="{8E0DFFA1-72E8-13AD-BE7F-FAD8B4282104}"/>
                  </a:ext>
                </a:extLst>
              </p:cNvPr>
              <p:cNvSpPr/>
              <p:nvPr/>
            </p:nvSpPr>
            <p:spPr>
              <a:xfrm rot="10800000">
                <a:off x="9075800" y="2390491"/>
                <a:ext cx="1171836" cy="383695"/>
              </a:xfrm>
              <a:prstGeom prst="trapezoid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F2805B67-CA6D-38CA-144D-A6BF28475ED7}"/>
                  </a:ext>
                </a:extLst>
              </p:cNvPr>
              <p:cNvSpPr/>
              <p:nvPr/>
            </p:nvSpPr>
            <p:spPr>
              <a:xfrm>
                <a:off x="9502034" y="2397671"/>
                <a:ext cx="319368" cy="369332"/>
              </a:xfrm>
              <a:prstGeom prst="rect">
                <a:avLst/>
              </a:prstGeom>
              <a:ln>
                <a:noFill/>
              </a:ln>
              <a:effectLst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ru-RU" sz="18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" lastClr="FFFFFF"/>
                    </a:solidFill>
                    <a:effectLst/>
                    <a:uLnTx/>
                    <a:uFillTx/>
                    <a:latin typeface="Lora" pitchFamily="2" charset="0"/>
                    <a:cs typeface="Arial" pitchFamily="34" charset="0"/>
                  </a:rPr>
                  <a:t>7</a:t>
                </a:r>
                <a:endParaRPr kumimoji="0" lang="en-US" sz="1800" b="1" i="0" u="none" strike="noStrike" kern="0" cap="none" spc="0" normalizeH="0" baseline="0" noProof="0" dirty="0">
                  <a:ln>
                    <a:noFill/>
                  </a:ln>
                  <a:solidFill>
                    <a:sysClr val="window" lastClr="FFFFFF"/>
                  </a:solidFill>
                  <a:effectLst/>
                  <a:uLnTx/>
                  <a:uFillTx/>
                  <a:latin typeface="Lora" pitchFamily="2" charset="0"/>
                  <a:cs typeface="Arial" pitchFamily="34" charset="0"/>
                </a:endParaRPr>
              </a:p>
            </p:txBody>
          </p:sp>
          <p:sp>
            <p:nvSpPr>
              <p:cNvPr id="60" name="Graphic 123">
                <a:extLst>
                  <a:ext uri="{FF2B5EF4-FFF2-40B4-BE49-F238E27FC236}">
                    <a16:creationId xmlns:a16="http://schemas.microsoft.com/office/drawing/2014/main" id="{44911794-B66B-5127-78DA-8BF720E1D2C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850199" y="1278853"/>
                <a:ext cx="491602" cy="499935"/>
              </a:xfrm>
              <a:custGeom>
                <a:avLst/>
                <a:gdLst>
                  <a:gd name="connsiteX0" fmla="*/ 4714237 w 4795513"/>
                  <a:gd name="connsiteY0" fmla="*/ 1706880 h 4876800"/>
                  <a:gd name="connsiteX1" fmla="*/ 4795514 w 4795513"/>
                  <a:gd name="connsiteY1" fmla="*/ 1625603 h 4876800"/>
                  <a:gd name="connsiteX2" fmla="*/ 4795514 w 4795513"/>
                  <a:gd name="connsiteY2" fmla="*/ 1219200 h 4876800"/>
                  <a:gd name="connsiteX3" fmla="*/ 4714237 w 4795513"/>
                  <a:gd name="connsiteY3" fmla="*/ 1137923 h 4876800"/>
                  <a:gd name="connsiteX4" fmla="*/ 4465844 w 4795513"/>
                  <a:gd name="connsiteY4" fmla="*/ 1137923 h 4876800"/>
                  <a:gd name="connsiteX5" fmla="*/ 3846195 w 4795513"/>
                  <a:gd name="connsiteY5" fmla="*/ 343995 h 4876800"/>
                  <a:gd name="connsiteX6" fmla="*/ 2397757 w 4795513"/>
                  <a:gd name="connsiteY6" fmla="*/ 0 h 4876800"/>
                  <a:gd name="connsiteX7" fmla="*/ 949319 w 4795513"/>
                  <a:gd name="connsiteY7" fmla="*/ 343995 h 4876800"/>
                  <a:gd name="connsiteX8" fmla="*/ 329670 w 4795513"/>
                  <a:gd name="connsiteY8" fmla="*/ 1137923 h 4876800"/>
                  <a:gd name="connsiteX9" fmla="*/ 81277 w 4795513"/>
                  <a:gd name="connsiteY9" fmla="*/ 1137923 h 4876800"/>
                  <a:gd name="connsiteX10" fmla="*/ 0 w 4795513"/>
                  <a:gd name="connsiteY10" fmla="*/ 1219200 h 4876800"/>
                  <a:gd name="connsiteX11" fmla="*/ 0 w 4795513"/>
                  <a:gd name="connsiteY11" fmla="*/ 1625603 h 4876800"/>
                  <a:gd name="connsiteX12" fmla="*/ 81277 w 4795513"/>
                  <a:gd name="connsiteY12" fmla="*/ 1706880 h 4876800"/>
                  <a:gd name="connsiteX13" fmla="*/ 325117 w 4795513"/>
                  <a:gd name="connsiteY13" fmla="*/ 1706880 h 4876800"/>
                  <a:gd name="connsiteX14" fmla="*/ 325117 w 4795513"/>
                  <a:gd name="connsiteY14" fmla="*/ 4307843 h 4876800"/>
                  <a:gd name="connsiteX15" fmla="*/ 81277 w 4795513"/>
                  <a:gd name="connsiteY15" fmla="*/ 4307843 h 4876800"/>
                  <a:gd name="connsiteX16" fmla="*/ 0 w 4795513"/>
                  <a:gd name="connsiteY16" fmla="*/ 4389120 h 4876800"/>
                  <a:gd name="connsiteX17" fmla="*/ 0 w 4795513"/>
                  <a:gd name="connsiteY17" fmla="*/ 4795524 h 4876800"/>
                  <a:gd name="connsiteX18" fmla="*/ 81277 w 4795513"/>
                  <a:gd name="connsiteY18" fmla="*/ 4876800 h 4876800"/>
                  <a:gd name="connsiteX19" fmla="*/ 4714237 w 4795513"/>
                  <a:gd name="connsiteY19" fmla="*/ 4876800 h 4876800"/>
                  <a:gd name="connsiteX20" fmla="*/ 4795514 w 4795513"/>
                  <a:gd name="connsiteY20" fmla="*/ 4795524 h 4876800"/>
                  <a:gd name="connsiteX21" fmla="*/ 4795514 w 4795513"/>
                  <a:gd name="connsiteY21" fmla="*/ 4389120 h 4876800"/>
                  <a:gd name="connsiteX22" fmla="*/ 4714237 w 4795513"/>
                  <a:gd name="connsiteY22" fmla="*/ 4307843 h 4876800"/>
                  <a:gd name="connsiteX23" fmla="*/ 4470397 w 4795513"/>
                  <a:gd name="connsiteY23" fmla="*/ 4307843 h 4876800"/>
                  <a:gd name="connsiteX24" fmla="*/ 4470397 w 4795513"/>
                  <a:gd name="connsiteY24" fmla="*/ 1706880 h 4876800"/>
                  <a:gd name="connsiteX25" fmla="*/ 4714237 w 4795513"/>
                  <a:gd name="connsiteY25" fmla="*/ 1706880 h 4876800"/>
                  <a:gd name="connsiteX26" fmla="*/ 1029986 w 4795513"/>
                  <a:gd name="connsiteY26" fmla="*/ 485137 h 4876800"/>
                  <a:gd name="connsiteX27" fmla="*/ 2397757 w 4795513"/>
                  <a:gd name="connsiteY27" fmla="*/ 162563 h 4876800"/>
                  <a:gd name="connsiteX28" fmla="*/ 3765528 w 4795513"/>
                  <a:gd name="connsiteY28" fmla="*/ 485146 h 4876800"/>
                  <a:gd name="connsiteX29" fmla="*/ 4301605 w 4795513"/>
                  <a:gd name="connsiteY29" fmla="*/ 1137923 h 4876800"/>
                  <a:gd name="connsiteX30" fmla="*/ 493909 w 4795513"/>
                  <a:gd name="connsiteY30" fmla="*/ 1137923 h 4876800"/>
                  <a:gd name="connsiteX31" fmla="*/ 1029986 w 4795513"/>
                  <a:gd name="connsiteY31" fmla="*/ 485137 h 4876800"/>
                  <a:gd name="connsiteX32" fmla="*/ 4632960 w 4795513"/>
                  <a:gd name="connsiteY32" fmla="*/ 4470397 h 4876800"/>
                  <a:gd name="connsiteX33" fmla="*/ 4632960 w 4795513"/>
                  <a:gd name="connsiteY33" fmla="*/ 4714237 h 4876800"/>
                  <a:gd name="connsiteX34" fmla="*/ 162554 w 4795513"/>
                  <a:gd name="connsiteY34" fmla="*/ 4714237 h 4876800"/>
                  <a:gd name="connsiteX35" fmla="*/ 162554 w 4795513"/>
                  <a:gd name="connsiteY35" fmla="*/ 4470397 h 4876800"/>
                  <a:gd name="connsiteX36" fmla="*/ 406394 w 4795513"/>
                  <a:gd name="connsiteY36" fmla="*/ 4470397 h 4876800"/>
                  <a:gd name="connsiteX37" fmla="*/ 812797 w 4795513"/>
                  <a:gd name="connsiteY37" fmla="*/ 4470397 h 4876800"/>
                  <a:gd name="connsiteX38" fmla="*/ 1300477 w 4795513"/>
                  <a:gd name="connsiteY38" fmla="*/ 4470397 h 4876800"/>
                  <a:gd name="connsiteX39" fmla="*/ 1706880 w 4795513"/>
                  <a:gd name="connsiteY39" fmla="*/ 4470397 h 4876800"/>
                  <a:gd name="connsiteX40" fmla="*/ 2194560 w 4795513"/>
                  <a:gd name="connsiteY40" fmla="*/ 4470397 h 4876800"/>
                  <a:gd name="connsiteX41" fmla="*/ 2600963 w 4795513"/>
                  <a:gd name="connsiteY41" fmla="*/ 4470397 h 4876800"/>
                  <a:gd name="connsiteX42" fmla="*/ 3088643 w 4795513"/>
                  <a:gd name="connsiteY42" fmla="*/ 4470397 h 4876800"/>
                  <a:gd name="connsiteX43" fmla="*/ 3495037 w 4795513"/>
                  <a:gd name="connsiteY43" fmla="*/ 4470397 h 4876800"/>
                  <a:gd name="connsiteX44" fmla="*/ 3982717 w 4795513"/>
                  <a:gd name="connsiteY44" fmla="*/ 4470397 h 4876800"/>
                  <a:gd name="connsiteX45" fmla="*/ 4389120 w 4795513"/>
                  <a:gd name="connsiteY45" fmla="*/ 4470397 h 4876800"/>
                  <a:gd name="connsiteX46" fmla="*/ 4632960 w 4795513"/>
                  <a:gd name="connsiteY46" fmla="*/ 4470397 h 4876800"/>
                  <a:gd name="connsiteX47" fmla="*/ 487680 w 4795513"/>
                  <a:gd name="connsiteY47" fmla="*/ 4307843 h 4876800"/>
                  <a:gd name="connsiteX48" fmla="*/ 487680 w 4795513"/>
                  <a:gd name="connsiteY48" fmla="*/ 1706880 h 4876800"/>
                  <a:gd name="connsiteX49" fmla="*/ 731520 w 4795513"/>
                  <a:gd name="connsiteY49" fmla="*/ 1706880 h 4876800"/>
                  <a:gd name="connsiteX50" fmla="*/ 731520 w 4795513"/>
                  <a:gd name="connsiteY50" fmla="*/ 4307843 h 4876800"/>
                  <a:gd name="connsiteX51" fmla="*/ 487680 w 4795513"/>
                  <a:gd name="connsiteY51" fmla="*/ 4307843 h 4876800"/>
                  <a:gd name="connsiteX52" fmla="*/ 894074 w 4795513"/>
                  <a:gd name="connsiteY52" fmla="*/ 4307843 h 4876800"/>
                  <a:gd name="connsiteX53" fmla="*/ 894074 w 4795513"/>
                  <a:gd name="connsiteY53" fmla="*/ 1706880 h 4876800"/>
                  <a:gd name="connsiteX54" fmla="*/ 1219191 w 4795513"/>
                  <a:gd name="connsiteY54" fmla="*/ 1706880 h 4876800"/>
                  <a:gd name="connsiteX55" fmla="*/ 1219191 w 4795513"/>
                  <a:gd name="connsiteY55" fmla="*/ 4307843 h 4876800"/>
                  <a:gd name="connsiteX56" fmla="*/ 894074 w 4795513"/>
                  <a:gd name="connsiteY56" fmla="*/ 4307843 h 4876800"/>
                  <a:gd name="connsiteX57" fmla="*/ 1381754 w 4795513"/>
                  <a:gd name="connsiteY57" fmla="*/ 4307843 h 4876800"/>
                  <a:gd name="connsiteX58" fmla="*/ 1381754 w 4795513"/>
                  <a:gd name="connsiteY58" fmla="*/ 1706880 h 4876800"/>
                  <a:gd name="connsiteX59" fmla="*/ 1625594 w 4795513"/>
                  <a:gd name="connsiteY59" fmla="*/ 1706880 h 4876800"/>
                  <a:gd name="connsiteX60" fmla="*/ 1625594 w 4795513"/>
                  <a:gd name="connsiteY60" fmla="*/ 4307843 h 4876800"/>
                  <a:gd name="connsiteX61" fmla="*/ 1381754 w 4795513"/>
                  <a:gd name="connsiteY61" fmla="*/ 4307843 h 4876800"/>
                  <a:gd name="connsiteX62" fmla="*/ 1788157 w 4795513"/>
                  <a:gd name="connsiteY62" fmla="*/ 4307843 h 4876800"/>
                  <a:gd name="connsiteX63" fmla="*/ 1788157 w 4795513"/>
                  <a:gd name="connsiteY63" fmla="*/ 1706880 h 4876800"/>
                  <a:gd name="connsiteX64" fmla="*/ 2113274 w 4795513"/>
                  <a:gd name="connsiteY64" fmla="*/ 1706880 h 4876800"/>
                  <a:gd name="connsiteX65" fmla="*/ 2113274 w 4795513"/>
                  <a:gd name="connsiteY65" fmla="*/ 4307843 h 4876800"/>
                  <a:gd name="connsiteX66" fmla="*/ 1788157 w 4795513"/>
                  <a:gd name="connsiteY66" fmla="*/ 4307843 h 4876800"/>
                  <a:gd name="connsiteX67" fmla="*/ 2275837 w 4795513"/>
                  <a:gd name="connsiteY67" fmla="*/ 4307843 h 4876800"/>
                  <a:gd name="connsiteX68" fmla="*/ 2275837 w 4795513"/>
                  <a:gd name="connsiteY68" fmla="*/ 1706880 h 4876800"/>
                  <a:gd name="connsiteX69" fmla="*/ 2519677 w 4795513"/>
                  <a:gd name="connsiteY69" fmla="*/ 1706880 h 4876800"/>
                  <a:gd name="connsiteX70" fmla="*/ 2519677 w 4795513"/>
                  <a:gd name="connsiteY70" fmla="*/ 4307843 h 4876800"/>
                  <a:gd name="connsiteX71" fmla="*/ 2275837 w 4795513"/>
                  <a:gd name="connsiteY71" fmla="*/ 4307843 h 4876800"/>
                  <a:gd name="connsiteX72" fmla="*/ 2682240 w 4795513"/>
                  <a:gd name="connsiteY72" fmla="*/ 4307843 h 4876800"/>
                  <a:gd name="connsiteX73" fmla="*/ 2682240 w 4795513"/>
                  <a:gd name="connsiteY73" fmla="*/ 1706880 h 4876800"/>
                  <a:gd name="connsiteX74" fmla="*/ 3007357 w 4795513"/>
                  <a:gd name="connsiteY74" fmla="*/ 1706880 h 4876800"/>
                  <a:gd name="connsiteX75" fmla="*/ 3007357 w 4795513"/>
                  <a:gd name="connsiteY75" fmla="*/ 4307843 h 4876800"/>
                  <a:gd name="connsiteX76" fmla="*/ 2682240 w 4795513"/>
                  <a:gd name="connsiteY76" fmla="*/ 4307843 h 4876800"/>
                  <a:gd name="connsiteX77" fmla="*/ 3169920 w 4795513"/>
                  <a:gd name="connsiteY77" fmla="*/ 4307843 h 4876800"/>
                  <a:gd name="connsiteX78" fmla="*/ 3169920 w 4795513"/>
                  <a:gd name="connsiteY78" fmla="*/ 1706880 h 4876800"/>
                  <a:gd name="connsiteX79" fmla="*/ 3413760 w 4795513"/>
                  <a:gd name="connsiteY79" fmla="*/ 1706880 h 4876800"/>
                  <a:gd name="connsiteX80" fmla="*/ 3413760 w 4795513"/>
                  <a:gd name="connsiteY80" fmla="*/ 4307843 h 4876800"/>
                  <a:gd name="connsiteX81" fmla="*/ 3169920 w 4795513"/>
                  <a:gd name="connsiteY81" fmla="*/ 4307843 h 4876800"/>
                  <a:gd name="connsiteX82" fmla="*/ 3576314 w 4795513"/>
                  <a:gd name="connsiteY82" fmla="*/ 4307843 h 4876800"/>
                  <a:gd name="connsiteX83" fmla="*/ 3576314 w 4795513"/>
                  <a:gd name="connsiteY83" fmla="*/ 1706880 h 4876800"/>
                  <a:gd name="connsiteX84" fmla="*/ 3901431 w 4795513"/>
                  <a:gd name="connsiteY84" fmla="*/ 1706880 h 4876800"/>
                  <a:gd name="connsiteX85" fmla="*/ 3901431 w 4795513"/>
                  <a:gd name="connsiteY85" fmla="*/ 4307843 h 4876800"/>
                  <a:gd name="connsiteX86" fmla="*/ 3576314 w 4795513"/>
                  <a:gd name="connsiteY86" fmla="*/ 4307843 h 4876800"/>
                  <a:gd name="connsiteX87" fmla="*/ 4063994 w 4795513"/>
                  <a:gd name="connsiteY87" fmla="*/ 4307843 h 4876800"/>
                  <a:gd name="connsiteX88" fmla="*/ 4063994 w 4795513"/>
                  <a:gd name="connsiteY88" fmla="*/ 1706880 h 4876800"/>
                  <a:gd name="connsiteX89" fmla="*/ 4307834 w 4795513"/>
                  <a:gd name="connsiteY89" fmla="*/ 1706880 h 4876800"/>
                  <a:gd name="connsiteX90" fmla="*/ 4307834 w 4795513"/>
                  <a:gd name="connsiteY90" fmla="*/ 4307843 h 4876800"/>
                  <a:gd name="connsiteX91" fmla="*/ 4063994 w 4795513"/>
                  <a:gd name="connsiteY91" fmla="*/ 4307843 h 4876800"/>
                  <a:gd name="connsiteX92" fmla="*/ 4389120 w 4795513"/>
                  <a:gd name="connsiteY92" fmla="*/ 1544317 h 4876800"/>
                  <a:gd name="connsiteX93" fmla="*/ 3982717 w 4795513"/>
                  <a:gd name="connsiteY93" fmla="*/ 1544317 h 4876800"/>
                  <a:gd name="connsiteX94" fmla="*/ 3495037 w 4795513"/>
                  <a:gd name="connsiteY94" fmla="*/ 1544317 h 4876800"/>
                  <a:gd name="connsiteX95" fmla="*/ 3088634 w 4795513"/>
                  <a:gd name="connsiteY95" fmla="*/ 1544317 h 4876800"/>
                  <a:gd name="connsiteX96" fmla="*/ 2600954 w 4795513"/>
                  <a:gd name="connsiteY96" fmla="*/ 1544317 h 4876800"/>
                  <a:gd name="connsiteX97" fmla="*/ 2194551 w 4795513"/>
                  <a:gd name="connsiteY97" fmla="*/ 1544317 h 4876800"/>
                  <a:gd name="connsiteX98" fmla="*/ 1706871 w 4795513"/>
                  <a:gd name="connsiteY98" fmla="*/ 1544317 h 4876800"/>
                  <a:gd name="connsiteX99" fmla="*/ 1300477 w 4795513"/>
                  <a:gd name="connsiteY99" fmla="*/ 1544317 h 4876800"/>
                  <a:gd name="connsiteX100" fmla="*/ 812797 w 4795513"/>
                  <a:gd name="connsiteY100" fmla="*/ 1544317 h 4876800"/>
                  <a:gd name="connsiteX101" fmla="*/ 406394 w 4795513"/>
                  <a:gd name="connsiteY101" fmla="*/ 1544317 h 4876800"/>
                  <a:gd name="connsiteX102" fmla="*/ 162554 w 4795513"/>
                  <a:gd name="connsiteY102" fmla="*/ 1544317 h 4876800"/>
                  <a:gd name="connsiteX103" fmla="*/ 162554 w 4795513"/>
                  <a:gd name="connsiteY103" fmla="*/ 1300477 h 4876800"/>
                  <a:gd name="connsiteX104" fmla="*/ 4632951 w 4795513"/>
                  <a:gd name="connsiteY104" fmla="*/ 1300477 h 4876800"/>
                  <a:gd name="connsiteX105" fmla="*/ 4632951 w 4795513"/>
                  <a:gd name="connsiteY105" fmla="*/ 1544317 h 4876800"/>
                  <a:gd name="connsiteX106" fmla="*/ 4389120 w 4795513"/>
                  <a:gd name="connsiteY106" fmla="*/ 1544317 h 4876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</a:cxnLst>
                <a:rect l="l" t="t" r="r" b="b"/>
                <a:pathLst>
                  <a:path w="4795513" h="4876800">
                    <a:moveTo>
                      <a:pt x="4714237" y="1706880"/>
                    </a:moveTo>
                    <a:cubicBezTo>
                      <a:pt x="4759128" y="1706880"/>
                      <a:pt x="4795514" y="1670485"/>
                      <a:pt x="4795514" y="1625603"/>
                    </a:cubicBezTo>
                    <a:lnTo>
                      <a:pt x="4795514" y="1219200"/>
                    </a:lnTo>
                    <a:cubicBezTo>
                      <a:pt x="4795514" y="1174309"/>
                      <a:pt x="4759119" y="1137923"/>
                      <a:pt x="4714237" y="1137923"/>
                    </a:cubicBezTo>
                    <a:lnTo>
                      <a:pt x="4465844" y="1137923"/>
                    </a:lnTo>
                    <a:cubicBezTo>
                      <a:pt x="4432888" y="834704"/>
                      <a:pt x="4215899" y="555269"/>
                      <a:pt x="3846195" y="343995"/>
                    </a:cubicBezTo>
                    <a:cubicBezTo>
                      <a:pt x="3457985" y="122158"/>
                      <a:pt x="2943577" y="0"/>
                      <a:pt x="2397757" y="0"/>
                    </a:cubicBezTo>
                    <a:cubicBezTo>
                      <a:pt x="1851936" y="0"/>
                      <a:pt x="1337520" y="122158"/>
                      <a:pt x="949319" y="343995"/>
                    </a:cubicBezTo>
                    <a:cubicBezTo>
                      <a:pt x="579615" y="555269"/>
                      <a:pt x="362617" y="834704"/>
                      <a:pt x="329670" y="1137923"/>
                    </a:cubicBezTo>
                    <a:lnTo>
                      <a:pt x="81277" y="1137923"/>
                    </a:lnTo>
                    <a:cubicBezTo>
                      <a:pt x="36385" y="1137923"/>
                      <a:pt x="0" y="1174318"/>
                      <a:pt x="0" y="1219200"/>
                    </a:cubicBezTo>
                    <a:lnTo>
                      <a:pt x="0" y="1625603"/>
                    </a:lnTo>
                    <a:cubicBezTo>
                      <a:pt x="0" y="1670495"/>
                      <a:pt x="36395" y="1706880"/>
                      <a:pt x="81277" y="1706880"/>
                    </a:cubicBezTo>
                    <a:lnTo>
                      <a:pt x="325117" y="1706880"/>
                    </a:lnTo>
                    <a:lnTo>
                      <a:pt x="325117" y="4307843"/>
                    </a:lnTo>
                    <a:lnTo>
                      <a:pt x="81277" y="4307843"/>
                    </a:lnTo>
                    <a:cubicBezTo>
                      <a:pt x="36385" y="4307843"/>
                      <a:pt x="0" y="4344239"/>
                      <a:pt x="0" y="4389120"/>
                    </a:cubicBezTo>
                    <a:lnTo>
                      <a:pt x="0" y="4795524"/>
                    </a:lnTo>
                    <a:cubicBezTo>
                      <a:pt x="0" y="4840415"/>
                      <a:pt x="36395" y="4876800"/>
                      <a:pt x="81277" y="4876800"/>
                    </a:cubicBezTo>
                    <a:lnTo>
                      <a:pt x="4714237" y="4876800"/>
                    </a:lnTo>
                    <a:cubicBezTo>
                      <a:pt x="4759128" y="4876800"/>
                      <a:pt x="4795514" y="4840405"/>
                      <a:pt x="4795514" y="4795524"/>
                    </a:cubicBezTo>
                    <a:lnTo>
                      <a:pt x="4795514" y="4389120"/>
                    </a:lnTo>
                    <a:cubicBezTo>
                      <a:pt x="4795514" y="4344229"/>
                      <a:pt x="4759119" y="4307843"/>
                      <a:pt x="4714237" y="4307843"/>
                    </a:cubicBezTo>
                    <a:lnTo>
                      <a:pt x="4470397" y="4307843"/>
                    </a:lnTo>
                    <a:lnTo>
                      <a:pt x="4470397" y="1706880"/>
                    </a:lnTo>
                    <a:lnTo>
                      <a:pt x="4714237" y="1706880"/>
                    </a:lnTo>
                    <a:close/>
                    <a:moveTo>
                      <a:pt x="1029986" y="485137"/>
                    </a:moveTo>
                    <a:cubicBezTo>
                      <a:pt x="1394022" y="277120"/>
                      <a:pt x="1879759" y="162563"/>
                      <a:pt x="2397757" y="162563"/>
                    </a:cubicBezTo>
                    <a:cubicBezTo>
                      <a:pt x="2915755" y="162563"/>
                      <a:pt x="3401492" y="277120"/>
                      <a:pt x="3765528" y="485146"/>
                    </a:cubicBezTo>
                    <a:cubicBezTo>
                      <a:pt x="4080405" y="665064"/>
                      <a:pt x="4267372" y="894379"/>
                      <a:pt x="4301605" y="1137923"/>
                    </a:cubicBezTo>
                    <a:lnTo>
                      <a:pt x="493909" y="1137923"/>
                    </a:lnTo>
                    <a:cubicBezTo>
                      <a:pt x="528152" y="894379"/>
                      <a:pt x="715108" y="665055"/>
                      <a:pt x="1029986" y="485137"/>
                    </a:cubicBezTo>
                    <a:close/>
                    <a:moveTo>
                      <a:pt x="4632960" y="4470397"/>
                    </a:moveTo>
                    <a:lnTo>
                      <a:pt x="4632960" y="4714237"/>
                    </a:lnTo>
                    <a:lnTo>
                      <a:pt x="162554" y="4714237"/>
                    </a:lnTo>
                    <a:lnTo>
                      <a:pt x="162554" y="4470397"/>
                    </a:lnTo>
                    <a:lnTo>
                      <a:pt x="406394" y="4470397"/>
                    </a:lnTo>
                    <a:lnTo>
                      <a:pt x="812797" y="4470397"/>
                    </a:lnTo>
                    <a:lnTo>
                      <a:pt x="1300477" y="4470397"/>
                    </a:lnTo>
                    <a:lnTo>
                      <a:pt x="1706880" y="4470397"/>
                    </a:lnTo>
                    <a:lnTo>
                      <a:pt x="2194560" y="4470397"/>
                    </a:lnTo>
                    <a:lnTo>
                      <a:pt x="2600963" y="4470397"/>
                    </a:lnTo>
                    <a:lnTo>
                      <a:pt x="3088643" y="4470397"/>
                    </a:lnTo>
                    <a:lnTo>
                      <a:pt x="3495037" y="4470397"/>
                    </a:lnTo>
                    <a:lnTo>
                      <a:pt x="3982717" y="4470397"/>
                    </a:lnTo>
                    <a:lnTo>
                      <a:pt x="4389120" y="4470397"/>
                    </a:lnTo>
                    <a:lnTo>
                      <a:pt x="4632960" y="4470397"/>
                    </a:lnTo>
                    <a:close/>
                    <a:moveTo>
                      <a:pt x="487680" y="4307843"/>
                    </a:moveTo>
                    <a:lnTo>
                      <a:pt x="487680" y="1706880"/>
                    </a:lnTo>
                    <a:lnTo>
                      <a:pt x="731520" y="1706880"/>
                    </a:lnTo>
                    <a:lnTo>
                      <a:pt x="731520" y="4307843"/>
                    </a:lnTo>
                    <a:lnTo>
                      <a:pt x="487680" y="4307843"/>
                    </a:lnTo>
                    <a:close/>
                    <a:moveTo>
                      <a:pt x="894074" y="4307843"/>
                    </a:moveTo>
                    <a:lnTo>
                      <a:pt x="894074" y="1706880"/>
                    </a:lnTo>
                    <a:lnTo>
                      <a:pt x="1219191" y="1706880"/>
                    </a:lnTo>
                    <a:lnTo>
                      <a:pt x="1219191" y="4307843"/>
                    </a:lnTo>
                    <a:lnTo>
                      <a:pt x="894074" y="4307843"/>
                    </a:lnTo>
                    <a:close/>
                    <a:moveTo>
                      <a:pt x="1381754" y="4307843"/>
                    </a:moveTo>
                    <a:lnTo>
                      <a:pt x="1381754" y="1706880"/>
                    </a:lnTo>
                    <a:lnTo>
                      <a:pt x="1625594" y="1706880"/>
                    </a:lnTo>
                    <a:lnTo>
                      <a:pt x="1625594" y="4307843"/>
                    </a:lnTo>
                    <a:lnTo>
                      <a:pt x="1381754" y="4307843"/>
                    </a:lnTo>
                    <a:close/>
                    <a:moveTo>
                      <a:pt x="1788157" y="4307843"/>
                    </a:moveTo>
                    <a:lnTo>
                      <a:pt x="1788157" y="1706880"/>
                    </a:lnTo>
                    <a:lnTo>
                      <a:pt x="2113274" y="1706880"/>
                    </a:lnTo>
                    <a:lnTo>
                      <a:pt x="2113274" y="4307843"/>
                    </a:lnTo>
                    <a:lnTo>
                      <a:pt x="1788157" y="4307843"/>
                    </a:lnTo>
                    <a:close/>
                    <a:moveTo>
                      <a:pt x="2275837" y="4307843"/>
                    </a:moveTo>
                    <a:lnTo>
                      <a:pt x="2275837" y="1706880"/>
                    </a:lnTo>
                    <a:lnTo>
                      <a:pt x="2519677" y="1706880"/>
                    </a:lnTo>
                    <a:lnTo>
                      <a:pt x="2519677" y="4307843"/>
                    </a:lnTo>
                    <a:lnTo>
                      <a:pt x="2275837" y="4307843"/>
                    </a:lnTo>
                    <a:close/>
                    <a:moveTo>
                      <a:pt x="2682240" y="4307843"/>
                    </a:moveTo>
                    <a:lnTo>
                      <a:pt x="2682240" y="1706880"/>
                    </a:lnTo>
                    <a:lnTo>
                      <a:pt x="3007357" y="1706880"/>
                    </a:lnTo>
                    <a:lnTo>
                      <a:pt x="3007357" y="4307843"/>
                    </a:lnTo>
                    <a:lnTo>
                      <a:pt x="2682240" y="4307843"/>
                    </a:lnTo>
                    <a:close/>
                    <a:moveTo>
                      <a:pt x="3169920" y="4307843"/>
                    </a:moveTo>
                    <a:lnTo>
                      <a:pt x="3169920" y="1706880"/>
                    </a:lnTo>
                    <a:lnTo>
                      <a:pt x="3413760" y="1706880"/>
                    </a:lnTo>
                    <a:lnTo>
                      <a:pt x="3413760" y="4307843"/>
                    </a:lnTo>
                    <a:lnTo>
                      <a:pt x="3169920" y="4307843"/>
                    </a:lnTo>
                    <a:close/>
                    <a:moveTo>
                      <a:pt x="3576314" y="4307843"/>
                    </a:moveTo>
                    <a:lnTo>
                      <a:pt x="3576314" y="1706880"/>
                    </a:lnTo>
                    <a:lnTo>
                      <a:pt x="3901431" y="1706880"/>
                    </a:lnTo>
                    <a:lnTo>
                      <a:pt x="3901431" y="4307843"/>
                    </a:lnTo>
                    <a:lnTo>
                      <a:pt x="3576314" y="4307843"/>
                    </a:lnTo>
                    <a:close/>
                    <a:moveTo>
                      <a:pt x="4063994" y="4307843"/>
                    </a:moveTo>
                    <a:lnTo>
                      <a:pt x="4063994" y="1706880"/>
                    </a:lnTo>
                    <a:lnTo>
                      <a:pt x="4307834" y="1706880"/>
                    </a:lnTo>
                    <a:lnTo>
                      <a:pt x="4307834" y="4307843"/>
                    </a:lnTo>
                    <a:lnTo>
                      <a:pt x="4063994" y="4307843"/>
                    </a:lnTo>
                    <a:close/>
                    <a:moveTo>
                      <a:pt x="4389120" y="1544317"/>
                    </a:moveTo>
                    <a:lnTo>
                      <a:pt x="3982717" y="1544317"/>
                    </a:lnTo>
                    <a:lnTo>
                      <a:pt x="3495037" y="1544317"/>
                    </a:lnTo>
                    <a:lnTo>
                      <a:pt x="3088634" y="1544317"/>
                    </a:lnTo>
                    <a:lnTo>
                      <a:pt x="2600954" y="1544317"/>
                    </a:lnTo>
                    <a:lnTo>
                      <a:pt x="2194551" y="1544317"/>
                    </a:lnTo>
                    <a:lnTo>
                      <a:pt x="1706871" y="1544317"/>
                    </a:lnTo>
                    <a:lnTo>
                      <a:pt x="1300477" y="1544317"/>
                    </a:lnTo>
                    <a:lnTo>
                      <a:pt x="812797" y="1544317"/>
                    </a:lnTo>
                    <a:lnTo>
                      <a:pt x="406394" y="1544317"/>
                    </a:lnTo>
                    <a:lnTo>
                      <a:pt x="162554" y="1544317"/>
                    </a:lnTo>
                    <a:lnTo>
                      <a:pt x="162554" y="1300477"/>
                    </a:lnTo>
                    <a:lnTo>
                      <a:pt x="4632951" y="1300477"/>
                    </a:lnTo>
                    <a:lnTo>
                      <a:pt x="4632951" y="1544317"/>
                    </a:lnTo>
                    <a:lnTo>
                      <a:pt x="4389120" y="1544317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CC5ECDB-155F-E8E0-8547-DDAC01C459C2}"/>
                  </a:ext>
                </a:extLst>
              </p:cNvPr>
              <p:cNvSpPr/>
              <p:nvPr/>
            </p:nvSpPr>
            <p:spPr>
              <a:xfrm>
                <a:off x="4511072" y="1952429"/>
                <a:ext cx="3169859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Lora" pitchFamily="2" charset="0"/>
                  </a:rPr>
                  <a:t>Sample Headline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55E7B8CD-AFAD-54BE-F700-4149A7478576}"/>
                  </a:ext>
                </a:extLst>
              </p:cNvPr>
              <p:cNvSpPr/>
              <p:nvPr/>
            </p:nvSpPr>
            <p:spPr>
              <a:xfrm>
                <a:off x="5521772" y="5496209"/>
                <a:ext cx="139493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Lora" pitchFamily="2" charset="0"/>
                  </a:rPr>
                  <a:t>HEADLINE</a:t>
                </a:r>
                <a:endParaRPr kumimoji="0" lang="en-I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Lora" pitchFamily="2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B3469050-5317-071A-B339-27B19FDCABBB}"/>
                  </a:ext>
                </a:extLst>
              </p:cNvPr>
              <p:cNvSpPr/>
              <p:nvPr/>
            </p:nvSpPr>
            <p:spPr>
              <a:xfrm>
                <a:off x="2047991" y="3559552"/>
                <a:ext cx="95082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Fusce Lobortis Porttitor Purus, Vel Vestibulum Libero Pharetra Vel. Pellentesque </a:t>
                </a:r>
                <a:endParaRPr lang="en-US" sz="1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FDDDA2F9-35AA-679B-15AD-D12360D2FB8C}"/>
                  </a:ext>
                </a:extLst>
              </p:cNvPr>
              <p:cNvSpPr/>
              <p:nvPr/>
            </p:nvSpPr>
            <p:spPr>
              <a:xfrm>
                <a:off x="3234148" y="3559552"/>
                <a:ext cx="95082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Fusce Lobortis Porttitor Purus, Vel Vestibulum Libero Pharetra Vel. Pellentesque </a:t>
                </a:r>
                <a:endParaRPr lang="en-US" sz="1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65E0FE4-BEA3-59AE-31ED-E5183B07EE90}"/>
                  </a:ext>
                </a:extLst>
              </p:cNvPr>
              <p:cNvSpPr/>
              <p:nvPr/>
            </p:nvSpPr>
            <p:spPr>
              <a:xfrm>
                <a:off x="4426716" y="3559552"/>
                <a:ext cx="95082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Fusce Lobortis Porttitor Purus, Vel Vestibulum Libero Pharetra Vel. Pellentesque </a:t>
                </a:r>
                <a:endParaRPr lang="en-US" sz="1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3BBC4388-DEE1-5121-4118-8B1C98519D0D}"/>
                  </a:ext>
                </a:extLst>
              </p:cNvPr>
              <p:cNvSpPr/>
              <p:nvPr/>
            </p:nvSpPr>
            <p:spPr>
              <a:xfrm>
                <a:off x="5612873" y="3559552"/>
                <a:ext cx="95082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Fusce Lobortis Porttitor Purus, Vel Vestibulum Libero Pharetra Vel. Pellentesque </a:t>
                </a:r>
                <a:endParaRPr lang="en-US" sz="1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73773B61-3FF1-7B9E-D546-8AD995DEB6C0}"/>
                  </a:ext>
                </a:extLst>
              </p:cNvPr>
              <p:cNvSpPr/>
              <p:nvPr/>
            </p:nvSpPr>
            <p:spPr>
              <a:xfrm>
                <a:off x="6802727" y="3559552"/>
                <a:ext cx="95082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Fusce Lobortis Porttitor Purus, Vel Vestibulum Libero Pharetra Vel. Pellentesque </a:t>
                </a:r>
                <a:endParaRPr lang="en-US" sz="1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BAABB107-DBDE-3E83-36FD-5B163667CB75}"/>
                  </a:ext>
                </a:extLst>
              </p:cNvPr>
              <p:cNvSpPr/>
              <p:nvPr/>
            </p:nvSpPr>
            <p:spPr>
              <a:xfrm>
                <a:off x="7995295" y="3559552"/>
                <a:ext cx="95082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Fusce Lobortis Porttitor Purus, Vel Vestibulum Libero Pharetra Vel. Pellentesque </a:t>
                </a:r>
                <a:endParaRPr lang="en-US" sz="1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501C338F-E508-6773-952F-2C376EDFB529}"/>
                  </a:ext>
                </a:extLst>
              </p:cNvPr>
              <p:cNvSpPr/>
              <p:nvPr/>
            </p:nvSpPr>
            <p:spPr>
              <a:xfrm>
                <a:off x="9181452" y="3559552"/>
                <a:ext cx="950824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spcBef>
                    <a:spcPts val="600"/>
                  </a:spcBef>
                </a:pPr>
                <a:r>
                  <a:rPr lang="en-US" sz="1000" dirty="0">
                    <a:solidFill>
                      <a:schemeClr val="bg1">
                        <a:lumMod val="95000"/>
                      </a:schemeClr>
                    </a:solidFill>
                    <a:latin typeface="Lora" pitchFamily="2" charset="0"/>
                  </a:rPr>
                  <a:t>Fusce Lobortis Porttitor Purus, Vel Vestibulum Libero Pharetra Vel. Pellentesque </a:t>
                </a:r>
                <a:endParaRPr lang="en-US" sz="1000" dirty="0">
                  <a:solidFill>
                    <a:schemeClr val="bg1">
                      <a:lumMod val="9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234914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88F7C6-B775-DA86-36F2-09AD733E0602}"/>
              </a:ext>
            </a:extLst>
          </p:cNvPr>
          <p:cNvGrpSpPr/>
          <p:nvPr/>
        </p:nvGrpSpPr>
        <p:grpSpPr>
          <a:xfrm>
            <a:off x="715612" y="1645320"/>
            <a:ext cx="10760776" cy="4234418"/>
            <a:chOff x="763919" y="1376091"/>
            <a:chExt cx="10664162" cy="4196397"/>
          </a:xfrm>
          <a:solidFill>
            <a:schemeClr val="tx1"/>
          </a:solidFill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F0B38EB-F45E-5A3F-6FA6-D8D68FB2FC16}"/>
                </a:ext>
              </a:extLst>
            </p:cNvPr>
            <p:cNvGrpSpPr/>
            <p:nvPr/>
          </p:nvGrpSpPr>
          <p:grpSpPr>
            <a:xfrm>
              <a:off x="763919" y="1376091"/>
              <a:ext cx="10664162" cy="1739342"/>
              <a:chOff x="763919" y="1687222"/>
              <a:chExt cx="10664162" cy="1739342"/>
            </a:xfrm>
            <a:grpFill/>
          </p:grpSpPr>
          <p:grpSp>
            <p:nvGrpSpPr>
              <p:cNvPr id="17669" name="Google Shape;9147;p73">
                <a:extLst>
                  <a:ext uri="{FF2B5EF4-FFF2-40B4-BE49-F238E27FC236}">
                    <a16:creationId xmlns:a16="http://schemas.microsoft.com/office/drawing/2014/main" id="{62ACFF62-C108-172D-D498-C8475087D389}"/>
                  </a:ext>
                </a:extLst>
              </p:cNvPr>
              <p:cNvGrpSpPr/>
              <p:nvPr/>
            </p:nvGrpSpPr>
            <p:grpSpPr>
              <a:xfrm>
                <a:off x="763919" y="1689207"/>
                <a:ext cx="505937" cy="497951"/>
                <a:chOff x="683125" y="1955275"/>
                <a:chExt cx="299325" cy="294600"/>
              </a:xfrm>
              <a:grpFill/>
            </p:grpSpPr>
            <p:sp>
              <p:nvSpPr>
                <p:cNvPr id="17830" name="Google Shape;9148;p73">
                  <a:extLst>
                    <a:ext uri="{FF2B5EF4-FFF2-40B4-BE49-F238E27FC236}">
                      <a16:creationId xmlns:a16="http://schemas.microsoft.com/office/drawing/2014/main" id="{AA7285D6-92D3-19A1-7C47-B9CDE7B007ED}"/>
                    </a:ext>
                  </a:extLst>
                </p:cNvPr>
                <p:cNvSpPr/>
                <p:nvPr/>
              </p:nvSpPr>
              <p:spPr>
                <a:xfrm>
                  <a:off x="876875" y="1989925"/>
                  <a:ext cx="52800" cy="6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553" extrusionOk="0">
                      <a:moveTo>
                        <a:pt x="1072" y="0"/>
                      </a:moveTo>
                      <a:cubicBezTo>
                        <a:pt x="473" y="0"/>
                        <a:pt x="64" y="473"/>
                        <a:pt x="64" y="1009"/>
                      </a:cubicBezTo>
                      <a:cubicBezTo>
                        <a:pt x="1" y="1229"/>
                        <a:pt x="158" y="1324"/>
                        <a:pt x="379" y="1324"/>
                      </a:cubicBezTo>
                      <a:cubicBezTo>
                        <a:pt x="568" y="1324"/>
                        <a:pt x="725" y="1166"/>
                        <a:pt x="725" y="977"/>
                      </a:cubicBezTo>
                      <a:cubicBezTo>
                        <a:pt x="725" y="788"/>
                        <a:pt x="883" y="631"/>
                        <a:pt x="1072" y="631"/>
                      </a:cubicBezTo>
                      <a:cubicBezTo>
                        <a:pt x="1261" y="631"/>
                        <a:pt x="1418" y="788"/>
                        <a:pt x="1418" y="977"/>
                      </a:cubicBezTo>
                      <a:cubicBezTo>
                        <a:pt x="1418" y="1103"/>
                        <a:pt x="1355" y="1198"/>
                        <a:pt x="1229" y="1292"/>
                      </a:cubicBezTo>
                      <a:cubicBezTo>
                        <a:pt x="914" y="1450"/>
                        <a:pt x="725" y="1796"/>
                        <a:pt x="725" y="2206"/>
                      </a:cubicBezTo>
                      <a:cubicBezTo>
                        <a:pt x="725" y="2395"/>
                        <a:pt x="883" y="2552"/>
                        <a:pt x="1072" y="2552"/>
                      </a:cubicBezTo>
                      <a:cubicBezTo>
                        <a:pt x="1261" y="2552"/>
                        <a:pt x="1418" y="2395"/>
                        <a:pt x="1418" y="2206"/>
                      </a:cubicBezTo>
                      <a:cubicBezTo>
                        <a:pt x="1418" y="2080"/>
                        <a:pt x="1481" y="1954"/>
                        <a:pt x="1544" y="1922"/>
                      </a:cubicBezTo>
                      <a:cubicBezTo>
                        <a:pt x="1891" y="1733"/>
                        <a:pt x="2111" y="1355"/>
                        <a:pt x="2111" y="1009"/>
                      </a:cubicBezTo>
                      <a:cubicBezTo>
                        <a:pt x="2111" y="410"/>
                        <a:pt x="1639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1" name="Google Shape;9149;p73">
                  <a:extLst>
                    <a:ext uri="{FF2B5EF4-FFF2-40B4-BE49-F238E27FC236}">
                      <a16:creationId xmlns:a16="http://schemas.microsoft.com/office/drawing/2014/main" id="{5452C3CE-0956-4E03-108F-CB018DAAB9F3}"/>
                    </a:ext>
                  </a:extLst>
                </p:cNvPr>
                <p:cNvSpPr/>
                <p:nvPr/>
              </p:nvSpPr>
              <p:spPr>
                <a:xfrm>
                  <a:off x="683125" y="2058450"/>
                  <a:ext cx="159900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6" h="7657" extrusionOk="0">
                      <a:moveTo>
                        <a:pt x="3245" y="693"/>
                      </a:moveTo>
                      <a:cubicBezTo>
                        <a:pt x="3812" y="693"/>
                        <a:pt x="4285" y="1166"/>
                        <a:pt x="4285" y="1702"/>
                      </a:cubicBezTo>
                      <a:cubicBezTo>
                        <a:pt x="4285" y="2269"/>
                        <a:pt x="3812" y="2710"/>
                        <a:pt x="3245" y="2710"/>
                      </a:cubicBezTo>
                      <a:cubicBezTo>
                        <a:pt x="2647" y="2710"/>
                        <a:pt x="2174" y="2269"/>
                        <a:pt x="2174" y="1702"/>
                      </a:cubicBezTo>
                      <a:cubicBezTo>
                        <a:pt x="2174" y="1166"/>
                        <a:pt x="2678" y="693"/>
                        <a:pt x="3245" y="693"/>
                      </a:cubicBezTo>
                      <a:close/>
                      <a:moveTo>
                        <a:pt x="3245" y="3434"/>
                      </a:moveTo>
                      <a:cubicBezTo>
                        <a:pt x="4569" y="3434"/>
                        <a:pt x="5671" y="4537"/>
                        <a:pt x="5671" y="5892"/>
                      </a:cubicBezTo>
                      <a:lnTo>
                        <a:pt x="5671" y="6994"/>
                      </a:lnTo>
                      <a:lnTo>
                        <a:pt x="788" y="6994"/>
                      </a:lnTo>
                      <a:lnTo>
                        <a:pt x="788" y="5892"/>
                      </a:lnTo>
                      <a:cubicBezTo>
                        <a:pt x="788" y="4537"/>
                        <a:pt x="1891" y="3434"/>
                        <a:pt x="3245" y="3434"/>
                      </a:cubicBezTo>
                      <a:close/>
                      <a:moveTo>
                        <a:pt x="3182" y="0"/>
                      </a:moveTo>
                      <a:cubicBezTo>
                        <a:pt x="2237" y="0"/>
                        <a:pt x="1418" y="788"/>
                        <a:pt x="1418" y="1733"/>
                      </a:cubicBezTo>
                      <a:cubicBezTo>
                        <a:pt x="1418" y="2206"/>
                        <a:pt x="1607" y="2678"/>
                        <a:pt x="1985" y="2993"/>
                      </a:cubicBezTo>
                      <a:cubicBezTo>
                        <a:pt x="819" y="3466"/>
                        <a:pt x="0" y="4569"/>
                        <a:pt x="0" y="5892"/>
                      </a:cubicBezTo>
                      <a:lnTo>
                        <a:pt x="0" y="7309"/>
                      </a:lnTo>
                      <a:cubicBezTo>
                        <a:pt x="126" y="7499"/>
                        <a:pt x="284" y="7656"/>
                        <a:pt x="441" y="7656"/>
                      </a:cubicBezTo>
                      <a:lnTo>
                        <a:pt x="6018" y="7656"/>
                      </a:lnTo>
                      <a:cubicBezTo>
                        <a:pt x="6238" y="7656"/>
                        <a:pt x="6396" y="7499"/>
                        <a:pt x="6396" y="7309"/>
                      </a:cubicBezTo>
                      <a:lnTo>
                        <a:pt x="6396" y="5892"/>
                      </a:lnTo>
                      <a:cubicBezTo>
                        <a:pt x="6396" y="4569"/>
                        <a:pt x="5545" y="3466"/>
                        <a:pt x="4411" y="2993"/>
                      </a:cubicBezTo>
                      <a:cubicBezTo>
                        <a:pt x="4758" y="2647"/>
                        <a:pt x="4978" y="2206"/>
                        <a:pt x="4978" y="1733"/>
                      </a:cubicBezTo>
                      <a:cubicBezTo>
                        <a:pt x="4978" y="788"/>
                        <a:pt x="4190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2" name="Google Shape;9150;p73">
                  <a:extLst>
                    <a:ext uri="{FF2B5EF4-FFF2-40B4-BE49-F238E27FC236}">
                      <a16:creationId xmlns:a16="http://schemas.microsoft.com/office/drawing/2014/main" id="{C2F94820-3E5F-0394-AB83-73638F8458CB}"/>
                    </a:ext>
                  </a:extLst>
                </p:cNvPr>
                <p:cNvSpPr/>
                <p:nvPr/>
              </p:nvSpPr>
              <p:spPr>
                <a:xfrm>
                  <a:off x="824900" y="195527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662"/>
                      </a:moveTo>
                      <a:cubicBezTo>
                        <a:pt x="4505" y="662"/>
                        <a:pt x="5608" y="1765"/>
                        <a:pt x="5608" y="3119"/>
                      </a:cubicBezTo>
                      <a:cubicBezTo>
                        <a:pt x="5608" y="4442"/>
                        <a:pt x="4505" y="5545"/>
                        <a:pt x="3151" y="5545"/>
                      </a:cubicBezTo>
                      <a:cubicBezTo>
                        <a:pt x="2710" y="5545"/>
                        <a:pt x="2332" y="5451"/>
                        <a:pt x="1954" y="5230"/>
                      </a:cubicBezTo>
                      <a:cubicBezTo>
                        <a:pt x="1890" y="5199"/>
                        <a:pt x="1796" y="5199"/>
                        <a:pt x="1733" y="5199"/>
                      </a:cubicBezTo>
                      <a:lnTo>
                        <a:pt x="945" y="5388"/>
                      </a:lnTo>
                      <a:lnTo>
                        <a:pt x="1166" y="4694"/>
                      </a:lnTo>
                      <a:cubicBezTo>
                        <a:pt x="1229" y="4568"/>
                        <a:pt x="1166" y="4505"/>
                        <a:pt x="1134" y="4411"/>
                      </a:cubicBezTo>
                      <a:cubicBezTo>
                        <a:pt x="914" y="4033"/>
                        <a:pt x="756" y="3592"/>
                        <a:pt x="756" y="3119"/>
                      </a:cubicBezTo>
                      <a:cubicBezTo>
                        <a:pt x="725" y="1733"/>
                        <a:pt x="1827" y="662"/>
                        <a:pt x="3151" y="662"/>
                      </a:cubicBezTo>
                      <a:close/>
                      <a:moveTo>
                        <a:pt x="3182" y="0"/>
                      </a:moveTo>
                      <a:cubicBezTo>
                        <a:pt x="1449" y="0"/>
                        <a:pt x="95" y="1418"/>
                        <a:pt x="95" y="3119"/>
                      </a:cubicBezTo>
                      <a:cubicBezTo>
                        <a:pt x="95" y="3655"/>
                        <a:pt x="189" y="4190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15" y="6238"/>
                        <a:pt x="473" y="6238"/>
                      </a:cubicBezTo>
                      <a:lnTo>
                        <a:pt x="1764" y="5923"/>
                      </a:lnTo>
                      <a:cubicBezTo>
                        <a:pt x="2206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33" name="Google Shape;9151;p73">
                  <a:extLst>
                    <a:ext uri="{FF2B5EF4-FFF2-40B4-BE49-F238E27FC236}">
                      <a16:creationId xmlns:a16="http://schemas.microsoft.com/office/drawing/2014/main" id="{8888BEF0-B93C-5A46-556B-3EAE5316A40B}"/>
                    </a:ext>
                  </a:extLst>
                </p:cNvPr>
                <p:cNvSpPr/>
                <p:nvPr/>
              </p:nvSpPr>
              <p:spPr>
                <a:xfrm>
                  <a:off x="895000" y="2058450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cubicBezTo>
                        <a:pt x="536" y="725"/>
                        <a:pt x="693" y="567"/>
                        <a:pt x="693" y="378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70" name="Google Shape;9152;p73">
                <a:extLst>
                  <a:ext uri="{FF2B5EF4-FFF2-40B4-BE49-F238E27FC236}">
                    <a16:creationId xmlns:a16="http://schemas.microsoft.com/office/drawing/2014/main" id="{ADA50E07-873D-09F5-21FC-D586B60D4AED}"/>
                  </a:ext>
                </a:extLst>
              </p:cNvPr>
              <p:cNvGrpSpPr/>
              <p:nvPr/>
            </p:nvGrpSpPr>
            <p:grpSpPr>
              <a:xfrm>
                <a:off x="765251" y="2280947"/>
                <a:ext cx="503276" cy="500655"/>
                <a:chOff x="685475" y="2318350"/>
                <a:chExt cx="297750" cy="296200"/>
              </a:xfrm>
              <a:grpFill/>
            </p:grpSpPr>
            <p:sp>
              <p:nvSpPr>
                <p:cNvPr id="17827" name="Google Shape;9153;p73">
                  <a:extLst>
                    <a:ext uri="{FF2B5EF4-FFF2-40B4-BE49-F238E27FC236}">
                      <a16:creationId xmlns:a16="http://schemas.microsoft.com/office/drawing/2014/main" id="{AD08CB27-897B-278E-9D9B-B4DBB48462B0}"/>
                    </a:ext>
                  </a:extLst>
                </p:cNvPr>
                <p:cNvSpPr/>
                <p:nvPr/>
              </p:nvSpPr>
              <p:spPr>
                <a:xfrm>
                  <a:off x="685475" y="2371925"/>
                  <a:ext cx="142600" cy="241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04" h="9679" extrusionOk="0">
                      <a:moveTo>
                        <a:pt x="2080" y="662"/>
                      </a:moveTo>
                      <a:cubicBezTo>
                        <a:pt x="2458" y="662"/>
                        <a:pt x="2773" y="977"/>
                        <a:pt x="2773" y="1387"/>
                      </a:cubicBezTo>
                      <a:cubicBezTo>
                        <a:pt x="2773" y="1765"/>
                        <a:pt x="2458" y="2080"/>
                        <a:pt x="2080" y="2080"/>
                      </a:cubicBezTo>
                      <a:cubicBezTo>
                        <a:pt x="1671" y="2080"/>
                        <a:pt x="1356" y="1765"/>
                        <a:pt x="1356" y="1387"/>
                      </a:cubicBezTo>
                      <a:cubicBezTo>
                        <a:pt x="1356" y="977"/>
                        <a:pt x="1734" y="662"/>
                        <a:pt x="2080" y="662"/>
                      </a:cubicBezTo>
                      <a:close/>
                      <a:moveTo>
                        <a:pt x="2962" y="6900"/>
                      </a:moveTo>
                      <a:lnTo>
                        <a:pt x="3120" y="7593"/>
                      </a:lnTo>
                      <a:lnTo>
                        <a:pt x="1135" y="7593"/>
                      </a:lnTo>
                      <a:lnTo>
                        <a:pt x="1293" y="6900"/>
                      </a:lnTo>
                      <a:close/>
                      <a:moveTo>
                        <a:pt x="1742" y="2767"/>
                      </a:moveTo>
                      <a:cubicBezTo>
                        <a:pt x="1866" y="2767"/>
                        <a:pt x="1991" y="2831"/>
                        <a:pt x="2049" y="2962"/>
                      </a:cubicBezTo>
                      <a:lnTo>
                        <a:pt x="2553" y="3938"/>
                      </a:lnTo>
                      <a:cubicBezTo>
                        <a:pt x="2584" y="4064"/>
                        <a:pt x="2742" y="4127"/>
                        <a:pt x="2868" y="4127"/>
                      </a:cubicBezTo>
                      <a:lnTo>
                        <a:pt x="3813" y="4127"/>
                      </a:lnTo>
                      <a:cubicBezTo>
                        <a:pt x="4002" y="4127"/>
                        <a:pt x="4159" y="4285"/>
                        <a:pt x="4159" y="4474"/>
                      </a:cubicBezTo>
                      <a:cubicBezTo>
                        <a:pt x="4159" y="4695"/>
                        <a:pt x="4002" y="4852"/>
                        <a:pt x="3813" y="4852"/>
                      </a:cubicBezTo>
                      <a:lnTo>
                        <a:pt x="2427" y="4852"/>
                      </a:lnTo>
                      <a:cubicBezTo>
                        <a:pt x="2301" y="4852"/>
                        <a:pt x="2175" y="4758"/>
                        <a:pt x="2112" y="4631"/>
                      </a:cubicBezTo>
                      <a:cubicBezTo>
                        <a:pt x="2042" y="4515"/>
                        <a:pt x="1919" y="4450"/>
                        <a:pt x="1784" y="4450"/>
                      </a:cubicBezTo>
                      <a:cubicBezTo>
                        <a:pt x="1737" y="4450"/>
                        <a:pt x="1688" y="4458"/>
                        <a:pt x="1639" y="4474"/>
                      </a:cubicBezTo>
                      <a:cubicBezTo>
                        <a:pt x="1482" y="4568"/>
                        <a:pt x="1387" y="4758"/>
                        <a:pt x="1482" y="4947"/>
                      </a:cubicBezTo>
                      <a:cubicBezTo>
                        <a:pt x="1671" y="5325"/>
                        <a:pt x="2017" y="5545"/>
                        <a:pt x="2427" y="5545"/>
                      </a:cubicBezTo>
                      <a:lnTo>
                        <a:pt x="3813" y="5545"/>
                      </a:lnTo>
                      <a:cubicBezTo>
                        <a:pt x="3970" y="5545"/>
                        <a:pt x="4128" y="5671"/>
                        <a:pt x="4159" y="5829"/>
                      </a:cubicBezTo>
                      <a:lnTo>
                        <a:pt x="4853" y="8570"/>
                      </a:lnTo>
                      <a:cubicBezTo>
                        <a:pt x="4916" y="8790"/>
                        <a:pt x="4790" y="8979"/>
                        <a:pt x="4632" y="9011"/>
                      </a:cubicBezTo>
                      <a:cubicBezTo>
                        <a:pt x="4608" y="9015"/>
                        <a:pt x="4584" y="9017"/>
                        <a:pt x="4560" y="9017"/>
                      </a:cubicBezTo>
                      <a:cubicBezTo>
                        <a:pt x="4403" y="9017"/>
                        <a:pt x="4273" y="8927"/>
                        <a:pt x="4191" y="8790"/>
                      </a:cubicBezTo>
                      <a:lnTo>
                        <a:pt x="3655" y="6522"/>
                      </a:lnTo>
                      <a:cubicBezTo>
                        <a:pt x="3592" y="6364"/>
                        <a:pt x="3498" y="6270"/>
                        <a:pt x="3277" y="6270"/>
                      </a:cubicBezTo>
                      <a:lnTo>
                        <a:pt x="1040" y="6270"/>
                      </a:lnTo>
                      <a:cubicBezTo>
                        <a:pt x="914" y="6270"/>
                        <a:pt x="851" y="6207"/>
                        <a:pt x="757" y="6144"/>
                      </a:cubicBezTo>
                      <a:cubicBezTo>
                        <a:pt x="694" y="5986"/>
                        <a:pt x="694" y="5892"/>
                        <a:pt x="694" y="5797"/>
                      </a:cubicBezTo>
                      <a:lnTo>
                        <a:pt x="1419" y="3025"/>
                      </a:lnTo>
                      <a:cubicBezTo>
                        <a:pt x="1453" y="2855"/>
                        <a:pt x="1597" y="2767"/>
                        <a:pt x="1742" y="2767"/>
                      </a:cubicBezTo>
                      <a:close/>
                      <a:moveTo>
                        <a:pt x="2143" y="0"/>
                      </a:moveTo>
                      <a:cubicBezTo>
                        <a:pt x="1419" y="0"/>
                        <a:pt x="788" y="630"/>
                        <a:pt x="788" y="1387"/>
                      </a:cubicBezTo>
                      <a:cubicBezTo>
                        <a:pt x="788" y="1733"/>
                        <a:pt x="946" y="2080"/>
                        <a:pt x="1135" y="2332"/>
                      </a:cubicBezTo>
                      <a:cubicBezTo>
                        <a:pt x="977" y="2426"/>
                        <a:pt x="851" y="2647"/>
                        <a:pt x="788" y="2867"/>
                      </a:cubicBezTo>
                      <a:lnTo>
                        <a:pt x="64" y="5640"/>
                      </a:lnTo>
                      <a:cubicBezTo>
                        <a:pt x="1" y="5955"/>
                        <a:pt x="64" y="6270"/>
                        <a:pt x="253" y="6522"/>
                      </a:cubicBezTo>
                      <a:cubicBezTo>
                        <a:pt x="347" y="6648"/>
                        <a:pt x="473" y="6774"/>
                        <a:pt x="631" y="6805"/>
                      </a:cubicBezTo>
                      <a:lnTo>
                        <a:pt x="32" y="9263"/>
                      </a:lnTo>
                      <a:cubicBezTo>
                        <a:pt x="1" y="9452"/>
                        <a:pt x="95" y="9609"/>
                        <a:pt x="253" y="9672"/>
                      </a:cubicBezTo>
                      <a:cubicBezTo>
                        <a:pt x="281" y="9676"/>
                        <a:pt x="309" y="9678"/>
                        <a:pt x="335" y="9678"/>
                      </a:cubicBezTo>
                      <a:cubicBezTo>
                        <a:pt x="513" y="9678"/>
                        <a:pt x="639" y="9589"/>
                        <a:pt x="694" y="9452"/>
                      </a:cubicBezTo>
                      <a:lnTo>
                        <a:pt x="977" y="8318"/>
                      </a:lnTo>
                      <a:lnTo>
                        <a:pt x="3372" y="8318"/>
                      </a:lnTo>
                      <a:lnTo>
                        <a:pt x="3529" y="8885"/>
                      </a:lnTo>
                      <a:cubicBezTo>
                        <a:pt x="3661" y="9359"/>
                        <a:pt x="4079" y="9679"/>
                        <a:pt x="4526" y="9679"/>
                      </a:cubicBezTo>
                      <a:cubicBezTo>
                        <a:pt x="4613" y="9679"/>
                        <a:pt x="4702" y="9667"/>
                        <a:pt x="4790" y="9641"/>
                      </a:cubicBezTo>
                      <a:cubicBezTo>
                        <a:pt x="5357" y="9483"/>
                        <a:pt x="5703" y="8916"/>
                        <a:pt x="5546" y="8381"/>
                      </a:cubicBezTo>
                      <a:lnTo>
                        <a:pt x="4821" y="5640"/>
                      </a:lnTo>
                      <a:cubicBezTo>
                        <a:pt x="4790" y="5482"/>
                        <a:pt x="4727" y="5325"/>
                        <a:pt x="4601" y="5199"/>
                      </a:cubicBezTo>
                      <a:cubicBezTo>
                        <a:pt x="4758" y="5010"/>
                        <a:pt x="4884" y="4758"/>
                        <a:pt x="4884" y="4474"/>
                      </a:cubicBezTo>
                      <a:cubicBezTo>
                        <a:pt x="4884" y="3907"/>
                        <a:pt x="4412" y="3466"/>
                        <a:pt x="3844" y="3466"/>
                      </a:cubicBezTo>
                      <a:lnTo>
                        <a:pt x="3088" y="3466"/>
                      </a:lnTo>
                      <a:lnTo>
                        <a:pt x="2710" y="2647"/>
                      </a:lnTo>
                      <a:cubicBezTo>
                        <a:pt x="3183" y="2395"/>
                        <a:pt x="3529" y="1922"/>
                        <a:pt x="3529" y="1387"/>
                      </a:cubicBezTo>
                      <a:cubicBezTo>
                        <a:pt x="3529" y="630"/>
                        <a:pt x="2899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8" name="Google Shape;9154;p73">
                  <a:extLst>
                    <a:ext uri="{FF2B5EF4-FFF2-40B4-BE49-F238E27FC236}">
                      <a16:creationId xmlns:a16="http://schemas.microsoft.com/office/drawing/2014/main" id="{99EC79BC-A273-F927-1147-7EB9EE9A04D2}"/>
                    </a:ext>
                  </a:extLst>
                </p:cNvPr>
                <p:cNvSpPr/>
                <p:nvPr/>
              </p:nvSpPr>
              <p:spPr>
                <a:xfrm>
                  <a:off x="839850" y="2371925"/>
                  <a:ext cx="143375" cy="242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9705" extrusionOk="0">
                      <a:moveTo>
                        <a:pt x="3624" y="662"/>
                      </a:moveTo>
                      <a:cubicBezTo>
                        <a:pt x="4002" y="662"/>
                        <a:pt x="4317" y="977"/>
                        <a:pt x="4317" y="1355"/>
                      </a:cubicBezTo>
                      <a:cubicBezTo>
                        <a:pt x="4317" y="1765"/>
                        <a:pt x="4002" y="2080"/>
                        <a:pt x="3624" y="2080"/>
                      </a:cubicBezTo>
                      <a:cubicBezTo>
                        <a:pt x="3214" y="2080"/>
                        <a:pt x="2899" y="1765"/>
                        <a:pt x="2899" y="1355"/>
                      </a:cubicBezTo>
                      <a:cubicBezTo>
                        <a:pt x="2899" y="977"/>
                        <a:pt x="3214" y="662"/>
                        <a:pt x="3624" y="662"/>
                      </a:cubicBezTo>
                      <a:close/>
                      <a:moveTo>
                        <a:pt x="4317" y="6900"/>
                      </a:moveTo>
                      <a:lnTo>
                        <a:pt x="4474" y="7593"/>
                      </a:lnTo>
                      <a:lnTo>
                        <a:pt x="2490" y="7593"/>
                      </a:lnTo>
                      <a:lnTo>
                        <a:pt x="2647" y="6900"/>
                      </a:lnTo>
                      <a:close/>
                      <a:moveTo>
                        <a:pt x="3962" y="2731"/>
                      </a:moveTo>
                      <a:cubicBezTo>
                        <a:pt x="4108" y="2731"/>
                        <a:pt x="4250" y="2818"/>
                        <a:pt x="4285" y="2993"/>
                      </a:cubicBezTo>
                      <a:lnTo>
                        <a:pt x="4979" y="5734"/>
                      </a:lnTo>
                      <a:cubicBezTo>
                        <a:pt x="5010" y="6018"/>
                        <a:pt x="4853" y="6207"/>
                        <a:pt x="4632" y="6207"/>
                      </a:cubicBezTo>
                      <a:lnTo>
                        <a:pt x="2395" y="6207"/>
                      </a:lnTo>
                      <a:cubicBezTo>
                        <a:pt x="2238" y="6207"/>
                        <a:pt x="2080" y="6333"/>
                        <a:pt x="2049" y="6490"/>
                      </a:cubicBezTo>
                      <a:lnTo>
                        <a:pt x="1482" y="8727"/>
                      </a:lnTo>
                      <a:cubicBezTo>
                        <a:pt x="1456" y="8883"/>
                        <a:pt x="1323" y="8996"/>
                        <a:pt x="1154" y="8996"/>
                      </a:cubicBezTo>
                      <a:cubicBezTo>
                        <a:pt x="1118" y="8996"/>
                        <a:pt x="1080" y="8990"/>
                        <a:pt x="1040" y="8979"/>
                      </a:cubicBezTo>
                      <a:cubicBezTo>
                        <a:pt x="851" y="8916"/>
                        <a:pt x="725" y="8727"/>
                        <a:pt x="820" y="8538"/>
                      </a:cubicBezTo>
                      <a:lnTo>
                        <a:pt x="1513" y="5766"/>
                      </a:lnTo>
                      <a:cubicBezTo>
                        <a:pt x="1576" y="5608"/>
                        <a:pt x="1671" y="5514"/>
                        <a:pt x="1891" y="5514"/>
                      </a:cubicBezTo>
                      <a:lnTo>
                        <a:pt x="3246" y="5514"/>
                      </a:lnTo>
                      <a:cubicBezTo>
                        <a:pt x="3655" y="5514"/>
                        <a:pt x="4002" y="5262"/>
                        <a:pt x="4222" y="4915"/>
                      </a:cubicBezTo>
                      <a:cubicBezTo>
                        <a:pt x="4285" y="4758"/>
                        <a:pt x="4222" y="4537"/>
                        <a:pt x="4033" y="4442"/>
                      </a:cubicBezTo>
                      <a:cubicBezTo>
                        <a:pt x="3993" y="4426"/>
                        <a:pt x="3948" y="4418"/>
                        <a:pt x="3902" y="4418"/>
                      </a:cubicBezTo>
                      <a:cubicBezTo>
                        <a:pt x="3770" y="4418"/>
                        <a:pt x="3631" y="4483"/>
                        <a:pt x="3561" y="4600"/>
                      </a:cubicBezTo>
                      <a:cubicBezTo>
                        <a:pt x="3529" y="4726"/>
                        <a:pt x="3372" y="4789"/>
                        <a:pt x="3246" y="4789"/>
                      </a:cubicBezTo>
                      <a:lnTo>
                        <a:pt x="1891" y="4789"/>
                      </a:lnTo>
                      <a:cubicBezTo>
                        <a:pt x="1671" y="4789"/>
                        <a:pt x="1513" y="4631"/>
                        <a:pt x="1513" y="4442"/>
                      </a:cubicBezTo>
                      <a:cubicBezTo>
                        <a:pt x="1513" y="4253"/>
                        <a:pt x="1671" y="4096"/>
                        <a:pt x="1891" y="4096"/>
                      </a:cubicBezTo>
                      <a:lnTo>
                        <a:pt x="2836" y="4096"/>
                      </a:lnTo>
                      <a:cubicBezTo>
                        <a:pt x="2931" y="4096"/>
                        <a:pt x="3057" y="4001"/>
                        <a:pt x="3151" y="3907"/>
                      </a:cubicBezTo>
                      <a:cubicBezTo>
                        <a:pt x="3151" y="3844"/>
                        <a:pt x="3655" y="2899"/>
                        <a:pt x="3655" y="2899"/>
                      </a:cubicBezTo>
                      <a:cubicBezTo>
                        <a:pt x="3725" y="2787"/>
                        <a:pt x="3845" y="2731"/>
                        <a:pt x="3962" y="2731"/>
                      </a:cubicBezTo>
                      <a:close/>
                      <a:moveTo>
                        <a:pt x="3529" y="0"/>
                      </a:moveTo>
                      <a:cubicBezTo>
                        <a:pt x="2805" y="0"/>
                        <a:pt x="2175" y="630"/>
                        <a:pt x="2175" y="1355"/>
                      </a:cubicBezTo>
                      <a:cubicBezTo>
                        <a:pt x="2175" y="1922"/>
                        <a:pt x="2490" y="2395"/>
                        <a:pt x="2994" y="2615"/>
                      </a:cubicBezTo>
                      <a:lnTo>
                        <a:pt x="2584" y="3466"/>
                      </a:lnTo>
                      <a:lnTo>
                        <a:pt x="1860" y="3466"/>
                      </a:lnTo>
                      <a:cubicBezTo>
                        <a:pt x="1261" y="3466"/>
                        <a:pt x="820" y="3938"/>
                        <a:pt x="820" y="4474"/>
                      </a:cubicBezTo>
                      <a:cubicBezTo>
                        <a:pt x="820" y="4758"/>
                        <a:pt x="946" y="4978"/>
                        <a:pt x="1103" y="5199"/>
                      </a:cubicBezTo>
                      <a:cubicBezTo>
                        <a:pt x="977" y="5325"/>
                        <a:pt x="914" y="5451"/>
                        <a:pt x="851" y="5608"/>
                      </a:cubicBezTo>
                      <a:lnTo>
                        <a:pt x="158" y="8381"/>
                      </a:lnTo>
                      <a:cubicBezTo>
                        <a:pt x="1" y="8916"/>
                        <a:pt x="347" y="9483"/>
                        <a:pt x="914" y="9641"/>
                      </a:cubicBezTo>
                      <a:cubicBezTo>
                        <a:pt x="1002" y="9667"/>
                        <a:pt x="1091" y="9679"/>
                        <a:pt x="1178" y="9679"/>
                      </a:cubicBezTo>
                      <a:cubicBezTo>
                        <a:pt x="1624" y="9679"/>
                        <a:pt x="2038" y="9359"/>
                        <a:pt x="2143" y="8885"/>
                      </a:cubicBezTo>
                      <a:lnTo>
                        <a:pt x="2332" y="8286"/>
                      </a:lnTo>
                      <a:lnTo>
                        <a:pt x="4695" y="8286"/>
                      </a:lnTo>
                      <a:lnTo>
                        <a:pt x="4947" y="9452"/>
                      </a:lnTo>
                      <a:cubicBezTo>
                        <a:pt x="4995" y="9597"/>
                        <a:pt x="5118" y="9704"/>
                        <a:pt x="5257" y="9704"/>
                      </a:cubicBezTo>
                      <a:cubicBezTo>
                        <a:pt x="5300" y="9704"/>
                        <a:pt x="5344" y="9694"/>
                        <a:pt x="5388" y="9672"/>
                      </a:cubicBezTo>
                      <a:cubicBezTo>
                        <a:pt x="5577" y="9641"/>
                        <a:pt x="5703" y="9452"/>
                        <a:pt x="5609" y="9231"/>
                      </a:cubicBezTo>
                      <a:lnTo>
                        <a:pt x="5042" y="6805"/>
                      </a:lnTo>
                      <a:cubicBezTo>
                        <a:pt x="5514" y="6616"/>
                        <a:pt x="5735" y="6144"/>
                        <a:pt x="5640" y="5640"/>
                      </a:cubicBezTo>
                      <a:lnTo>
                        <a:pt x="4916" y="2867"/>
                      </a:lnTo>
                      <a:cubicBezTo>
                        <a:pt x="4884" y="2647"/>
                        <a:pt x="4758" y="2489"/>
                        <a:pt x="4569" y="2332"/>
                      </a:cubicBezTo>
                      <a:cubicBezTo>
                        <a:pt x="4790" y="2080"/>
                        <a:pt x="4916" y="1733"/>
                        <a:pt x="4916" y="1355"/>
                      </a:cubicBezTo>
                      <a:cubicBezTo>
                        <a:pt x="4916" y="630"/>
                        <a:pt x="4285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9" name="Google Shape;9155;p73">
                  <a:extLst>
                    <a:ext uri="{FF2B5EF4-FFF2-40B4-BE49-F238E27FC236}">
                      <a16:creationId xmlns:a16="http://schemas.microsoft.com/office/drawing/2014/main" id="{A481F08F-CBBE-2F0B-8722-AF2111AD10A4}"/>
                    </a:ext>
                  </a:extLst>
                </p:cNvPr>
                <p:cNvSpPr/>
                <p:nvPr/>
              </p:nvSpPr>
              <p:spPr>
                <a:xfrm>
                  <a:off x="772900" y="2318350"/>
                  <a:ext cx="122125" cy="10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203" extrusionOk="0">
                      <a:moveTo>
                        <a:pt x="3844" y="631"/>
                      </a:moveTo>
                      <a:cubicBezTo>
                        <a:pt x="4034" y="631"/>
                        <a:pt x="4223" y="789"/>
                        <a:pt x="4223" y="978"/>
                      </a:cubicBezTo>
                      <a:lnTo>
                        <a:pt x="4223" y="1734"/>
                      </a:lnTo>
                      <a:cubicBezTo>
                        <a:pt x="4223" y="1923"/>
                        <a:pt x="4034" y="2112"/>
                        <a:pt x="3844" y="2112"/>
                      </a:cubicBezTo>
                      <a:cubicBezTo>
                        <a:pt x="3655" y="2143"/>
                        <a:pt x="3498" y="2301"/>
                        <a:pt x="3498" y="2458"/>
                      </a:cubicBezTo>
                      <a:lnTo>
                        <a:pt x="3498" y="2994"/>
                      </a:lnTo>
                      <a:lnTo>
                        <a:pt x="2679" y="2206"/>
                      </a:lnTo>
                      <a:cubicBezTo>
                        <a:pt x="2584" y="2143"/>
                        <a:pt x="2521" y="2112"/>
                        <a:pt x="2427" y="2112"/>
                      </a:cubicBezTo>
                      <a:lnTo>
                        <a:pt x="1009" y="2112"/>
                      </a:lnTo>
                      <a:cubicBezTo>
                        <a:pt x="820" y="2112"/>
                        <a:pt x="662" y="1923"/>
                        <a:pt x="662" y="1734"/>
                      </a:cubicBezTo>
                      <a:lnTo>
                        <a:pt x="662" y="978"/>
                      </a:lnTo>
                      <a:cubicBezTo>
                        <a:pt x="662" y="789"/>
                        <a:pt x="820" y="631"/>
                        <a:pt x="1009" y="631"/>
                      </a:cubicBezTo>
                      <a:close/>
                      <a:moveTo>
                        <a:pt x="1009" y="1"/>
                      </a:moveTo>
                      <a:cubicBezTo>
                        <a:pt x="442" y="1"/>
                        <a:pt x="1" y="474"/>
                        <a:pt x="1" y="1041"/>
                      </a:cubicBezTo>
                      <a:lnTo>
                        <a:pt x="1" y="1765"/>
                      </a:lnTo>
                      <a:cubicBezTo>
                        <a:pt x="1" y="2364"/>
                        <a:pt x="473" y="2805"/>
                        <a:pt x="1009" y="2805"/>
                      </a:cubicBezTo>
                      <a:lnTo>
                        <a:pt x="2269" y="2805"/>
                      </a:lnTo>
                      <a:lnTo>
                        <a:pt x="3592" y="4097"/>
                      </a:lnTo>
                      <a:cubicBezTo>
                        <a:pt x="3663" y="4167"/>
                        <a:pt x="3770" y="4203"/>
                        <a:pt x="3872" y="4203"/>
                      </a:cubicBezTo>
                      <a:cubicBezTo>
                        <a:pt x="3906" y="4203"/>
                        <a:pt x="3939" y="4199"/>
                        <a:pt x="3970" y="4191"/>
                      </a:cubicBezTo>
                      <a:cubicBezTo>
                        <a:pt x="4097" y="4160"/>
                        <a:pt x="4160" y="4002"/>
                        <a:pt x="4160" y="3876"/>
                      </a:cubicBezTo>
                      <a:lnTo>
                        <a:pt x="4160" y="2773"/>
                      </a:lnTo>
                      <a:cubicBezTo>
                        <a:pt x="4569" y="2616"/>
                        <a:pt x="4884" y="2238"/>
                        <a:pt x="4884" y="1765"/>
                      </a:cubicBezTo>
                      <a:lnTo>
                        <a:pt x="4884" y="1041"/>
                      </a:lnTo>
                      <a:cubicBezTo>
                        <a:pt x="4884" y="442"/>
                        <a:pt x="4412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1" name="Google Shape;9156;p73">
                <a:extLst>
                  <a:ext uri="{FF2B5EF4-FFF2-40B4-BE49-F238E27FC236}">
                    <a16:creationId xmlns:a16="http://schemas.microsoft.com/office/drawing/2014/main" id="{5F11252F-8BD4-926D-0585-A932B4A66C7D}"/>
                  </a:ext>
                </a:extLst>
              </p:cNvPr>
              <p:cNvSpPr/>
              <p:nvPr/>
            </p:nvSpPr>
            <p:spPr>
              <a:xfrm>
                <a:off x="767248" y="2924655"/>
                <a:ext cx="499261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846" extrusionOk="0">
                    <a:moveTo>
                      <a:pt x="5829" y="693"/>
                    </a:moveTo>
                    <a:cubicBezTo>
                      <a:pt x="6238" y="693"/>
                      <a:pt x="6553" y="1008"/>
                      <a:pt x="6553" y="1418"/>
                    </a:cubicBezTo>
                    <a:cubicBezTo>
                      <a:pt x="6553" y="1796"/>
                      <a:pt x="6238" y="2111"/>
                      <a:pt x="5829" y="2111"/>
                    </a:cubicBezTo>
                    <a:cubicBezTo>
                      <a:pt x="5451" y="2111"/>
                      <a:pt x="5136" y="1796"/>
                      <a:pt x="5136" y="1418"/>
                    </a:cubicBezTo>
                    <a:cubicBezTo>
                      <a:pt x="5136" y="1008"/>
                      <a:pt x="5482" y="693"/>
                      <a:pt x="5829" y="693"/>
                    </a:cubicBezTo>
                    <a:close/>
                    <a:moveTo>
                      <a:pt x="5829" y="2773"/>
                    </a:moveTo>
                    <a:cubicBezTo>
                      <a:pt x="6774" y="2773"/>
                      <a:pt x="7562" y="3560"/>
                      <a:pt x="7562" y="4568"/>
                    </a:cubicBezTo>
                    <a:lnTo>
                      <a:pt x="7562" y="4915"/>
                    </a:lnTo>
                    <a:lnTo>
                      <a:pt x="4096" y="4915"/>
                    </a:lnTo>
                    <a:lnTo>
                      <a:pt x="4096" y="4568"/>
                    </a:lnTo>
                    <a:cubicBezTo>
                      <a:pt x="4096" y="3560"/>
                      <a:pt x="4884" y="2773"/>
                      <a:pt x="5829" y="2773"/>
                    </a:cubicBezTo>
                    <a:close/>
                    <a:moveTo>
                      <a:pt x="2363" y="6963"/>
                    </a:moveTo>
                    <a:cubicBezTo>
                      <a:pt x="2773" y="6963"/>
                      <a:pt x="3088" y="7278"/>
                      <a:pt x="3088" y="7656"/>
                    </a:cubicBezTo>
                    <a:cubicBezTo>
                      <a:pt x="3088" y="8065"/>
                      <a:pt x="2773" y="8380"/>
                      <a:pt x="2363" y="8380"/>
                    </a:cubicBezTo>
                    <a:cubicBezTo>
                      <a:pt x="1985" y="8380"/>
                      <a:pt x="1670" y="8065"/>
                      <a:pt x="1670" y="7656"/>
                    </a:cubicBezTo>
                    <a:cubicBezTo>
                      <a:pt x="1670" y="7278"/>
                      <a:pt x="1985" y="6963"/>
                      <a:pt x="2363" y="6963"/>
                    </a:cubicBezTo>
                    <a:close/>
                    <a:moveTo>
                      <a:pt x="9357" y="6963"/>
                    </a:moveTo>
                    <a:cubicBezTo>
                      <a:pt x="9735" y="6963"/>
                      <a:pt x="10050" y="7278"/>
                      <a:pt x="10050" y="7656"/>
                    </a:cubicBezTo>
                    <a:cubicBezTo>
                      <a:pt x="10050" y="8065"/>
                      <a:pt x="9735" y="8380"/>
                      <a:pt x="9357" y="8380"/>
                    </a:cubicBezTo>
                    <a:cubicBezTo>
                      <a:pt x="8948" y="8380"/>
                      <a:pt x="8633" y="8065"/>
                      <a:pt x="8633" y="7656"/>
                    </a:cubicBezTo>
                    <a:cubicBezTo>
                      <a:pt x="8633" y="7278"/>
                      <a:pt x="8948" y="6963"/>
                      <a:pt x="9357" y="6963"/>
                    </a:cubicBezTo>
                    <a:close/>
                    <a:moveTo>
                      <a:pt x="2363" y="9042"/>
                    </a:moveTo>
                    <a:cubicBezTo>
                      <a:pt x="3308" y="9042"/>
                      <a:pt x="4096" y="9830"/>
                      <a:pt x="4096" y="10806"/>
                    </a:cubicBezTo>
                    <a:lnTo>
                      <a:pt x="4096" y="11184"/>
                    </a:lnTo>
                    <a:lnTo>
                      <a:pt x="630" y="11184"/>
                    </a:lnTo>
                    <a:lnTo>
                      <a:pt x="630" y="10806"/>
                    </a:lnTo>
                    <a:cubicBezTo>
                      <a:pt x="630" y="9830"/>
                      <a:pt x="1418" y="9042"/>
                      <a:pt x="2363" y="9042"/>
                    </a:cubicBezTo>
                    <a:close/>
                    <a:moveTo>
                      <a:pt x="9357" y="9042"/>
                    </a:moveTo>
                    <a:cubicBezTo>
                      <a:pt x="10302" y="9042"/>
                      <a:pt x="11090" y="9830"/>
                      <a:pt x="11090" y="10806"/>
                    </a:cubicBezTo>
                    <a:lnTo>
                      <a:pt x="11090" y="11184"/>
                    </a:lnTo>
                    <a:lnTo>
                      <a:pt x="7625" y="11184"/>
                    </a:lnTo>
                    <a:lnTo>
                      <a:pt x="7625" y="10806"/>
                    </a:lnTo>
                    <a:cubicBezTo>
                      <a:pt x="7625" y="9830"/>
                      <a:pt x="8412" y="9042"/>
                      <a:pt x="9357" y="9042"/>
                    </a:cubicBezTo>
                    <a:close/>
                    <a:moveTo>
                      <a:pt x="5892" y="0"/>
                    </a:moveTo>
                    <a:cubicBezTo>
                      <a:pt x="5136" y="0"/>
                      <a:pt x="4506" y="630"/>
                      <a:pt x="4506" y="1355"/>
                    </a:cubicBezTo>
                    <a:cubicBezTo>
                      <a:pt x="4506" y="1733"/>
                      <a:pt x="4632" y="2016"/>
                      <a:pt x="4852" y="2300"/>
                    </a:cubicBezTo>
                    <a:cubicBezTo>
                      <a:pt x="4033" y="2710"/>
                      <a:pt x="3466" y="3529"/>
                      <a:pt x="3466" y="4505"/>
                    </a:cubicBezTo>
                    <a:lnTo>
                      <a:pt x="3466" y="5230"/>
                    </a:lnTo>
                    <a:cubicBezTo>
                      <a:pt x="3466" y="5419"/>
                      <a:pt x="3623" y="5577"/>
                      <a:pt x="3844" y="5577"/>
                    </a:cubicBezTo>
                    <a:lnTo>
                      <a:pt x="5577" y="5577"/>
                    </a:lnTo>
                    <a:lnTo>
                      <a:pt x="5577" y="7152"/>
                    </a:lnTo>
                    <a:lnTo>
                      <a:pt x="3875" y="8822"/>
                    </a:lnTo>
                    <a:cubicBezTo>
                      <a:pt x="3749" y="8696"/>
                      <a:pt x="3592" y="8601"/>
                      <a:pt x="3434" y="8569"/>
                    </a:cubicBezTo>
                    <a:cubicBezTo>
                      <a:pt x="3686" y="8349"/>
                      <a:pt x="3781" y="8034"/>
                      <a:pt x="3781" y="7624"/>
                    </a:cubicBezTo>
                    <a:cubicBezTo>
                      <a:pt x="3781" y="6868"/>
                      <a:pt x="3151" y="6238"/>
                      <a:pt x="2426" y="6238"/>
                    </a:cubicBezTo>
                    <a:cubicBezTo>
                      <a:pt x="1670" y="6238"/>
                      <a:pt x="1040" y="6868"/>
                      <a:pt x="1040" y="7624"/>
                    </a:cubicBezTo>
                    <a:cubicBezTo>
                      <a:pt x="1040" y="7971"/>
                      <a:pt x="1166" y="8286"/>
                      <a:pt x="1387" y="8569"/>
                    </a:cubicBezTo>
                    <a:cubicBezTo>
                      <a:pt x="567" y="8979"/>
                      <a:pt x="0" y="9798"/>
                      <a:pt x="0" y="10775"/>
                    </a:cubicBezTo>
                    <a:lnTo>
                      <a:pt x="0" y="11499"/>
                    </a:lnTo>
                    <a:cubicBezTo>
                      <a:pt x="0" y="11688"/>
                      <a:pt x="158" y="11846"/>
                      <a:pt x="378" y="11846"/>
                    </a:cubicBezTo>
                    <a:lnTo>
                      <a:pt x="4474" y="11846"/>
                    </a:lnTo>
                    <a:cubicBezTo>
                      <a:pt x="4663" y="11846"/>
                      <a:pt x="4821" y="11688"/>
                      <a:pt x="4821" y="11499"/>
                    </a:cubicBezTo>
                    <a:lnTo>
                      <a:pt x="4821" y="10775"/>
                    </a:lnTo>
                    <a:cubicBezTo>
                      <a:pt x="4821" y="10239"/>
                      <a:pt x="4632" y="9704"/>
                      <a:pt x="4348" y="9326"/>
                    </a:cubicBezTo>
                    <a:lnTo>
                      <a:pt x="5860" y="7782"/>
                    </a:lnTo>
                    <a:lnTo>
                      <a:pt x="7404" y="9326"/>
                    </a:lnTo>
                    <a:cubicBezTo>
                      <a:pt x="7089" y="9704"/>
                      <a:pt x="6931" y="10239"/>
                      <a:pt x="6931" y="10775"/>
                    </a:cubicBezTo>
                    <a:lnTo>
                      <a:pt x="6931" y="11499"/>
                    </a:lnTo>
                    <a:cubicBezTo>
                      <a:pt x="6931" y="11688"/>
                      <a:pt x="7089" y="11846"/>
                      <a:pt x="7309" y="11846"/>
                    </a:cubicBezTo>
                    <a:lnTo>
                      <a:pt x="11468" y="11846"/>
                    </a:lnTo>
                    <a:cubicBezTo>
                      <a:pt x="11657" y="11846"/>
                      <a:pt x="11815" y="11688"/>
                      <a:pt x="11815" y="11499"/>
                    </a:cubicBezTo>
                    <a:lnTo>
                      <a:pt x="11815" y="10775"/>
                    </a:lnTo>
                    <a:cubicBezTo>
                      <a:pt x="11783" y="9830"/>
                      <a:pt x="11185" y="8979"/>
                      <a:pt x="10365" y="8569"/>
                    </a:cubicBezTo>
                    <a:cubicBezTo>
                      <a:pt x="10586" y="8349"/>
                      <a:pt x="10712" y="8034"/>
                      <a:pt x="10712" y="7624"/>
                    </a:cubicBezTo>
                    <a:cubicBezTo>
                      <a:pt x="10712" y="6868"/>
                      <a:pt x="10082" y="6238"/>
                      <a:pt x="9357" y="6238"/>
                    </a:cubicBezTo>
                    <a:cubicBezTo>
                      <a:pt x="8601" y="6238"/>
                      <a:pt x="7971" y="6868"/>
                      <a:pt x="7971" y="7624"/>
                    </a:cubicBezTo>
                    <a:cubicBezTo>
                      <a:pt x="7971" y="7971"/>
                      <a:pt x="8097" y="8286"/>
                      <a:pt x="8318" y="8569"/>
                    </a:cubicBezTo>
                    <a:cubicBezTo>
                      <a:pt x="8160" y="8664"/>
                      <a:pt x="8034" y="8727"/>
                      <a:pt x="7877" y="8822"/>
                    </a:cubicBezTo>
                    <a:lnTo>
                      <a:pt x="6207" y="7152"/>
                    </a:lnTo>
                    <a:lnTo>
                      <a:pt x="6207" y="5577"/>
                    </a:lnTo>
                    <a:lnTo>
                      <a:pt x="7940" y="5577"/>
                    </a:lnTo>
                    <a:cubicBezTo>
                      <a:pt x="8129" y="5577"/>
                      <a:pt x="8286" y="5419"/>
                      <a:pt x="8286" y="5230"/>
                    </a:cubicBezTo>
                    <a:lnTo>
                      <a:pt x="8286" y="4505"/>
                    </a:lnTo>
                    <a:cubicBezTo>
                      <a:pt x="8286" y="3529"/>
                      <a:pt x="7688" y="2710"/>
                      <a:pt x="6900" y="2300"/>
                    </a:cubicBezTo>
                    <a:cubicBezTo>
                      <a:pt x="7152" y="2080"/>
                      <a:pt x="7246" y="1764"/>
                      <a:pt x="7246" y="1355"/>
                    </a:cubicBezTo>
                    <a:cubicBezTo>
                      <a:pt x="7246" y="630"/>
                      <a:pt x="6616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72" name="Google Shape;9157;p73">
                <a:extLst>
                  <a:ext uri="{FF2B5EF4-FFF2-40B4-BE49-F238E27FC236}">
                    <a16:creationId xmlns:a16="http://schemas.microsoft.com/office/drawing/2014/main" id="{363F3E0D-5C97-F223-E256-2E3FB6F70ECE}"/>
                  </a:ext>
                </a:extLst>
              </p:cNvPr>
              <p:cNvGrpSpPr/>
              <p:nvPr/>
            </p:nvGrpSpPr>
            <p:grpSpPr>
              <a:xfrm>
                <a:off x="3957191" y="1688870"/>
                <a:ext cx="443398" cy="498627"/>
                <a:chOff x="2523000" y="1954875"/>
                <a:chExt cx="262325" cy="295000"/>
              </a:xfrm>
              <a:grpFill/>
            </p:grpSpPr>
            <p:sp>
              <p:nvSpPr>
                <p:cNvPr id="17825" name="Google Shape;9158;p73">
                  <a:extLst>
                    <a:ext uri="{FF2B5EF4-FFF2-40B4-BE49-F238E27FC236}">
                      <a16:creationId xmlns:a16="http://schemas.microsoft.com/office/drawing/2014/main" id="{58E6720D-2442-CD14-5A3C-60A1FEDBD4BA}"/>
                    </a:ext>
                  </a:extLst>
                </p:cNvPr>
                <p:cNvSpPr/>
                <p:nvPr/>
              </p:nvSpPr>
              <p:spPr>
                <a:xfrm>
                  <a:off x="2523000" y="1954875"/>
                  <a:ext cx="2623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93" h="11800" extrusionOk="0">
                      <a:moveTo>
                        <a:pt x="5294" y="709"/>
                      </a:moveTo>
                      <a:cubicBezTo>
                        <a:pt x="6350" y="1316"/>
                        <a:pt x="7422" y="1602"/>
                        <a:pt x="8487" y="1602"/>
                      </a:cubicBezTo>
                      <a:cubicBezTo>
                        <a:pt x="8915" y="1602"/>
                        <a:pt x="9343" y="1556"/>
                        <a:pt x="9767" y="1465"/>
                      </a:cubicBezTo>
                      <a:lnTo>
                        <a:pt x="9767" y="5026"/>
                      </a:lnTo>
                      <a:cubicBezTo>
                        <a:pt x="9767" y="7798"/>
                        <a:pt x="7940" y="10287"/>
                        <a:pt x="5294" y="11137"/>
                      </a:cubicBezTo>
                      <a:cubicBezTo>
                        <a:pt x="2647" y="10350"/>
                        <a:pt x="789" y="7798"/>
                        <a:pt x="789" y="5026"/>
                      </a:cubicBezTo>
                      <a:lnTo>
                        <a:pt x="789" y="1465"/>
                      </a:lnTo>
                      <a:cubicBezTo>
                        <a:pt x="1222" y="1556"/>
                        <a:pt x="1654" y="1602"/>
                        <a:pt x="2084" y="1602"/>
                      </a:cubicBezTo>
                      <a:cubicBezTo>
                        <a:pt x="3153" y="1602"/>
                        <a:pt x="4215" y="1316"/>
                        <a:pt x="5294" y="709"/>
                      </a:cubicBezTo>
                      <a:close/>
                      <a:moveTo>
                        <a:pt x="5266" y="0"/>
                      </a:moveTo>
                      <a:cubicBezTo>
                        <a:pt x="5207" y="0"/>
                        <a:pt x="5152" y="16"/>
                        <a:pt x="5105" y="48"/>
                      </a:cubicBezTo>
                      <a:cubicBezTo>
                        <a:pt x="4065" y="646"/>
                        <a:pt x="3057" y="930"/>
                        <a:pt x="2017" y="930"/>
                      </a:cubicBezTo>
                      <a:cubicBezTo>
                        <a:pt x="1513" y="930"/>
                        <a:pt x="1009" y="835"/>
                        <a:pt x="473" y="678"/>
                      </a:cubicBezTo>
                      <a:cubicBezTo>
                        <a:pt x="440" y="669"/>
                        <a:pt x="408" y="665"/>
                        <a:pt x="378" y="665"/>
                      </a:cubicBezTo>
                      <a:cubicBezTo>
                        <a:pt x="297" y="665"/>
                        <a:pt x="228" y="695"/>
                        <a:pt x="158" y="741"/>
                      </a:cubicBezTo>
                      <a:cubicBezTo>
                        <a:pt x="95" y="804"/>
                        <a:pt x="1" y="898"/>
                        <a:pt x="1" y="993"/>
                      </a:cubicBezTo>
                      <a:lnTo>
                        <a:pt x="1" y="4994"/>
                      </a:lnTo>
                      <a:cubicBezTo>
                        <a:pt x="127" y="8176"/>
                        <a:pt x="2206" y="10917"/>
                        <a:pt x="5199" y="11799"/>
                      </a:cubicBezTo>
                      <a:lnTo>
                        <a:pt x="5357" y="11799"/>
                      </a:lnTo>
                      <a:cubicBezTo>
                        <a:pt x="8350" y="10917"/>
                        <a:pt x="10492" y="8176"/>
                        <a:pt x="10492" y="5026"/>
                      </a:cubicBezTo>
                      <a:lnTo>
                        <a:pt x="10492" y="1056"/>
                      </a:lnTo>
                      <a:cubicBezTo>
                        <a:pt x="10492" y="930"/>
                        <a:pt x="10429" y="835"/>
                        <a:pt x="10335" y="772"/>
                      </a:cubicBezTo>
                      <a:cubicBezTo>
                        <a:pt x="10282" y="720"/>
                        <a:pt x="10230" y="697"/>
                        <a:pt x="10173" y="697"/>
                      </a:cubicBezTo>
                      <a:cubicBezTo>
                        <a:pt x="10126" y="697"/>
                        <a:pt x="10076" y="713"/>
                        <a:pt x="10019" y="741"/>
                      </a:cubicBezTo>
                      <a:cubicBezTo>
                        <a:pt x="9509" y="876"/>
                        <a:pt x="9006" y="946"/>
                        <a:pt x="8504" y="946"/>
                      </a:cubicBezTo>
                      <a:cubicBezTo>
                        <a:pt x="7490" y="946"/>
                        <a:pt x="6485" y="659"/>
                        <a:pt x="5451" y="48"/>
                      </a:cubicBezTo>
                      <a:cubicBezTo>
                        <a:pt x="5388" y="16"/>
                        <a:pt x="5325" y="0"/>
                        <a:pt x="52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6" name="Google Shape;9159;p73">
                  <a:extLst>
                    <a:ext uri="{FF2B5EF4-FFF2-40B4-BE49-F238E27FC236}">
                      <a16:creationId xmlns:a16="http://schemas.microsoft.com/office/drawing/2014/main" id="{56B41E84-E4AC-AC4E-59E4-598515AB9BE8}"/>
                    </a:ext>
                  </a:extLst>
                </p:cNvPr>
                <p:cNvSpPr/>
                <p:nvPr/>
              </p:nvSpPr>
              <p:spPr>
                <a:xfrm>
                  <a:off x="2595475" y="202457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94"/>
                      </a:moveTo>
                      <a:cubicBezTo>
                        <a:pt x="2836" y="694"/>
                        <a:pt x="3151" y="1009"/>
                        <a:pt x="3151" y="1418"/>
                      </a:cubicBezTo>
                      <a:cubicBezTo>
                        <a:pt x="3151" y="1796"/>
                        <a:pt x="2836" y="2111"/>
                        <a:pt x="2426" y="2111"/>
                      </a:cubicBezTo>
                      <a:cubicBezTo>
                        <a:pt x="2048" y="2111"/>
                        <a:pt x="1733" y="1796"/>
                        <a:pt x="1733" y="1418"/>
                      </a:cubicBezTo>
                      <a:cubicBezTo>
                        <a:pt x="1733" y="1009"/>
                        <a:pt x="2048" y="694"/>
                        <a:pt x="2426" y="694"/>
                      </a:cubicBezTo>
                      <a:close/>
                      <a:moveTo>
                        <a:pt x="2426" y="2742"/>
                      </a:moveTo>
                      <a:cubicBezTo>
                        <a:pt x="3371" y="2742"/>
                        <a:pt x="4159" y="3529"/>
                        <a:pt x="4159" y="4474"/>
                      </a:cubicBezTo>
                      <a:lnTo>
                        <a:pt x="4159" y="4821"/>
                      </a:lnTo>
                      <a:lnTo>
                        <a:pt x="693" y="4821"/>
                      </a:lnTo>
                      <a:lnTo>
                        <a:pt x="693" y="4474"/>
                      </a:lnTo>
                      <a:cubicBezTo>
                        <a:pt x="693" y="3529"/>
                        <a:pt x="1481" y="2742"/>
                        <a:pt x="2426" y="2742"/>
                      </a:cubicBezTo>
                      <a:close/>
                      <a:moveTo>
                        <a:pt x="2458" y="1"/>
                      </a:moveTo>
                      <a:cubicBezTo>
                        <a:pt x="1733" y="1"/>
                        <a:pt x="1103" y="599"/>
                        <a:pt x="1103" y="1355"/>
                      </a:cubicBezTo>
                      <a:cubicBezTo>
                        <a:pt x="1103" y="1733"/>
                        <a:pt x="1198" y="2048"/>
                        <a:pt x="1450" y="2269"/>
                      </a:cubicBezTo>
                      <a:cubicBezTo>
                        <a:pt x="630" y="2647"/>
                        <a:pt x="63" y="3498"/>
                        <a:pt x="63" y="4474"/>
                      </a:cubicBezTo>
                      <a:lnTo>
                        <a:pt x="63" y="5199"/>
                      </a:lnTo>
                      <a:cubicBezTo>
                        <a:pt x="0" y="5388"/>
                        <a:pt x="158" y="5546"/>
                        <a:pt x="347" y="5546"/>
                      </a:cubicBezTo>
                      <a:lnTo>
                        <a:pt x="4506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17" y="2647"/>
                        <a:pt x="3497" y="2269"/>
                      </a:cubicBezTo>
                      <a:cubicBezTo>
                        <a:pt x="3718" y="2048"/>
                        <a:pt x="3844" y="1702"/>
                        <a:pt x="3844" y="1355"/>
                      </a:cubicBezTo>
                      <a:cubicBezTo>
                        <a:pt x="3844" y="599"/>
                        <a:pt x="3214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73" name="Google Shape;9160;p73">
                <a:extLst>
                  <a:ext uri="{FF2B5EF4-FFF2-40B4-BE49-F238E27FC236}">
                    <a16:creationId xmlns:a16="http://schemas.microsoft.com/office/drawing/2014/main" id="{DDDEC3AB-4DD6-28DD-5E1B-2FBA6C86583C}"/>
                  </a:ext>
                </a:extLst>
              </p:cNvPr>
              <p:cNvGrpSpPr/>
              <p:nvPr/>
            </p:nvGrpSpPr>
            <p:grpSpPr>
              <a:xfrm>
                <a:off x="3927252" y="2281623"/>
                <a:ext cx="503276" cy="499303"/>
                <a:chOff x="2508825" y="2318350"/>
                <a:chExt cx="297750" cy="295400"/>
              </a:xfrm>
              <a:grpFill/>
            </p:grpSpPr>
            <p:sp>
              <p:nvSpPr>
                <p:cNvPr id="17823" name="Google Shape;9161;p73">
                  <a:extLst>
                    <a:ext uri="{FF2B5EF4-FFF2-40B4-BE49-F238E27FC236}">
                      <a16:creationId xmlns:a16="http://schemas.microsoft.com/office/drawing/2014/main" id="{50128753-877F-2990-CD62-366FD6C43D40}"/>
                    </a:ext>
                  </a:extLst>
                </p:cNvPr>
                <p:cNvSpPr/>
                <p:nvPr/>
              </p:nvSpPr>
              <p:spPr>
                <a:xfrm>
                  <a:off x="2508825" y="2318350"/>
                  <a:ext cx="29775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16" extrusionOk="0">
                      <a:moveTo>
                        <a:pt x="5892" y="694"/>
                      </a:moveTo>
                      <a:cubicBezTo>
                        <a:pt x="7625" y="694"/>
                        <a:pt x="9043" y="2112"/>
                        <a:pt x="9043" y="3845"/>
                      </a:cubicBezTo>
                      <a:cubicBezTo>
                        <a:pt x="9043" y="5483"/>
                        <a:pt x="7751" y="6838"/>
                        <a:pt x="6081" y="6932"/>
                      </a:cubicBezTo>
                      <a:cubicBezTo>
                        <a:pt x="6018" y="6932"/>
                        <a:pt x="5987" y="6901"/>
                        <a:pt x="5924" y="6869"/>
                      </a:cubicBezTo>
                      <a:lnTo>
                        <a:pt x="5766" y="6711"/>
                      </a:lnTo>
                      <a:cubicBezTo>
                        <a:pt x="5297" y="6298"/>
                        <a:pt x="4683" y="6101"/>
                        <a:pt x="4072" y="6101"/>
                      </a:cubicBezTo>
                      <a:cubicBezTo>
                        <a:pt x="3985" y="6101"/>
                        <a:pt x="3899" y="6105"/>
                        <a:pt x="3813" y="6113"/>
                      </a:cubicBezTo>
                      <a:cubicBezTo>
                        <a:pt x="3151" y="5577"/>
                        <a:pt x="2773" y="4727"/>
                        <a:pt x="2773" y="3845"/>
                      </a:cubicBezTo>
                      <a:cubicBezTo>
                        <a:pt x="2773" y="2112"/>
                        <a:pt x="4191" y="694"/>
                        <a:pt x="5892" y="694"/>
                      </a:cubicBezTo>
                      <a:close/>
                      <a:moveTo>
                        <a:pt x="4171" y="6822"/>
                      </a:moveTo>
                      <a:cubicBezTo>
                        <a:pt x="4577" y="6822"/>
                        <a:pt x="4979" y="6964"/>
                        <a:pt x="5294" y="7247"/>
                      </a:cubicBezTo>
                      <a:cubicBezTo>
                        <a:pt x="5420" y="7373"/>
                        <a:pt x="5735" y="7657"/>
                        <a:pt x="5892" y="7657"/>
                      </a:cubicBezTo>
                      <a:lnTo>
                        <a:pt x="7972" y="7657"/>
                      </a:lnTo>
                      <a:cubicBezTo>
                        <a:pt x="8192" y="7657"/>
                        <a:pt x="8350" y="7814"/>
                        <a:pt x="8350" y="8003"/>
                      </a:cubicBezTo>
                      <a:cubicBezTo>
                        <a:pt x="8350" y="8192"/>
                        <a:pt x="8192" y="8350"/>
                        <a:pt x="7972" y="8350"/>
                      </a:cubicBezTo>
                      <a:lnTo>
                        <a:pt x="5514" y="8350"/>
                      </a:lnTo>
                      <a:cubicBezTo>
                        <a:pt x="5294" y="8350"/>
                        <a:pt x="5136" y="8507"/>
                        <a:pt x="5136" y="8728"/>
                      </a:cubicBezTo>
                      <a:cubicBezTo>
                        <a:pt x="5136" y="8917"/>
                        <a:pt x="5294" y="9074"/>
                        <a:pt x="5514" y="9074"/>
                      </a:cubicBezTo>
                      <a:lnTo>
                        <a:pt x="8224" y="9074"/>
                      </a:lnTo>
                      <a:cubicBezTo>
                        <a:pt x="8507" y="9074"/>
                        <a:pt x="8759" y="8948"/>
                        <a:pt x="8980" y="8759"/>
                      </a:cubicBezTo>
                      <a:lnTo>
                        <a:pt x="10492" y="7090"/>
                      </a:lnTo>
                      <a:cubicBezTo>
                        <a:pt x="10568" y="7033"/>
                        <a:pt x="10666" y="6987"/>
                        <a:pt x="10766" y="6987"/>
                      </a:cubicBezTo>
                      <a:cubicBezTo>
                        <a:pt x="10833" y="6987"/>
                        <a:pt x="10902" y="7008"/>
                        <a:pt x="10965" y="7058"/>
                      </a:cubicBezTo>
                      <a:cubicBezTo>
                        <a:pt x="11122" y="7184"/>
                        <a:pt x="11185" y="7373"/>
                        <a:pt x="11059" y="7531"/>
                      </a:cubicBezTo>
                      <a:lnTo>
                        <a:pt x="9389" y="9767"/>
                      </a:lnTo>
                      <a:cubicBezTo>
                        <a:pt x="9074" y="10209"/>
                        <a:pt x="8570" y="10492"/>
                        <a:pt x="8035" y="10492"/>
                      </a:cubicBezTo>
                      <a:lnTo>
                        <a:pt x="2773" y="10492"/>
                      </a:lnTo>
                      <a:lnTo>
                        <a:pt x="2773" y="7468"/>
                      </a:lnTo>
                      <a:lnTo>
                        <a:pt x="3025" y="7247"/>
                      </a:lnTo>
                      <a:cubicBezTo>
                        <a:pt x="3356" y="6964"/>
                        <a:pt x="3766" y="6822"/>
                        <a:pt x="4171" y="6822"/>
                      </a:cubicBezTo>
                      <a:close/>
                      <a:moveTo>
                        <a:pt x="1734" y="6932"/>
                      </a:moveTo>
                      <a:cubicBezTo>
                        <a:pt x="1923" y="6932"/>
                        <a:pt x="2080" y="7090"/>
                        <a:pt x="2080" y="7310"/>
                      </a:cubicBezTo>
                      <a:lnTo>
                        <a:pt x="2080" y="10807"/>
                      </a:lnTo>
                      <a:cubicBezTo>
                        <a:pt x="2080" y="10996"/>
                        <a:pt x="1923" y="11154"/>
                        <a:pt x="1734" y="11154"/>
                      </a:cubicBezTo>
                      <a:lnTo>
                        <a:pt x="662" y="11154"/>
                      </a:lnTo>
                      <a:lnTo>
                        <a:pt x="662" y="6932"/>
                      </a:lnTo>
                      <a:close/>
                      <a:moveTo>
                        <a:pt x="5924" y="1"/>
                      </a:moveTo>
                      <a:cubicBezTo>
                        <a:pt x="3844" y="1"/>
                        <a:pt x="2112" y="1734"/>
                        <a:pt x="2112" y="3845"/>
                      </a:cubicBezTo>
                      <a:cubicBezTo>
                        <a:pt x="2112" y="4790"/>
                        <a:pt x="2458" y="5672"/>
                        <a:pt x="3088" y="6396"/>
                      </a:cubicBezTo>
                      <a:cubicBezTo>
                        <a:pt x="2931" y="6459"/>
                        <a:pt x="2773" y="6585"/>
                        <a:pt x="2616" y="6711"/>
                      </a:cubicBezTo>
                      <a:cubicBezTo>
                        <a:pt x="2427" y="6428"/>
                        <a:pt x="2112" y="6270"/>
                        <a:pt x="1765" y="6270"/>
                      </a:cubicBezTo>
                      <a:lnTo>
                        <a:pt x="347" y="6270"/>
                      </a:lnTo>
                      <a:cubicBezTo>
                        <a:pt x="158" y="6270"/>
                        <a:pt x="1" y="6428"/>
                        <a:pt x="1" y="6585"/>
                      </a:cubicBezTo>
                      <a:lnTo>
                        <a:pt x="1" y="11469"/>
                      </a:lnTo>
                      <a:cubicBezTo>
                        <a:pt x="1" y="11658"/>
                        <a:pt x="158" y="11815"/>
                        <a:pt x="347" y="11815"/>
                      </a:cubicBezTo>
                      <a:lnTo>
                        <a:pt x="1765" y="11815"/>
                      </a:lnTo>
                      <a:cubicBezTo>
                        <a:pt x="2238" y="11815"/>
                        <a:pt x="2584" y="11563"/>
                        <a:pt x="2742" y="11122"/>
                      </a:cubicBezTo>
                      <a:lnTo>
                        <a:pt x="8035" y="11122"/>
                      </a:lnTo>
                      <a:cubicBezTo>
                        <a:pt x="8759" y="11122"/>
                        <a:pt x="9515" y="10776"/>
                        <a:pt x="9956" y="10146"/>
                      </a:cubicBezTo>
                      <a:lnTo>
                        <a:pt x="11595" y="7877"/>
                      </a:lnTo>
                      <a:cubicBezTo>
                        <a:pt x="11910" y="7468"/>
                        <a:pt x="11878" y="6838"/>
                        <a:pt x="11437" y="6459"/>
                      </a:cubicBezTo>
                      <a:cubicBezTo>
                        <a:pt x="11249" y="6301"/>
                        <a:pt x="11015" y="6221"/>
                        <a:pt x="10780" y="6221"/>
                      </a:cubicBezTo>
                      <a:cubicBezTo>
                        <a:pt x="10503" y="6221"/>
                        <a:pt x="10224" y="6332"/>
                        <a:pt x="10019" y="6554"/>
                      </a:cubicBezTo>
                      <a:lnTo>
                        <a:pt x="9011" y="7657"/>
                      </a:lnTo>
                      <a:cubicBezTo>
                        <a:pt x="8885" y="7247"/>
                        <a:pt x="8539" y="6932"/>
                        <a:pt x="8098" y="6932"/>
                      </a:cubicBezTo>
                      <a:cubicBezTo>
                        <a:pt x="8287" y="6838"/>
                        <a:pt x="8444" y="6680"/>
                        <a:pt x="8602" y="6522"/>
                      </a:cubicBezTo>
                      <a:cubicBezTo>
                        <a:pt x="9358" y="5798"/>
                        <a:pt x="9767" y="4821"/>
                        <a:pt x="9767" y="3845"/>
                      </a:cubicBezTo>
                      <a:cubicBezTo>
                        <a:pt x="9767" y="1734"/>
                        <a:pt x="8035" y="1"/>
                        <a:pt x="59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4" name="Google Shape;9162;p73">
                  <a:extLst>
                    <a:ext uri="{FF2B5EF4-FFF2-40B4-BE49-F238E27FC236}">
                      <a16:creationId xmlns:a16="http://schemas.microsoft.com/office/drawing/2014/main" id="{199DD43B-4983-B300-3852-0F14FD959B25}"/>
                    </a:ext>
                  </a:extLst>
                </p:cNvPr>
                <p:cNvSpPr/>
                <p:nvPr/>
              </p:nvSpPr>
              <p:spPr>
                <a:xfrm>
                  <a:off x="2629350" y="2353025"/>
                  <a:ext cx="543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4" h="4852" extrusionOk="0">
                      <a:moveTo>
                        <a:pt x="1071" y="0"/>
                      </a:moveTo>
                      <a:cubicBezTo>
                        <a:pt x="882" y="0"/>
                        <a:pt x="725" y="158"/>
                        <a:pt x="725" y="347"/>
                      </a:cubicBezTo>
                      <a:lnTo>
                        <a:pt x="725" y="756"/>
                      </a:lnTo>
                      <a:cubicBezTo>
                        <a:pt x="315" y="914"/>
                        <a:pt x="63" y="1292"/>
                        <a:pt x="63" y="1733"/>
                      </a:cubicBezTo>
                      <a:cubicBezTo>
                        <a:pt x="0" y="2332"/>
                        <a:pt x="473" y="2804"/>
                        <a:pt x="1071" y="2804"/>
                      </a:cubicBezTo>
                      <a:cubicBezTo>
                        <a:pt x="1260" y="2804"/>
                        <a:pt x="1418" y="2962"/>
                        <a:pt x="1418" y="3151"/>
                      </a:cubicBezTo>
                      <a:cubicBezTo>
                        <a:pt x="1418" y="3308"/>
                        <a:pt x="1355" y="3434"/>
                        <a:pt x="1229" y="3466"/>
                      </a:cubicBezTo>
                      <a:cubicBezTo>
                        <a:pt x="1185" y="3492"/>
                        <a:pt x="1140" y="3503"/>
                        <a:pt x="1093" y="3503"/>
                      </a:cubicBezTo>
                      <a:cubicBezTo>
                        <a:pt x="970" y="3503"/>
                        <a:pt x="839" y="3422"/>
                        <a:pt x="725" y="3308"/>
                      </a:cubicBezTo>
                      <a:cubicBezTo>
                        <a:pt x="662" y="3245"/>
                        <a:pt x="575" y="3214"/>
                        <a:pt x="488" y="3214"/>
                      </a:cubicBezTo>
                      <a:cubicBezTo>
                        <a:pt x="402" y="3214"/>
                        <a:pt x="315" y="3245"/>
                        <a:pt x="252" y="3308"/>
                      </a:cubicBezTo>
                      <a:cubicBezTo>
                        <a:pt x="126" y="3434"/>
                        <a:pt x="126" y="3655"/>
                        <a:pt x="252" y="3781"/>
                      </a:cubicBezTo>
                      <a:cubicBezTo>
                        <a:pt x="410" y="3938"/>
                        <a:pt x="567" y="4064"/>
                        <a:pt x="756" y="4096"/>
                      </a:cubicBezTo>
                      <a:lnTo>
                        <a:pt x="756" y="4505"/>
                      </a:lnTo>
                      <a:cubicBezTo>
                        <a:pt x="756" y="4694"/>
                        <a:pt x="914" y="4852"/>
                        <a:pt x="1103" y="4852"/>
                      </a:cubicBezTo>
                      <a:cubicBezTo>
                        <a:pt x="1323" y="4852"/>
                        <a:pt x="1481" y="4694"/>
                        <a:pt x="1481" y="4505"/>
                      </a:cubicBezTo>
                      <a:lnTo>
                        <a:pt x="1481" y="4096"/>
                      </a:lnTo>
                      <a:cubicBezTo>
                        <a:pt x="1481" y="4096"/>
                        <a:pt x="1512" y="4096"/>
                        <a:pt x="1512" y="4064"/>
                      </a:cubicBezTo>
                      <a:cubicBezTo>
                        <a:pt x="1890" y="3907"/>
                        <a:pt x="2142" y="3497"/>
                        <a:pt x="2142" y="3119"/>
                      </a:cubicBezTo>
                      <a:cubicBezTo>
                        <a:pt x="2142" y="2521"/>
                        <a:pt x="1670" y="2079"/>
                        <a:pt x="1103" y="2079"/>
                      </a:cubicBezTo>
                      <a:cubicBezTo>
                        <a:pt x="914" y="2079"/>
                        <a:pt x="756" y="1922"/>
                        <a:pt x="756" y="1733"/>
                      </a:cubicBezTo>
                      <a:cubicBezTo>
                        <a:pt x="756" y="1575"/>
                        <a:pt x="851" y="1449"/>
                        <a:pt x="1008" y="1418"/>
                      </a:cubicBezTo>
                      <a:cubicBezTo>
                        <a:pt x="1047" y="1405"/>
                        <a:pt x="1085" y="1399"/>
                        <a:pt x="1124" y="1399"/>
                      </a:cubicBezTo>
                      <a:cubicBezTo>
                        <a:pt x="1273" y="1399"/>
                        <a:pt x="1418" y="1494"/>
                        <a:pt x="1544" y="1670"/>
                      </a:cubicBezTo>
                      <a:cubicBezTo>
                        <a:pt x="1610" y="1753"/>
                        <a:pt x="1703" y="1792"/>
                        <a:pt x="1795" y="1792"/>
                      </a:cubicBezTo>
                      <a:cubicBezTo>
                        <a:pt x="1876" y="1792"/>
                        <a:pt x="1957" y="1761"/>
                        <a:pt x="2016" y="1701"/>
                      </a:cubicBezTo>
                      <a:cubicBezTo>
                        <a:pt x="2174" y="1575"/>
                        <a:pt x="2174" y="1323"/>
                        <a:pt x="2048" y="1229"/>
                      </a:cubicBezTo>
                      <a:cubicBezTo>
                        <a:pt x="1859" y="977"/>
                        <a:pt x="1670" y="819"/>
                        <a:pt x="1418" y="756"/>
                      </a:cubicBezTo>
                      <a:lnTo>
                        <a:pt x="1418" y="347"/>
                      </a:ln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4" name="Google Shape;9163;p73">
                <a:extLst>
                  <a:ext uri="{FF2B5EF4-FFF2-40B4-BE49-F238E27FC236}">
                    <a16:creationId xmlns:a16="http://schemas.microsoft.com/office/drawing/2014/main" id="{6CF9E815-79F8-4616-9D5D-FE86B76A0383}"/>
                  </a:ext>
                </a:extLst>
              </p:cNvPr>
              <p:cNvSpPr/>
              <p:nvPr/>
            </p:nvSpPr>
            <p:spPr>
              <a:xfrm>
                <a:off x="3928551" y="2924655"/>
                <a:ext cx="500612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46" extrusionOk="0">
                    <a:moveTo>
                      <a:pt x="10744" y="3718"/>
                    </a:moveTo>
                    <a:lnTo>
                      <a:pt x="10428" y="4348"/>
                    </a:lnTo>
                    <a:cubicBezTo>
                      <a:pt x="10397" y="4442"/>
                      <a:pt x="10397" y="4568"/>
                      <a:pt x="10428" y="4663"/>
                    </a:cubicBezTo>
                    <a:lnTo>
                      <a:pt x="10744" y="5293"/>
                    </a:lnTo>
                    <a:lnTo>
                      <a:pt x="9483" y="4915"/>
                    </a:lnTo>
                    <a:lnTo>
                      <a:pt x="9105" y="4505"/>
                    </a:lnTo>
                    <a:lnTo>
                      <a:pt x="9483" y="4127"/>
                    </a:lnTo>
                    <a:lnTo>
                      <a:pt x="10744" y="3718"/>
                    </a:lnTo>
                    <a:close/>
                    <a:moveTo>
                      <a:pt x="4443" y="3497"/>
                    </a:moveTo>
                    <a:cubicBezTo>
                      <a:pt x="4884" y="3497"/>
                      <a:pt x="5262" y="3781"/>
                      <a:pt x="5419" y="4190"/>
                    </a:cubicBezTo>
                    <a:lnTo>
                      <a:pt x="4443" y="4190"/>
                    </a:lnTo>
                    <a:cubicBezTo>
                      <a:pt x="4253" y="4190"/>
                      <a:pt x="4096" y="4348"/>
                      <a:pt x="4096" y="4568"/>
                    </a:cubicBezTo>
                    <a:cubicBezTo>
                      <a:pt x="4096" y="4663"/>
                      <a:pt x="4253" y="4820"/>
                      <a:pt x="4443" y="4820"/>
                    </a:cubicBezTo>
                    <a:lnTo>
                      <a:pt x="5419" y="4820"/>
                    </a:lnTo>
                    <a:cubicBezTo>
                      <a:pt x="5262" y="5230"/>
                      <a:pt x="4915" y="5545"/>
                      <a:pt x="4443" y="5545"/>
                    </a:cubicBezTo>
                    <a:cubicBezTo>
                      <a:pt x="3844" y="5545"/>
                      <a:pt x="3434" y="5072"/>
                      <a:pt x="3434" y="4505"/>
                    </a:cubicBezTo>
                    <a:cubicBezTo>
                      <a:pt x="3434" y="3970"/>
                      <a:pt x="3907" y="3497"/>
                      <a:pt x="4443" y="3497"/>
                    </a:cubicBezTo>
                    <a:close/>
                    <a:moveTo>
                      <a:pt x="4443" y="2080"/>
                    </a:moveTo>
                    <a:cubicBezTo>
                      <a:pt x="5671" y="2080"/>
                      <a:pt x="6679" y="2993"/>
                      <a:pt x="6837" y="4159"/>
                    </a:cubicBezTo>
                    <a:lnTo>
                      <a:pt x="6144" y="4159"/>
                    </a:lnTo>
                    <a:cubicBezTo>
                      <a:pt x="5986" y="3371"/>
                      <a:pt x="5262" y="2773"/>
                      <a:pt x="4443" y="2773"/>
                    </a:cubicBezTo>
                    <a:cubicBezTo>
                      <a:pt x="3497" y="2773"/>
                      <a:pt x="2710" y="3560"/>
                      <a:pt x="2710" y="4505"/>
                    </a:cubicBezTo>
                    <a:cubicBezTo>
                      <a:pt x="2710" y="5451"/>
                      <a:pt x="3497" y="6238"/>
                      <a:pt x="4443" y="6238"/>
                    </a:cubicBezTo>
                    <a:cubicBezTo>
                      <a:pt x="5262" y="6238"/>
                      <a:pt x="5986" y="5671"/>
                      <a:pt x="6144" y="4883"/>
                    </a:cubicBezTo>
                    <a:lnTo>
                      <a:pt x="6837" y="4883"/>
                    </a:lnTo>
                    <a:cubicBezTo>
                      <a:pt x="6679" y="6049"/>
                      <a:pt x="5671" y="6963"/>
                      <a:pt x="4443" y="6963"/>
                    </a:cubicBezTo>
                    <a:cubicBezTo>
                      <a:pt x="3119" y="6963"/>
                      <a:pt x="2017" y="5860"/>
                      <a:pt x="2017" y="4505"/>
                    </a:cubicBezTo>
                    <a:cubicBezTo>
                      <a:pt x="2017" y="3182"/>
                      <a:pt x="3119" y="2080"/>
                      <a:pt x="4443" y="2080"/>
                    </a:cubicBezTo>
                    <a:close/>
                    <a:moveTo>
                      <a:pt x="4474" y="662"/>
                    </a:moveTo>
                    <a:cubicBezTo>
                      <a:pt x="6459" y="662"/>
                      <a:pt x="8097" y="2206"/>
                      <a:pt x="8255" y="4127"/>
                    </a:cubicBezTo>
                    <a:lnTo>
                      <a:pt x="7562" y="4127"/>
                    </a:lnTo>
                    <a:cubicBezTo>
                      <a:pt x="7372" y="2584"/>
                      <a:pt x="6049" y="1355"/>
                      <a:pt x="4443" y="1355"/>
                    </a:cubicBezTo>
                    <a:cubicBezTo>
                      <a:pt x="2710" y="1355"/>
                      <a:pt x="1324" y="2773"/>
                      <a:pt x="1324" y="4474"/>
                    </a:cubicBezTo>
                    <a:cubicBezTo>
                      <a:pt x="1324" y="6175"/>
                      <a:pt x="2741" y="7593"/>
                      <a:pt x="4443" y="7593"/>
                    </a:cubicBezTo>
                    <a:cubicBezTo>
                      <a:pt x="6049" y="7593"/>
                      <a:pt x="7372" y="6364"/>
                      <a:pt x="7562" y="4820"/>
                    </a:cubicBezTo>
                    <a:lnTo>
                      <a:pt x="8255" y="4820"/>
                    </a:lnTo>
                    <a:cubicBezTo>
                      <a:pt x="8097" y="6774"/>
                      <a:pt x="6459" y="8286"/>
                      <a:pt x="4474" y="8286"/>
                    </a:cubicBezTo>
                    <a:cubicBezTo>
                      <a:pt x="2395" y="8286"/>
                      <a:pt x="662" y="6616"/>
                      <a:pt x="662" y="4474"/>
                    </a:cubicBezTo>
                    <a:cubicBezTo>
                      <a:pt x="662" y="2363"/>
                      <a:pt x="2363" y="662"/>
                      <a:pt x="4474" y="662"/>
                    </a:cubicBezTo>
                    <a:close/>
                    <a:moveTo>
                      <a:pt x="5734" y="8822"/>
                    </a:moveTo>
                    <a:lnTo>
                      <a:pt x="6049" y="9767"/>
                    </a:lnTo>
                    <a:lnTo>
                      <a:pt x="2836" y="9767"/>
                    </a:lnTo>
                    <a:lnTo>
                      <a:pt x="3151" y="8822"/>
                    </a:lnTo>
                    <a:cubicBezTo>
                      <a:pt x="3529" y="8916"/>
                      <a:pt x="4001" y="9011"/>
                      <a:pt x="4443" y="9011"/>
                    </a:cubicBezTo>
                    <a:cubicBezTo>
                      <a:pt x="4884" y="9011"/>
                      <a:pt x="5356" y="8916"/>
                      <a:pt x="5734" y="8822"/>
                    </a:cubicBezTo>
                    <a:close/>
                    <a:moveTo>
                      <a:pt x="6522" y="10428"/>
                    </a:moveTo>
                    <a:cubicBezTo>
                      <a:pt x="6963" y="10428"/>
                      <a:pt x="7372" y="10680"/>
                      <a:pt x="7530" y="11121"/>
                    </a:cubicBezTo>
                    <a:lnTo>
                      <a:pt x="1418" y="11121"/>
                    </a:lnTo>
                    <a:cubicBezTo>
                      <a:pt x="1576" y="10743"/>
                      <a:pt x="1922" y="10428"/>
                      <a:pt x="2395" y="10428"/>
                    </a:cubicBezTo>
                    <a:close/>
                    <a:moveTo>
                      <a:pt x="4474" y="0"/>
                    </a:moveTo>
                    <a:cubicBezTo>
                      <a:pt x="1985" y="0"/>
                      <a:pt x="0" y="1985"/>
                      <a:pt x="0" y="4474"/>
                    </a:cubicBezTo>
                    <a:cubicBezTo>
                      <a:pt x="0" y="6238"/>
                      <a:pt x="1040" y="7813"/>
                      <a:pt x="2552" y="8538"/>
                    </a:cubicBezTo>
                    <a:lnTo>
                      <a:pt x="2143" y="9767"/>
                    </a:lnTo>
                    <a:cubicBezTo>
                      <a:pt x="1324" y="9861"/>
                      <a:pt x="693" y="10586"/>
                      <a:pt x="693" y="11499"/>
                    </a:cubicBezTo>
                    <a:cubicBezTo>
                      <a:pt x="693" y="11688"/>
                      <a:pt x="851" y="11846"/>
                      <a:pt x="1040" y="11846"/>
                    </a:cubicBezTo>
                    <a:lnTo>
                      <a:pt x="7971" y="11846"/>
                    </a:lnTo>
                    <a:cubicBezTo>
                      <a:pt x="8192" y="11846"/>
                      <a:pt x="8349" y="11688"/>
                      <a:pt x="8349" y="11499"/>
                    </a:cubicBezTo>
                    <a:cubicBezTo>
                      <a:pt x="8349" y="10617"/>
                      <a:pt x="7719" y="9924"/>
                      <a:pt x="6900" y="9767"/>
                    </a:cubicBezTo>
                    <a:lnTo>
                      <a:pt x="6490" y="8538"/>
                    </a:lnTo>
                    <a:cubicBezTo>
                      <a:pt x="7782" y="7908"/>
                      <a:pt x="8727" y="6679"/>
                      <a:pt x="8979" y="5230"/>
                    </a:cubicBezTo>
                    <a:lnTo>
                      <a:pt x="9137" y="5388"/>
                    </a:lnTo>
                    <a:cubicBezTo>
                      <a:pt x="9168" y="5419"/>
                      <a:pt x="9200" y="5451"/>
                      <a:pt x="9263" y="5451"/>
                    </a:cubicBezTo>
                    <a:lnTo>
                      <a:pt x="11374" y="6175"/>
                    </a:lnTo>
                    <a:cubicBezTo>
                      <a:pt x="11403" y="6183"/>
                      <a:pt x="11435" y="6186"/>
                      <a:pt x="11466" y="6186"/>
                    </a:cubicBezTo>
                    <a:cubicBezTo>
                      <a:pt x="11569" y="6186"/>
                      <a:pt x="11672" y="6145"/>
                      <a:pt x="11720" y="6049"/>
                    </a:cubicBezTo>
                    <a:cubicBezTo>
                      <a:pt x="11815" y="5923"/>
                      <a:pt x="11846" y="5766"/>
                      <a:pt x="11783" y="5671"/>
                    </a:cubicBezTo>
                    <a:lnTo>
                      <a:pt x="11153" y="4442"/>
                    </a:lnTo>
                    <a:lnTo>
                      <a:pt x="11783" y="3214"/>
                    </a:lnTo>
                    <a:cubicBezTo>
                      <a:pt x="11815" y="3151"/>
                      <a:pt x="11783" y="2993"/>
                      <a:pt x="11689" y="2899"/>
                    </a:cubicBezTo>
                    <a:cubicBezTo>
                      <a:pt x="11641" y="2802"/>
                      <a:pt x="11519" y="2761"/>
                      <a:pt x="11422" y="2761"/>
                    </a:cubicBezTo>
                    <a:cubicBezTo>
                      <a:pt x="11392" y="2761"/>
                      <a:pt x="11364" y="2765"/>
                      <a:pt x="11342" y="2773"/>
                    </a:cubicBezTo>
                    <a:lnTo>
                      <a:pt x="9200" y="3497"/>
                    </a:lnTo>
                    <a:cubicBezTo>
                      <a:pt x="9168" y="3497"/>
                      <a:pt x="9105" y="3529"/>
                      <a:pt x="9105" y="3560"/>
                    </a:cubicBezTo>
                    <a:lnTo>
                      <a:pt x="8916" y="3718"/>
                    </a:lnTo>
                    <a:cubicBezTo>
                      <a:pt x="8570" y="1607"/>
                      <a:pt x="6742" y="0"/>
                      <a:pt x="44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75" name="Google Shape;9164;p73">
                <a:extLst>
                  <a:ext uri="{FF2B5EF4-FFF2-40B4-BE49-F238E27FC236}">
                    <a16:creationId xmlns:a16="http://schemas.microsoft.com/office/drawing/2014/main" id="{632955CF-48E1-3C12-4D6E-5C181D5F83E0}"/>
                  </a:ext>
                </a:extLst>
              </p:cNvPr>
              <p:cNvGrpSpPr/>
              <p:nvPr/>
            </p:nvGrpSpPr>
            <p:grpSpPr>
              <a:xfrm>
                <a:off x="7113533" y="1688554"/>
                <a:ext cx="497951" cy="499261"/>
                <a:chOff x="4321150" y="1946600"/>
                <a:chExt cx="294600" cy="295375"/>
              </a:xfrm>
              <a:grpFill/>
            </p:grpSpPr>
            <p:sp>
              <p:nvSpPr>
                <p:cNvPr id="17820" name="Google Shape;9165;p73">
                  <a:extLst>
                    <a:ext uri="{FF2B5EF4-FFF2-40B4-BE49-F238E27FC236}">
                      <a16:creationId xmlns:a16="http://schemas.microsoft.com/office/drawing/2014/main" id="{FDE9F7E7-11D2-6171-07EF-1340AC89381B}"/>
                    </a:ext>
                  </a:extLst>
                </p:cNvPr>
                <p:cNvSpPr/>
                <p:nvPr/>
              </p:nvSpPr>
              <p:spPr>
                <a:xfrm>
                  <a:off x="4321150" y="1946600"/>
                  <a:ext cx="29460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815" extrusionOk="0">
                      <a:moveTo>
                        <a:pt x="9043" y="662"/>
                      </a:moveTo>
                      <a:lnTo>
                        <a:pt x="9043" y="2080"/>
                      </a:lnTo>
                      <a:lnTo>
                        <a:pt x="2742" y="2080"/>
                      </a:lnTo>
                      <a:lnTo>
                        <a:pt x="2742" y="662"/>
                      </a:lnTo>
                      <a:close/>
                      <a:moveTo>
                        <a:pt x="10775" y="2742"/>
                      </a:moveTo>
                      <a:cubicBezTo>
                        <a:pt x="10996" y="2742"/>
                        <a:pt x="11153" y="2899"/>
                        <a:pt x="11153" y="3120"/>
                      </a:cubicBezTo>
                      <a:lnTo>
                        <a:pt x="11153" y="6554"/>
                      </a:lnTo>
                      <a:cubicBezTo>
                        <a:pt x="11153" y="6774"/>
                        <a:pt x="10996" y="6932"/>
                        <a:pt x="10775" y="6932"/>
                      </a:cubicBezTo>
                      <a:lnTo>
                        <a:pt x="9767" y="6932"/>
                      </a:lnTo>
                      <a:lnTo>
                        <a:pt x="9767" y="4474"/>
                      </a:lnTo>
                      <a:cubicBezTo>
                        <a:pt x="9767" y="4285"/>
                        <a:pt x="9610" y="4128"/>
                        <a:pt x="9421" y="4128"/>
                      </a:cubicBezTo>
                      <a:lnTo>
                        <a:pt x="2427" y="4128"/>
                      </a:lnTo>
                      <a:cubicBezTo>
                        <a:pt x="2238" y="4128"/>
                        <a:pt x="2080" y="4285"/>
                        <a:pt x="2080" y="4474"/>
                      </a:cubicBezTo>
                      <a:lnTo>
                        <a:pt x="2080" y="6932"/>
                      </a:lnTo>
                      <a:lnTo>
                        <a:pt x="1009" y="6932"/>
                      </a:lnTo>
                      <a:cubicBezTo>
                        <a:pt x="820" y="6932"/>
                        <a:pt x="662" y="6774"/>
                        <a:pt x="662" y="6554"/>
                      </a:cubicBezTo>
                      <a:lnTo>
                        <a:pt x="662" y="3120"/>
                      </a:lnTo>
                      <a:cubicBezTo>
                        <a:pt x="662" y="2899"/>
                        <a:pt x="820" y="2742"/>
                        <a:pt x="1009" y="2742"/>
                      </a:cubicBezTo>
                      <a:close/>
                      <a:moveTo>
                        <a:pt x="9011" y="4821"/>
                      </a:moveTo>
                      <a:lnTo>
                        <a:pt x="9011" y="11090"/>
                      </a:lnTo>
                      <a:lnTo>
                        <a:pt x="2710" y="11090"/>
                      </a:lnTo>
                      <a:lnTo>
                        <a:pt x="2710" y="4821"/>
                      </a:lnTo>
                      <a:close/>
                      <a:moveTo>
                        <a:pt x="2395" y="1"/>
                      </a:moveTo>
                      <a:cubicBezTo>
                        <a:pt x="2206" y="1"/>
                        <a:pt x="2049" y="158"/>
                        <a:pt x="2049" y="347"/>
                      </a:cubicBezTo>
                      <a:lnTo>
                        <a:pt x="2049" y="2112"/>
                      </a:lnTo>
                      <a:lnTo>
                        <a:pt x="1009" y="2112"/>
                      </a:lnTo>
                      <a:cubicBezTo>
                        <a:pt x="442" y="2112"/>
                        <a:pt x="1" y="2584"/>
                        <a:pt x="1" y="3151"/>
                      </a:cubicBezTo>
                      <a:lnTo>
                        <a:pt x="1" y="6617"/>
                      </a:lnTo>
                      <a:cubicBezTo>
                        <a:pt x="1" y="7215"/>
                        <a:pt x="473" y="7625"/>
                        <a:pt x="1009" y="7625"/>
                      </a:cubicBezTo>
                      <a:lnTo>
                        <a:pt x="2049" y="7625"/>
                      </a:lnTo>
                      <a:lnTo>
                        <a:pt x="2049" y="11468"/>
                      </a:lnTo>
                      <a:cubicBezTo>
                        <a:pt x="2049" y="11657"/>
                        <a:pt x="2206" y="11815"/>
                        <a:pt x="2395" y="11815"/>
                      </a:cubicBezTo>
                      <a:lnTo>
                        <a:pt x="9358" y="11815"/>
                      </a:lnTo>
                      <a:cubicBezTo>
                        <a:pt x="9578" y="11815"/>
                        <a:pt x="9736" y="11657"/>
                        <a:pt x="9736" y="11468"/>
                      </a:cubicBezTo>
                      <a:lnTo>
                        <a:pt x="9736" y="7625"/>
                      </a:lnTo>
                      <a:lnTo>
                        <a:pt x="10744" y="7625"/>
                      </a:lnTo>
                      <a:cubicBezTo>
                        <a:pt x="11343" y="7625"/>
                        <a:pt x="11784" y="7152"/>
                        <a:pt x="11784" y="6617"/>
                      </a:cubicBezTo>
                      <a:lnTo>
                        <a:pt x="11784" y="3151"/>
                      </a:lnTo>
                      <a:cubicBezTo>
                        <a:pt x="11784" y="2553"/>
                        <a:pt x="11311" y="2112"/>
                        <a:pt x="10744" y="2112"/>
                      </a:cubicBezTo>
                      <a:lnTo>
                        <a:pt x="9736" y="2112"/>
                      </a:lnTo>
                      <a:lnTo>
                        <a:pt x="9736" y="347"/>
                      </a:lnTo>
                      <a:cubicBezTo>
                        <a:pt x="9736" y="158"/>
                        <a:pt x="9578" y="1"/>
                        <a:pt x="93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1" name="Google Shape;9166;p73">
                  <a:extLst>
                    <a:ext uri="{FF2B5EF4-FFF2-40B4-BE49-F238E27FC236}">
                      <a16:creationId xmlns:a16="http://schemas.microsoft.com/office/drawing/2014/main" id="{60BC8646-A153-8FE6-985B-35ACB313EDEE}"/>
                    </a:ext>
                  </a:extLst>
                </p:cNvPr>
                <p:cNvSpPr/>
                <p:nvPr/>
              </p:nvSpPr>
              <p:spPr>
                <a:xfrm>
                  <a:off x="4564525" y="2031675"/>
                  <a:ext cx="17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5" extrusionOk="0">
                      <a:moveTo>
                        <a:pt x="347" y="0"/>
                      </a:moveTo>
                      <a:cubicBezTo>
                        <a:pt x="158" y="0"/>
                        <a:pt x="1" y="189"/>
                        <a:pt x="1" y="378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cubicBezTo>
                        <a:pt x="536" y="725"/>
                        <a:pt x="694" y="567"/>
                        <a:pt x="694" y="378"/>
                      </a:cubicBezTo>
                      <a:cubicBezTo>
                        <a:pt x="694" y="189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22" name="Google Shape;9167;p73">
                  <a:extLst>
                    <a:ext uri="{FF2B5EF4-FFF2-40B4-BE49-F238E27FC236}">
                      <a16:creationId xmlns:a16="http://schemas.microsoft.com/office/drawing/2014/main" id="{3C2FAD50-9CFB-C4B6-20FE-FD02ECED10CA}"/>
                    </a:ext>
                  </a:extLst>
                </p:cNvPr>
                <p:cNvSpPr/>
                <p:nvPr/>
              </p:nvSpPr>
              <p:spPr>
                <a:xfrm>
                  <a:off x="4414100" y="2084450"/>
                  <a:ext cx="1063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4884" extrusionOk="0">
                      <a:moveTo>
                        <a:pt x="2174" y="693"/>
                      </a:moveTo>
                      <a:cubicBezTo>
                        <a:pt x="2584" y="693"/>
                        <a:pt x="2899" y="1008"/>
                        <a:pt x="2899" y="1418"/>
                      </a:cubicBezTo>
                      <a:cubicBezTo>
                        <a:pt x="2899" y="1796"/>
                        <a:pt x="2584" y="2111"/>
                        <a:pt x="2174" y="2111"/>
                      </a:cubicBezTo>
                      <a:cubicBezTo>
                        <a:pt x="1796" y="2111"/>
                        <a:pt x="1481" y="1796"/>
                        <a:pt x="1481" y="1418"/>
                      </a:cubicBezTo>
                      <a:cubicBezTo>
                        <a:pt x="1481" y="1008"/>
                        <a:pt x="1796" y="693"/>
                        <a:pt x="2174" y="693"/>
                      </a:cubicBezTo>
                      <a:close/>
                      <a:moveTo>
                        <a:pt x="2174" y="2804"/>
                      </a:moveTo>
                      <a:cubicBezTo>
                        <a:pt x="2930" y="2804"/>
                        <a:pt x="3592" y="3403"/>
                        <a:pt x="3592" y="4190"/>
                      </a:cubicBezTo>
                      <a:lnTo>
                        <a:pt x="756" y="4190"/>
                      </a:lnTo>
                      <a:cubicBezTo>
                        <a:pt x="756" y="3403"/>
                        <a:pt x="1387" y="2804"/>
                        <a:pt x="2174" y="2804"/>
                      </a:cubicBezTo>
                      <a:close/>
                      <a:moveTo>
                        <a:pt x="2143" y="0"/>
                      </a:moveTo>
                      <a:cubicBezTo>
                        <a:pt x="1387" y="0"/>
                        <a:pt x="725" y="630"/>
                        <a:pt x="725" y="1386"/>
                      </a:cubicBezTo>
                      <a:cubicBezTo>
                        <a:pt x="725" y="1733"/>
                        <a:pt x="882" y="2079"/>
                        <a:pt x="1103" y="2331"/>
                      </a:cubicBezTo>
                      <a:cubicBezTo>
                        <a:pt x="473" y="2678"/>
                        <a:pt x="0" y="3340"/>
                        <a:pt x="0" y="4159"/>
                      </a:cubicBezTo>
                      <a:lnTo>
                        <a:pt x="0" y="4537"/>
                      </a:lnTo>
                      <a:cubicBezTo>
                        <a:pt x="63" y="4726"/>
                        <a:pt x="221" y="4883"/>
                        <a:pt x="410" y="4883"/>
                      </a:cubicBezTo>
                      <a:lnTo>
                        <a:pt x="3907" y="4883"/>
                      </a:lnTo>
                      <a:cubicBezTo>
                        <a:pt x="4127" y="4883"/>
                        <a:pt x="4253" y="4726"/>
                        <a:pt x="4253" y="4537"/>
                      </a:cubicBezTo>
                      <a:lnTo>
                        <a:pt x="4253" y="4159"/>
                      </a:lnTo>
                      <a:cubicBezTo>
                        <a:pt x="4253" y="3371"/>
                        <a:pt x="3844" y="2709"/>
                        <a:pt x="3151" y="2331"/>
                      </a:cubicBezTo>
                      <a:cubicBezTo>
                        <a:pt x="3403" y="2048"/>
                        <a:pt x="3560" y="1733"/>
                        <a:pt x="3560" y="1386"/>
                      </a:cubicBezTo>
                      <a:cubicBezTo>
                        <a:pt x="3560" y="599"/>
                        <a:pt x="2930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76" name="Google Shape;9168;p73">
                <a:extLst>
                  <a:ext uri="{FF2B5EF4-FFF2-40B4-BE49-F238E27FC236}">
                    <a16:creationId xmlns:a16="http://schemas.microsoft.com/office/drawing/2014/main" id="{C4B78967-F10C-A41C-3A2B-D0F2DA6C15D9}"/>
                  </a:ext>
                </a:extLst>
              </p:cNvPr>
              <p:cNvSpPr/>
              <p:nvPr/>
            </p:nvSpPr>
            <p:spPr>
              <a:xfrm>
                <a:off x="7108806" y="2297591"/>
                <a:ext cx="507290" cy="467358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060" extrusionOk="0">
                    <a:moveTo>
                      <a:pt x="2049" y="2049"/>
                    </a:moveTo>
                    <a:cubicBezTo>
                      <a:pt x="2238" y="2049"/>
                      <a:pt x="2395" y="2206"/>
                      <a:pt x="2395" y="2395"/>
                    </a:cubicBezTo>
                    <a:cubicBezTo>
                      <a:pt x="2395" y="2584"/>
                      <a:pt x="2238" y="2742"/>
                      <a:pt x="2049" y="2742"/>
                    </a:cubicBezTo>
                    <a:cubicBezTo>
                      <a:pt x="1860" y="2742"/>
                      <a:pt x="1702" y="2584"/>
                      <a:pt x="1702" y="2395"/>
                    </a:cubicBezTo>
                    <a:cubicBezTo>
                      <a:pt x="1734" y="2206"/>
                      <a:pt x="1860" y="2049"/>
                      <a:pt x="2049" y="2049"/>
                    </a:cubicBezTo>
                    <a:close/>
                    <a:moveTo>
                      <a:pt x="9736" y="2049"/>
                    </a:moveTo>
                    <a:cubicBezTo>
                      <a:pt x="9925" y="2049"/>
                      <a:pt x="10082" y="2206"/>
                      <a:pt x="10082" y="2395"/>
                    </a:cubicBezTo>
                    <a:cubicBezTo>
                      <a:pt x="10082" y="2584"/>
                      <a:pt x="9925" y="2742"/>
                      <a:pt x="9736" y="2742"/>
                    </a:cubicBezTo>
                    <a:cubicBezTo>
                      <a:pt x="9515" y="2742"/>
                      <a:pt x="9358" y="2584"/>
                      <a:pt x="9358" y="2395"/>
                    </a:cubicBezTo>
                    <a:cubicBezTo>
                      <a:pt x="9358" y="2206"/>
                      <a:pt x="9515" y="2049"/>
                      <a:pt x="9736" y="2049"/>
                    </a:cubicBezTo>
                    <a:close/>
                    <a:moveTo>
                      <a:pt x="2049" y="3719"/>
                    </a:moveTo>
                    <a:lnTo>
                      <a:pt x="3151" y="5514"/>
                    </a:lnTo>
                    <a:lnTo>
                      <a:pt x="946" y="5514"/>
                    </a:lnTo>
                    <a:lnTo>
                      <a:pt x="2049" y="3719"/>
                    </a:lnTo>
                    <a:close/>
                    <a:moveTo>
                      <a:pt x="9736" y="3719"/>
                    </a:moveTo>
                    <a:lnTo>
                      <a:pt x="10838" y="5514"/>
                    </a:lnTo>
                    <a:lnTo>
                      <a:pt x="8633" y="5514"/>
                    </a:lnTo>
                    <a:lnTo>
                      <a:pt x="9736" y="3719"/>
                    </a:lnTo>
                    <a:close/>
                    <a:moveTo>
                      <a:pt x="3435" y="6207"/>
                    </a:moveTo>
                    <a:cubicBezTo>
                      <a:pt x="3466" y="6964"/>
                      <a:pt x="2836" y="7594"/>
                      <a:pt x="2049" y="7594"/>
                    </a:cubicBezTo>
                    <a:cubicBezTo>
                      <a:pt x="1292" y="7594"/>
                      <a:pt x="662" y="6964"/>
                      <a:pt x="662" y="6207"/>
                    </a:cubicBezTo>
                    <a:close/>
                    <a:moveTo>
                      <a:pt x="11090" y="6207"/>
                    </a:moveTo>
                    <a:cubicBezTo>
                      <a:pt x="11090" y="6964"/>
                      <a:pt x="10460" y="7594"/>
                      <a:pt x="9736" y="7594"/>
                    </a:cubicBezTo>
                    <a:cubicBezTo>
                      <a:pt x="8980" y="7594"/>
                      <a:pt x="8350" y="6964"/>
                      <a:pt x="8350" y="6207"/>
                    </a:cubicBezTo>
                    <a:close/>
                    <a:moveTo>
                      <a:pt x="5892" y="663"/>
                    </a:moveTo>
                    <a:cubicBezTo>
                      <a:pt x="6113" y="663"/>
                      <a:pt x="6270" y="820"/>
                      <a:pt x="6270" y="1009"/>
                    </a:cubicBezTo>
                    <a:lnTo>
                      <a:pt x="6270" y="8980"/>
                    </a:lnTo>
                    <a:lnTo>
                      <a:pt x="5546" y="8980"/>
                    </a:lnTo>
                    <a:lnTo>
                      <a:pt x="5546" y="1009"/>
                    </a:lnTo>
                    <a:cubicBezTo>
                      <a:pt x="5546" y="820"/>
                      <a:pt x="5703" y="663"/>
                      <a:pt x="5892" y="663"/>
                    </a:cubicBezTo>
                    <a:close/>
                    <a:moveTo>
                      <a:pt x="8003" y="9673"/>
                    </a:moveTo>
                    <a:cubicBezTo>
                      <a:pt x="8192" y="9673"/>
                      <a:pt x="8350" y="9830"/>
                      <a:pt x="8350" y="10020"/>
                    </a:cubicBezTo>
                    <a:lnTo>
                      <a:pt x="8350" y="10398"/>
                    </a:lnTo>
                    <a:lnTo>
                      <a:pt x="3466" y="10398"/>
                    </a:lnTo>
                    <a:lnTo>
                      <a:pt x="3466" y="10020"/>
                    </a:lnTo>
                    <a:cubicBezTo>
                      <a:pt x="3466" y="9830"/>
                      <a:pt x="3624" y="9673"/>
                      <a:pt x="3813" y="9673"/>
                    </a:cubicBezTo>
                    <a:close/>
                    <a:moveTo>
                      <a:pt x="5955" y="1"/>
                    </a:moveTo>
                    <a:cubicBezTo>
                      <a:pt x="5357" y="1"/>
                      <a:pt x="4916" y="474"/>
                      <a:pt x="4916" y="1009"/>
                    </a:cubicBezTo>
                    <a:lnTo>
                      <a:pt x="4916" y="1167"/>
                    </a:lnTo>
                    <a:cubicBezTo>
                      <a:pt x="3970" y="1671"/>
                      <a:pt x="3655" y="1891"/>
                      <a:pt x="3057" y="1954"/>
                    </a:cubicBezTo>
                    <a:cubicBezTo>
                      <a:pt x="2899" y="1608"/>
                      <a:pt x="2553" y="1324"/>
                      <a:pt x="2112" y="1324"/>
                    </a:cubicBezTo>
                    <a:cubicBezTo>
                      <a:pt x="1734" y="1324"/>
                      <a:pt x="1387" y="1576"/>
                      <a:pt x="1166" y="1923"/>
                    </a:cubicBezTo>
                    <a:cubicBezTo>
                      <a:pt x="946" y="1891"/>
                      <a:pt x="694" y="1797"/>
                      <a:pt x="505" y="1734"/>
                    </a:cubicBezTo>
                    <a:cubicBezTo>
                      <a:pt x="454" y="1708"/>
                      <a:pt x="404" y="1697"/>
                      <a:pt x="355" y="1697"/>
                    </a:cubicBezTo>
                    <a:cubicBezTo>
                      <a:pt x="224" y="1697"/>
                      <a:pt x="110" y="1784"/>
                      <a:pt x="64" y="1923"/>
                    </a:cubicBezTo>
                    <a:cubicBezTo>
                      <a:pt x="1" y="2112"/>
                      <a:pt x="64" y="2301"/>
                      <a:pt x="284" y="2364"/>
                    </a:cubicBezTo>
                    <a:cubicBezTo>
                      <a:pt x="536" y="2458"/>
                      <a:pt x="820" y="2553"/>
                      <a:pt x="1135" y="2616"/>
                    </a:cubicBezTo>
                    <a:cubicBezTo>
                      <a:pt x="1229" y="2899"/>
                      <a:pt x="1387" y="3151"/>
                      <a:pt x="1607" y="3277"/>
                    </a:cubicBezTo>
                    <a:lnTo>
                      <a:pt x="127" y="5703"/>
                    </a:lnTo>
                    <a:cubicBezTo>
                      <a:pt x="64" y="5735"/>
                      <a:pt x="64" y="5829"/>
                      <a:pt x="64" y="5892"/>
                    </a:cubicBezTo>
                    <a:lnTo>
                      <a:pt x="64" y="6239"/>
                    </a:lnTo>
                    <a:cubicBezTo>
                      <a:pt x="64" y="7405"/>
                      <a:pt x="1009" y="8350"/>
                      <a:pt x="2175" y="8350"/>
                    </a:cubicBezTo>
                    <a:cubicBezTo>
                      <a:pt x="3309" y="8350"/>
                      <a:pt x="4254" y="7405"/>
                      <a:pt x="4254" y="6239"/>
                    </a:cubicBezTo>
                    <a:lnTo>
                      <a:pt x="4254" y="5892"/>
                    </a:lnTo>
                    <a:cubicBezTo>
                      <a:pt x="4254" y="5829"/>
                      <a:pt x="4254" y="5766"/>
                      <a:pt x="4222" y="5703"/>
                    </a:cubicBezTo>
                    <a:lnTo>
                      <a:pt x="2710" y="3277"/>
                    </a:lnTo>
                    <a:cubicBezTo>
                      <a:pt x="2962" y="3183"/>
                      <a:pt x="3120" y="2931"/>
                      <a:pt x="3183" y="2647"/>
                    </a:cubicBezTo>
                    <a:cubicBezTo>
                      <a:pt x="3844" y="2553"/>
                      <a:pt x="4222" y="2332"/>
                      <a:pt x="4947" y="1954"/>
                    </a:cubicBezTo>
                    <a:lnTo>
                      <a:pt x="4947" y="8980"/>
                    </a:lnTo>
                    <a:lnTo>
                      <a:pt x="3939" y="8980"/>
                    </a:lnTo>
                    <a:cubicBezTo>
                      <a:pt x="3340" y="8980"/>
                      <a:pt x="2899" y="9421"/>
                      <a:pt x="2899" y="9988"/>
                    </a:cubicBezTo>
                    <a:lnTo>
                      <a:pt x="2899" y="10713"/>
                    </a:lnTo>
                    <a:cubicBezTo>
                      <a:pt x="2899" y="10902"/>
                      <a:pt x="3057" y="11059"/>
                      <a:pt x="3246" y="11059"/>
                    </a:cubicBezTo>
                    <a:lnTo>
                      <a:pt x="8822" y="11059"/>
                    </a:lnTo>
                    <a:cubicBezTo>
                      <a:pt x="9011" y="11059"/>
                      <a:pt x="9169" y="10902"/>
                      <a:pt x="9169" y="10713"/>
                    </a:cubicBezTo>
                    <a:lnTo>
                      <a:pt x="9169" y="9988"/>
                    </a:lnTo>
                    <a:cubicBezTo>
                      <a:pt x="9169" y="9389"/>
                      <a:pt x="8696" y="8980"/>
                      <a:pt x="8129" y="8980"/>
                    </a:cubicBezTo>
                    <a:lnTo>
                      <a:pt x="7089" y="8980"/>
                    </a:lnTo>
                    <a:lnTo>
                      <a:pt x="7089" y="1954"/>
                    </a:lnTo>
                    <a:cubicBezTo>
                      <a:pt x="7814" y="2332"/>
                      <a:pt x="8224" y="2553"/>
                      <a:pt x="8885" y="2647"/>
                    </a:cubicBezTo>
                    <a:cubicBezTo>
                      <a:pt x="8980" y="2931"/>
                      <a:pt x="9137" y="3120"/>
                      <a:pt x="9358" y="3277"/>
                    </a:cubicBezTo>
                    <a:lnTo>
                      <a:pt x="7877" y="5703"/>
                    </a:lnTo>
                    <a:cubicBezTo>
                      <a:pt x="7814" y="5735"/>
                      <a:pt x="7814" y="5829"/>
                      <a:pt x="7814" y="5892"/>
                    </a:cubicBezTo>
                    <a:lnTo>
                      <a:pt x="7814" y="6239"/>
                    </a:lnTo>
                    <a:cubicBezTo>
                      <a:pt x="7814" y="7405"/>
                      <a:pt x="8759" y="8350"/>
                      <a:pt x="9925" y="8350"/>
                    </a:cubicBezTo>
                    <a:cubicBezTo>
                      <a:pt x="11059" y="8350"/>
                      <a:pt x="12004" y="7405"/>
                      <a:pt x="12004" y="6239"/>
                    </a:cubicBezTo>
                    <a:lnTo>
                      <a:pt x="12004" y="5892"/>
                    </a:lnTo>
                    <a:cubicBezTo>
                      <a:pt x="12004" y="5829"/>
                      <a:pt x="12004" y="5766"/>
                      <a:pt x="11973" y="5703"/>
                    </a:cubicBezTo>
                    <a:lnTo>
                      <a:pt x="10460" y="3277"/>
                    </a:lnTo>
                    <a:cubicBezTo>
                      <a:pt x="10523" y="3151"/>
                      <a:pt x="10681" y="2899"/>
                      <a:pt x="10744" y="2616"/>
                    </a:cubicBezTo>
                    <a:cubicBezTo>
                      <a:pt x="11027" y="2553"/>
                      <a:pt x="11343" y="2458"/>
                      <a:pt x="11626" y="2364"/>
                    </a:cubicBezTo>
                    <a:cubicBezTo>
                      <a:pt x="11815" y="2269"/>
                      <a:pt x="11878" y="2080"/>
                      <a:pt x="11815" y="1923"/>
                    </a:cubicBezTo>
                    <a:cubicBezTo>
                      <a:pt x="11746" y="1784"/>
                      <a:pt x="11626" y="1697"/>
                      <a:pt x="11505" y="1697"/>
                    </a:cubicBezTo>
                    <a:cubicBezTo>
                      <a:pt x="11461" y="1697"/>
                      <a:pt x="11416" y="1708"/>
                      <a:pt x="11374" y="1734"/>
                    </a:cubicBezTo>
                    <a:cubicBezTo>
                      <a:pt x="11122" y="1797"/>
                      <a:pt x="10933" y="1891"/>
                      <a:pt x="10712" y="1923"/>
                    </a:cubicBezTo>
                    <a:cubicBezTo>
                      <a:pt x="10555" y="1576"/>
                      <a:pt x="10208" y="1324"/>
                      <a:pt x="9767" y="1324"/>
                    </a:cubicBezTo>
                    <a:cubicBezTo>
                      <a:pt x="9326" y="1324"/>
                      <a:pt x="8980" y="1576"/>
                      <a:pt x="8822" y="1954"/>
                    </a:cubicBezTo>
                    <a:cubicBezTo>
                      <a:pt x="8224" y="1828"/>
                      <a:pt x="7908" y="1639"/>
                      <a:pt x="6963" y="1167"/>
                    </a:cubicBezTo>
                    <a:lnTo>
                      <a:pt x="6963" y="1009"/>
                    </a:lnTo>
                    <a:cubicBezTo>
                      <a:pt x="6963" y="411"/>
                      <a:pt x="6491" y="1"/>
                      <a:pt x="595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7" name="Google Shape;9169;p73">
                <a:extLst>
                  <a:ext uri="{FF2B5EF4-FFF2-40B4-BE49-F238E27FC236}">
                    <a16:creationId xmlns:a16="http://schemas.microsoft.com/office/drawing/2014/main" id="{538D2A0E-FF94-8C60-10F3-247ED579D427}"/>
                  </a:ext>
                </a:extLst>
              </p:cNvPr>
              <p:cNvSpPr/>
              <p:nvPr/>
            </p:nvSpPr>
            <p:spPr>
              <a:xfrm>
                <a:off x="7109482" y="2925310"/>
                <a:ext cx="505937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815" extrusionOk="0">
                    <a:moveTo>
                      <a:pt x="5986" y="631"/>
                    </a:moveTo>
                    <a:cubicBezTo>
                      <a:pt x="6396" y="631"/>
                      <a:pt x="6711" y="946"/>
                      <a:pt x="6711" y="1324"/>
                    </a:cubicBezTo>
                    <a:cubicBezTo>
                      <a:pt x="6711" y="1733"/>
                      <a:pt x="6396" y="2048"/>
                      <a:pt x="5986" y="2048"/>
                    </a:cubicBezTo>
                    <a:cubicBezTo>
                      <a:pt x="5608" y="2048"/>
                      <a:pt x="5293" y="1733"/>
                      <a:pt x="5293" y="1324"/>
                    </a:cubicBezTo>
                    <a:cubicBezTo>
                      <a:pt x="5293" y="946"/>
                      <a:pt x="5608" y="631"/>
                      <a:pt x="5986" y="631"/>
                    </a:cubicBezTo>
                    <a:close/>
                    <a:moveTo>
                      <a:pt x="5986" y="2710"/>
                    </a:moveTo>
                    <a:cubicBezTo>
                      <a:pt x="6931" y="2710"/>
                      <a:pt x="7719" y="3498"/>
                      <a:pt x="7719" y="4443"/>
                    </a:cubicBezTo>
                    <a:lnTo>
                      <a:pt x="7719" y="4789"/>
                    </a:lnTo>
                    <a:lnTo>
                      <a:pt x="4253" y="4789"/>
                    </a:lnTo>
                    <a:lnTo>
                      <a:pt x="4253" y="4443"/>
                    </a:lnTo>
                    <a:cubicBezTo>
                      <a:pt x="4253" y="3498"/>
                      <a:pt x="5041" y="2710"/>
                      <a:pt x="5986" y="2710"/>
                    </a:cubicBezTo>
                    <a:close/>
                    <a:moveTo>
                      <a:pt x="3245" y="6900"/>
                    </a:moveTo>
                    <a:cubicBezTo>
                      <a:pt x="3623" y="6900"/>
                      <a:pt x="3938" y="7215"/>
                      <a:pt x="3938" y="7593"/>
                    </a:cubicBezTo>
                    <a:cubicBezTo>
                      <a:pt x="3938" y="8003"/>
                      <a:pt x="3623" y="8318"/>
                      <a:pt x="3245" y="8318"/>
                    </a:cubicBezTo>
                    <a:cubicBezTo>
                      <a:pt x="2836" y="8255"/>
                      <a:pt x="2521" y="7940"/>
                      <a:pt x="2521" y="7593"/>
                    </a:cubicBezTo>
                    <a:cubicBezTo>
                      <a:pt x="2521" y="7215"/>
                      <a:pt x="2836" y="6900"/>
                      <a:pt x="3245" y="6900"/>
                    </a:cubicBezTo>
                    <a:close/>
                    <a:moveTo>
                      <a:pt x="8759" y="6900"/>
                    </a:moveTo>
                    <a:cubicBezTo>
                      <a:pt x="9137" y="6900"/>
                      <a:pt x="9452" y="7215"/>
                      <a:pt x="9452" y="7593"/>
                    </a:cubicBezTo>
                    <a:cubicBezTo>
                      <a:pt x="9452" y="8003"/>
                      <a:pt x="9137" y="8318"/>
                      <a:pt x="8759" y="8318"/>
                    </a:cubicBezTo>
                    <a:cubicBezTo>
                      <a:pt x="8349" y="8318"/>
                      <a:pt x="8034" y="7940"/>
                      <a:pt x="8034" y="7593"/>
                    </a:cubicBezTo>
                    <a:cubicBezTo>
                      <a:pt x="8034" y="7215"/>
                      <a:pt x="8349" y="6900"/>
                      <a:pt x="8759" y="6900"/>
                    </a:cubicBezTo>
                    <a:close/>
                    <a:moveTo>
                      <a:pt x="10365" y="5545"/>
                    </a:moveTo>
                    <a:cubicBezTo>
                      <a:pt x="10523" y="5545"/>
                      <a:pt x="10680" y="5672"/>
                      <a:pt x="10712" y="5829"/>
                    </a:cubicBezTo>
                    <a:lnTo>
                      <a:pt x="11216" y="8570"/>
                    </a:lnTo>
                    <a:cubicBezTo>
                      <a:pt x="11247" y="8790"/>
                      <a:pt x="11027" y="8980"/>
                      <a:pt x="10838" y="8980"/>
                    </a:cubicBezTo>
                    <a:lnTo>
                      <a:pt x="10460" y="8980"/>
                    </a:lnTo>
                    <a:cubicBezTo>
                      <a:pt x="10239" y="8790"/>
                      <a:pt x="10019" y="8633"/>
                      <a:pt x="9767" y="8507"/>
                    </a:cubicBezTo>
                    <a:cubicBezTo>
                      <a:pt x="10019" y="8255"/>
                      <a:pt x="10145" y="7940"/>
                      <a:pt x="10145" y="7562"/>
                    </a:cubicBezTo>
                    <a:cubicBezTo>
                      <a:pt x="10145" y="6806"/>
                      <a:pt x="9515" y="6176"/>
                      <a:pt x="8759" y="6176"/>
                    </a:cubicBezTo>
                    <a:cubicBezTo>
                      <a:pt x="8002" y="6176"/>
                      <a:pt x="7372" y="6806"/>
                      <a:pt x="7372" y="7562"/>
                    </a:cubicBezTo>
                    <a:cubicBezTo>
                      <a:pt x="7372" y="7908"/>
                      <a:pt x="7498" y="8223"/>
                      <a:pt x="7719" y="8507"/>
                    </a:cubicBezTo>
                    <a:cubicBezTo>
                      <a:pt x="7498" y="8633"/>
                      <a:pt x="7246" y="8790"/>
                      <a:pt x="7057" y="8980"/>
                    </a:cubicBezTo>
                    <a:lnTo>
                      <a:pt x="4883" y="8980"/>
                    </a:lnTo>
                    <a:cubicBezTo>
                      <a:pt x="4694" y="8790"/>
                      <a:pt x="4442" y="8633"/>
                      <a:pt x="4222" y="8507"/>
                    </a:cubicBezTo>
                    <a:cubicBezTo>
                      <a:pt x="4474" y="8255"/>
                      <a:pt x="4568" y="7940"/>
                      <a:pt x="4568" y="7562"/>
                    </a:cubicBezTo>
                    <a:cubicBezTo>
                      <a:pt x="4568" y="6806"/>
                      <a:pt x="3938" y="6176"/>
                      <a:pt x="3214" y="6176"/>
                    </a:cubicBezTo>
                    <a:cubicBezTo>
                      <a:pt x="2458" y="6176"/>
                      <a:pt x="1828" y="6806"/>
                      <a:pt x="1828" y="7562"/>
                    </a:cubicBezTo>
                    <a:cubicBezTo>
                      <a:pt x="1828" y="7908"/>
                      <a:pt x="1954" y="8223"/>
                      <a:pt x="2174" y="8507"/>
                    </a:cubicBezTo>
                    <a:cubicBezTo>
                      <a:pt x="1922" y="8633"/>
                      <a:pt x="1701" y="8790"/>
                      <a:pt x="1512" y="8980"/>
                    </a:cubicBezTo>
                    <a:lnTo>
                      <a:pt x="1103" y="8980"/>
                    </a:lnTo>
                    <a:cubicBezTo>
                      <a:pt x="882" y="8980"/>
                      <a:pt x="725" y="8790"/>
                      <a:pt x="756" y="8570"/>
                    </a:cubicBezTo>
                    <a:lnTo>
                      <a:pt x="1260" y="5829"/>
                    </a:lnTo>
                    <a:cubicBezTo>
                      <a:pt x="1323" y="5672"/>
                      <a:pt x="1418" y="5545"/>
                      <a:pt x="1638" y="5545"/>
                    </a:cubicBezTo>
                    <a:close/>
                    <a:moveTo>
                      <a:pt x="3214" y="8948"/>
                    </a:moveTo>
                    <a:cubicBezTo>
                      <a:pt x="4127" y="8948"/>
                      <a:pt x="4915" y="9736"/>
                      <a:pt x="4915" y="10712"/>
                    </a:cubicBezTo>
                    <a:lnTo>
                      <a:pt x="4915" y="11059"/>
                    </a:lnTo>
                    <a:lnTo>
                      <a:pt x="1481" y="11059"/>
                    </a:lnTo>
                    <a:lnTo>
                      <a:pt x="1481" y="10712"/>
                    </a:lnTo>
                    <a:cubicBezTo>
                      <a:pt x="1481" y="9736"/>
                      <a:pt x="2269" y="8948"/>
                      <a:pt x="3214" y="8948"/>
                    </a:cubicBezTo>
                    <a:close/>
                    <a:moveTo>
                      <a:pt x="8759" y="8948"/>
                    </a:moveTo>
                    <a:cubicBezTo>
                      <a:pt x="9704" y="8948"/>
                      <a:pt x="10491" y="9736"/>
                      <a:pt x="10491" y="10712"/>
                    </a:cubicBezTo>
                    <a:lnTo>
                      <a:pt x="10491" y="11059"/>
                    </a:lnTo>
                    <a:lnTo>
                      <a:pt x="7026" y="11059"/>
                    </a:lnTo>
                    <a:lnTo>
                      <a:pt x="7026" y="10712"/>
                    </a:lnTo>
                    <a:cubicBezTo>
                      <a:pt x="7026" y="9736"/>
                      <a:pt x="7813" y="8948"/>
                      <a:pt x="8759" y="8948"/>
                    </a:cubicBezTo>
                    <a:close/>
                    <a:moveTo>
                      <a:pt x="5986" y="1"/>
                    </a:moveTo>
                    <a:cubicBezTo>
                      <a:pt x="5262" y="1"/>
                      <a:pt x="4631" y="631"/>
                      <a:pt x="4631" y="1387"/>
                    </a:cubicBezTo>
                    <a:cubicBezTo>
                      <a:pt x="4631" y="1733"/>
                      <a:pt x="4726" y="2048"/>
                      <a:pt x="4978" y="2269"/>
                    </a:cubicBezTo>
                    <a:cubicBezTo>
                      <a:pt x="4127" y="2679"/>
                      <a:pt x="3592" y="3498"/>
                      <a:pt x="3592" y="4474"/>
                    </a:cubicBezTo>
                    <a:lnTo>
                      <a:pt x="3592" y="4852"/>
                    </a:lnTo>
                    <a:lnTo>
                      <a:pt x="1670" y="4852"/>
                    </a:lnTo>
                    <a:cubicBezTo>
                      <a:pt x="1166" y="4852"/>
                      <a:pt x="725" y="5199"/>
                      <a:pt x="630" y="5703"/>
                    </a:cubicBezTo>
                    <a:lnTo>
                      <a:pt x="126" y="8475"/>
                    </a:lnTo>
                    <a:cubicBezTo>
                      <a:pt x="0" y="9043"/>
                      <a:pt x="473" y="9610"/>
                      <a:pt x="1071" y="9673"/>
                    </a:cubicBezTo>
                    <a:cubicBezTo>
                      <a:pt x="914" y="9988"/>
                      <a:pt x="819" y="10366"/>
                      <a:pt x="819" y="10744"/>
                    </a:cubicBezTo>
                    <a:lnTo>
                      <a:pt x="819" y="11468"/>
                    </a:lnTo>
                    <a:cubicBezTo>
                      <a:pt x="819" y="11657"/>
                      <a:pt x="977" y="11815"/>
                      <a:pt x="1197" y="11815"/>
                    </a:cubicBezTo>
                    <a:lnTo>
                      <a:pt x="5356" y="11815"/>
                    </a:lnTo>
                    <a:cubicBezTo>
                      <a:pt x="5545" y="11815"/>
                      <a:pt x="5703" y="11657"/>
                      <a:pt x="5703" y="11468"/>
                    </a:cubicBezTo>
                    <a:lnTo>
                      <a:pt x="5703" y="10744"/>
                    </a:lnTo>
                    <a:cubicBezTo>
                      <a:pt x="5703" y="10366"/>
                      <a:pt x="5640" y="9988"/>
                      <a:pt x="5482" y="9673"/>
                    </a:cubicBezTo>
                    <a:lnTo>
                      <a:pt x="6648" y="9673"/>
                    </a:lnTo>
                    <a:cubicBezTo>
                      <a:pt x="6490" y="9988"/>
                      <a:pt x="6427" y="10366"/>
                      <a:pt x="6427" y="10744"/>
                    </a:cubicBezTo>
                    <a:lnTo>
                      <a:pt x="6427" y="11468"/>
                    </a:lnTo>
                    <a:cubicBezTo>
                      <a:pt x="6427" y="11657"/>
                      <a:pt x="6585" y="11815"/>
                      <a:pt x="6774" y="11815"/>
                    </a:cubicBezTo>
                    <a:lnTo>
                      <a:pt x="10838" y="11815"/>
                    </a:lnTo>
                    <a:cubicBezTo>
                      <a:pt x="11027" y="11815"/>
                      <a:pt x="11184" y="11657"/>
                      <a:pt x="11184" y="11468"/>
                    </a:cubicBezTo>
                    <a:lnTo>
                      <a:pt x="11184" y="10744"/>
                    </a:lnTo>
                    <a:cubicBezTo>
                      <a:pt x="11184" y="10366"/>
                      <a:pt x="11121" y="9988"/>
                      <a:pt x="10964" y="9673"/>
                    </a:cubicBezTo>
                    <a:cubicBezTo>
                      <a:pt x="11563" y="9610"/>
                      <a:pt x="11972" y="9043"/>
                      <a:pt x="11878" y="8475"/>
                    </a:cubicBezTo>
                    <a:lnTo>
                      <a:pt x="11342" y="5703"/>
                    </a:lnTo>
                    <a:cubicBezTo>
                      <a:pt x="11279" y="5199"/>
                      <a:pt x="10838" y="4852"/>
                      <a:pt x="10334" y="4852"/>
                    </a:cubicBezTo>
                    <a:lnTo>
                      <a:pt x="8412" y="4852"/>
                    </a:lnTo>
                    <a:lnTo>
                      <a:pt x="8412" y="4474"/>
                    </a:lnTo>
                    <a:cubicBezTo>
                      <a:pt x="8412" y="3498"/>
                      <a:pt x="7845" y="2679"/>
                      <a:pt x="7026" y="2269"/>
                    </a:cubicBezTo>
                    <a:cubicBezTo>
                      <a:pt x="7246" y="2048"/>
                      <a:pt x="7372" y="1733"/>
                      <a:pt x="7372" y="1387"/>
                    </a:cubicBezTo>
                    <a:cubicBezTo>
                      <a:pt x="7372" y="631"/>
                      <a:pt x="6742" y="1"/>
                      <a:pt x="598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8" name="Google Shape;9170;p73">
                <a:extLst>
                  <a:ext uri="{FF2B5EF4-FFF2-40B4-BE49-F238E27FC236}">
                    <a16:creationId xmlns:a16="http://schemas.microsoft.com/office/drawing/2014/main" id="{49180716-CEA7-5E21-1801-E8F8985F9560}"/>
                  </a:ext>
                </a:extLst>
              </p:cNvPr>
              <p:cNvSpPr/>
              <p:nvPr/>
            </p:nvSpPr>
            <p:spPr>
              <a:xfrm>
                <a:off x="10369466" y="1689879"/>
                <a:ext cx="320895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7594" h="11752" extrusionOk="0">
                    <a:moveTo>
                      <a:pt x="6585" y="662"/>
                    </a:moveTo>
                    <a:cubicBezTo>
                      <a:pt x="6774" y="662"/>
                      <a:pt x="6932" y="819"/>
                      <a:pt x="6932" y="1008"/>
                    </a:cubicBezTo>
                    <a:cubicBezTo>
                      <a:pt x="6932" y="1197"/>
                      <a:pt x="6774" y="1355"/>
                      <a:pt x="6585" y="1355"/>
                    </a:cubicBezTo>
                    <a:lnTo>
                      <a:pt x="1040" y="1355"/>
                    </a:lnTo>
                    <a:cubicBezTo>
                      <a:pt x="820" y="1355"/>
                      <a:pt x="662" y="1197"/>
                      <a:pt x="662" y="1008"/>
                    </a:cubicBezTo>
                    <a:cubicBezTo>
                      <a:pt x="662" y="819"/>
                      <a:pt x="820" y="662"/>
                      <a:pt x="1040" y="662"/>
                    </a:cubicBezTo>
                    <a:close/>
                    <a:moveTo>
                      <a:pt x="6175" y="2048"/>
                    </a:moveTo>
                    <a:lnTo>
                      <a:pt x="6175" y="2867"/>
                    </a:lnTo>
                    <a:cubicBezTo>
                      <a:pt x="5435" y="3277"/>
                      <a:pt x="4600" y="3481"/>
                      <a:pt x="3765" y="3481"/>
                    </a:cubicBezTo>
                    <a:cubicBezTo>
                      <a:pt x="2930" y="3481"/>
                      <a:pt x="2096" y="3277"/>
                      <a:pt x="1355" y="2867"/>
                    </a:cubicBezTo>
                    <a:lnTo>
                      <a:pt x="1355" y="2048"/>
                    </a:lnTo>
                    <a:close/>
                    <a:moveTo>
                      <a:pt x="1418" y="3686"/>
                    </a:moveTo>
                    <a:lnTo>
                      <a:pt x="1418" y="3686"/>
                    </a:lnTo>
                    <a:cubicBezTo>
                      <a:pt x="2174" y="4001"/>
                      <a:pt x="2962" y="4190"/>
                      <a:pt x="3781" y="4190"/>
                    </a:cubicBezTo>
                    <a:cubicBezTo>
                      <a:pt x="4600" y="4190"/>
                      <a:pt x="5388" y="4033"/>
                      <a:pt x="6144" y="3686"/>
                    </a:cubicBezTo>
                    <a:lnTo>
                      <a:pt x="6144" y="3686"/>
                    </a:lnTo>
                    <a:cubicBezTo>
                      <a:pt x="5860" y="4757"/>
                      <a:pt x="4915" y="5545"/>
                      <a:pt x="3781" y="5545"/>
                    </a:cubicBezTo>
                    <a:cubicBezTo>
                      <a:pt x="2647" y="5545"/>
                      <a:pt x="1702" y="4757"/>
                      <a:pt x="1418" y="3686"/>
                    </a:cubicBezTo>
                    <a:close/>
                    <a:moveTo>
                      <a:pt x="3435" y="6238"/>
                    </a:moveTo>
                    <a:lnTo>
                      <a:pt x="3435" y="7813"/>
                    </a:lnTo>
                    <a:lnTo>
                      <a:pt x="1544" y="9704"/>
                    </a:lnTo>
                    <a:lnTo>
                      <a:pt x="1355" y="9704"/>
                    </a:lnTo>
                    <a:lnTo>
                      <a:pt x="1355" y="8695"/>
                    </a:lnTo>
                    <a:cubicBezTo>
                      <a:pt x="1355" y="7467"/>
                      <a:pt x="2237" y="6427"/>
                      <a:pt x="3435" y="6238"/>
                    </a:cubicBezTo>
                    <a:close/>
                    <a:moveTo>
                      <a:pt x="3781" y="8443"/>
                    </a:moveTo>
                    <a:lnTo>
                      <a:pt x="5041" y="9704"/>
                    </a:lnTo>
                    <a:lnTo>
                      <a:pt x="2552" y="9704"/>
                    </a:lnTo>
                    <a:lnTo>
                      <a:pt x="3781" y="8443"/>
                    </a:lnTo>
                    <a:close/>
                    <a:moveTo>
                      <a:pt x="4128" y="6238"/>
                    </a:moveTo>
                    <a:cubicBezTo>
                      <a:pt x="5325" y="6396"/>
                      <a:pt x="6207" y="7435"/>
                      <a:pt x="6207" y="8695"/>
                    </a:cubicBezTo>
                    <a:lnTo>
                      <a:pt x="6207" y="9704"/>
                    </a:lnTo>
                    <a:lnTo>
                      <a:pt x="6018" y="9704"/>
                    </a:lnTo>
                    <a:lnTo>
                      <a:pt x="4128" y="7813"/>
                    </a:lnTo>
                    <a:lnTo>
                      <a:pt x="4128" y="6238"/>
                    </a:lnTo>
                    <a:close/>
                    <a:moveTo>
                      <a:pt x="6553" y="10397"/>
                    </a:moveTo>
                    <a:cubicBezTo>
                      <a:pt x="6743" y="10428"/>
                      <a:pt x="6900" y="10586"/>
                      <a:pt x="6900" y="10743"/>
                    </a:cubicBezTo>
                    <a:cubicBezTo>
                      <a:pt x="6900" y="10932"/>
                      <a:pt x="6743" y="11090"/>
                      <a:pt x="6553" y="11090"/>
                    </a:cubicBezTo>
                    <a:lnTo>
                      <a:pt x="977" y="11090"/>
                    </a:lnTo>
                    <a:cubicBezTo>
                      <a:pt x="788" y="11090"/>
                      <a:pt x="631" y="10932"/>
                      <a:pt x="631" y="10743"/>
                    </a:cubicBezTo>
                    <a:cubicBezTo>
                      <a:pt x="631" y="10554"/>
                      <a:pt x="788" y="10397"/>
                      <a:pt x="977" y="10397"/>
                    </a:cubicBezTo>
                    <a:close/>
                    <a:moveTo>
                      <a:pt x="1009" y="0"/>
                    </a:moveTo>
                    <a:cubicBezTo>
                      <a:pt x="442" y="0"/>
                      <a:pt x="0" y="473"/>
                      <a:pt x="0" y="1008"/>
                    </a:cubicBezTo>
                    <a:cubicBezTo>
                      <a:pt x="0" y="1449"/>
                      <a:pt x="284" y="1827"/>
                      <a:pt x="694" y="1985"/>
                    </a:cubicBezTo>
                    <a:lnTo>
                      <a:pt x="694" y="3088"/>
                    </a:lnTo>
                    <a:cubicBezTo>
                      <a:pt x="694" y="4316"/>
                      <a:pt x="1387" y="5356"/>
                      <a:pt x="2395" y="5860"/>
                    </a:cubicBezTo>
                    <a:cubicBezTo>
                      <a:pt x="1387" y="6364"/>
                      <a:pt x="694" y="7435"/>
                      <a:pt x="694" y="8664"/>
                    </a:cubicBezTo>
                    <a:lnTo>
                      <a:pt x="694" y="9767"/>
                    </a:lnTo>
                    <a:cubicBezTo>
                      <a:pt x="316" y="9924"/>
                      <a:pt x="0" y="10271"/>
                      <a:pt x="0" y="10743"/>
                    </a:cubicBezTo>
                    <a:cubicBezTo>
                      <a:pt x="0" y="11342"/>
                      <a:pt x="473" y="11751"/>
                      <a:pt x="1009" y="11751"/>
                    </a:cubicBezTo>
                    <a:lnTo>
                      <a:pt x="6585" y="11751"/>
                    </a:lnTo>
                    <a:cubicBezTo>
                      <a:pt x="7152" y="11751"/>
                      <a:pt x="7593" y="11279"/>
                      <a:pt x="7593" y="10743"/>
                    </a:cubicBezTo>
                    <a:cubicBezTo>
                      <a:pt x="7593" y="10302"/>
                      <a:pt x="7310" y="9924"/>
                      <a:pt x="6900" y="9767"/>
                    </a:cubicBezTo>
                    <a:lnTo>
                      <a:pt x="6900" y="8664"/>
                    </a:lnTo>
                    <a:cubicBezTo>
                      <a:pt x="6900" y="7435"/>
                      <a:pt x="6207" y="6364"/>
                      <a:pt x="5199" y="5860"/>
                    </a:cubicBezTo>
                    <a:cubicBezTo>
                      <a:pt x="6207" y="5387"/>
                      <a:pt x="6900" y="4316"/>
                      <a:pt x="6900" y="3088"/>
                    </a:cubicBezTo>
                    <a:lnTo>
                      <a:pt x="6900" y="1985"/>
                    </a:lnTo>
                    <a:cubicBezTo>
                      <a:pt x="7278" y="1827"/>
                      <a:pt x="7593" y="1481"/>
                      <a:pt x="7593" y="1008"/>
                    </a:cubicBezTo>
                    <a:cubicBezTo>
                      <a:pt x="7593" y="410"/>
                      <a:pt x="7121" y="0"/>
                      <a:pt x="6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79" name="Google Shape;9171;p73">
                <a:extLst>
                  <a:ext uri="{FF2B5EF4-FFF2-40B4-BE49-F238E27FC236}">
                    <a16:creationId xmlns:a16="http://schemas.microsoft.com/office/drawing/2014/main" id="{B7562C5E-05F1-AD25-6E20-B52B235BAF7B}"/>
                  </a:ext>
                </a:extLst>
              </p:cNvPr>
              <p:cNvSpPr/>
              <p:nvPr/>
            </p:nvSpPr>
            <p:spPr>
              <a:xfrm>
                <a:off x="1401076" y="1687873"/>
                <a:ext cx="503233" cy="500612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847" extrusionOk="0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0" name="Google Shape;9172;p73">
                <a:extLst>
                  <a:ext uri="{FF2B5EF4-FFF2-40B4-BE49-F238E27FC236}">
                    <a16:creationId xmlns:a16="http://schemas.microsoft.com/office/drawing/2014/main" id="{E7B7509D-C007-E594-CC03-2DC5EC58C591}"/>
                  </a:ext>
                </a:extLst>
              </p:cNvPr>
              <p:cNvGrpSpPr/>
              <p:nvPr/>
            </p:nvGrpSpPr>
            <p:grpSpPr>
              <a:xfrm>
                <a:off x="1400413" y="2281623"/>
                <a:ext cx="504585" cy="499303"/>
                <a:chOff x="1049375" y="2318350"/>
                <a:chExt cx="298525" cy="295400"/>
              </a:xfrm>
              <a:grpFill/>
            </p:grpSpPr>
            <p:sp>
              <p:nvSpPr>
                <p:cNvPr id="17816" name="Google Shape;9173;p73">
                  <a:extLst>
                    <a:ext uri="{FF2B5EF4-FFF2-40B4-BE49-F238E27FC236}">
                      <a16:creationId xmlns:a16="http://schemas.microsoft.com/office/drawing/2014/main" id="{D066B87F-BBD1-EEB8-4446-D6F701508A7F}"/>
                    </a:ext>
                  </a:extLst>
                </p:cNvPr>
                <p:cNvSpPr/>
                <p:nvPr/>
              </p:nvSpPr>
              <p:spPr>
                <a:xfrm>
                  <a:off x="1101350" y="2492325"/>
                  <a:ext cx="70125" cy="5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21" extrusionOk="0">
                      <a:moveTo>
                        <a:pt x="2473" y="0"/>
                      </a:moveTo>
                      <a:cubicBezTo>
                        <a:pt x="2377" y="0"/>
                        <a:pt x="2273" y="32"/>
                        <a:pt x="2206" y="99"/>
                      </a:cubicBezTo>
                      <a:lnTo>
                        <a:pt x="1072" y="1233"/>
                      </a:lnTo>
                      <a:lnTo>
                        <a:pt x="599" y="761"/>
                      </a:lnTo>
                      <a:cubicBezTo>
                        <a:pt x="536" y="713"/>
                        <a:pt x="449" y="690"/>
                        <a:pt x="363" y="690"/>
                      </a:cubicBezTo>
                      <a:cubicBezTo>
                        <a:pt x="276" y="690"/>
                        <a:pt x="189" y="713"/>
                        <a:pt x="126" y="761"/>
                      </a:cubicBezTo>
                      <a:cubicBezTo>
                        <a:pt x="0" y="887"/>
                        <a:pt x="0" y="1139"/>
                        <a:pt x="126" y="1233"/>
                      </a:cubicBezTo>
                      <a:lnTo>
                        <a:pt x="820" y="1958"/>
                      </a:lnTo>
                      <a:cubicBezTo>
                        <a:pt x="914" y="2021"/>
                        <a:pt x="977" y="2021"/>
                        <a:pt x="1072" y="2021"/>
                      </a:cubicBezTo>
                      <a:cubicBezTo>
                        <a:pt x="1135" y="2021"/>
                        <a:pt x="1261" y="1989"/>
                        <a:pt x="1292" y="1926"/>
                      </a:cubicBezTo>
                      <a:lnTo>
                        <a:pt x="2678" y="540"/>
                      </a:lnTo>
                      <a:cubicBezTo>
                        <a:pt x="2804" y="414"/>
                        <a:pt x="2804" y="162"/>
                        <a:pt x="2678" y="68"/>
                      </a:cubicBezTo>
                      <a:cubicBezTo>
                        <a:pt x="2634" y="24"/>
                        <a:pt x="2557" y="0"/>
                        <a:pt x="247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7" name="Google Shape;9174;p73">
                  <a:extLst>
                    <a:ext uri="{FF2B5EF4-FFF2-40B4-BE49-F238E27FC236}">
                      <a16:creationId xmlns:a16="http://schemas.microsoft.com/office/drawing/2014/main" id="{9203B9CD-1F02-0C94-3E71-A1D56C5921EF}"/>
                    </a:ext>
                  </a:extLst>
                </p:cNvPr>
                <p:cNvSpPr/>
                <p:nvPr/>
              </p:nvSpPr>
              <p:spPr>
                <a:xfrm>
                  <a:off x="1101350" y="2440525"/>
                  <a:ext cx="70125" cy="51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6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38"/>
                        <a:pt x="449" y="714"/>
                        <a:pt x="363" y="714"/>
                      </a:cubicBezTo>
                      <a:cubicBezTo>
                        <a:pt x="276" y="714"/>
                        <a:pt x="189" y="738"/>
                        <a:pt x="126" y="785"/>
                      </a:cubicBezTo>
                      <a:cubicBezTo>
                        <a:pt x="0" y="911"/>
                        <a:pt x="0" y="1163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4"/>
                        <a:pt x="1292" y="1951"/>
                      </a:cubicBezTo>
                      <a:lnTo>
                        <a:pt x="2678" y="564"/>
                      </a:lnTo>
                      <a:cubicBezTo>
                        <a:pt x="2804" y="438"/>
                        <a:pt x="2804" y="186"/>
                        <a:pt x="2678" y="92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8" name="Google Shape;9175;p73">
                  <a:extLst>
                    <a:ext uri="{FF2B5EF4-FFF2-40B4-BE49-F238E27FC236}">
                      <a16:creationId xmlns:a16="http://schemas.microsoft.com/office/drawing/2014/main" id="{58D810BE-4F5C-28AB-E4B9-536B0F92AF8D}"/>
                    </a:ext>
                  </a:extLst>
                </p:cNvPr>
                <p:cNvSpPr/>
                <p:nvPr/>
              </p:nvSpPr>
              <p:spPr>
                <a:xfrm>
                  <a:off x="1101350" y="2388550"/>
                  <a:ext cx="70125" cy="5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045" extrusionOk="0">
                      <a:moveTo>
                        <a:pt x="2469" y="1"/>
                      </a:moveTo>
                      <a:cubicBezTo>
                        <a:pt x="2374" y="1"/>
                        <a:pt x="2272" y="40"/>
                        <a:pt x="2206" y="123"/>
                      </a:cubicBezTo>
                      <a:lnTo>
                        <a:pt x="1072" y="1257"/>
                      </a:lnTo>
                      <a:lnTo>
                        <a:pt x="599" y="785"/>
                      </a:lnTo>
                      <a:cubicBezTo>
                        <a:pt x="536" y="722"/>
                        <a:pt x="449" y="690"/>
                        <a:pt x="363" y="690"/>
                      </a:cubicBezTo>
                      <a:cubicBezTo>
                        <a:pt x="276" y="690"/>
                        <a:pt x="189" y="722"/>
                        <a:pt x="126" y="785"/>
                      </a:cubicBezTo>
                      <a:cubicBezTo>
                        <a:pt x="0" y="911"/>
                        <a:pt x="0" y="1131"/>
                        <a:pt x="126" y="1257"/>
                      </a:cubicBezTo>
                      <a:lnTo>
                        <a:pt x="820" y="1982"/>
                      </a:lnTo>
                      <a:cubicBezTo>
                        <a:pt x="914" y="2045"/>
                        <a:pt x="977" y="2045"/>
                        <a:pt x="1072" y="2045"/>
                      </a:cubicBezTo>
                      <a:cubicBezTo>
                        <a:pt x="1135" y="2045"/>
                        <a:pt x="1261" y="2013"/>
                        <a:pt x="1292" y="1919"/>
                      </a:cubicBezTo>
                      <a:lnTo>
                        <a:pt x="2678" y="532"/>
                      </a:lnTo>
                      <a:cubicBezTo>
                        <a:pt x="2804" y="438"/>
                        <a:pt x="2804" y="186"/>
                        <a:pt x="2678" y="91"/>
                      </a:cubicBezTo>
                      <a:cubicBezTo>
                        <a:pt x="2634" y="32"/>
                        <a:pt x="2554" y="1"/>
                        <a:pt x="24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9" name="Google Shape;9176;p73">
                  <a:extLst>
                    <a:ext uri="{FF2B5EF4-FFF2-40B4-BE49-F238E27FC236}">
                      <a16:creationId xmlns:a16="http://schemas.microsoft.com/office/drawing/2014/main" id="{3E84E2D0-0638-5A88-98BE-CC51082D20C2}"/>
                    </a:ext>
                  </a:extLst>
                </p:cNvPr>
                <p:cNvSpPr/>
                <p:nvPr/>
              </p:nvSpPr>
              <p:spPr>
                <a:xfrm>
                  <a:off x="1049375" y="2318350"/>
                  <a:ext cx="29852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1" h="11816" extrusionOk="0">
                      <a:moveTo>
                        <a:pt x="6963" y="1198"/>
                      </a:moveTo>
                      <a:lnTo>
                        <a:pt x="7876" y="2143"/>
                      </a:lnTo>
                      <a:lnTo>
                        <a:pt x="6963" y="2143"/>
                      </a:lnTo>
                      <a:lnTo>
                        <a:pt x="6963" y="1198"/>
                      </a:lnTo>
                      <a:close/>
                      <a:moveTo>
                        <a:pt x="10286" y="3498"/>
                      </a:moveTo>
                      <a:cubicBezTo>
                        <a:pt x="10373" y="3498"/>
                        <a:pt x="10460" y="3530"/>
                        <a:pt x="10523" y="3593"/>
                      </a:cubicBezTo>
                      <a:lnTo>
                        <a:pt x="10995" y="4065"/>
                      </a:lnTo>
                      <a:cubicBezTo>
                        <a:pt x="11184" y="4223"/>
                        <a:pt x="11184" y="4475"/>
                        <a:pt x="11027" y="4569"/>
                      </a:cubicBezTo>
                      <a:lnTo>
                        <a:pt x="10806" y="4821"/>
                      </a:lnTo>
                      <a:lnTo>
                        <a:pt x="9798" y="3845"/>
                      </a:lnTo>
                      <a:lnTo>
                        <a:pt x="10050" y="3593"/>
                      </a:lnTo>
                      <a:cubicBezTo>
                        <a:pt x="10113" y="3530"/>
                        <a:pt x="10200" y="3498"/>
                        <a:pt x="10286" y="3498"/>
                      </a:cubicBezTo>
                      <a:close/>
                      <a:moveTo>
                        <a:pt x="9294" y="4349"/>
                      </a:moveTo>
                      <a:lnTo>
                        <a:pt x="10271" y="5325"/>
                      </a:lnTo>
                      <a:lnTo>
                        <a:pt x="7845" y="7783"/>
                      </a:lnTo>
                      <a:lnTo>
                        <a:pt x="6868" y="6774"/>
                      </a:lnTo>
                      <a:lnTo>
                        <a:pt x="9294" y="4349"/>
                      </a:lnTo>
                      <a:close/>
                      <a:moveTo>
                        <a:pt x="6585" y="7499"/>
                      </a:moveTo>
                      <a:lnTo>
                        <a:pt x="7183" y="8098"/>
                      </a:lnTo>
                      <a:lnTo>
                        <a:pt x="6427" y="8255"/>
                      </a:lnTo>
                      <a:lnTo>
                        <a:pt x="6585" y="7499"/>
                      </a:lnTo>
                      <a:close/>
                      <a:moveTo>
                        <a:pt x="6994" y="10398"/>
                      </a:moveTo>
                      <a:lnTo>
                        <a:pt x="6994" y="10776"/>
                      </a:lnTo>
                      <a:cubicBezTo>
                        <a:pt x="6994" y="10870"/>
                        <a:pt x="7057" y="10996"/>
                        <a:pt x="7089" y="11122"/>
                      </a:cubicBezTo>
                      <a:lnTo>
                        <a:pt x="1071" y="11122"/>
                      </a:lnTo>
                      <a:cubicBezTo>
                        <a:pt x="882" y="11122"/>
                        <a:pt x="693" y="10965"/>
                        <a:pt x="693" y="10776"/>
                      </a:cubicBezTo>
                      <a:lnTo>
                        <a:pt x="693" y="10398"/>
                      </a:lnTo>
                      <a:close/>
                      <a:moveTo>
                        <a:pt x="6270" y="663"/>
                      </a:moveTo>
                      <a:lnTo>
                        <a:pt x="6270" y="2458"/>
                      </a:lnTo>
                      <a:cubicBezTo>
                        <a:pt x="6270" y="2647"/>
                        <a:pt x="6427" y="2805"/>
                        <a:pt x="6616" y="2805"/>
                      </a:cubicBezTo>
                      <a:lnTo>
                        <a:pt x="8349" y="2805"/>
                      </a:lnTo>
                      <a:lnTo>
                        <a:pt x="8349" y="4286"/>
                      </a:lnTo>
                      <a:lnTo>
                        <a:pt x="6112" y="6554"/>
                      </a:lnTo>
                      <a:cubicBezTo>
                        <a:pt x="6081" y="6585"/>
                        <a:pt x="6018" y="6680"/>
                        <a:pt x="6018" y="6711"/>
                      </a:cubicBezTo>
                      <a:lnTo>
                        <a:pt x="5608" y="8633"/>
                      </a:lnTo>
                      <a:cubicBezTo>
                        <a:pt x="5545" y="8759"/>
                        <a:pt x="5608" y="8885"/>
                        <a:pt x="5671" y="8948"/>
                      </a:cubicBezTo>
                      <a:cubicBezTo>
                        <a:pt x="5742" y="9019"/>
                        <a:pt x="5813" y="9055"/>
                        <a:pt x="5897" y="9055"/>
                      </a:cubicBezTo>
                      <a:cubicBezTo>
                        <a:pt x="5925" y="9055"/>
                        <a:pt x="5955" y="9051"/>
                        <a:pt x="5986" y="9043"/>
                      </a:cubicBezTo>
                      <a:lnTo>
                        <a:pt x="7908" y="8602"/>
                      </a:lnTo>
                      <a:cubicBezTo>
                        <a:pt x="8002" y="8602"/>
                        <a:pt x="8034" y="8570"/>
                        <a:pt x="8065" y="8507"/>
                      </a:cubicBezTo>
                      <a:lnTo>
                        <a:pt x="8349" y="8255"/>
                      </a:lnTo>
                      <a:lnTo>
                        <a:pt x="8349" y="10807"/>
                      </a:lnTo>
                      <a:lnTo>
                        <a:pt x="8380" y="10807"/>
                      </a:lnTo>
                      <a:cubicBezTo>
                        <a:pt x="8380" y="10996"/>
                        <a:pt x="8223" y="11154"/>
                        <a:pt x="8034" y="11154"/>
                      </a:cubicBezTo>
                      <a:cubicBezTo>
                        <a:pt x="7845" y="11154"/>
                        <a:pt x="7687" y="10996"/>
                        <a:pt x="7687" y="10807"/>
                      </a:cubicBezTo>
                      <a:lnTo>
                        <a:pt x="7687" y="10083"/>
                      </a:lnTo>
                      <a:cubicBezTo>
                        <a:pt x="7687" y="9893"/>
                        <a:pt x="7530" y="9736"/>
                        <a:pt x="7309" y="9736"/>
                      </a:cubicBezTo>
                      <a:lnTo>
                        <a:pt x="1386" y="9736"/>
                      </a:lnTo>
                      <a:lnTo>
                        <a:pt x="1386" y="663"/>
                      </a:lnTo>
                      <a:close/>
                      <a:moveTo>
                        <a:pt x="1071" y="1"/>
                      </a:moveTo>
                      <a:cubicBezTo>
                        <a:pt x="882" y="1"/>
                        <a:pt x="693" y="158"/>
                        <a:pt x="693" y="379"/>
                      </a:cubicBezTo>
                      <a:lnTo>
                        <a:pt x="693" y="9736"/>
                      </a:lnTo>
                      <a:lnTo>
                        <a:pt x="347" y="9736"/>
                      </a:lnTo>
                      <a:cubicBezTo>
                        <a:pt x="158" y="9736"/>
                        <a:pt x="0" y="9893"/>
                        <a:pt x="0" y="10083"/>
                      </a:cubicBezTo>
                      <a:lnTo>
                        <a:pt x="0" y="10807"/>
                      </a:lnTo>
                      <a:cubicBezTo>
                        <a:pt x="0" y="11406"/>
                        <a:pt x="473" y="11815"/>
                        <a:pt x="1008" y="11815"/>
                      </a:cubicBezTo>
                      <a:lnTo>
                        <a:pt x="8002" y="11815"/>
                      </a:lnTo>
                      <a:cubicBezTo>
                        <a:pt x="8569" y="11815"/>
                        <a:pt x="9011" y="11343"/>
                        <a:pt x="9011" y="10807"/>
                      </a:cubicBezTo>
                      <a:lnTo>
                        <a:pt x="9011" y="7562"/>
                      </a:lnTo>
                      <a:lnTo>
                        <a:pt x="11499" y="5105"/>
                      </a:lnTo>
                      <a:cubicBezTo>
                        <a:pt x="11940" y="4664"/>
                        <a:pt x="11940" y="4034"/>
                        <a:pt x="11531" y="3593"/>
                      </a:cubicBezTo>
                      <a:lnTo>
                        <a:pt x="11058" y="3120"/>
                      </a:lnTo>
                      <a:cubicBezTo>
                        <a:pt x="10869" y="2931"/>
                        <a:pt x="10609" y="2836"/>
                        <a:pt x="10346" y="2836"/>
                      </a:cubicBezTo>
                      <a:cubicBezTo>
                        <a:pt x="10082" y="2836"/>
                        <a:pt x="9814" y="2931"/>
                        <a:pt x="9609" y="3120"/>
                      </a:cubicBezTo>
                      <a:lnTo>
                        <a:pt x="9105" y="3624"/>
                      </a:lnTo>
                      <a:lnTo>
                        <a:pt x="9105" y="2490"/>
                      </a:lnTo>
                      <a:cubicBezTo>
                        <a:pt x="9105" y="2427"/>
                        <a:pt x="9074" y="2332"/>
                        <a:pt x="8979" y="2269"/>
                      </a:cubicBezTo>
                      <a:lnTo>
                        <a:pt x="6900" y="127"/>
                      </a:lnTo>
                      <a:cubicBezTo>
                        <a:pt x="6805" y="64"/>
                        <a:pt x="6742" y="1"/>
                        <a:pt x="66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1" name="Google Shape;9177;p73">
                <a:extLst>
                  <a:ext uri="{FF2B5EF4-FFF2-40B4-BE49-F238E27FC236}">
                    <a16:creationId xmlns:a16="http://schemas.microsoft.com/office/drawing/2014/main" id="{9C392A5D-EDE3-F460-F38B-C2E0AC6A9B3F}"/>
                  </a:ext>
                </a:extLst>
              </p:cNvPr>
              <p:cNvGrpSpPr/>
              <p:nvPr/>
            </p:nvGrpSpPr>
            <p:grpSpPr>
              <a:xfrm>
                <a:off x="1401090" y="2923331"/>
                <a:ext cx="503233" cy="503233"/>
                <a:chOff x="1049375" y="2680675"/>
                <a:chExt cx="297725" cy="297725"/>
              </a:xfrm>
              <a:grpFill/>
            </p:grpSpPr>
            <p:sp>
              <p:nvSpPr>
                <p:cNvPr id="17814" name="Google Shape;9178;p73">
                  <a:extLst>
                    <a:ext uri="{FF2B5EF4-FFF2-40B4-BE49-F238E27FC236}">
                      <a16:creationId xmlns:a16="http://schemas.microsoft.com/office/drawing/2014/main" id="{22B28EC9-05C7-90F7-A476-E7AA62E66B4D}"/>
                    </a:ext>
                  </a:extLst>
                </p:cNvPr>
                <p:cNvSpPr/>
                <p:nvPr/>
              </p:nvSpPr>
              <p:spPr>
                <a:xfrm>
                  <a:off x="1113175" y="2752350"/>
                  <a:ext cx="1614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59" h="6239" extrusionOk="0">
                      <a:moveTo>
                        <a:pt x="3403" y="2079"/>
                      </a:moveTo>
                      <a:cubicBezTo>
                        <a:pt x="3781" y="2079"/>
                        <a:pt x="4096" y="2394"/>
                        <a:pt x="4096" y="2773"/>
                      </a:cubicBezTo>
                      <a:cubicBezTo>
                        <a:pt x="4096" y="3182"/>
                        <a:pt x="3781" y="3497"/>
                        <a:pt x="3403" y="3497"/>
                      </a:cubicBezTo>
                      <a:cubicBezTo>
                        <a:pt x="2993" y="3434"/>
                        <a:pt x="2678" y="3119"/>
                        <a:pt x="2678" y="2773"/>
                      </a:cubicBezTo>
                      <a:cubicBezTo>
                        <a:pt x="2678" y="2394"/>
                        <a:pt x="2993" y="2079"/>
                        <a:pt x="3403" y="2079"/>
                      </a:cubicBezTo>
                      <a:close/>
                      <a:moveTo>
                        <a:pt x="3371" y="693"/>
                      </a:moveTo>
                      <a:cubicBezTo>
                        <a:pt x="4694" y="693"/>
                        <a:pt x="5765" y="1796"/>
                        <a:pt x="5765" y="3119"/>
                      </a:cubicBezTo>
                      <a:cubicBezTo>
                        <a:pt x="5765" y="3686"/>
                        <a:pt x="5545" y="4222"/>
                        <a:pt x="5198" y="4663"/>
                      </a:cubicBezTo>
                      <a:cubicBezTo>
                        <a:pt x="5072" y="4442"/>
                        <a:pt x="4915" y="4190"/>
                        <a:pt x="4694" y="4001"/>
                      </a:cubicBezTo>
                      <a:cubicBezTo>
                        <a:pt x="4568" y="3907"/>
                        <a:pt x="4442" y="3812"/>
                        <a:pt x="4348" y="3749"/>
                      </a:cubicBezTo>
                      <a:cubicBezTo>
                        <a:pt x="4568" y="3529"/>
                        <a:pt x="4726" y="3182"/>
                        <a:pt x="4726" y="2804"/>
                      </a:cubicBezTo>
                      <a:cubicBezTo>
                        <a:pt x="4726" y="2079"/>
                        <a:pt x="4096" y="1449"/>
                        <a:pt x="3340" y="1449"/>
                      </a:cubicBezTo>
                      <a:cubicBezTo>
                        <a:pt x="2615" y="1449"/>
                        <a:pt x="1985" y="2079"/>
                        <a:pt x="1985" y="2804"/>
                      </a:cubicBezTo>
                      <a:cubicBezTo>
                        <a:pt x="1985" y="3182"/>
                        <a:pt x="2142" y="3529"/>
                        <a:pt x="2363" y="3749"/>
                      </a:cubicBezTo>
                      <a:lnTo>
                        <a:pt x="2016" y="4001"/>
                      </a:lnTo>
                      <a:cubicBezTo>
                        <a:pt x="1827" y="4190"/>
                        <a:pt x="1607" y="4442"/>
                        <a:pt x="1512" y="4663"/>
                      </a:cubicBezTo>
                      <a:cubicBezTo>
                        <a:pt x="1040" y="4064"/>
                        <a:pt x="882" y="3434"/>
                        <a:pt x="945" y="2773"/>
                      </a:cubicBezTo>
                      <a:cubicBezTo>
                        <a:pt x="1103" y="1670"/>
                        <a:pt x="2111" y="693"/>
                        <a:pt x="3371" y="693"/>
                      </a:cubicBezTo>
                      <a:close/>
                      <a:moveTo>
                        <a:pt x="3371" y="4159"/>
                      </a:moveTo>
                      <a:cubicBezTo>
                        <a:pt x="4001" y="4159"/>
                        <a:pt x="4505" y="4600"/>
                        <a:pt x="4694" y="5135"/>
                      </a:cubicBezTo>
                      <a:cubicBezTo>
                        <a:pt x="4316" y="5387"/>
                        <a:pt x="3875" y="5545"/>
                        <a:pt x="3371" y="5545"/>
                      </a:cubicBezTo>
                      <a:cubicBezTo>
                        <a:pt x="2898" y="5545"/>
                        <a:pt x="2426" y="5387"/>
                        <a:pt x="2016" y="5135"/>
                      </a:cubicBezTo>
                      <a:cubicBezTo>
                        <a:pt x="2174" y="4537"/>
                        <a:pt x="2741" y="4159"/>
                        <a:pt x="3371" y="4159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41" y="1229"/>
                        <a:pt x="252" y="2710"/>
                      </a:cubicBezTo>
                      <a:cubicBezTo>
                        <a:pt x="0" y="4600"/>
                        <a:pt x="1512" y="6238"/>
                        <a:pt x="3371" y="6238"/>
                      </a:cubicBezTo>
                      <a:cubicBezTo>
                        <a:pt x="5104" y="6238"/>
                        <a:pt x="6459" y="4820"/>
                        <a:pt x="6459" y="3119"/>
                      </a:cubicBezTo>
                      <a:cubicBezTo>
                        <a:pt x="6459" y="1386"/>
                        <a:pt x="5041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5" name="Google Shape;9179;p73">
                  <a:extLst>
                    <a:ext uri="{FF2B5EF4-FFF2-40B4-BE49-F238E27FC236}">
                      <a16:creationId xmlns:a16="http://schemas.microsoft.com/office/drawing/2014/main" id="{B50A64B9-8F4B-3A90-7B66-9878D6902722}"/>
                    </a:ext>
                  </a:extLst>
                </p:cNvPr>
                <p:cNvSpPr/>
                <p:nvPr/>
              </p:nvSpPr>
              <p:spPr>
                <a:xfrm>
                  <a:off x="1049375" y="2680675"/>
                  <a:ext cx="297725" cy="2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11909" extrusionOk="0">
                      <a:moveTo>
                        <a:pt x="6270" y="1512"/>
                      </a:moveTo>
                      <a:cubicBezTo>
                        <a:pt x="8475" y="1670"/>
                        <a:pt x="10239" y="3434"/>
                        <a:pt x="10397" y="5640"/>
                      </a:cubicBezTo>
                      <a:lnTo>
                        <a:pt x="10082" y="5640"/>
                      </a:lnTo>
                      <a:cubicBezTo>
                        <a:pt x="9893" y="5640"/>
                        <a:pt x="9735" y="5797"/>
                        <a:pt x="9735" y="5986"/>
                      </a:cubicBezTo>
                      <a:cubicBezTo>
                        <a:pt x="9735" y="6207"/>
                        <a:pt x="9893" y="6364"/>
                        <a:pt x="10082" y="6364"/>
                      </a:cubicBezTo>
                      <a:lnTo>
                        <a:pt x="10397" y="6364"/>
                      </a:lnTo>
                      <a:cubicBezTo>
                        <a:pt x="10239" y="8569"/>
                        <a:pt x="8475" y="10334"/>
                        <a:pt x="6270" y="10491"/>
                      </a:cubicBezTo>
                      <a:lnTo>
                        <a:pt x="6270" y="10176"/>
                      </a:lnTo>
                      <a:cubicBezTo>
                        <a:pt x="6270" y="9987"/>
                        <a:pt x="6112" y="9830"/>
                        <a:pt x="5923" y="9830"/>
                      </a:cubicBezTo>
                      <a:cubicBezTo>
                        <a:pt x="5703" y="9830"/>
                        <a:pt x="5545" y="9987"/>
                        <a:pt x="5545" y="10176"/>
                      </a:cubicBezTo>
                      <a:lnTo>
                        <a:pt x="5545" y="10491"/>
                      </a:lnTo>
                      <a:cubicBezTo>
                        <a:pt x="3340" y="10334"/>
                        <a:pt x="1575" y="8569"/>
                        <a:pt x="1418" y="6364"/>
                      </a:cubicBezTo>
                      <a:lnTo>
                        <a:pt x="1733" y="6364"/>
                      </a:lnTo>
                      <a:cubicBezTo>
                        <a:pt x="1922" y="6364"/>
                        <a:pt x="2079" y="6207"/>
                        <a:pt x="2079" y="5986"/>
                      </a:cubicBezTo>
                      <a:cubicBezTo>
                        <a:pt x="2142" y="5797"/>
                        <a:pt x="1985" y="5640"/>
                        <a:pt x="1764" y="5640"/>
                      </a:cubicBezTo>
                      <a:lnTo>
                        <a:pt x="1418" y="5640"/>
                      </a:lnTo>
                      <a:cubicBezTo>
                        <a:pt x="1575" y="3434"/>
                        <a:pt x="3340" y="1670"/>
                        <a:pt x="5545" y="1512"/>
                      </a:cubicBezTo>
                      <a:lnTo>
                        <a:pt x="5545" y="1827"/>
                      </a:lnTo>
                      <a:cubicBezTo>
                        <a:pt x="5545" y="2016"/>
                        <a:pt x="5703" y="2174"/>
                        <a:pt x="5923" y="2174"/>
                      </a:cubicBezTo>
                      <a:cubicBezTo>
                        <a:pt x="6112" y="2174"/>
                        <a:pt x="6270" y="2016"/>
                        <a:pt x="6270" y="1827"/>
                      </a:cubicBezTo>
                      <a:lnTo>
                        <a:pt x="6270" y="15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56"/>
                      </a:lnTo>
                      <a:cubicBezTo>
                        <a:pt x="2993" y="914"/>
                        <a:pt x="914" y="2993"/>
                        <a:pt x="756" y="5608"/>
                      </a:cubicBezTo>
                      <a:lnTo>
                        <a:pt x="347" y="5608"/>
                      </a:lnTo>
                      <a:cubicBezTo>
                        <a:pt x="158" y="5608"/>
                        <a:pt x="0" y="5766"/>
                        <a:pt x="0" y="5955"/>
                      </a:cubicBezTo>
                      <a:cubicBezTo>
                        <a:pt x="0" y="6144"/>
                        <a:pt x="158" y="6301"/>
                        <a:pt x="347" y="6301"/>
                      </a:cubicBezTo>
                      <a:lnTo>
                        <a:pt x="756" y="6301"/>
                      </a:lnTo>
                      <a:cubicBezTo>
                        <a:pt x="914" y="8916"/>
                        <a:pt x="2993" y="10995"/>
                        <a:pt x="5608" y="11153"/>
                      </a:cubicBezTo>
                      <a:lnTo>
                        <a:pt x="5608" y="11562"/>
                      </a:lnTo>
                      <a:cubicBezTo>
                        <a:pt x="5608" y="11751"/>
                        <a:pt x="5766" y="11909"/>
                        <a:pt x="5955" y="11909"/>
                      </a:cubicBezTo>
                      <a:cubicBezTo>
                        <a:pt x="6144" y="11909"/>
                        <a:pt x="6301" y="11751"/>
                        <a:pt x="6301" y="11562"/>
                      </a:cubicBezTo>
                      <a:lnTo>
                        <a:pt x="6301" y="11153"/>
                      </a:lnTo>
                      <a:cubicBezTo>
                        <a:pt x="8916" y="10995"/>
                        <a:pt x="10995" y="8916"/>
                        <a:pt x="11153" y="6301"/>
                      </a:cubicBezTo>
                      <a:lnTo>
                        <a:pt x="11531" y="6301"/>
                      </a:lnTo>
                      <a:cubicBezTo>
                        <a:pt x="11751" y="6301"/>
                        <a:pt x="11909" y="6144"/>
                        <a:pt x="11909" y="5955"/>
                      </a:cubicBezTo>
                      <a:cubicBezTo>
                        <a:pt x="11909" y="5766"/>
                        <a:pt x="11751" y="5608"/>
                        <a:pt x="11531" y="5608"/>
                      </a:cubicBezTo>
                      <a:lnTo>
                        <a:pt x="11153" y="5608"/>
                      </a:lnTo>
                      <a:cubicBezTo>
                        <a:pt x="10995" y="2993"/>
                        <a:pt x="8916" y="914"/>
                        <a:pt x="6301" y="756"/>
                      </a:cubicBez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2" name="Google Shape;9180;p73">
                <a:extLst>
                  <a:ext uri="{FF2B5EF4-FFF2-40B4-BE49-F238E27FC236}">
                    <a16:creationId xmlns:a16="http://schemas.microsoft.com/office/drawing/2014/main" id="{85825ABF-39E7-2034-3F46-2C6FC8EB5729}"/>
                  </a:ext>
                </a:extLst>
              </p:cNvPr>
              <p:cNvGrpSpPr/>
              <p:nvPr/>
            </p:nvGrpSpPr>
            <p:grpSpPr>
              <a:xfrm>
                <a:off x="4571962" y="1688532"/>
                <a:ext cx="499261" cy="499303"/>
                <a:chOff x="2872725" y="1954475"/>
                <a:chExt cx="295375" cy="295400"/>
              </a:xfrm>
              <a:grpFill/>
            </p:grpSpPr>
            <p:sp>
              <p:nvSpPr>
                <p:cNvPr id="17811" name="Google Shape;9181;p73">
                  <a:extLst>
                    <a:ext uri="{FF2B5EF4-FFF2-40B4-BE49-F238E27FC236}">
                      <a16:creationId xmlns:a16="http://schemas.microsoft.com/office/drawing/2014/main" id="{A6D438DA-2628-C80C-D206-3B12A4B68E5C}"/>
                    </a:ext>
                  </a:extLst>
                </p:cNvPr>
                <p:cNvSpPr/>
                <p:nvPr/>
              </p:nvSpPr>
              <p:spPr>
                <a:xfrm>
                  <a:off x="2959350" y="1954475"/>
                  <a:ext cx="122100" cy="139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78" extrusionOk="0">
                      <a:moveTo>
                        <a:pt x="2395" y="694"/>
                      </a:moveTo>
                      <a:cubicBezTo>
                        <a:pt x="2805" y="694"/>
                        <a:pt x="3120" y="1009"/>
                        <a:pt x="3120" y="1418"/>
                      </a:cubicBezTo>
                      <a:cubicBezTo>
                        <a:pt x="3120" y="1797"/>
                        <a:pt x="2805" y="2112"/>
                        <a:pt x="2395" y="2112"/>
                      </a:cubicBezTo>
                      <a:cubicBezTo>
                        <a:pt x="2017" y="2112"/>
                        <a:pt x="1702" y="1797"/>
                        <a:pt x="1702" y="1418"/>
                      </a:cubicBezTo>
                      <a:cubicBezTo>
                        <a:pt x="1733" y="1009"/>
                        <a:pt x="2048" y="694"/>
                        <a:pt x="2395" y="694"/>
                      </a:cubicBezTo>
                      <a:close/>
                      <a:moveTo>
                        <a:pt x="2395" y="2742"/>
                      </a:moveTo>
                      <a:cubicBezTo>
                        <a:pt x="3340" y="2742"/>
                        <a:pt x="4128" y="3529"/>
                        <a:pt x="4128" y="4537"/>
                      </a:cubicBezTo>
                      <a:lnTo>
                        <a:pt x="4128" y="4884"/>
                      </a:lnTo>
                      <a:lnTo>
                        <a:pt x="662" y="4884"/>
                      </a:lnTo>
                      <a:lnTo>
                        <a:pt x="662" y="4537"/>
                      </a:lnTo>
                      <a:cubicBezTo>
                        <a:pt x="662" y="3529"/>
                        <a:pt x="1450" y="2742"/>
                        <a:pt x="2395" y="2742"/>
                      </a:cubicBezTo>
                      <a:close/>
                      <a:moveTo>
                        <a:pt x="2490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4"/>
                        <a:pt x="1229" y="2049"/>
                        <a:pt x="1450" y="2332"/>
                      </a:cubicBezTo>
                      <a:cubicBezTo>
                        <a:pt x="568" y="2710"/>
                        <a:pt x="1" y="3529"/>
                        <a:pt x="1" y="4537"/>
                      </a:cubicBezTo>
                      <a:lnTo>
                        <a:pt x="1" y="5231"/>
                      </a:lnTo>
                      <a:cubicBezTo>
                        <a:pt x="1" y="5420"/>
                        <a:pt x="158" y="5577"/>
                        <a:pt x="347" y="5577"/>
                      </a:cubicBezTo>
                      <a:lnTo>
                        <a:pt x="4537" y="5577"/>
                      </a:lnTo>
                      <a:cubicBezTo>
                        <a:pt x="4726" y="5577"/>
                        <a:pt x="4884" y="5420"/>
                        <a:pt x="4884" y="5231"/>
                      </a:cubicBezTo>
                      <a:lnTo>
                        <a:pt x="4884" y="4537"/>
                      </a:lnTo>
                      <a:cubicBezTo>
                        <a:pt x="4884" y="3529"/>
                        <a:pt x="4317" y="2710"/>
                        <a:pt x="3498" y="2332"/>
                      </a:cubicBezTo>
                      <a:cubicBezTo>
                        <a:pt x="3750" y="2080"/>
                        <a:pt x="3844" y="1765"/>
                        <a:pt x="3844" y="1387"/>
                      </a:cubicBezTo>
                      <a:cubicBezTo>
                        <a:pt x="3844" y="631"/>
                        <a:pt x="3214" y="1"/>
                        <a:pt x="249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2" name="Google Shape;9182;p73">
                  <a:extLst>
                    <a:ext uri="{FF2B5EF4-FFF2-40B4-BE49-F238E27FC236}">
                      <a16:creationId xmlns:a16="http://schemas.microsoft.com/office/drawing/2014/main" id="{FE446367-D440-7C9D-8075-2ECD5390FA34}"/>
                    </a:ext>
                  </a:extLst>
                </p:cNvPr>
                <p:cNvSpPr/>
                <p:nvPr/>
              </p:nvSpPr>
              <p:spPr>
                <a:xfrm>
                  <a:off x="2906575" y="2146650"/>
                  <a:ext cx="19142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2774" extrusionOk="0">
                      <a:moveTo>
                        <a:pt x="1419" y="694"/>
                      </a:moveTo>
                      <a:lnTo>
                        <a:pt x="1419" y="2080"/>
                      </a:lnTo>
                      <a:lnTo>
                        <a:pt x="694" y="2080"/>
                      </a:lnTo>
                      <a:lnTo>
                        <a:pt x="694" y="694"/>
                      </a:lnTo>
                      <a:close/>
                      <a:moveTo>
                        <a:pt x="2773" y="694"/>
                      </a:moveTo>
                      <a:lnTo>
                        <a:pt x="2773" y="2080"/>
                      </a:lnTo>
                      <a:lnTo>
                        <a:pt x="2080" y="2080"/>
                      </a:lnTo>
                      <a:lnTo>
                        <a:pt x="2080" y="694"/>
                      </a:lnTo>
                      <a:close/>
                      <a:moveTo>
                        <a:pt x="4159" y="694"/>
                      </a:moveTo>
                      <a:lnTo>
                        <a:pt x="4159" y="2080"/>
                      </a:lnTo>
                      <a:lnTo>
                        <a:pt x="3466" y="2080"/>
                      </a:lnTo>
                      <a:lnTo>
                        <a:pt x="3466" y="694"/>
                      </a:lnTo>
                      <a:close/>
                      <a:moveTo>
                        <a:pt x="6995" y="694"/>
                      </a:moveTo>
                      <a:lnTo>
                        <a:pt x="6995" y="2080"/>
                      </a:lnTo>
                      <a:lnTo>
                        <a:pt x="4884" y="2080"/>
                      </a:lnTo>
                      <a:lnTo>
                        <a:pt x="4884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2427"/>
                      </a:lnTo>
                      <a:cubicBezTo>
                        <a:pt x="1" y="2616"/>
                        <a:pt x="158" y="2773"/>
                        <a:pt x="347" y="2773"/>
                      </a:cubicBezTo>
                      <a:lnTo>
                        <a:pt x="7310" y="2773"/>
                      </a:lnTo>
                      <a:cubicBezTo>
                        <a:pt x="7499" y="2773"/>
                        <a:pt x="7657" y="2616"/>
                        <a:pt x="7657" y="2427"/>
                      </a:cubicBezTo>
                      <a:lnTo>
                        <a:pt x="7657" y="347"/>
                      </a:lnTo>
                      <a:cubicBezTo>
                        <a:pt x="7657" y="127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3" name="Google Shape;9183;p73">
                  <a:extLst>
                    <a:ext uri="{FF2B5EF4-FFF2-40B4-BE49-F238E27FC236}">
                      <a16:creationId xmlns:a16="http://schemas.microsoft.com/office/drawing/2014/main" id="{69A071B6-F865-959F-5756-9AAB03734A7D}"/>
                    </a:ext>
                  </a:extLst>
                </p:cNvPr>
                <p:cNvSpPr/>
                <p:nvPr/>
              </p:nvSpPr>
              <p:spPr>
                <a:xfrm>
                  <a:off x="2872725" y="2112000"/>
                  <a:ext cx="2953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5515" extrusionOk="0">
                      <a:moveTo>
                        <a:pt x="11121" y="2080"/>
                      </a:moveTo>
                      <a:lnTo>
                        <a:pt x="11121" y="3466"/>
                      </a:lnTo>
                      <a:lnTo>
                        <a:pt x="10397" y="3466"/>
                      </a:lnTo>
                      <a:lnTo>
                        <a:pt x="10397" y="2080"/>
                      </a:lnTo>
                      <a:close/>
                      <a:moveTo>
                        <a:pt x="9389" y="662"/>
                      </a:moveTo>
                      <a:cubicBezTo>
                        <a:pt x="9578" y="662"/>
                        <a:pt x="9735" y="820"/>
                        <a:pt x="9735" y="1009"/>
                      </a:cubicBezTo>
                      <a:lnTo>
                        <a:pt x="9735" y="4474"/>
                      </a:lnTo>
                      <a:cubicBezTo>
                        <a:pt x="9735" y="4663"/>
                        <a:pt x="9578" y="4852"/>
                        <a:pt x="9389" y="4852"/>
                      </a:cubicBezTo>
                      <a:lnTo>
                        <a:pt x="1040" y="4852"/>
                      </a:lnTo>
                      <a:cubicBezTo>
                        <a:pt x="819" y="4852"/>
                        <a:pt x="662" y="4663"/>
                        <a:pt x="662" y="4474"/>
                      </a:cubicBez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4474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9357" y="5514"/>
                      </a:lnTo>
                      <a:cubicBezTo>
                        <a:pt x="9956" y="5514"/>
                        <a:pt x="10397" y="5041"/>
                        <a:pt x="10397" y="4474"/>
                      </a:cubicBezTo>
                      <a:lnTo>
                        <a:pt x="10397" y="4128"/>
                      </a:lnTo>
                      <a:lnTo>
                        <a:pt x="11436" y="4128"/>
                      </a:lnTo>
                      <a:cubicBezTo>
                        <a:pt x="11625" y="4128"/>
                        <a:pt x="11783" y="3970"/>
                        <a:pt x="11783" y="3781"/>
                      </a:cubicBezTo>
                      <a:lnTo>
                        <a:pt x="11783" y="1702"/>
                      </a:lnTo>
                      <a:cubicBezTo>
                        <a:pt x="11814" y="1513"/>
                        <a:pt x="11657" y="1387"/>
                        <a:pt x="11468" y="1387"/>
                      </a:cubicBezTo>
                      <a:lnTo>
                        <a:pt x="10397" y="1387"/>
                      </a:lnTo>
                      <a:lnTo>
                        <a:pt x="10397" y="1009"/>
                      </a:lnTo>
                      <a:cubicBezTo>
                        <a:pt x="10397" y="442"/>
                        <a:pt x="9924" y="1"/>
                        <a:pt x="93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3" name="Google Shape;9184;p73">
                <a:extLst>
                  <a:ext uri="{FF2B5EF4-FFF2-40B4-BE49-F238E27FC236}">
                    <a16:creationId xmlns:a16="http://schemas.microsoft.com/office/drawing/2014/main" id="{C8A50F2D-CF9F-8DB4-9678-E646D6A0D2DE}"/>
                  </a:ext>
                </a:extLst>
              </p:cNvPr>
              <p:cNvGrpSpPr/>
              <p:nvPr/>
            </p:nvGrpSpPr>
            <p:grpSpPr>
              <a:xfrm>
                <a:off x="4602577" y="2280292"/>
                <a:ext cx="438032" cy="501965"/>
                <a:chOff x="2890050" y="2318350"/>
                <a:chExt cx="259150" cy="296975"/>
              </a:xfrm>
              <a:grpFill/>
            </p:grpSpPr>
            <p:sp>
              <p:nvSpPr>
                <p:cNvPr id="17809" name="Google Shape;9185;p73">
                  <a:extLst>
                    <a:ext uri="{FF2B5EF4-FFF2-40B4-BE49-F238E27FC236}">
                      <a16:creationId xmlns:a16="http://schemas.microsoft.com/office/drawing/2014/main" id="{C421F685-F7E0-67EC-8F97-62B8C8D430A1}"/>
                    </a:ext>
                  </a:extLst>
                </p:cNvPr>
                <p:cNvSpPr/>
                <p:nvPr/>
              </p:nvSpPr>
              <p:spPr>
                <a:xfrm>
                  <a:off x="2936525" y="2353025"/>
                  <a:ext cx="16070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9" extrusionOk="0">
                      <a:moveTo>
                        <a:pt x="3371" y="2048"/>
                      </a:moveTo>
                      <a:cubicBezTo>
                        <a:pt x="3749" y="2048"/>
                        <a:pt x="4064" y="2363"/>
                        <a:pt x="4064" y="2773"/>
                      </a:cubicBezTo>
                      <a:cubicBezTo>
                        <a:pt x="4064" y="3151"/>
                        <a:pt x="3749" y="3466"/>
                        <a:pt x="3371" y="3466"/>
                      </a:cubicBezTo>
                      <a:cubicBezTo>
                        <a:pt x="2961" y="3466"/>
                        <a:pt x="2646" y="3151"/>
                        <a:pt x="2646" y="2773"/>
                      </a:cubicBezTo>
                      <a:cubicBezTo>
                        <a:pt x="2646" y="2363"/>
                        <a:pt x="2961" y="2048"/>
                        <a:pt x="3371" y="2048"/>
                      </a:cubicBezTo>
                      <a:close/>
                      <a:moveTo>
                        <a:pt x="3308" y="662"/>
                      </a:moveTo>
                      <a:cubicBezTo>
                        <a:pt x="4663" y="662"/>
                        <a:pt x="5734" y="1764"/>
                        <a:pt x="5734" y="3119"/>
                      </a:cubicBezTo>
                      <a:cubicBezTo>
                        <a:pt x="5734" y="3655"/>
                        <a:pt x="5513" y="4159"/>
                        <a:pt x="5167" y="4663"/>
                      </a:cubicBezTo>
                      <a:cubicBezTo>
                        <a:pt x="4978" y="4253"/>
                        <a:pt x="4694" y="3938"/>
                        <a:pt x="4316" y="3686"/>
                      </a:cubicBezTo>
                      <a:cubicBezTo>
                        <a:pt x="4537" y="3466"/>
                        <a:pt x="4694" y="3119"/>
                        <a:pt x="4694" y="2741"/>
                      </a:cubicBezTo>
                      <a:cubicBezTo>
                        <a:pt x="4694" y="2016"/>
                        <a:pt x="4064" y="1386"/>
                        <a:pt x="3308" y="1386"/>
                      </a:cubicBezTo>
                      <a:cubicBezTo>
                        <a:pt x="2583" y="1386"/>
                        <a:pt x="1953" y="2016"/>
                        <a:pt x="1953" y="2741"/>
                      </a:cubicBezTo>
                      <a:cubicBezTo>
                        <a:pt x="1953" y="3119"/>
                        <a:pt x="2111" y="3466"/>
                        <a:pt x="2331" y="3686"/>
                      </a:cubicBezTo>
                      <a:cubicBezTo>
                        <a:pt x="1953" y="3907"/>
                        <a:pt x="1670" y="4253"/>
                        <a:pt x="1481" y="4663"/>
                      </a:cubicBezTo>
                      <a:cubicBezTo>
                        <a:pt x="1008" y="4096"/>
                        <a:pt x="851" y="3434"/>
                        <a:pt x="914" y="2773"/>
                      </a:cubicBezTo>
                      <a:cubicBezTo>
                        <a:pt x="1071" y="1670"/>
                        <a:pt x="2048" y="662"/>
                        <a:pt x="3308" y="662"/>
                      </a:cubicBezTo>
                      <a:close/>
                      <a:moveTo>
                        <a:pt x="3308" y="4190"/>
                      </a:moveTo>
                      <a:cubicBezTo>
                        <a:pt x="3938" y="4190"/>
                        <a:pt x="4442" y="4600"/>
                        <a:pt x="4663" y="5167"/>
                      </a:cubicBezTo>
                      <a:cubicBezTo>
                        <a:pt x="4253" y="5387"/>
                        <a:pt x="3844" y="5545"/>
                        <a:pt x="3308" y="5545"/>
                      </a:cubicBezTo>
                      <a:cubicBezTo>
                        <a:pt x="2835" y="5545"/>
                        <a:pt x="2363" y="5387"/>
                        <a:pt x="1985" y="5167"/>
                      </a:cubicBezTo>
                      <a:cubicBezTo>
                        <a:pt x="2142" y="4568"/>
                        <a:pt x="2678" y="4190"/>
                        <a:pt x="3308" y="4190"/>
                      </a:cubicBezTo>
                      <a:close/>
                      <a:moveTo>
                        <a:pt x="3308" y="0"/>
                      </a:moveTo>
                      <a:cubicBezTo>
                        <a:pt x="1701" y="0"/>
                        <a:pt x="410" y="1229"/>
                        <a:pt x="252" y="2678"/>
                      </a:cubicBezTo>
                      <a:cubicBezTo>
                        <a:pt x="0" y="4600"/>
                        <a:pt x="1481" y="6238"/>
                        <a:pt x="3308" y="6238"/>
                      </a:cubicBezTo>
                      <a:cubicBezTo>
                        <a:pt x="5041" y="6238"/>
                        <a:pt x="6427" y="4820"/>
                        <a:pt x="6427" y="3119"/>
                      </a:cubicBezTo>
                      <a:cubicBezTo>
                        <a:pt x="6427" y="1386"/>
                        <a:pt x="5009" y="0"/>
                        <a:pt x="33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10" name="Google Shape;9186;p73">
                  <a:extLst>
                    <a:ext uri="{FF2B5EF4-FFF2-40B4-BE49-F238E27FC236}">
                      <a16:creationId xmlns:a16="http://schemas.microsoft.com/office/drawing/2014/main" id="{3C1663A0-D951-719B-BE2F-6A83A8E09B7A}"/>
                    </a:ext>
                  </a:extLst>
                </p:cNvPr>
                <p:cNvSpPr/>
                <p:nvPr/>
              </p:nvSpPr>
              <p:spPr>
                <a:xfrm>
                  <a:off x="2890050" y="2318350"/>
                  <a:ext cx="259150" cy="29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1879" extrusionOk="0">
                      <a:moveTo>
                        <a:pt x="5167" y="694"/>
                      </a:moveTo>
                      <a:cubicBezTo>
                        <a:pt x="7309" y="694"/>
                        <a:pt x="9011" y="2427"/>
                        <a:pt x="9011" y="4506"/>
                      </a:cubicBezTo>
                      <a:cubicBezTo>
                        <a:pt x="9011" y="5640"/>
                        <a:pt x="8475" y="6711"/>
                        <a:pt x="7656" y="7405"/>
                      </a:cubicBezTo>
                      <a:lnTo>
                        <a:pt x="5167" y="9547"/>
                      </a:lnTo>
                      <a:lnTo>
                        <a:pt x="2710" y="7405"/>
                      </a:lnTo>
                      <a:cubicBezTo>
                        <a:pt x="1796" y="6585"/>
                        <a:pt x="1229" y="5420"/>
                        <a:pt x="1386" y="4034"/>
                      </a:cubicBezTo>
                      <a:cubicBezTo>
                        <a:pt x="1575" y="2206"/>
                        <a:pt x="3151" y="694"/>
                        <a:pt x="5167" y="694"/>
                      </a:cubicBezTo>
                      <a:close/>
                      <a:moveTo>
                        <a:pt x="8475" y="8980"/>
                      </a:moveTo>
                      <a:lnTo>
                        <a:pt x="9546" y="11122"/>
                      </a:lnTo>
                      <a:lnTo>
                        <a:pt x="977" y="11122"/>
                      </a:lnTo>
                      <a:lnTo>
                        <a:pt x="2017" y="8980"/>
                      </a:lnTo>
                      <a:lnTo>
                        <a:pt x="3529" y="8980"/>
                      </a:lnTo>
                      <a:lnTo>
                        <a:pt x="4978" y="10240"/>
                      </a:lnTo>
                      <a:cubicBezTo>
                        <a:pt x="5073" y="10272"/>
                        <a:pt x="5136" y="10335"/>
                        <a:pt x="5230" y="10335"/>
                      </a:cubicBezTo>
                      <a:cubicBezTo>
                        <a:pt x="5293" y="10335"/>
                        <a:pt x="5388" y="10272"/>
                        <a:pt x="5451" y="10240"/>
                      </a:cubicBezTo>
                      <a:lnTo>
                        <a:pt x="6900" y="8980"/>
                      </a:lnTo>
                      <a:close/>
                      <a:moveTo>
                        <a:pt x="5107" y="1"/>
                      </a:moveTo>
                      <a:cubicBezTo>
                        <a:pt x="2772" y="1"/>
                        <a:pt x="912" y="1815"/>
                        <a:pt x="662" y="3939"/>
                      </a:cubicBezTo>
                      <a:cubicBezTo>
                        <a:pt x="441" y="5483"/>
                        <a:pt x="1040" y="6932"/>
                        <a:pt x="2174" y="7940"/>
                      </a:cubicBezTo>
                      <a:lnTo>
                        <a:pt x="2615" y="8318"/>
                      </a:lnTo>
                      <a:lnTo>
                        <a:pt x="1638" y="8318"/>
                      </a:lnTo>
                      <a:cubicBezTo>
                        <a:pt x="1575" y="8318"/>
                        <a:pt x="1481" y="8413"/>
                        <a:pt x="1449" y="8507"/>
                      </a:cubicBezTo>
                      <a:lnTo>
                        <a:pt x="63" y="11343"/>
                      </a:lnTo>
                      <a:cubicBezTo>
                        <a:pt x="0" y="11469"/>
                        <a:pt x="0" y="11595"/>
                        <a:pt x="63" y="11721"/>
                      </a:cubicBezTo>
                      <a:cubicBezTo>
                        <a:pt x="126" y="11815"/>
                        <a:pt x="221" y="11878"/>
                        <a:pt x="347" y="11878"/>
                      </a:cubicBezTo>
                      <a:lnTo>
                        <a:pt x="10019" y="11878"/>
                      </a:lnTo>
                      <a:cubicBezTo>
                        <a:pt x="10145" y="11878"/>
                        <a:pt x="10271" y="11784"/>
                        <a:pt x="10302" y="11721"/>
                      </a:cubicBezTo>
                      <a:cubicBezTo>
                        <a:pt x="10365" y="11595"/>
                        <a:pt x="10365" y="11469"/>
                        <a:pt x="10302" y="11343"/>
                      </a:cubicBezTo>
                      <a:lnTo>
                        <a:pt x="8916" y="8507"/>
                      </a:lnTo>
                      <a:cubicBezTo>
                        <a:pt x="8885" y="8413"/>
                        <a:pt x="8727" y="8318"/>
                        <a:pt x="8601" y="8318"/>
                      </a:cubicBezTo>
                      <a:lnTo>
                        <a:pt x="7624" y="8318"/>
                      </a:lnTo>
                      <a:lnTo>
                        <a:pt x="8065" y="7940"/>
                      </a:lnTo>
                      <a:cubicBezTo>
                        <a:pt x="9042" y="7090"/>
                        <a:pt x="9641" y="5829"/>
                        <a:pt x="9641" y="4506"/>
                      </a:cubicBezTo>
                      <a:cubicBezTo>
                        <a:pt x="9641" y="2049"/>
                        <a:pt x="7656" y="1"/>
                        <a:pt x="5167" y="1"/>
                      </a:cubicBezTo>
                      <a:cubicBezTo>
                        <a:pt x="5147" y="1"/>
                        <a:pt x="5127" y="1"/>
                        <a:pt x="51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84" name="Google Shape;9187;p73">
                <a:extLst>
                  <a:ext uri="{FF2B5EF4-FFF2-40B4-BE49-F238E27FC236}">
                    <a16:creationId xmlns:a16="http://schemas.microsoft.com/office/drawing/2014/main" id="{B3F317AC-55C1-DCA2-31E6-87062C0E776E}"/>
                  </a:ext>
                </a:extLst>
              </p:cNvPr>
              <p:cNvSpPr/>
              <p:nvPr/>
            </p:nvSpPr>
            <p:spPr>
              <a:xfrm>
                <a:off x="4659775" y="2923979"/>
                <a:ext cx="323559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7657" h="11878" extrusionOk="0">
                    <a:moveTo>
                      <a:pt x="3813" y="1387"/>
                    </a:moveTo>
                    <a:cubicBezTo>
                      <a:pt x="4254" y="1387"/>
                      <a:pt x="4664" y="1670"/>
                      <a:pt x="4821" y="2112"/>
                    </a:cubicBezTo>
                    <a:lnTo>
                      <a:pt x="2836" y="2112"/>
                    </a:lnTo>
                    <a:cubicBezTo>
                      <a:pt x="2994" y="1702"/>
                      <a:pt x="3372" y="1387"/>
                      <a:pt x="3813" y="1387"/>
                    </a:cubicBezTo>
                    <a:close/>
                    <a:moveTo>
                      <a:pt x="4947" y="2805"/>
                    </a:moveTo>
                    <a:cubicBezTo>
                      <a:pt x="5199" y="2805"/>
                      <a:pt x="5357" y="3057"/>
                      <a:pt x="5294" y="3277"/>
                    </a:cubicBezTo>
                    <a:lnTo>
                      <a:pt x="4947" y="4222"/>
                    </a:lnTo>
                    <a:lnTo>
                      <a:pt x="2679" y="4222"/>
                    </a:lnTo>
                    <a:lnTo>
                      <a:pt x="2364" y="3277"/>
                    </a:lnTo>
                    <a:cubicBezTo>
                      <a:pt x="2332" y="3025"/>
                      <a:pt x="2490" y="2805"/>
                      <a:pt x="2710" y="2805"/>
                    </a:cubicBezTo>
                    <a:close/>
                    <a:moveTo>
                      <a:pt x="4916" y="4852"/>
                    </a:moveTo>
                    <a:lnTo>
                      <a:pt x="5514" y="8381"/>
                    </a:lnTo>
                    <a:lnTo>
                      <a:pt x="2175" y="8381"/>
                    </a:lnTo>
                    <a:lnTo>
                      <a:pt x="2773" y="4852"/>
                    </a:lnTo>
                    <a:close/>
                    <a:moveTo>
                      <a:pt x="5955" y="9074"/>
                    </a:moveTo>
                    <a:cubicBezTo>
                      <a:pt x="6144" y="9074"/>
                      <a:pt x="6302" y="9232"/>
                      <a:pt x="6302" y="9421"/>
                    </a:cubicBezTo>
                    <a:lnTo>
                      <a:pt x="6302" y="9799"/>
                    </a:lnTo>
                    <a:lnTo>
                      <a:pt x="1450" y="9799"/>
                    </a:lnTo>
                    <a:lnTo>
                      <a:pt x="1450" y="9421"/>
                    </a:lnTo>
                    <a:cubicBezTo>
                      <a:pt x="1419" y="9232"/>
                      <a:pt x="1576" y="9074"/>
                      <a:pt x="1765" y="9074"/>
                    </a:cubicBezTo>
                    <a:close/>
                    <a:moveTo>
                      <a:pt x="6648" y="10460"/>
                    </a:moveTo>
                    <a:cubicBezTo>
                      <a:pt x="6806" y="10460"/>
                      <a:pt x="6964" y="10618"/>
                      <a:pt x="6964" y="10807"/>
                    </a:cubicBezTo>
                    <a:lnTo>
                      <a:pt x="6964" y="11153"/>
                    </a:lnTo>
                    <a:lnTo>
                      <a:pt x="757" y="11153"/>
                    </a:lnTo>
                    <a:lnTo>
                      <a:pt x="757" y="10807"/>
                    </a:lnTo>
                    <a:cubicBezTo>
                      <a:pt x="757" y="10618"/>
                      <a:pt x="915" y="10460"/>
                      <a:pt x="1104" y="10460"/>
                    </a:cubicBezTo>
                    <a:close/>
                    <a:moveTo>
                      <a:pt x="3782" y="1"/>
                    </a:moveTo>
                    <a:cubicBezTo>
                      <a:pt x="3592" y="1"/>
                      <a:pt x="3435" y="158"/>
                      <a:pt x="3435" y="379"/>
                    </a:cubicBezTo>
                    <a:lnTo>
                      <a:pt x="3435" y="757"/>
                    </a:lnTo>
                    <a:cubicBezTo>
                      <a:pt x="2679" y="914"/>
                      <a:pt x="2143" y="1544"/>
                      <a:pt x="2049" y="2301"/>
                    </a:cubicBezTo>
                    <a:cubicBezTo>
                      <a:pt x="1702" y="2521"/>
                      <a:pt x="1545" y="3025"/>
                      <a:pt x="1671" y="3466"/>
                    </a:cubicBezTo>
                    <a:lnTo>
                      <a:pt x="1891" y="4191"/>
                    </a:lnTo>
                    <a:lnTo>
                      <a:pt x="1702" y="4191"/>
                    </a:lnTo>
                    <a:cubicBezTo>
                      <a:pt x="1513" y="4191"/>
                      <a:pt x="1356" y="4348"/>
                      <a:pt x="1356" y="4537"/>
                    </a:cubicBezTo>
                    <a:cubicBezTo>
                      <a:pt x="1356" y="4758"/>
                      <a:pt x="1513" y="4915"/>
                      <a:pt x="1702" y="4915"/>
                    </a:cubicBezTo>
                    <a:lnTo>
                      <a:pt x="1986" y="4915"/>
                    </a:lnTo>
                    <a:lnTo>
                      <a:pt x="1387" y="8444"/>
                    </a:lnTo>
                    <a:cubicBezTo>
                      <a:pt x="1009" y="8570"/>
                      <a:pt x="726" y="8948"/>
                      <a:pt x="726" y="9421"/>
                    </a:cubicBezTo>
                    <a:lnTo>
                      <a:pt x="726" y="9830"/>
                    </a:lnTo>
                    <a:cubicBezTo>
                      <a:pt x="316" y="9988"/>
                      <a:pt x="1" y="10334"/>
                      <a:pt x="1" y="10807"/>
                    </a:cubicBezTo>
                    <a:lnTo>
                      <a:pt x="1" y="11531"/>
                    </a:lnTo>
                    <a:cubicBezTo>
                      <a:pt x="1" y="11720"/>
                      <a:pt x="158" y="11878"/>
                      <a:pt x="347" y="11878"/>
                    </a:cubicBezTo>
                    <a:lnTo>
                      <a:pt x="7279" y="11878"/>
                    </a:lnTo>
                    <a:cubicBezTo>
                      <a:pt x="7499" y="11878"/>
                      <a:pt x="7657" y="11720"/>
                      <a:pt x="7657" y="11531"/>
                    </a:cubicBezTo>
                    <a:lnTo>
                      <a:pt x="7657" y="10807"/>
                    </a:lnTo>
                    <a:cubicBezTo>
                      <a:pt x="7657" y="10366"/>
                      <a:pt x="7373" y="9988"/>
                      <a:pt x="6932" y="9830"/>
                    </a:cubicBezTo>
                    <a:lnTo>
                      <a:pt x="6932" y="9421"/>
                    </a:lnTo>
                    <a:cubicBezTo>
                      <a:pt x="6932" y="8948"/>
                      <a:pt x="6617" y="8570"/>
                      <a:pt x="6176" y="8444"/>
                    </a:cubicBezTo>
                    <a:lnTo>
                      <a:pt x="5609" y="4915"/>
                    </a:lnTo>
                    <a:lnTo>
                      <a:pt x="5861" y="4915"/>
                    </a:lnTo>
                    <a:cubicBezTo>
                      <a:pt x="6081" y="4915"/>
                      <a:pt x="6207" y="4758"/>
                      <a:pt x="6207" y="4537"/>
                    </a:cubicBezTo>
                    <a:cubicBezTo>
                      <a:pt x="6207" y="4348"/>
                      <a:pt x="6081" y="4191"/>
                      <a:pt x="5861" y="4191"/>
                    </a:cubicBezTo>
                    <a:lnTo>
                      <a:pt x="5672" y="4191"/>
                    </a:lnTo>
                    <a:lnTo>
                      <a:pt x="5924" y="3466"/>
                    </a:lnTo>
                    <a:cubicBezTo>
                      <a:pt x="6081" y="3025"/>
                      <a:pt x="5861" y="2584"/>
                      <a:pt x="5514" y="2301"/>
                    </a:cubicBezTo>
                    <a:cubicBezTo>
                      <a:pt x="5451" y="1513"/>
                      <a:pt x="4884" y="914"/>
                      <a:pt x="4128" y="757"/>
                    </a:cubicBezTo>
                    <a:lnTo>
                      <a:pt x="4128" y="379"/>
                    </a:lnTo>
                    <a:cubicBezTo>
                      <a:pt x="4128" y="158"/>
                      <a:pt x="3971" y="1"/>
                      <a:pt x="378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5" name="Google Shape;9188;p73">
                <a:extLst>
                  <a:ext uri="{FF2B5EF4-FFF2-40B4-BE49-F238E27FC236}">
                    <a16:creationId xmlns:a16="http://schemas.microsoft.com/office/drawing/2014/main" id="{4A041CA6-466D-A5DC-F156-8A1F69E6C097}"/>
                  </a:ext>
                </a:extLst>
              </p:cNvPr>
              <p:cNvGrpSpPr/>
              <p:nvPr/>
            </p:nvGrpSpPr>
            <p:grpSpPr>
              <a:xfrm>
                <a:off x="7744368" y="1689229"/>
                <a:ext cx="497908" cy="497908"/>
                <a:chOff x="4685050" y="1945825"/>
                <a:chExt cx="294575" cy="294575"/>
              </a:xfrm>
              <a:grpFill/>
            </p:grpSpPr>
            <p:sp>
              <p:nvSpPr>
                <p:cNvPr id="17804" name="Google Shape;9189;p73">
                  <a:extLst>
                    <a:ext uri="{FF2B5EF4-FFF2-40B4-BE49-F238E27FC236}">
                      <a16:creationId xmlns:a16="http://schemas.microsoft.com/office/drawing/2014/main" id="{23869CD7-5EBE-147C-B3BC-7015A85CA954}"/>
                    </a:ext>
                  </a:extLst>
                </p:cNvPr>
                <p:cNvSpPr/>
                <p:nvPr/>
              </p:nvSpPr>
              <p:spPr>
                <a:xfrm>
                  <a:off x="4720475" y="2086025"/>
                  <a:ext cx="104775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4852" extrusionOk="0">
                      <a:moveTo>
                        <a:pt x="2017" y="693"/>
                      </a:moveTo>
                      <a:cubicBezTo>
                        <a:pt x="2427" y="693"/>
                        <a:pt x="2742" y="1008"/>
                        <a:pt x="2742" y="1386"/>
                      </a:cubicBezTo>
                      <a:cubicBezTo>
                        <a:pt x="2742" y="1796"/>
                        <a:pt x="2427" y="2111"/>
                        <a:pt x="2017" y="2111"/>
                      </a:cubicBezTo>
                      <a:cubicBezTo>
                        <a:pt x="1639" y="2111"/>
                        <a:pt x="1324" y="1796"/>
                        <a:pt x="1324" y="1386"/>
                      </a:cubicBezTo>
                      <a:cubicBezTo>
                        <a:pt x="1324" y="1008"/>
                        <a:pt x="1639" y="693"/>
                        <a:pt x="2017" y="693"/>
                      </a:cubicBezTo>
                      <a:close/>
                      <a:moveTo>
                        <a:pt x="2017" y="2772"/>
                      </a:moveTo>
                      <a:cubicBezTo>
                        <a:pt x="2773" y="2772"/>
                        <a:pt x="3403" y="3403"/>
                        <a:pt x="3403" y="4127"/>
                      </a:cubicBezTo>
                      <a:lnTo>
                        <a:pt x="631" y="4127"/>
                      </a:lnTo>
                      <a:cubicBezTo>
                        <a:pt x="631" y="3403"/>
                        <a:pt x="1261" y="2772"/>
                        <a:pt x="2017" y="2772"/>
                      </a:cubicBezTo>
                      <a:close/>
                      <a:moveTo>
                        <a:pt x="2049" y="0"/>
                      </a:moveTo>
                      <a:cubicBezTo>
                        <a:pt x="1324" y="0"/>
                        <a:pt x="694" y="630"/>
                        <a:pt x="694" y="1386"/>
                      </a:cubicBezTo>
                      <a:cubicBezTo>
                        <a:pt x="694" y="1733"/>
                        <a:pt x="851" y="2111"/>
                        <a:pt x="1072" y="2331"/>
                      </a:cubicBezTo>
                      <a:cubicBezTo>
                        <a:pt x="442" y="2678"/>
                        <a:pt x="1" y="3340"/>
                        <a:pt x="1" y="4127"/>
                      </a:cubicBezTo>
                      <a:lnTo>
                        <a:pt x="1" y="4505"/>
                      </a:lnTo>
                      <a:cubicBezTo>
                        <a:pt x="1" y="4694"/>
                        <a:pt x="158" y="4852"/>
                        <a:pt x="379" y="4852"/>
                      </a:cubicBezTo>
                      <a:lnTo>
                        <a:pt x="3844" y="4852"/>
                      </a:lnTo>
                      <a:cubicBezTo>
                        <a:pt x="4033" y="4852"/>
                        <a:pt x="4191" y="4694"/>
                        <a:pt x="4191" y="4505"/>
                      </a:cubicBezTo>
                      <a:lnTo>
                        <a:pt x="4191" y="4127"/>
                      </a:lnTo>
                      <a:cubicBezTo>
                        <a:pt x="4096" y="3340"/>
                        <a:pt x="3687" y="2678"/>
                        <a:pt x="3057" y="2331"/>
                      </a:cubicBezTo>
                      <a:cubicBezTo>
                        <a:pt x="3277" y="2111"/>
                        <a:pt x="3435" y="1733"/>
                        <a:pt x="3435" y="1386"/>
                      </a:cubicBezTo>
                      <a:cubicBezTo>
                        <a:pt x="3435" y="630"/>
                        <a:pt x="2805" y="0"/>
                        <a:pt x="204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5" name="Google Shape;9190;p73">
                  <a:extLst>
                    <a:ext uri="{FF2B5EF4-FFF2-40B4-BE49-F238E27FC236}">
                      <a16:creationId xmlns:a16="http://schemas.microsoft.com/office/drawing/2014/main" id="{C0F8D9FE-21D7-7D40-EE5D-830D24E1C3BC}"/>
                    </a:ext>
                  </a:extLst>
                </p:cNvPr>
                <p:cNvSpPr/>
                <p:nvPr/>
              </p:nvSpPr>
              <p:spPr>
                <a:xfrm>
                  <a:off x="4685050" y="1945825"/>
                  <a:ext cx="294575" cy="294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3" h="11783" extrusionOk="0">
                      <a:moveTo>
                        <a:pt x="6900" y="693"/>
                      </a:moveTo>
                      <a:lnTo>
                        <a:pt x="6900" y="1418"/>
                      </a:lnTo>
                      <a:lnTo>
                        <a:pt x="4820" y="1418"/>
                      </a:lnTo>
                      <a:lnTo>
                        <a:pt x="4820" y="693"/>
                      </a:lnTo>
                      <a:close/>
                      <a:moveTo>
                        <a:pt x="7215" y="2111"/>
                      </a:moveTo>
                      <a:cubicBezTo>
                        <a:pt x="7404" y="2111"/>
                        <a:pt x="7561" y="2269"/>
                        <a:pt x="7561" y="2458"/>
                      </a:cubicBezTo>
                      <a:cubicBezTo>
                        <a:pt x="7561" y="2678"/>
                        <a:pt x="7404" y="2836"/>
                        <a:pt x="7215" y="2836"/>
                      </a:cubicBezTo>
                      <a:lnTo>
                        <a:pt x="4474" y="2836"/>
                      </a:lnTo>
                      <a:cubicBezTo>
                        <a:pt x="4253" y="2836"/>
                        <a:pt x="4096" y="2678"/>
                        <a:pt x="4096" y="2458"/>
                      </a:cubicBezTo>
                      <a:cubicBezTo>
                        <a:pt x="4096" y="2269"/>
                        <a:pt x="4316" y="2111"/>
                        <a:pt x="4474" y="2111"/>
                      </a:cubicBezTo>
                      <a:close/>
                      <a:moveTo>
                        <a:pt x="6900" y="3497"/>
                      </a:moveTo>
                      <a:lnTo>
                        <a:pt x="6900" y="4568"/>
                      </a:lnTo>
                      <a:cubicBezTo>
                        <a:pt x="6900" y="4757"/>
                        <a:pt x="6742" y="4915"/>
                        <a:pt x="6553" y="4915"/>
                      </a:cubicBezTo>
                      <a:lnTo>
                        <a:pt x="5167" y="4915"/>
                      </a:lnTo>
                      <a:cubicBezTo>
                        <a:pt x="4978" y="4915"/>
                        <a:pt x="4820" y="4757"/>
                        <a:pt x="4820" y="4568"/>
                      </a:cubicBezTo>
                      <a:lnTo>
                        <a:pt x="4820" y="3497"/>
                      </a:lnTo>
                      <a:close/>
                      <a:moveTo>
                        <a:pt x="10775" y="4883"/>
                      </a:moveTo>
                      <a:cubicBezTo>
                        <a:pt x="10964" y="4883"/>
                        <a:pt x="11121" y="5041"/>
                        <a:pt x="11121" y="5230"/>
                      </a:cubicBezTo>
                      <a:lnTo>
                        <a:pt x="11121" y="10775"/>
                      </a:lnTo>
                      <a:cubicBezTo>
                        <a:pt x="11121" y="10964"/>
                        <a:pt x="10964" y="11121"/>
                        <a:pt x="10775" y="11121"/>
                      </a:cubicBezTo>
                      <a:lnTo>
                        <a:pt x="1008" y="11121"/>
                      </a:lnTo>
                      <a:cubicBezTo>
                        <a:pt x="788" y="11121"/>
                        <a:pt x="630" y="10964"/>
                        <a:pt x="630" y="10775"/>
                      </a:cubicBezTo>
                      <a:lnTo>
                        <a:pt x="630" y="5230"/>
                      </a:lnTo>
                      <a:cubicBezTo>
                        <a:pt x="630" y="5041"/>
                        <a:pt x="788" y="4883"/>
                        <a:pt x="1008" y="4883"/>
                      </a:cubicBezTo>
                      <a:lnTo>
                        <a:pt x="4190" y="4883"/>
                      </a:lnTo>
                      <a:cubicBezTo>
                        <a:pt x="4348" y="5261"/>
                        <a:pt x="4694" y="5577"/>
                        <a:pt x="5167" y="5577"/>
                      </a:cubicBezTo>
                      <a:lnTo>
                        <a:pt x="6553" y="5577"/>
                      </a:lnTo>
                      <a:cubicBezTo>
                        <a:pt x="6994" y="5577"/>
                        <a:pt x="7372" y="5293"/>
                        <a:pt x="7530" y="4883"/>
                      </a:cubicBezTo>
                      <a:close/>
                      <a:moveTo>
                        <a:pt x="4505" y="0"/>
                      </a:moveTo>
                      <a:cubicBezTo>
                        <a:pt x="4316" y="0"/>
                        <a:pt x="4159" y="158"/>
                        <a:pt x="4159" y="347"/>
                      </a:cubicBezTo>
                      <a:lnTo>
                        <a:pt x="4159" y="1449"/>
                      </a:lnTo>
                      <a:cubicBezTo>
                        <a:pt x="3749" y="1607"/>
                        <a:pt x="3434" y="1953"/>
                        <a:pt x="3434" y="2426"/>
                      </a:cubicBezTo>
                      <a:cubicBezTo>
                        <a:pt x="3434" y="2867"/>
                        <a:pt x="3718" y="3245"/>
                        <a:pt x="4159" y="3403"/>
                      </a:cubicBezTo>
                      <a:lnTo>
                        <a:pt x="4159" y="4190"/>
                      </a:lnTo>
                      <a:lnTo>
                        <a:pt x="1040" y="4190"/>
                      </a:lnTo>
                      <a:cubicBezTo>
                        <a:pt x="441" y="4190"/>
                        <a:pt x="0" y="4663"/>
                        <a:pt x="0" y="5230"/>
                      </a:cubicBezTo>
                      <a:lnTo>
                        <a:pt x="0" y="10775"/>
                      </a:lnTo>
                      <a:cubicBezTo>
                        <a:pt x="0" y="11373"/>
                        <a:pt x="473" y="11783"/>
                        <a:pt x="1040" y="11783"/>
                      </a:cubicBezTo>
                      <a:lnTo>
                        <a:pt x="10775" y="11783"/>
                      </a:lnTo>
                      <a:cubicBezTo>
                        <a:pt x="11342" y="11783"/>
                        <a:pt x="11783" y="11310"/>
                        <a:pt x="11783" y="10775"/>
                      </a:cubicBezTo>
                      <a:lnTo>
                        <a:pt x="11783" y="5230"/>
                      </a:lnTo>
                      <a:cubicBezTo>
                        <a:pt x="11783" y="4663"/>
                        <a:pt x="11342" y="4190"/>
                        <a:pt x="10775" y="4190"/>
                      </a:cubicBezTo>
                      <a:lnTo>
                        <a:pt x="7624" y="4190"/>
                      </a:lnTo>
                      <a:lnTo>
                        <a:pt x="7624" y="3403"/>
                      </a:lnTo>
                      <a:cubicBezTo>
                        <a:pt x="8002" y="3245"/>
                        <a:pt x="8317" y="2899"/>
                        <a:pt x="8317" y="2426"/>
                      </a:cubicBezTo>
                      <a:cubicBezTo>
                        <a:pt x="8317" y="1985"/>
                        <a:pt x="8034" y="1607"/>
                        <a:pt x="7624" y="1449"/>
                      </a:cubicBezTo>
                      <a:lnTo>
                        <a:pt x="7624" y="347"/>
                      </a:lnTo>
                      <a:cubicBezTo>
                        <a:pt x="7624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6" name="Google Shape;9191;p73">
                  <a:extLst>
                    <a:ext uri="{FF2B5EF4-FFF2-40B4-BE49-F238E27FC236}">
                      <a16:creationId xmlns:a16="http://schemas.microsoft.com/office/drawing/2014/main" id="{DB8F0F58-24B7-E672-140B-C976BD876E0E}"/>
                    </a:ext>
                  </a:extLst>
                </p:cNvPr>
                <p:cNvSpPr/>
                <p:nvPr/>
              </p:nvSpPr>
              <p:spPr>
                <a:xfrm>
                  <a:off x="4840200" y="2103350"/>
                  <a:ext cx="1047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844" y="693"/>
                      </a:lnTo>
                      <a:cubicBezTo>
                        <a:pt x="4033" y="693"/>
                        <a:pt x="4191" y="536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7" name="Google Shape;9192;p73">
                  <a:extLst>
                    <a:ext uri="{FF2B5EF4-FFF2-40B4-BE49-F238E27FC236}">
                      <a16:creationId xmlns:a16="http://schemas.microsoft.com/office/drawing/2014/main" id="{D365CA78-01DE-0539-6937-068C281E9DBD}"/>
                    </a:ext>
                  </a:extLst>
                </p:cNvPr>
                <p:cNvSpPr/>
                <p:nvPr/>
              </p:nvSpPr>
              <p:spPr>
                <a:xfrm>
                  <a:off x="4840200" y="2137200"/>
                  <a:ext cx="1047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8"/>
                        <a:pt x="4191" y="379"/>
                      </a:cubicBezTo>
                      <a:cubicBezTo>
                        <a:pt x="4191" y="158"/>
                        <a:pt x="4033" y="1"/>
                        <a:pt x="384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8" name="Google Shape;9193;p73">
                  <a:extLst>
                    <a:ext uri="{FF2B5EF4-FFF2-40B4-BE49-F238E27FC236}">
                      <a16:creationId xmlns:a16="http://schemas.microsoft.com/office/drawing/2014/main" id="{92CAAA88-FAB1-0F47-8C02-5701AF71B020}"/>
                    </a:ext>
                  </a:extLst>
                </p:cNvPr>
                <p:cNvSpPr/>
                <p:nvPr/>
              </p:nvSpPr>
              <p:spPr>
                <a:xfrm>
                  <a:off x="4840200" y="2171875"/>
                  <a:ext cx="1047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844" y="725"/>
                      </a:lnTo>
                      <a:cubicBezTo>
                        <a:pt x="4033" y="725"/>
                        <a:pt x="4191" y="567"/>
                        <a:pt x="4191" y="347"/>
                      </a:cubicBezTo>
                      <a:cubicBezTo>
                        <a:pt x="4191" y="158"/>
                        <a:pt x="4033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86" name="Google Shape;9194;p73">
                <a:extLst>
                  <a:ext uri="{FF2B5EF4-FFF2-40B4-BE49-F238E27FC236}">
                    <a16:creationId xmlns:a16="http://schemas.microsoft.com/office/drawing/2014/main" id="{30B65611-99EA-10D9-D997-4C48DC3F10C2}"/>
                  </a:ext>
                </a:extLst>
              </p:cNvPr>
              <p:cNvSpPr/>
              <p:nvPr/>
            </p:nvSpPr>
            <p:spPr>
              <a:xfrm>
                <a:off x="7743630" y="2282294"/>
                <a:ext cx="499261" cy="497951"/>
              </a:xfrm>
              <a:custGeom>
                <a:avLst/>
                <a:gdLst/>
                <a:ahLst/>
                <a:cxnLst/>
                <a:rect l="l" t="t" r="r" b="b"/>
                <a:pathLst>
                  <a:path w="11815" h="11784" extrusionOk="0">
                    <a:moveTo>
                      <a:pt x="5923" y="2080"/>
                    </a:moveTo>
                    <a:cubicBezTo>
                      <a:pt x="6459" y="2080"/>
                      <a:pt x="6932" y="2552"/>
                      <a:pt x="6932" y="3119"/>
                    </a:cubicBezTo>
                    <a:lnTo>
                      <a:pt x="6932" y="3466"/>
                    </a:lnTo>
                    <a:lnTo>
                      <a:pt x="4884" y="3466"/>
                    </a:lnTo>
                    <a:lnTo>
                      <a:pt x="4884" y="3119"/>
                    </a:lnTo>
                    <a:cubicBezTo>
                      <a:pt x="4884" y="2521"/>
                      <a:pt x="5356" y="2080"/>
                      <a:pt x="5923" y="2080"/>
                    </a:cubicBezTo>
                    <a:close/>
                    <a:moveTo>
                      <a:pt x="5923" y="662"/>
                    </a:moveTo>
                    <a:cubicBezTo>
                      <a:pt x="7247" y="662"/>
                      <a:pt x="8349" y="1765"/>
                      <a:pt x="8349" y="3119"/>
                    </a:cubicBezTo>
                    <a:lnTo>
                      <a:pt x="8349" y="3466"/>
                    </a:lnTo>
                    <a:lnTo>
                      <a:pt x="7656" y="3466"/>
                    </a:lnTo>
                    <a:lnTo>
                      <a:pt x="7656" y="3119"/>
                    </a:lnTo>
                    <a:cubicBezTo>
                      <a:pt x="7656" y="2174"/>
                      <a:pt x="6869" y="1387"/>
                      <a:pt x="5923" y="1387"/>
                    </a:cubicBezTo>
                    <a:cubicBezTo>
                      <a:pt x="4978" y="1387"/>
                      <a:pt x="4191" y="2174"/>
                      <a:pt x="4191" y="3119"/>
                    </a:cubicBezTo>
                    <a:lnTo>
                      <a:pt x="4191" y="3466"/>
                    </a:lnTo>
                    <a:lnTo>
                      <a:pt x="3466" y="3466"/>
                    </a:lnTo>
                    <a:lnTo>
                      <a:pt x="3466" y="3119"/>
                    </a:lnTo>
                    <a:cubicBezTo>
                      <a:pt x="3466" y="1765"/>
                      <a:pt x="4569" y="662"/>
                      <a:pt x="5923" y="662"/>
                    </a:cubicBezTo>
                    <a:close/>
                    <a:moveTo>
                      <a:pt x="1387" y="4191"/>
                    </a:moveTo>
                    <a:lnTo>
                      <a:pt x="1387" y="6742"/>
                    </a:lnTo>
                    <a:cubicBezTo>
                      <a:pt x="946" y="6490"/>
                      <a:pt x="662" y="6018"/>
                      <a:pt x="662" y="5545"/>
                    </a:cubicBezTo>
                    <a:lnTo>
                      <a:pt x="662" y="4537"/>
                    </a:lnTo>
                    <a:cubicBezTo>
                      <a:pt x="662" y="4348"/>
                      <a:pt x="820" y="4191"/>
                      <a:pt x="1040" y="4191"/>
                    </a:cubicBezTo>
                    <a:close/>
                    <a:moveTo>
                      <a:pt x="10775" y="4128"/>
                    </a:moveTo>
                    <a:cubicBezTo>
                      <a:pt x="10996" y="4128"/>
                      <a:pt x="11153" y="4285"/>
                      <a:pt x="11153" y="4506"/>
                    </a:cubicBezTo>
                    <a:lnTo>
                      <a:pt x="11153" y="5545"/>
                    </a:lnTo>
                    <a:cubicBezTo>
                      <a:pt x="11153" y="6081"/>
                      <a:pt x="10870" y="6490"/>
                      <a:pt x="10429" y="6742"/>
                    </a:cubicBezTo>
                    <a:lnTo>
                      <a:pt x="10429" y="4128"/>
                    </a:lnTo>
                    <a:close/>
                    <a:moveTo>
                      <a:pt x="8349" y="4191"/>
                    </a:moveTo>
                    <a:lnTo>
                      <a:pt x="8349" y="6931"/>
                    </a:lnTo>
                    <a:lnTo>
                      <a:pt x="3498" y="6931"/>
                    </a:lnTo>
                    <a:lnTo>
                      <a:pt x="3498" y="4191"/>
                    </a:lnTo>
                    <a:close/>
                    <a:moveTo>
                      <a:pt x="6270" y="7593"/>
                    </a:moveTo>
                    <a:lnTo>
                      <a:pt x="6270" y="7971"/>
                    </a:lnTo>
                    <a:cubicBezTo>
                      <a:pt x="6270" y="8160"/>
                      <a:pt x="6112" y="8318"/>
                      <a:pt x="5923" y="8318"/>
                    </a:cubicBezTo>
                    <a:cubicBezTo>
                      <a:pt x="5703" y="8318"/>
                      <a:pt x="5545" y="8160"/>
                      <a:pt x="5545" y="7971"/>
                    </a:cubicBezTo>
                    <a:lnTo>
                      <a:pt x="5545" y="7593"/>
                    </a:lnTo>
                    <a:close/>
                    <a:moveTo>
                      <a:pt x="662" y="7089"/>
                    </a:moveTo>
                    <a:cubicBezTo>
                      <a:pt x="883" y="7278"/>
                      <a:pt x="1103" y="7404"/>
                      <a:pt x="1387" y="7467"/>
                    </a:cubicBezTo>
                    <a:lnTo>
                      <a:pt x="1387" y="11153"/>
                    </a:lnTo>
                    <a:lnTo>
                      <a:pt x="1040" y="11153"/>
                    </a:lnTo>
                    <a:cubicBezTo>
                      <a:pt x="820" y="11153"/>
                      <a:pt x="662" y="10996"/>
                      <a:pt x="662" y="10807"/>
                    </a:cubicBezTo>
                    <a:lnTo>
                      <a:pt x="662" y="7089"/>
                    </a:lnTo>
                    <a:close/>
                    <a:moveTo>
                      <a:pt x="2804" y="4191"/>
                    </a:moveTo>
                    <a:lnTo>
                      <a:pt x="2804" y="11153"/>
                    </a:lnTo>
                    <a:lnTo>
                      <a:pt x="2080" y="11153"/>
                    </a:lnTo>
                    <a:lnTo>
                      <a:pt x="2080" y="4191"/>
                    </a:lnTo>
                    <a:close/>
                    <a:moveTo>
                      <a:pt x="8318" y="7656"/>
                    </a:moveTo>
                    <a:lnTo>
                      <a:pt x="8318" y="11153"/>
                    </a:lnTo>
                    <a:lnTo>
                      <a:pt x="3498" y="11153"/>
                    </a:lnTo>
                    <a:lnTo>
                      <a:pt x="3498" y="7656"/>
                    </a:lnTo>
                    <a:lnTo>
                      <a:pt x="4884" y="7656"/>
                    </a:lnTo>
                    <a:lnTo>
                      <a:pt x="4884" y="8003"/>
                    </a:lnTo>
                    <a:cubicBezTo>
                      <a:pt x="4884" y="8601"/>
                      <a:pt x="5356" y="9011"/>
                      <a:pt x="5923" y="9011"/>
                    </a:cubicBezTo>
                    <a:cubicBezTo>
                      <a:pt x="6459" y="9011"/>
                      <a:pt x="6932" y="8538"/>
                      <a:pt x="6932" y="8003"/>
                    </a:cubicBezTo>
                    <a:lnTo>
                      <a:pt x="6932" y="7656"/>
                    </a:lnTo>
                    <a:close/>
                    <a:moveTo>
                      <a:pt x="9767" y="4191"/>
                    </a:moveTo>
                    <a:lnTo>
                      <a:pt x="9767" y="11153"/>
                    </a:lnTo>
                    <a:lnTo>
                      <a:pt x="9074" y="11153"/>
                    </a:lnTo>
                    <a:lnTo>
                      <a:pt x="9074" y="4191"/>
                    </a:lnTo>
                    <a:close/>
                    <a:moveTo>
                      <a:pt x="11153" y="7120"/>
                    </a:moveTo>
                    <a:lnTo>
                      <a:pt x="11153" y="10807"/>
                    </a:lnTo>
                    <a:cubicBezTo>
                      <a:pt x="11153" y="10996"/>
                      <a:pt x="10996" y="11153"/>
                      <a:pt x="10807" y="11153"/>
                    </a:cubicBezTo>
                    <a:lnTo>
                      <a:pt x="10429" y="11153"/>
                    </a:lnTo>
                    <a:lnTo>
                      <a:pt x="10429" y="7530"/>
                    </a:lnTo>
                    <a:cubicBezTo>
                      <a:pt x="10712" y="7436"/>
                      <a:pt x="10964" y="7278"/>
                      <a:pt x="11153" y="7120"/>
                    </a:cubicBezTo>
                    <a:close/>
                    <a:moveTo>
                      <a:pt x="5923" y="0"/>
                    </a:moveTo>
                    <a:cubicBezTo>
                      <a:pt x="4191" y="0"/>
                      <a:pt x="2804" y="1418"/>
                      <a:pt x="2804" y="3119"/>
                    </a:cubicBezTo>
                    <a:lnTo>
                      <a:pt x="2804" y="3466"/>
                    </a:lnTo>
                    <a:lnTo>
                      <a:pt x="1040" y="3466"/>
                    </a:lnTo>
                    <a:cubicBezTo>
                      <a:pt x="442" y="3466"/>
                      <a:pt x="1" y="3939"/>
                      <a:pt x="1" y="4474"/>
                    </a:cubicBezTo>
                    <a:lnTo>
                      <a:pt x="1" y="5514"/>
                    </a:lnTo>
                    <a:lnTo>
                      <a:pt x="1" y="10744"/>
                    </a:lnTo>
                    <a:cubicBezTo>
                      <a:pt x="1" y="11342"/>
                      <a:pt x="473" y="11783"/>
                      <a:pt x="1040" y="11783"/>
                    </a:cubicBezTo>
                    <a:lnTo>
                      <a:pt x="10807" y="11783"/>
                    </a:lnTo>
                    <a:cubicBezTo>
                      <a:pt x="11374" y="11783"/>
                      <a:pt x="11815" y="11311"/>
                      <a:pt x="11815" y="10744"/>
                    </a:cubicBezTo>
                    <a:lnTo>
                      <a:pt x="11815" y="5514"/>
                    </a:lnTo>
                    <a:lnTo>
                      <a:pt x="11815" y="4474"/>
                    </a:lnTo>
                    <a:cubicBezTo>
                      <a:pt x="11815" y="3939"/>
                      <a:pt x="11374" y="3466"/>
                      <a:pt x="10807" y="3466"/>
                    </a:cubicBezTo>
                    <a:lnTo>
                      <a:pt x="9011" y="3466"/>
                    </a:lnTo>
                    <a:lnTo>
                      <a:pt x="9011" y="3119"/>
                    </a:lnTo>
                    <a:cubicBezTo>
                      <a:pt x="9011" y="1387"/>
                      <a:pt x="7593" y="0"/>
                      <a:pt x="592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87" name="Google Shape;9195;p73">
                <a:extLst>
                  <a:ext uri="{FF2B5EF4-FFF2-40B4-BE49-F238E27FC236}">
                    <a16:creationId xmlns:a16="http://schemas.microsoft.com/office/drawing/2014/main" id="{0913EBB4-4091-56EB-E986-AFCB8B39DE20}"/>
                  </a:ext>
                </a:extLst>
              </p:cNvPr>
              <p:cNvSpPr/>
              <p:nvPr/>
            </p:nvSpPr>
            <p:spPr>
              <a:xfrm>
                <a:off x="7773590" y="2923979"/>
                <a:ext cx="439341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0397" h="11878" extrusionOk="0">
                    <a:moveTo>
                      <a:pt x="5135" y="725"/>
                    </a:moveTo>
                    <a:cubicBezTo>
                      <a:pt x="6868" y="725"/>
                      <a:pt x="8254" y="2142"/>
                      <a:pt x="8254" y="3844"/>
                    </a:cubicBezTo>
                    <a:lnTo>
                      <a:pt x="8254" y="5923"/>
                    </a:lnTo>
                    <a:cubicBezTo>
                      <a:pt x="8254" y="6112"/>
                      <a:pt x="8097" y="6270"/>
                      <a:pt x="7908" y="6270"/>
                    </a:cubicBezTo>
                    <a:lnTo>
                      <a:pt x="7498" y="6270"/>
                    </a:lnTo>
                    <a:cubicBezTo>
                      <a:pt x="7561" y="6144"/>
                      <a:pt x="7561" y="6049"/>
                      <a:pt x="7561" y="5923"/>
                    </a:cubicBezTo>
                    <a:lnTo>
                      <a:pt x="7561" y="3844"/>
                    </a:lnTo>
                    <a:cubicBezTo>
                      <a:pt x="7561" y="3623"/>
                      <a:pt x="7404" y="3466"/>
                      <a:pt x="7183" y="3466"/>
                    </a:cubicBezTo>
                    <a:lnTo>
                      <a:pt x="6490" y="3466"/>
                    </a:lnTo>
                    <a:cubicBezTo>
                      <a:pt x="5892" y="3466"/>
                      <a:pt x="5450" y="2993"/>
                      <a:pt x="5450" y="2458"/>
                    </a:cubicBezTo>
                    <a:lnTo>
                      <a:pt x="5450" y="1733"/>
                    </a:lnTo>
                    <a:cubicBezTo>
                      <a:pt x="5450" y="1544"/>
                      <a:pt x="5293" y="1386"/>
                      <a:pt x="5104" y="1386"/>
                    </a:cubicBezTo>
                    <a:cubicBezTo>
                      <a:pt x="4915" y="1386"/>
                      <a:pt x="4757" y="1544"/>
                      <a:pt x="4757" y="1733"/>
                    </a:cubicBezTo>
                    <a:lnTo>
                      <a:pt x="4757" y="2458"/>
                    </a:lnTo>
                    <a:cubicBezTo>
                      <a:pt x="4757" y="3056"/>
                      <a:pt x="4285" y="3466"/>
                      <a:pt x="3718" y="3466"/>
                    </a:cubicBezTo>
                    <a:lnTo>
                      <a:pt x="3088" y="3466"/>
                    </a:lnTo>
                    <a:cubicBezTo>
                      <a:pt x="2899" y="3466"/>
                      <a:pt x="2741" y="3623"/>
                      <a:pt x="2741" y="3844"/>
                    </a:cubicBezTo>
                    <a:lnTo>
                      <a:pt x="2741" y="5923"/>
                    </a:lnTo>
                    <a:cubicBezTo>
                      <a:pt x="2741" y="6049"/>
                      <a:pt x="2741" y="6144"/>
                      <a:pt x="2773" y="6270"/>
                    </a:cubicBezTo>
                    <a:lnTo>
                      <a:pt x="2395" y="6270"/>
                    </a:lnTo>
                    <a:cubicBezTo>
                      <a:pt x="2205" y="6270"/>
                      <a:pt x="2048" y="6112"/>
                      <a:pt x="2048" y="5923"/>
                    </a:cubicBezTo>
                    <a:lnTo>
                      <a:pt x="2048" y="3844"/>
                    </a:lnTo>
                    <a:cubicBezTo>
                      <a:pt x="2048" y="2111"/>
                      <a:pt x="3466" y="725"/>
                      <a:pt x="5135" y="725"/>
                    </a:cubicBezTo>
                    <a:close/>
                    <a:moveTo>
                      <a:pt x="5230" y="3466"/>
                    </a:moveTo>
                    <a:cubicBezTo>
                      <a:pt x="5545" y="3907"/>
                      <a:pt x="6049" y="4190"/>
                      <a:pt x="6585" y="4190"/>
                    </a:cubicBezTo>
                    <a:lnTo>
                      <a:pt x="6963" y="4190"/>
                    </a:lnTo>
                    <a:lnTo>
                      <a:pt x="6963" y="5955"/>
                    </a:lnTo>
                    <a:lnTo>
                      <a:pt x="6931" y="5955"/>
                    </a:lnTo>
                    <a:cubicBezTo>
                      <a:pt x="6931" y="6553"/>
                      <a:pt x="6459" y="6994"/>
                      <a:pt x="5892" y="6994"/>
                    </a:cubicBezTo>
                    <a:lnTo>
                      <a:pt x="4505" y="6994"/>
                    </a:lnTo>
                    <a:cubicBezTo>
                      <a:pt x="3938" y="6994"/>
                      <a:pt x="3497" y="6522"/>
                      <a:pt x="3497" y="5955"/>
                    </a:cubicBezTo>
                    <a:lnTo>
                      <a:pt x="3497" y="4190"/>
                    </a:lnTo>
                    <a:lnTo>
                      <a:pt x="3844" y="4190"/>
                    </a:lnTo>
                    <a:cubicBezTo>
                      <a:pt x="4379" y="4190"/>
                      <a:pt x="4915" y="3907"/>
                      <a:pt x="5230" y="3466"/>
                    </a:cubicBezTo>
                    <a:close/>
                    <a:moveTo>
                      <a:pt x="6301" y="7624"/>
                    </a:moveTo>
                    <a:cubicBezTo>
                      <a:pt x="6396" y="8034"/>
                      <a:pt x="6805" y="8349"/>
                      <a:pt x="7278" y="8349"/>
                    </a:cubicBezTo>
                    <a:lnTo>
                      <a:pt x="7624" y="8349"/>
                    </a:lnTo>
                    <a:lnTo>
                      <a:pt x="7624" y="9200"/>
                    </a:lnTo>
                    <a:cubicBezTo>
                      <a:pt x="6852" y="9546"/>
                      <a:pt x="6025" y="9719"/>
                      <a:pt x="5198" y="9719"/>
                    </a:cubicBezTo>
                    <a:cubicBezTo>
                      <a:pt x="4371" y="9719"/>
                      <a:pt x="3544" y="9546"/>
                      <a:pt x="2773" y="9200"/>
                    </a:cubicBezTo>
                    <a:lnTo>
                      <a:pt x="2773" y="8349"/>
                    </a:lnTo>
                    <a:lnTo>
                      <a:pt x="3119" y="8349"/>
                    </a:lnTo>
                    <a:cubicBezTo>
                      <a:pt x="3560" y="8349"/>
                      <a:pt x="3970" y="8034"/>
                      <a:pt x="4127" y="7624"/>
                    </a:cubicBezTo>
                    <a:cubicBezTo>
                      <a:pt x="4253" y="7656"/>
                      <a:pt x="4411" y="7656"/>
                      <a:pt x="4505" y="7656"/>
                    </a:cubicBezTo>
                    <a:lnTo>
                      <a:pt x="5892" y="7656"/>
                    </a:lnTo>
                    <a:cubicBezTo>
                      <a:pt x="6018" y="7656"/>
                      <a:pt x="6175" y="7656"/>
                      <a:pt x="6301" y="7624"/>
                    </a:cubicBezTo>
                    <a:close/>
                    <a:moveTo>
                      <a:pt x="2079" y="8349"/>
                    </a:moveTo>
                    <a:lnTo>
                      <a:pt x="2079" y="11153"/>
                    </a:lnTo>
                    <a:lnTo>
                      <a:pt x="693" y="11153"/>
                    </a:lnTo>
                    <a:lnTo>
                      <a:pt x="693" y="9389"/>
                    </a:lnTo>
                    <a:cubicBezTo>
                      <a:pt x="693" y="8790"/>
                      <a:pt x="1166" y="8349"/>
                      <a:pt x="1733" y="8349"/>
                    </a:cubicBezTo>
                    <a:close/>
                    <a:moveTo>
                      <a:pt x="7656" y="9924"/>
                    </a:moveTo>
                    <a:lnTo>
                      <a:pt x="7656" y="11153"/>
                    </a:lnTo>
                    <a:lnTo>
                      <a:pt x="2773" y="11153"/>
                    </a:lnTo>
                    <a:lnTo>
                      <a:pt x="2773" y="9924"/>
                    </a:lnTo>
                    <a:cubicBezTo>
                      <a:pt x="3560" y="10239"/>
                      <a:pt x="4411" y="10397"/>
                      <a:pt x="5230" y="10397"/>
                    </a:cubicBezTo>
                    <a:cubicBezTo>
                      <a:pt x="6049" y="10397"/>
                      <a:pt x="6868" y="10239"/>
                      <a:pt x="7656" y="9924"/>
                    </a:cubicBezTo>
                    <a:close/>
                    <a:moveTo>
                      <a:pt x="8664" y="8349"/>
                    </a:moveTo>
                    <a:cubicBezTo>
                      <a:pt x="9231" y="8349"/>
                      <a:pt x="9672" y="8821"/>
                      <a:pt x="9672" y="9389"/>
                    </a:cubicBezTo>
                    <a:lnTo>
                      <a:pt x="9672" y="11153"/>
                    </a:lnTo>
                    <a:lnTo>
                      <a:pt x="8286" y="11153"/>
                    </a:lnTo>
                    <a:lnTo>
                      <a:pt x="8286" y="8349"/>
                    </a:lnTo>
                    <a:close/>
                    <a:moveTo>
                      <a:pt x="5198" y="0"/>
                    </a:moveTo>
                    <a:cubicBezTo>
                      <a:pt x="3088" y="0"/>
                      <a:pt x="1355" y="1701"/>
                      <a:pt x="1355" y="3844"/>
                    </a:cubicBezTo>
                    <a:lnTo>
                      <a:pt x="1355" y="5923"/>
                    </a:lnTo>
                    <a:cubicBezTo>
                      <a:pt x="1355" y="6522"/>
                      <a:pt x="1827" y="6931"/>
                      <a:pt x="2395" y="6931"/>
                    </a:cubicBezTo>
                    <a:lnTo>
                      <a:pt x="3088" y="6931"/>
                    </a:lnTo>
                    <a:cubicBezTo>
                      <a:pt x="3182" y="7057"/>
                      <a:pt x="3308" y="7183"/>
                      <a:pt x="3466" y="7309"/>
                    </a:cubicBezTo>
                    <a:cubicBezTo>
                      <a:pt x="3466" y="7530"/>
                      <a:pt x="3308" y="7687"/>
                      <a:pt x="3088" y="7687"/>
                    </a:cubicBezTo>
                    <a:lnTo>
                      <a:pt x="1733" y="7687"/>
                    </a:lnTo>
                    <a:cubicBezTo>
                      <a:pt x="788" y="7687"/>
                      <a:pt x="0" y="8475"/>
                      <a:pt x="0" y="9420"/>
                    </a:cubicBezTo>
                    <a:lnTo>
                      <a:pt x="0" y="11499"/>
                    </a:lnTo>
                    <a:cubicBezTo>
                      <a:pt x="0" y="11720"/>
                      <a:pt x="158" y="11877"/>
                      <a:pt x="347" y="11877"/>
                    </a:cubicBezTo>
                    <a:lnTo>
                      <a:pt x="10019" y="11877"/>
                    </a:lnTo>
                    <a:cubicBezTo>
                      <a:pt x="10239" y="11877"/>
                      <a:pt x="10397" y="11720"/>
                      <a:pt x="10397" y="11499"/>
                    </a:cubicBezTo>
                    <a:lnTo>
                      <a:pt x="10397" y="9420"/>
                    </a:lnTo>
                    <a:cubicBezTo>
                      <a:pt x="10397" y="8475"/>
                      <a:pt x="9609" y="7687"/>
                      <a:pt x="8664" y="7687"/>
                    </a:cubicBezTo>
                    <a:lnTo>
                      <a:pt x="7278" y="7687"/>
                    </a:lnTo>
                    <a:cubicBezTo>
                      <a:pt x="7089" y="7687"/>
                      <a:pt x="6931" y="7530"/>
                      <a:pt x="6931" y="7341"/>
                    </a:cubicBezTo>
                    <a:cubicBezTo>
                      <a:pt x="7026" y="7246"/>
                      <a:pt x="7152" y="7152"/>
                      <a:pt x="7278" y="6994"/>
                    </a:cubicBezTo>
                    <a:lnTo>
                      <a:pt x="7971" y="6994"/>
                    </a:lnTo>
                    <a:cubicBezTo>
                      <a:pt x="8569" y="6994"/>
                      <a:pt x="9011" y="6522"/>
                      <a:pt x="9011" y="5955"/>
                    </a:cubicBezTo>
                    <a:lnTo>
                      <a:pt x="9011" y="3844"/>
                    </a:lnTo>
                    <a:cubicBezTo>
                      <a:pt x="9011" y="1733"/>
                      <a:pt x="7309" y="0"/>
                      <a:pt x="519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88" name="Google Shape;9196;p73">
                <a:extLst>
                  <a:ext uri="{FF2B5EF4-FFF2-40B4-BE49-F238E27FC236}">
                    <a16:creationId xmlns:a16="http://schemas.microsoft.com/office/drawing/2014/main" id="{7A830820-7BB6-0E77-AF78-ACCCEC6B3CE7}"/>
                  </a:ext>
                </a:extLst>
              </p:cNvPr>
              <p:cNvGrpSpPr/>
              <p:nvPr/>
            </p:nvGrpSpPr>
            <p:grpSpPr>
              <a:xfrm>
                <a:off x="10280367" y="2282300"/>
                <a:ext cx="499261" cy="497951"/>
                <a:chOff x="6131900" y="2301825"/>
                <a:chExt cx="295375" cy="294600"/>
              </a:xfrm>
              <a:grpFill/>
            </p:grpSpPr>
            <p:sp>
              <p:nvSpPr>
                <p:cNvPr id="17800" name="Google Shape;9197;p73">
                  <a:extLst>
                    <a:ext uri="{FF2B5EF4-FFF2-40B4-BE49-F238E27FC236}">
                      <a16:creationId xmlns:a16="http://schemas.microsoft.com/office/drawing/2014/main" id="{D605DBE8-2D91-4C05-148F-3BB361487085}"/>
                    </a:ext>
                  </a:extLst>
                </p:cNvPr>
                <p:cNvSpPr/>
                <p:nvPr/>
              </p:nvSpPr>
              <p:spPr>
                <a:xfrm>
                  <a:off x="6131900" y="2301825"/>
                  <a:ext cx="295375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784" extrusionOk="0">
                      <a:moveTo>
                        <a:pt x="3813" y="630"/>
                      </a:moveTo>
                      <a:cubicBezTo>
                        <a:pt x="4002" y="630"/>
                        <a:pt x="4159" y="788"/>
                        <a:pt x="4159" y="977"/>
                      </a:cubicBezTo>
                      <a:lnTo>
                        <a:pt x="4159" y="1355"/>
                      </a:lnTo>
                      <a:lnTo>
                        <a:pt x="1387" y="1355"/>
                      </a:lnTo>
                      <a:lnTo>
                        <a:pt x="1387" y="977"/>
                      </a:lnTo>
                      <a:lnTo>
                        <a:pt x="1355" y="977"/>
                      </a:lnTo>
                      <a:cubicBezTo>
                        <a:pt x="1355" y="788"/>
                        <a:pt x="1513" y="630"/>
                        <a:pt x="1733" y="630"/>
                      </a:cubicBezTo>
                      <a:close/>
                      <a:moveTo>
                        <a:pt x="10114" y="1355"/>
                      </a:moveTo>
                      <a:cubicBezTo>
                        <a:pt x="10303" y="1355"/>
                        <a:pt x="10460" y="1513"/>
                        <a:pt x="10460" y="1702"/>
                      </a:cubicBezTo>
                      <a:lnTo>
                        <a:pt x="10460" y="3434"/>
                      </a:lnTo>
                      <a:lnTo>
                        <a:pt x="7688" y="3434"/>
                      </a:lnTo>
                      <a:cubicBezTo>
                        <a:pt x="7656" y="3277"/>
                        <a:pt x="7656" y="1859"/>
                        <a:pt x="7656" y="1702"/>
                      </a:cubicBezTo>
                      <a:cubicBezTo>
                        <a:pt x="7656" y="1513"/>
                        <a:pt x="7814" y="1355"/>
                        <a:pt x="8034" y="1355"/>
                      </a:cubicBezTo>
                      <a:close/>
                      <a:moveTo>
                        <a:pt x="4128" y="2048"/>
                      </a:moveTo>
                      <a:lnTo>
                        <a:pt x="4128" y="4821"/>
                      </a:lnTo>
                      <a:lnTo>
                        <a:pt x="1355" y="4821"/>
                      </a:lnTo>
                      <a:lnTo>
                        <a:pt x="1355" y="2048"/>
                      </a:lnTo>
                      <a:close/>
                      <a:moveTo>
                        <a:pt x="6617" y="2048"/>
                      </a:moveTo>
                      <a:cubicBezTo>
                        <a:pt x="6806" y="2048"/>
                        <a:pt x="6963" y="2206"/>
                        <a:pt x="6963" y="2395"/>
                      </a:cubicBezTo>
                      <a:lnTo>
                        <a:pt x="6963" y="4852"/>
                      </a:lnTo>
                      <a:lnTo>
                        <a:pt x="4821" y="4852"/>
                      </a:lnTo>
                      <a:lnTo>
                        <a:pt x="4821" y="2395"/>
                      </a:lnTo>
                      <a:cubicBezTo>
                        <a:pt x="4821" y="2206"/>
                        <a:pt x="4978" y="2048"/>
                        <a:pt x="5167" y="2048"/>
                      </a:cubicBezTo>
                      <a:close/>
                      <a:moveTo>
                        <a:pt x="10429" y="4127"/>
                      </a:moveTo>
                      <a:lnTo>
                        <a:pt x="10429" y="4852"/>
                      </a:lnTo>
                      <a:lnTo>
                        <a:pt x="7656" y="4852"/>
                      </a:lnTo>
                      <a:lnTo>
                        <a:pt x="7656" y="4127"/>
                      </a:lnTo>
                      <a:close/>
                      <a:moveTo>
                        <a:pt x="10775" y="5514"/>
                      </a:moveTo>
                      <a:cubicBezTo>
                        <a:pt x="10964" y="5514"/>
                        <a:pt x="11122" y="5671"/>
                        <a:pt x="11122" y="5860"/>
                      </a:cubicBezTo>
                      <a:lnTo>
                        <a:pt x="11122" y="10744"/>
                      </a:lnTo>
                      <a:cubicBezTo>
                        <a:pt x="11122" y="10964"/>
                        <a:pt x="10964" y="11122"/>
                        <a:pt x="10775" y="11122"/>
                      </a:cubicBezTo>
                      <a:lnTo>
                        <a:pt x="1009" y="11122"/>
                      </a:lnTo>
                      <a:cubicBezTo>
                        <a:pt x="820" y="11122"/>
                        <a:pt x="662" y="10964"/>
                        <a:pt x="662" y="10744"/>
                      </a:cubicBezTo>
                      <a:lnTo>
                        <a:pt x="662" y="5860"/>
                      </a:lnTo>
                      <a:cubicBezTo>
                        <a:pt x="662" y="5671"/>
                        <a:pt x="820" y="5514"/>
                        <a:pt x="1009" y="5514"/>
                      </a:cubicBezTo>
                      <a:close/>
                      <a:moveTo>
                        <a:pt x="1733" y="0"/>
                      </a:moveTo>
                      <a:cubicBezTo>
                        <a:pt x="1135" y="0"/>
                        <a:pt x="694" y="473"/>
                        <a:pt x="694" y="1040"/>
                      </a:cubicBezTo>
                      <a:lnTo>
                        <a:pt x="694" y="4884"/>
                      </a:lnTo>
                      <a:cubicBezTo>
                        <a:pt x="316" y="5041"/>
                        <a:pt x="1" y="5388"/>
                        <a:pt x="1" y="5860"/>
                      </a:cubicBezTo>
                      <a:lnTo>
                        <a:pt x="1" y="10744"/>
                      </a:lnTo>
                      <a:cubicBezTo>
                        <a:pt x="1" y="11342"/>
                        <a:pt x="473" y="11783"/>
                        <a:pt x="1009" y="11783"/>
                      </a:cubicBezTo>
                      <a:lnTo>
                        <a:pt x="10775" y="11783"/>
                      </a:lnTo>
                      <a:cubicBezTo>
                        <a:pt x="11374" y="11783"/>
                        <a:pt x="11815" y="11311"/>
                        <a:pt x="11815" y="10744"/>
                      </a:cubicBezTo>
                      <a:lnTo>
                        <a:pt x="11815" y="5860"/>
                      </a:lnTo>
                      <a:cubicBezTo>
                        <a:pt x="11815" y="5388"/>
                        <a:pt x="11531" y="5010"/>
                        <a:pt x="11122" y="4884"/>
                      </a:cubicBezTo>
                      <a:lnTo>
                        <a:pt x="11122" y="1702"/>
                      </a:lnTo>
                      <a:cubicBezTo>
                        <a:pt x="11122" y="1103"/>
                        <a:pt x="10649" y="662"/>
                        <a:pt x="10114" y="662"/>
                      </a:cubicBezTo>
                      <a:lnTo>
                        <a:pt x="8034" y="662"/>
                      </a:lnTo>
                      <a:cubicBezTo>
                        <a:pt x="7530" y="662"/>
                        <a:pt x="7152" y="977"/>
                        <a:pt x="7026" y="1418"/>
                      </a:cubicBezTo>
                      <a:cubicBezTo>
                        <a:pt x="6932" y="1387"/>
                        <a:pt x="6806" y="1355"/>
                        <a:pt x="6648" y="1355"/>
                      </a:cubicBezTo>
                      <a:lnTo>
                        <a:pt x="5230" y="1355"/>
                      </a:lnTo>
                      <a:cubicBezTo>
                        <a:pt x="5104" y="1355"/>
                        <a:pt x="4978" y="1387"/>
                        <a:pt x="4884" y="1418"/>
                      </a:cubicBezTo>
                      <a:lnTo>
                        <a:pt x="4884" y="1040"/>
                      </a:lnTo>
                      <a:cubicBezTo>
                        <a:pt x="4884" y="441"/>
                        <a:pt x="4380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1" name="Google Shape;9198;p73">
                  <a:extLst>
                    <a:ext uri="{FF2B5EF4-FFF2-40B4-BE49-F238E27FC236}">
                      <a16:creationId xmlns:a16="http://schemas.microsoft.com/office/drawing/2014/main" id="{9D0919B2-F457-A7D1-B1E8-885BFC2D8245}"/>
                    </a:ext>
                  </a:extLst>
                </p:cNvPr>
                <p:cNvSpPr/>
                <p:nvPr/>
              </p:nvSpPr>
              <p:spPr>
                <a:xfrm>
                  <a:off x="6218550" y="2456200"/>
                  <a:ext cx="1221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049" extrusionOk="0">
                      <a:moveTo>
                        <a:pt x="3844" y="725"/>
                      </a:moveTo>
                      <a:cubicBezTo>
                        <a:pt x="4033" y="725"/>
                        <a:pt x="4190" y="882"/>
                        <a:pt x="4190" y="1071"/>
                      </a:cubicBezTo>
                      <a:cubicBezTo>
                        <a:pt x="4190" y="1260"/>
                        <a:pt x="4033" y="1418"/>
                        <a:pt x="3844" y="1418"/>
                      </a:cubicBezTo>
                      <a:lnTo>
                        <a:pt x="1008" y="1418"/>
                      </a:lnTo>
                      <a:cubicBezTo>
                        <a:pt x="819" y="1418"/>
                        <a:pt x="662" y="1260"/>
                        <a:pt x="662" y="1071"/>
                      </a:cubicBezTo>
                      <a:cubicBezTo>
                        <a:pt x="662" y="882"/>
                        <a:pt x="819" y="725"/>
                        <a:pt x="1008" y="725"/>
                      </a:cubicBezTo>
                      <a:close/>
                      <a:moveTo>
                        <a:pt x="1008" y="0"/>
                      </a:moveTo>
                      <a:cubicBezTo>
                        <a:pt x="410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8" y="2048"/>
                      </a:cubicBezTo>
                      <a:lnTo>
                        <a:pt x="3844" y="2048"/>
                      </a:lnTo>
                      <a:cubicBezTo>
                        <a:pt x="4442" y="2048"/>
                        <a:pt x="4883" y="1576"/>
                        <a:pt x="4883" y="1040"/>
                      </a:cubicBezTo>
                      <a:cubicBezTo>
                        <a:pt x="4852" y="473"/>
                        <a:pt x="4411" y="0"/>
                        <a:pt x="38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2" name="Google Shape;9199;p73">
                  <a:extLst>
                    <a:ext uri="{FF2B5EF4-FFF2-40B4-BE49-F238E27FC236}">
                      <a16:creationId xmlns:a16="http://schemas.microsoft.com/office/drawing/2014/main" id="{8401C5CE-1D05-4067-3756-C02C95CEACF3}"/>
                    </a:ext>
                  </a:extLst>
                </p:cNvPr>
                <p:cNvSpPr/>
                <p:nvPr/>
              </p:nvSpPr>
              <p:spPr>
                <a:xfrm>
                  <a:off x="6340625" y="2353025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355" y="158"/>
                        <a:pt x="1198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803" name="Google Shape;9200;p73">
                  <a:extLst>
                    <a:ext uri="{FF2B5EF4-FFF2-40B4-BE49-F238E27FC236}">
                      <a16:creationId xmlns:a16="http://schemas.microsoft.com/office/drawing/2014/main" id="{857908A3-309F-6083-EC61-E82E8EE4DDE8}"/>
                    </a:ext>
                  </a:extLst>
                </p:cNvPr>
                <p:cNvSpPr/>
                <p:nvPr/>
              </p:nvSpPr>
              <p:spPr>
                <a:xfrm>
                  <a:off x="6183100" y="2369550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89" name="Google Shape;9201;p73">
                <a:extLst>
                  <a:ext uri="{FF2B5EF4-FFF2-40B4-BE49-F238E27FC236}">
                    <a16:creationId xmlns:a16="http://schemas.microsoft.com/office/drawing/2014/main" id="{1387A87B-73CA-352A-F258-948A7F29DBE4}"/>
                  </a:ext>
                </a:extLst>
              </p:cNvPr>
              <p:cNvGrpSpPr/>
              <p:nvPr/>
            </p:nvGrpSpPr>
            <p:grpSpPr>
              <a:xfrm>
                <a:off x="2036574" y="1687877"/>
                <a:ext cx="503276" cy="500612"/>
                <a:chOff x="1412450" y="1954475"/>
                <a:chExt cx="297750" cy="296175"/>
              </a:xfrm>
              <a:grpFill/>
            </p:grpSpPr>
            <p:sp>
              <p:nvSpPr>
                <p:cNvPr id="17798" name="Google Shape;9202;p73">
                  <a:extLst>
                    <a:ext uri="{FF2B5EF4-FFF2-40B4-BE49-F238E27FC236}">
                      <a16:creationId xmlns:a16="http://schemas.microsoft.com/office/drawing/2014/main" id="{F7E0F87E-81C1-811A-8898-60478222D4AA}"/>
                    </a:ext>
                  </a:extLst>
                </p:cNvPr>
                <p:cNvSpPr/>
                <p:nvPr/>
              </p:nvSpPr>
              <p:spPr>
                <a:xfrm>
                  <a:off x="1483350" y="2023800"/>
                  <a:ext cx="155975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39" extrusionOk="0">
                      <a:moveTo>
                        <a:pt x="3119" y="2079"/>
                      </a:moveTo>
                      <a:cubicBezTo>
                        <a:pt x="3529" y="2079"/>
                        <a:pt x="3844" y="2395"/>
                        <a:pt x="3844" y="2773"/>
                      </a:cubicBezTo>
                      <a:cubicBezTo>
                        <a:pt x="3844" y="3182"/>
                        <a:pt x="3529" y="3497"/>
                        <a:pt x="3119" y="3497"/>
                      </a:cubicBezTo>
                      <a:cubicBezTo>
                        <a:pt x="2741" y="3497"/>
                        <a:pt x="2426" y="3182"/>
                        <a:pt x="2426" y="2773"/>
                      </a:cubicBezTo>
                      <a:cubicBezTo>
                        <a:pt x="2426" y="2395"/>
                        <a:pt x="2741" y="2079"/>
                        <a:pt x="3119" y="2079"/>
                      </a:cubicBezTo>
                      <a:close/>
                      <a:moveTo>
                        <a:pt x="3119" y="725"/>
                      </a:moveTo>
                      <a:cubicBezTo>
                        <a:pt x="4474" y="725"/>
                        <a:pt x="5577" y="1827"/>
                        <a:pt x="5577" y="3182"/>
                      </a:cubicBezTo>
                      <a:cubicBezTo>
                        <a:pt x="5577" y="3686"/>
                        <a:pt x="5388" y="4159"/>
                        <a:pt x="5136" y="4537"/>
                      </a:cubicBezTo>
                      <a:cubicBezTo>
                        <a:pt x="4884" y="4190"/>
                        <a:pt x="4537" y="3907"/>
                        <a:pt x="4191" y="3718"/>
                      </a:cubicBezTo>
                      <a:cubicBezTo>
                        <a:pt x="4411" y="3497"/>
                        <a:pt x="4537" y="3182"/>
                        <a:pt x="4537" y="2804"/>
                      </a:cubicBezTo>
                      <a:cubicBezTo>
                        <a:pt x="4537" y="2079"/>
                        <a:pt x="3907" y="1449"/>
                        <a:pt x="3151" y="1449"/>
                      </a:cubicBezTo>
                      <a:cubicBezTo>
                        <a:pt x="2426" y="1449"/>
                        <a:pt x="1796" y="2079"/>
                        <a:pt x="1796" y="2804"/>
                      </a:cubicBezTo>
                      <a:cubicBezTo>
                        <a:pt x="1796" y="3182"/>
                        <a:pt x="1891" y="3497"/>
                        <a:pt x="2143" y="3718"/>
                      </a:cubicBezTo>
                      <a:cubicBezTo>
                        <a:pt x="1733" y="3907"/>
                        <a:pt x="1418" y="4190"/>
                        <a:pt x="1198" y="4537"/>
                      </a:cubicBezTo>
                      <a:cubicBezTo>
                        <a:pt x="914" y="4159"/>
                        <a:pt x="756" y="3686"/>
                        <a:pt x="756" y="3182"/>
                      </a:cubicBezTo>
                      <a:cubicBezTo>
                        <a:pt x="662" y="1796"/>
                        <a:pt x="1796" y="725"/>
                        <a:pt x="3119" y="725"/>
                      </a:cubicBezTo>
                      <a:close/>
                      <a:moveTo>
                        <a:pt x="3119" y="4190"/>
                      </a:moveTo>
                      <a:cubicBezTo>
                        <a:pt x="3749" y="4190"/>
                        <a:pt x="4317" y="4505"/>
                        <a:pt x="4632" y="5041"/>
                      </a:cubicBezTo>
                      <a:cubicBezTo>
                        <a:pt x="4222" y="5387"/>
                        <a:pt x="3686" y="5577"/>
                        <a:pt x="3119" y="5577"/>
                      </a:cubicBezTo>
                      <a:cubicBezTo>
                        <a:pt x="2584" y="5577"/>
                        <a:pt x="2017" y="5387"/>
                        <a:pt x="1639" y="5041"/>
                      </a:cubicBezTo>
                      <a:cubicBezTo>
                        <a:pt x="1954" y="4505"/>
                        <a:pt x="2489" y="4190"/>
                        <a:pt x="3119" y="4190"/>
                      </a:cubicBezTo>
                      <a:close/>
                      <a:moveTo>
                        <a:pt x="3119" y="0"/>
                      </a:moveTo>
                      <a:cubicBezTo>
                        <a:pt x="1387" y="0"/>
                        <a:pt x="0" y="1418"/>
                        <a:pt x="0" y="3119"/>
                      </a:cubicBezTo>
                      <a:cubicBezTo>
                        <a:pt x="0" y="4852"/>
                        <a:pt x="1387" y="6238"/>
                        <a:pt x="3119" y="6238"/>
                      </a:cubicBezTo>
                      <a:cubicBezTo>
                        <a:pt x="4852" y="6238"/>
                        <a:pt x="6238" y="4820"/>
                        <a:pt x="6238" y="3119"/>
                      </a:cubicBezTo>
                      <a:cubicBezTo>
                        <a:pt x="6238" y="1386"/>
                        <a:pt x="4821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9" name="Google Shape;9203;p73">
                  <a:extLst>
                    <a:ext uri="{FF2B5EF4-FFF2-40B4-BE49-F238E27FC236}">
                      <a16:creationId xmlns:a16="http://schemas.microsoft.com/office/drawing/2014/main" id="{C96C9B9A-ABD3-5E2A-FF8B-7DDB43400319}"/>
                    </a:ext>
                  </a:extLst>
                </p:cNvPr>
                <p:cNvSpPr/>
                <p:nvPr/>
              </p:nvSpPr>
              <p:spPr>
                <a:xfrm>
                  <a:off x="1412450" y="1954475"/>
                  <a:ext cx="297750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47" extrusionOk="0">
                      <a:moveTo>
                        <a:pt x="6365" y="662"/>
                      </a:moveTo>
                      <a:lnTo>
                        <a:pt x="6522" y="1513"/>
                      </a:lnTo>
                      <a:cubicBezTo>
                        <a:pt x="6554" y="1702"/>
                        <a:pt x="6617" y="1765"/>
                        <a:pt x="6774" y="1797"/>
                      </a:cubicBezTo>
                      <a:cubicBezTo>
                        <a:pt x="7342" y="1923"/>
                        <a:pt x="7814" y="2112"/>
                        <a:pt x="8287" y="2427"/>
                      </a:cubicBezTo>
                      <a:cubicBezTo>
                        <a:pt x="8350" y="2474"/>
                        <a:pt x="8421" y="2498"/>
                        <a:pt x="8488" y="2498"/>
                      </a:cubicBezTo>
                      <a:cubicBezTo>
                        <a:pt x="8554" y="2498"/>
                        <a:pt x="8618" y="2474"/>
                        <a:pt x="8665" y="2427"/>
                      </a:cubicBezTo>
                      <a:lnTo>
                        <a:pt x="9389" y="1923"/>
                      </a:lnTo>
                      <a:lnTo>
                        <a:pt x="9925" y="2490"/>
                      </a:lnTo>
                      <a:lnTo>
                        <a:pt x="9421" y="3183"/>
                      </a:lnTo>
                      <a:cubicBezTo>
                        <a:pt x="9358" y="3309"/>
                        <a:pt x="9358" y="3466"/>
                        <a:pt x="9421" y="3592"/>
                      </a:cubicBezTo>
                      <a:cubicBezTo>
                        <a:pt x="9736" y="4065"/>
                        <a:pt x="9925" y="4537"/>
                        <a:pt x="10051" y="5073"/>
                      </a:cubicBezTo>
                      <a:cubicBezTo>
                        <a:pt x="10082" y="5231"/>
                        <a:pt x="10209" y="5294"/>
                        <a:pt x="10335" y="5357"/>
                      </a:cubicBezTo>
                      <a:lnTo>
                        <a:pt x="11185" y="5514"/>
                      </a:lnTo>
                      <a:lnTo>
                        <a:pt x="11185" y="6302"/>
                      </a:lnTo>
                      <a:lnTo>
                        <a:pt x="10335" y="6459"/>
                      </a:lnTo>
                      <a:cubicBezTo>
                        <a:pt x="10177" y="6491"/>
                        <a:pt x="10082" y="6585"/>
                        <a:pt x="10051" y="6743"/>
                      </a:cubicBezTo>
                      <a:cubicBezTo>
                        <a:pt x="9925" y="7278"/>
                        <a:pt x="9736" y="7751"/>
                        <a:pt x="9421" y="8224"/>
                      </a:cubicBezTo>
                      <a:cubicBezTo>
                        <a:pt x="9358" y="8350"/>
                        <a:pt x="9358" y="8507"/>
                        <a:pt x="9421" y="8633"/>
                      </a:cubicBezTo>
                      <a:lnTo>
                        <a:pt x="9925" y="9326"/>
                      </a:lnTo>
                      <a:lnTo>
                        <a:pt x="9389" y="9893"/>
                      </a:lnTo>
                      <a:lnTo>
                        <a:pt x="8665" y="9358"/>
                      </a:lnTo>
                      <a:cubicBezTo>
                        <a:pt x="8618" y="9326"/>
                        <a:pt x="8554" y="9310"/>
                        <a:pt x="8488" y="9310"/>
                      </a:cubicBezTo>
                      <a:cubicBezTo>
                        <a:pt x="8421" y="9310"/>
                        <a:pt x="8350" y="9326"/>
                        <a:pt x="8287" y="9358"/>
                      </a:cubicBezTo>
                      <a:cubicBezTo>
                        <a:pt x="7814" y="9673"/>
                        <a:pt x="7342" y="9893"/>
                        <a:pt x="6774" y="9988"/>
                      </a:cubicBezTo>
                      <a:cubicBezTo>
                        <a:pt x="6617" y="10051"/>
                        <a:pt x="6554" y="10145"/>
                        <a:pt x="6522" y="10271"/>
                      </a:cubicBezTo>
                      <a:lnTo>
                        <a:pt x="6365" y="11153"/>
                      </a:lnTo>
                      <a:lnTo>
                        <a:pt x="5577" y="11153"/>
                      </a:lnTo>
                      <a:lnTo>
                        <a:pt x="5420" y="10271"/>
                      </a:lnTo>
                      <a:cubicBezTo>
                        <a:pt x="5357" y="10114"/>
                        <a:pt x="5294" y="10051"/>
                        <a:pt x="5136" y="9988"/>
                      </a:cubicBezTo>
                      <a:cubicBezTo>
                        <a:pt x="4569" y="9893"/>
                        <a:pt x="4097" y="9673"/>
                        <a:pt x="3624" y="9358"/>
                      </a:cubicBezTo>
                      <a:cubicBezTo>
                        <a:pt x="3561" y="9326"/>
                        <a:pt x="3498" y="9310"/>
                        <a:pt x="3435" y="9310"/>
                      </a:cubicBezTo>
                      <a:cubicBezTo>
                        <a:pt x="3372" y="9310"/>
                        <a:pt x="3309" y="9326"/>
                        <a:pt x="3246" y="9358"/>
                      </a:cubicBezTo>
                      <a:lnTo>
                        <a:pt x="2521" y="9893"/>
                      </a:lnTo>
                      <a:lnTo>
                        <a:pt x="1986" y="9326"/>
                      </a:lnTo>
                      <a:lnTo>
                        <a:pt x="2490" y="8633"/>
                      </a:lnTo>
                      <a:cubicBezTo>
                        <a:pt x="2584" y="8507"/>
                        <a:pt x="2584" y="8350"/>
                        <a:pt x="2490" y="8224"/>
                      </a:cubicBezTo>
                      <a:cubicBezTo>
                        <a:pt x="2175" y="7751"/>
                        <a:pt x="1986" y="7278"/>
                        <a:pt x="1860" y="6743"/>
                      </a:cubicBezTo>
                      <a:cubicBezTo>
                        <a:pt x="1828" y="6585"/>
                        <a:pt x="1702" y="6491"/>
                        <a:pt x="1576" y="6459"/>
                      </a:cubicBezTo>
                      <a:lnTo>
                        <a:pt x="726" y="6302"/>
                      </a:lnTo>
                      <a:lnTo>
                        <a:pt x="726" y="5514"/>
                      </a:lnTo>
                      <a:lnTo>
                        <a:pt x="1576" y="5357"/>
                      </a:lnTo>
                      <a:cubicBezTo>
                        <a:pt x="1734" y="5325"/>
                        <a:pt x="1828" y="5231"/>
                        <a:pt x="1860" y="5073"/>
                      </a:cubicBezTo>
                      <a:cubicBezTo>
                        <a:pt x="1986" y="4506"/>
                        <a:pt x="2175" y="4065"/>
                        <a:pt x="2490" y="3592"/>
                      </a:cubicBezTo>
                      <a:cubicBezTo>
                        <a:pt x="2584" y="3466"/>
                        <a:pt x="2584" y="3309"/>
                        <a:pt x="2490" y="3183"/>
                      </a:cubicBezTo>
                      <a:lnTo>
                        <a:pt x="1986" y="2490"/>
                      </a:lnTo>
                      <a:lnTo>
                        <a:pt x="2521" y="1923"/>
                      </a:lnTo>
                      <a:lnTo>
                        <a:pt x="3246" y="2427"/>
                      </a:lnTo>
                      <a:cubicBezTo>
                        <a:pt x="3309" y="2474"/>
                        <a:pt x="3372" y="2498"/>
                        <a:pt x="3435" y="2498"/>
                      </a:cubicBezTo>
                      <a:cubicBezTo>
                        <a:pt x="3498" y="2498"/>
                        <a:pt x="3561" y="2474"/>
                        <a:pt x="3624" y="2427"/>
                      </a:cubicBezTo>
                      <a:cubicBezTo>
                        <a:pt x="4097" y="2112"/>
                        <a:pt x="4569" y="1923"/>
                        <a:pt x="5136" y="1797"/>
                      </a:cubicBezTo>
                      <a:cubicBezTo>
                        <a:pt x="5294" y="1765"/>
                        <a:pt x="5357" y="1639"/>
                        <a:pt x="5420" y="1513"/>
                      </a:cubicBezTo>
                      <a:lnTo>
                        <a:pt x="5577" y="662"/>
                      </a:lnTo>
                      <a:close/>
                      <a:moveTo>
                        <a:pt x="5262" y="1"/>
                      </a:moveTo>
                      <a:cubicBezTo>
                        <a:pt x="5073" y="1"/>
                        <a:pt x="4916" y="127"/>
                        <a:pt x="4884" y="284"/>
                      </a:cubicBezTo>
                      <a:lnTo>
                        <a:pt x="4727" y="1166"/>
                      </a:lnTo>
                      <a:cubicBezTo>
                        <a:pt x="4254" y="1292"/>
                        <a:pt x="3813" y="1481"/>
                        <a:pt x="3435" y="1734"/>
                      </a:cubicBezTo>
                      <a:lnTo>
                        <a:pt x="2679" y="1229"/>
                      </a:lnTo>
                      <a:cubicBezTo>
                        <a:pt x="2610" y="1174"/>
                        <a:pt x="2541" y="1149"/>
                        <a:pt x="2474" y="1149"/>
                      </a:cubicBezTo>
                      <a:cubicBezTo>
                        <a:pt x="2389" y="1149"/>
                        <a:pt x="2309" y="1190"/>
                        <a:pt x="2238" y="1261"/>
                      </a:cubicBezTo>
                      <a:lnTo>
                        <a:pt x="1261" y="2238"/>
                      </a:lnTo>
                      <a:cubicBezTo>
                        <a:pt x="1135" y="2364"/>
                        <a:pt x="1135" y="2553"/>
                        <a:pt x="1230" y="2679"/>
                      </a:cubicBezTo>
                      <a:lnTo>
                        <a:pt x="1734" y="3435"/>
                      </a:lnTo>
                      <a:cubicBezTo>
                        <a:pt x="1513" y="3813"/>
                        <a:pt x="1324" y="4254"/>
                        <a:pt x="1198" y="4726"/>
                      </a:cubicBezTo>
                      <a:lnTo>
                        <a:pt x="284" y="4884"/>
                      </a:lnTo>
                      <a:cubicBezTo>
                        <a:pt x="127" y="4915"/>
                        <a:pt x="1" y="5042"/>
                        <a:pt x="1" y="5231"/>
                      </a:cubicBezTo>
                      <a:lnTo>
                        <a:pt x="1" y="6617"/>
                      </a:lnTo>
                      <a:cubicBezTo>
                        <a:pt x="64" y="6774"/>
                        <a:pt x="158" y="6932"/>
                        <a:pt x="316" y="6963"/>
                      </a:cubicBezTo>
                      <a:lnTo>
                        <a:pt x="1230" y="7121"/>
                      </a:lnTo>
                      <a:cubicBezTo>
                        <a:pt x="1356" y="7593"/>
                        <a:pt x="1545" y="8034"/>
                        <a:pt x="1797" y="8413"/>
                      </a:cubicBezTo>
                      <a:lnTo>
                        <a:pt x="1261" y="9169"/>
                      </a:lnTo>
                      <a:cubicBezTo>
                        <a:pt x="1167" y="9295"/>
                        <a:pt x="1198" y="9484"/>
                        <a:pt x="1324" y="9610"/>
                      </a:cubicBezTo>
                      <a:lnTo>
                        <a:pt x="2301" y="10586"/>
                      </a:lnTo>
                      <a:cubicBezTo>
                        <a:pt x="2368" y="10654"/>
                        <a:pt x="2454" y="10685"/>
                        <a:pt x="2533" y="10685"/>
                      </a:cubicBezTo>
                      <a:cubicBezTo>
                        <a:pt x="2602" y="10685"/>
                        <a:pt x="2666" y="10662"/>
                        <a:pt x="2710" y="10618"/>
                      </a:cubicBezTo>
                      <a:lnTo>
                        <a:pt x="3466" y="10114"/>
                      </a:lnTo>
                      <a:cubicBezTo>
                        <a:pt x="3876" y="10366"/>
                        <a:pt x="4286" y="10555"/>
                        <a:pt x="4790" y="10681"/>
                      </a:cubicBezTo>
                      <a:lnTo>
                        <a:pt x="4947" y="11563"/>
                      </a:lnTo>
                      <a:cubicBezTo>
                        <a:pt x="4979" y="11721"/>
                        <a:pt x="5105" y="11847"/>
                        <a:pt x="5294" y="11847"/>
                      </a:cubicBezTo>
                      <a:lnTo>
                        <a:pt x="6680" y="11847"/>
                      </a:lnTo>
                      <a:cubicBezTo>
                        <a:pt x="6837" y="11847"/>
                        <a:pt x="6995" y="11721"/>
                        <a:pt x="7027" y="11563"/>
                      </a:cubicBezTo>
                      <a:lnTo>
                        <a:pt x="7184" y="10681"/>
                      </a:lnTo>
                      <a:cubicBezTo>
                        <a:pt x="7657" y="10555"/>
                        <a:pt x="8098" y="10366"/>
                        <a:pt x="8476" y="10114"/>
                      </a:cubicBezTo>
                      <a:lnTo>
                        <a:pt x="9232" y="10618"/>
                      </a:lnTo>
                      <a:cubicBezTo>
                        <a:pt x="9301" y="10673"/>
                        <a:pt x="9370" y="10698"/>
                        <a:pt x="9436" y="10698"/>
                      </a:cubicBezTo>
                      <a:cubicBezTo>
                        <a:pt x="9521" y="10698"/>
                        <a:pt x="9602" y="10657"/>
                        <a:pt x="9673" y="10586"/>
                      </a:cubicBezTo>
                      <a:lnTo>
                        <a:pt x="10650" y="9610"/>
                      </a:lnTo>
                      <a:cubicBezTo>
                        <a:pt x="10776" y="9484"/>
                        <a:pt x="10776" y="9295"/>
                        <a:pt x="10681" y="9169"/>
                      </a:cubicBezTo>
                      <a:lnTo>
                        <a:pt x="10177" y="8413"/>
                      </a:lnTo>
                      <a:cubicBezTo>
                        <a:pt x="10398" y="8034"/>
                        <a:pt x="10618" y="7593"/>
                        <a:pt x="10713" y="7121"/>
                      </a:cubicBezTo>
                      <a:lnTo>
                        <a:pt x="11626" y="6963"/>
                      </a:lnTo>
                      <a:cubicBezTo>
                        <a:pt x="11784" y="6932"/>
                        <a:pt x="11910" y="6806"/>
                        <a:pt x="11910" y="6617"/>
                      </a:cubicBezTo>
                      <a:lnTo>
                        <a:pt x="11910" y="5231"/>
                      </a:lnTo>
                      <a:cubicBezTo>
                        <a:pt x="11910" y="5073"/>
                        <a:pt x="11784" y="4915"/>
                        <a:pt x="11626" y="4884"/>
                      </a:cubicBezTo>
                      <a:lnTo>
                        <a:pt x="10713" y="4726"/>
                      </a:lnTo>
                      <a:cubicBezTo>
                        <a:pt x="10618" y="4254"/>
                        <a:pt x="10398" y="3813"/>
                        <a:pt x="10177" y="3403"/>
                      </a:cubicBezTo>
                      <a:lnTo>
                        <a:pt x="10681" y="2679"/>
                      </a:lnTo>
                      <a:cubicBezTo>
                        <a:pt x="10807" y="2553"/>
                        <a:pt x="10776" y="2364"/>
                        <a:pt x="10650" y="2238"/>
                      </a:cubicBezTo>
                      <a:lnTo>
                        <a:pt x="9673" y="1261"/>
                      </a:lnTo>
                      <a:cubicBezTo>
                        <a:pt x="9605" y="1193"/>
                        <a:pt x="9520" y="1162"/>
                        <a:pt x="9435" y="1162"/>
                      </a:cubicBezTo>
                      <a:cubicBezTo>
                        <a:pt x="9362" y="1162"/>
                        <a:pt x="9290" y="1186"/>
                        <a:pt x="9232" y="1229"/>
                      </a:cubicBezTo>
                      <a:lnTo>
                        <a:pt x="8476" y="1734"/>
                      </a:lnTo>
                      <a:cubicBezTo>
                        <a:pt x="8098" y="1481"/>
                        <a:pt x="7657" y="1292"/>
                        <a:pt x="7184" y="1166"/>
                      </a:cubicBezTo>
                      <a:lnTo>
                        <a:pt x="6995" y="284"/>
                      </a:lnTo>
                      <a:cubicBezTo>
                        <a:pt x="6932" y="127"/>
                        <a:pt x="6837" y="1"/>
                        <a:pt x="66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0" name="Google Shape;9204;p73">
                <a:extLst>
                  <a:ext uri="{FF2B5EF4-FFF2-40B4-BE49-F238E27FC236}">
                    <a16:creationId xmlns:a16="http://schemas.microsoft.com/office/drawing/2014/main" id="{900A24A2-F68C-BF82-E986-CDC53962C43F}"/>
                  </a:ext>
                </a:extLst>
              </p:cNvPr>
              <p:cNvSpPr/>
              <p:nvPr/>
            </p:nvSpPr>
            <p:spPr>
              <a:xfrm>
                <a:off x="2038541" y="2283625"/>
                <a:ext cx="499303" cy="495289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721" extrusionOk="0">
                    <a:moveTo>
                      <a:pt x="2395" y="631"/>
                    </a:moveTo>
                    <a:cubicBezTo>
                      <a:pt x="2584" y="631"/>
                      <a:pt x="2742" y="789"/>
                      <a:pt x="2742" y="978"/>
                    </a:cubicBezTo>
                    <a:cubicBezTo>
                      <a:pt x="2742" y="1167"/>
                      <a:pt x="2584" y="1324"/>
                      <a:pt x="2395" y="1324"/>
                    </a:cubicBezTo>
                    <a:lnTo>
                      <a:pt x="1009" y="1324"/>
                    </a:lnTo>
                    <a:cubicBezTo>
                      <a:pt x="820" y="1324"/>
                      <a:pt x="663" y="1167"/>
                      <a:pt x="663" y="978"/>
                    </a:cubicBezTo>
                    <a:cubicBezTo>
                      <a:pt x="663" y="789"/>
                      <a:pt x="820" y="631"/>
                      <a:pt x="1009" y="631"/>
                    </a:cubicBezTo>
                    <a:close/>
                    <a:moveTo>
                      <a:pt x="6554" y="631"/>
                    </a:moveTo>
                    <a:cubicBezTo>
                      <a:pt x="6774" y="631"/>
                      <a:pt x="6932" y="789"/>
                      <a:pt x="6932" y="978"/>
                    </a:cubicBezTo>
                    <a:cubicBezTo>
                      <a:pt x="6932" y="1167"/>
                      <a:pt x="6774" y="1324"/>
                      <a:pt x="6554" y="1324"/>
                    </a:cubicBezTo>
                    <a:lnTo>
                      <a:pt x="5199" y="1324"/>
                    </a:lnTo>
                    <a:cubicBezTo>
                      <a:pt x="4979" y="1324"/>
                      <a:pt x="4821" y="1167"/>
                      <a:pt x="4821" y="978"/>
                    </a:cubicBezTo>
                    <a:cubicBezTo>
                      <a:pt x="4821" y="789"/>
                      <a:pt x="4979" y="631"/>
                      <a:pt x="5199" y="631"/>
                    </a:cubicBezTo>
                    <a:close/>
                    <a:moveTo>
                      <a:pt x="10776" y="631"/>
                    </a:moveTo>
                    <a:cubicBezTo>
                      <a:pt x="10965" y="631"/>
                      <a:pt x="11122" y="789"/>
                      <a:pt x="11122" y="978"/>
                    </a:cubicBezTo>
                    <a:cubicBezTo>
                      <a:pt x="11122" y="1167"/>
                      <a:pt x="10965" y="1324"/>
                      <a:pt x="10776" y="1324"/>
                    </a:cubicBezTo>
                    <a:lnTo>
                      <a:pt x="9389" y="1324"/>
                    </a:lnTo>
                    <a:cubicBezTo>
                      <a:pt x="9200" y="1324"/>
                      <a:pt x="9043" y="1167"/>
                      <a:pt x="9043" y="978"/>
                    </a:cubicBezTo>
                    <a:cubicBezTo>
                      <a:pt x="9043" y="789"/>
                      <a:pt x="9200" y="631"/>
                      <a:pt x="9389" y="631"/>
                    </a:cubicBezTo>
                    <a:close/>
                    <a:moveTo>
                      <a:pt x="7279" y="4790"/>
                    </a:moveTo>
                    <a:cubicBezTo>
                      <a:pt x="7468" y="4790"/>
                      <a:pt x="7625" y="4947"/>
                      <a:pt x="7625" y="5136"/>
                    </a:cubicBezTo>
                    <a:lnTo>
                      <a:pt x="7625" y="6554"/>
                    </a:lnTo>
                    <a:cubicBezTo>
                      <a:pt x="7625" y="6775"/>
                      <a:pt x="7468" y="6932"/>
                      <a:pt x="7279" y="6932"/>
                    </a:cubicBezTo>
                    <a:lnTo>
                      <a:pt x="4506" y="6932"/>
                    </a:lnTo>
                    <a:cubicBezTo>
                      <a:pt x="4317" y="6932"/>
                      <a:pt x="4160" y="6775"/>
                      <a:pt x="4160" y="6554"/>
                    </a:cubicBezTo>
                    <a:lnTo>
                      <a:pt x="4160" y="5136"/>
                    </a:lnTo>
                    <a:cubicBezTo>
                      <a:pt x="4160" y="4947"/>
                      <a:pt x="4317" y="4790"/>
                      <a:pt x="4506" y="4790"/>
                    </a:cubicBezTo>
                    <a:close/>
                    <a:moveTo>
                      <a:pt x="2395" y="10398"/>
                    </a:moveTo>
                    <a:cubicBezTo>
                      <a:pt x="2584" y="10398"/>
                      <a:pt x="2742" y="10555"/>
                      <a:pt x="2742" y="10744"/>
                    </a:cubicBezTo>
                    <a:cubicBezTo>
                      <a:pt x="2742" y="10933"/>
                      <a:pt x="2584" y="11091"/>
                      <a:pt x="2395" y="11091"/>
                    </a:cubicBezTo>
                    <a:lnTo>
                      <a:pt x="1009" y="11091"/>
                    </a:lnTo>
                    <a:cubicBezTo>
                      <a:pt x="820" y="11091"/>
                      <a:pt x="663" y="10933"/>
                      <a:pt x="663" y="10744"/>
                    </a:cubicBezTo>
                    <a:cubicBezTo>
                      <a:pt x="663" y="10555"/>
                      <a:pt x="820" y="10398"/>
                      <a:pt x="1009" y="10398"/>
                    </a:cubicBezTo>
                    <a:close/>
                    <a:moveTo>
                      <a:pt x="6585" y="10398"/>
                    </a:moveTo>
                    <a:cubicBezTo>
                      <a:pt x="6806" y="10398"/>
                      <a:pt x="6964" y="10555"/>
                      <a:pt x="6964" y="10744"/>
                    </a:cubicBezTo>
                    <a:cubicBezTo>
                      <a:pt x="6964" y="10933"/>
                      <a:pt x="6806" y="11091"/>
                      <a:pt x="6585" y="11091"/>
                    </a:cubicBezTo>
                    <a:lnTo>
                      <a:pt x="5231" y="11091"/>
                    </a:lnTo>
                    <a:cubicBezTo>
                      <a:pt x="5010" y="11091"/>
                      <a:pt x="4853" y="10933"/>
                      <a:pt x="4853" y="10744"/>
                    </a:cubicBezTo>
                    <a:cubicBezTo>
                      <a:pt x="4853" y="10555"/>
                      <a:pt x="5010" y="10398"/>
                      <a:pt x="5231" y="10398"/>
                    </a:cubicBezTo>
                    <a:close/>
                    <a:moveTo>
                      <a:pt x="10776" y="10398"/>
                    </a:moveTo>
                    <a:cubicBezTo>
                      <a:pt x="10965" y="10398"/>
                      <a:pt x="11122" y="10555"/>
                      <a:pt x="11122" y="10744"/>
                    </a:cubicBezTo>
                    <a:cubicBezTo>
                      <a:pt x="11122" y="10933"/>
                      <a:pt x="10965" y="11091"/>
                      <a:pt x="10776" y="11091"/>
                    </a:cubicBezTo>
                    <a:lnTo>
                      <a:pt x="9389" y="11091"/>
                    </a:lnTo>
                    <a:cubicBezTo>
                      <a:pt x="9200" y="11091"/>
                      <a:pt x="9043" y="10933"/>
                      <a:pt x="9043" y="10744"/>
                    </a:cubicBezTo>
                    <a:cubicBezTo>
                      <a:pt x="9043" y="10555"/>
                      <a:pt x="9200" y="10398"/>
                      <a:pt x="9389" y="10398"/>
                    </a:cubicBezTo>
                    <a:close/>
                    <a:moveTo>
                      <a:pt x="1009" y="1"/>
                    </a:moveTo>
                    <a:cubicBezTo>
                      <a:pt x="410" y="1"/>
                      <a:pt x="1" y="474"/>
                      <a:pt x="1" y="1009"/>
                    </a:cubicBezTo>
                    <a:cubicBezTo>
                      <a:pt x="1" y="1608"/>
                      <a:pt x="473" y="2049"/>
                      <a:pt x="1009" y="2049"/>
                    </a:cubicBezTo>
                    <a:lnTo>
                      <a:pt x="1356" y="2049"/>
                    </a:lnTo>
                    <a:lnTo>
                      <a:pt x="1356" y="2395"/>
                    </a:lnTo>
                    <a:cubicBezTo>
                      <a:pt x="1356" y="2994"/>
                      <a:pt x="1828" y="3403"/>
                      <a:pt x="2395" y="3403"/>
                    </a:cubicBezTo>
                    <a:lnTo>
                      <a:pt x="5546" y="3403"/>
                    </a:lnTo>
                    <a:lnTo>
                      <a:pt x="5546" y="4128"/>
                    </a:lnTo>
                    <a:lnTo>
                      <a:pt x="4506" y="4128"/>
                    </a:lnTo>
                    <a:cubicBezTo>
                      <a:pt x="3939" y="4128"/>
                      <a:pt x="3466" y="4601"/>
                      <a:pt x="3466" y="5136"/>
                    </a:cubicBezTo>
                    <a:lnTo>
                      <a:pt x="3466" y="6554"/>
                    </a:lnTo>
                    <a:cubicBezTo>
                      <a:pt x="3466" y="7153"/>
                      <a:pt x="3939" y="7594"/>
                      <a:pt x="4506" y="7594"/>
                    </a:cubicBezTo>
                    <a:lnTo>
                      <a:pt x="5546" y="7594"/>
                    </a:lnTo>
                    <a:lnTo>
                      <a:pt x="5546" y="8287"/>
                    </a:lnTo>
                    <a:lnTo>
                      <a:pt x="2395" y="8287"/>
                    </a:lnTo>
                    <a:cubicBezTo>
                      <a:pt x="1797" y="8287"/>
                      <a:pt x="1356" y="8759"/>
                      <a:pt x="1356" y="9326"/>
                    </a:cubicBezTo>
                    <a:lnTo>
                      <a:pt x="1356" y="9673"/>
                    </a:lnTo>
                    <a:lnTo>
                      <a:pt x="1009" y="9673"/>
                    </a:lnTo>
                    <a:cubicBezTo>
                      <a:pt x="410" y="9673"/>
                      <a:pt x="1" y="10146"/>
                      <a:pt x="1" y="10713"/>
                    </a:cubicBezTo>
                    <a:cubicBezTo>
                      <a:pt x="1" y="11280"/>
                      <a:pt x="473" y="11721"/>
                      <a:pt x="1009" y="11721"/>
                    </a:cubicBezTo>
                    <a:lnTo>
                      <a:pt x="2395" y="11721"/>
                    </a:lnTo>
                    <a:cubicBezTo>
                      <a:pt x="2994" y="11721"/>
                      <a:pt x="3403" y="11248"/>
                      <a:pt x="3403" y="10713"/>
                    </a:cubicBezTo>
                    <a:cubicBezTo>
                      <a:pt x="3403" y="10114"/>
                      <a:pt x="2931" y="9673"/>
                      <a:pt x="2395" y="9673"/>
                    </a:cubicBezTo>
                    <a:lnTo>
                      <a:pt x="2049" y="9673"/>
                    </a:lnTo>
                    <a:lnTo>
                      <a:pt x="2049" y="9326"/>
                    </a:lnTo>
                    <a:cubicBezTo>
                      <a:pt x="2049" y="9137"/>
                      <a:pt x="2206" y="8980"/>
                      <a:pt x="2395" y="8980"/>
                    </a:cubicBezTo>
                    <a:lnTo>
                      <a:pt x="5546" y="8980"/>
                    </a:lnTo>
                    <a:lnTo>
                      <a:pt x="5546" y="9673"/>
                    </a:lnTo>
                    <a:lnTo>
                      <a:pt x="5199" y="9673"/>
                    </a:lnTo>
                    <a:cubicBezTo>
                      <a:pt x="4601" y="9673"/>
                      <a:pt x="4160" y="10146"/>
                      <a:pt x="4160" y="10713"/>
                    </a:cubicBezTo>
                    <a:cubicBezTo>
                      <a:pt x="4160" y="11280"/>
                      <a:pt x="4632" y="11721"/>
                      <a:pt x="5199" y="11721"/>
                    </a:cubicBezTo>
                    <a:lnTo>
                      <a:pt x="6554" y="11721"/>
                    </a:lnTo>
                    <a:cubicBezTo>
                      <a:pt x="7153" y="11721"/>
                      <a:pt x="7594" y="11248"/>
                      <a:pt x="7594" y="10713"/>
                    </a:cubicBezTo>
                    <a:cubicBezTo>
                      <a:pt x="7594" y="10114"/>
                      <a:pt x="7121" y="9673"/>
                      <a:pt x="6554" y="9673"/>
                    </a:cubicBezTo>
                    <a:lnTo>
                      <a:pt x="6207" y="9673"/>
                    </a:lnTo>
                    <a:lnTo>
                      <a:pt x="6207" y="8980"/>
                    </a:lnTo>
                    <a:lnTo>
                      <a:pt x="9358" y="8980"/>
                    </a:lnTo>
                    <a:cubicBezTo>
                      <a:pt x="9547" y="8980"/>
                      <a:pt x="9704" y="9137"/>
                      <a:pt x="9704" y="9326"/>
                    </a:cubicBezTo>
                    <a:lnTo>
                      <a:pt x="9704" y="9673"/>
                    </a:lnTo>
                    <a:lnTo>
                      <a:pt x="9358" y="9673"/>
                    </a:lnTo>
                    <a:cubicBezTo>
                      <a:pt x="8759" y="9673"/>
                      <a:pt x="8350" y="10146"/>
                      <a:pt x="8350" y="10713"/>
                    </a:cubicBezTo>
                    <a:cubicBezTo>
                      <a:pt x="8350" y="11280"/>
                      <a:pt x="8791" y="11721"/>
                      <a:pt x="9358" y="11721"/>
                    </a:cubicBezTo>
                    <a:lnTo>
                      <a:pt x="10744" y="11721"/>
                    </a:lnTo>
                    <a:cubicBezTo>
                      <a:pt x="11311" y="11721"/>
                      <a:pt x="11752" y="11248"/>
                      <a:pt x="11752" y="10713"/>
                    </a:cubicBezTo>
                    <a:cubicBezTo>
                      <a:pt x="11752" y="10114"/>
                      <a:pt x="11280" y="9673"/>
                      <a:pt x="10744" y="9673"/>
                    </a:cubicBezTo>
                    <a:lnTo>
                      <a:pt x="10366" y="9673"/>
                    </a:lnTo>
                    <a:lnTo>
                      <a:pt x="10366" y="9326"/>
                    </a:lnTo>
                    <a:cubicBezTo>
                      <a:pt x="10366" y="8728"/>
                      <a:pt x="9925" y="8287"/>
                      <a:pt x="9358" y="8287"/>
                    </a:cubicBezTo>
                    <a:lnTo>
                      <a:pt x="6207" y="8287"/>
                    </a:lnTo>
                    <a:lnTo>
                      <a:pt x="6207" y="7594"/>
                    </a:lnTo>
                    <a:lnTo>
                      <a:pt x="7216" y="7594"/>
                    </a:lnTo>
                    <a:cubicBezTo>
                      <a:pt x="7814" y="7594"/>
                      <a:pt x="8287" y="7121"/>
                      <a:pt x="8287" y="6554"/>
                    </a:cubicBezTo>
                    <a:lnTo>
                      <a:pt x="8287" y="5136"/>
                    </a:lnTo>
                    <a:cubicBezTo>
                      <a:pt x="8287" y="4569"/>
                      <a:pt x="7814" y="4128"/>
                      <a:pt x="7216" y="4128"/>
                    </a:cubicBezTo>
                    <a:lnTo>
                      <a:pt x="6207" y="4128"/>
                    </a:lnTo>
                    <a:lnTo>
                      <a:pt x="6207" y="3403"/>
                    </a:lnTo>
                    <a:lnTo>
                      <a:pt x="9389" y="3403"/>
                    </a:lnTo>
                    <a:cubicBezTo>
                      <a:pt x="9988" y="3403"/>
                      <a:pt x="10429" y="2931"/>
                      <a:pt x="10429" y="2395"/>
                    </a:cubicBezTo>
                    <a:lnTo>
                      <a:pt x="10429" y="2049"/>
                    </a:lnTo>
                    <a:lnTo>
                      <a:pt x="10776" y="2049"/>
                    </a:lnTo>
                    <a:cubicBezTo>
                      <a:pt x="11374" y="2049"/>
                      <a:pt x="11815" y="1576"/>
                      <a:pt x="11815" y="1009"/>
                    </a:cubicBezTo>
                    <a:cubicBezTo>
                      <a:pt x="11815" y="411"/>
                      <a:pt x="11343" y="1"/>
                      <a:pt x="10776" y="1"/>
                    </a:cubicBezTo>
                    <a:lnTo>
                      <a:pt x="9389" y="1"/>
                    </a:lnTo>
                    <a:cubicBezTo>
                      <a:pt x="8822" y="1"/>
                      <a:pt x="8381" y="474"/>
                      <a:pt x="8381" y="1009"/>
                    </a:cubicBezTo>
                    <a:cubicBezTo>
                      <a:pt x="8381" y="1608"/>
                      <a:pt x="8854" y="2049"/>
                      <a:pt x="9389" y="2049"/>
                    </a:cubicBezTo>
                    <a:lnTo>
                      <a:pt x="9767" y="2049"/>
                    </a:lnTo>
                    <a:lnTo>
                      <a:pt x="9767" y="2395"/>
                    </a:lnTo>
                    <a:cubicBezTo>
                      <a:pt x="9767" y="2584"/>
                      <a:pt x="9610" y="2742"/>
                      <a:pt x="9389" y="2742"/>
                    </a:cubicBezTo>
                    <a:lnTo>
                      <a:pt x="6239" y="2742"/>
                    </a:lnTo>
                    <a:lnTo>
                      <a:pt x="6239" y="2049"/>
                    </a:lnTo>
                    <a:lnTo>
                      <a:pt x="6617" y="2049"/>
                    </a:lnTo>
                    <a:cubicBezTo>
                      <a:pt x="7184" y="2049"/>
                      <a:pt x="7625" y="1576"/>
                      <a:pt x="7625" y="1009"/>
                    </a:cubicBezTo>
                    <a:cubicBezTo>
                      <a:pt x="7625" y="411"/>
                      <a:pt x="7153" y="1"/>
                      <a:pt x="6617" y="1"/>
                    </a:cubicBezTo>
                    <a:lnTo>
                      <a:pt x="5231" y="1"/>
                    </a:lnTo>
                    <a:cubicBezTo>
                      <a:pt x="4632" y="1"/>
                      <a:pt x="4191" y="474"/>
                      <a:pt x="4191" y="1009"/>
                    </a:cubicBezTo>
                    <a:cubicBezTo>
                      <a:pt x="4191" y="1608"/>
                      <a:pt x="4664" y="2049"/>
                      <a:pt x="5231" y="2049"/>
                    </a:cubicBezTo>
                    <a:lnTo>
                      <a:pt x="5577" y="2049"/>
                    </a:lnTo>
                    <a:lnTo>
                      <a:pt x="5577" y="2742"/>
                    </a:lnTo>
                    <a:lnTo>
                      <a:pt x="2427" y="2742"/>
                    </a:lnTo>
                    <a:cubicBezTo>
                      <a:pt x="2238" y="2742"/>
                      <a:pt x="2080" y="2584"/>
                      <a:pt x="2080" y="2395"/>
                    </a:cubicBezTo>
                    <a:lnTo>
                      <a:pt x="2080" y="2049"/>
                    </a:lnTo>
                    <a:lnTo>
                      <a:pt x="2427" y="2049"/>
                    </a:lnTo>
                    <a:cubicBezTo>
                      <a:pt x="3025" y="2049"/>
                      <a:pt x="3466" y="1576"/>
                      <a:pt x="3466" y="1009"/>
                    </a:cubicBezTo>
                    <a:cubicBezTo>
                      <a:pt x="3466" y="411"/>
                      <a:pt x="2994" y="1"/>
                      <a:pt x="242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1" name="Google Shape;9205;p73">
                <a:extLst>
                  <a:ext uri="{FF2B5EF4-FFF2-40B4-BE49-F238E27FC236}">
                    <a16:creationId xmlns:a16="http://schemas.microsoft.com/office/drawing/2014/main" id="{7A9BFFDA-D51E-F8D4-97E6-6A807C828885}"/>
                  </a:ext>
                </a:extLst>
              </p:cNvPr>
              <p:cNvGrpSpPr/>
              <p:nvPr/>
            </p:nvGrpSpPr>
            <p:grpSpPr>
              <a:xfrm>
                <a:off x="2036574" y="2923500"/>
                <a:ext cx="503276" cy="502894"/>
                <a:chOff x="1413250" y="2680675"/>
                <a:chExt cx="297750" cy="297525"/>
              </a:xfrm>
              <a:grpFill/>
            </p:grpSpPr>
            <p:sp>
              <p:nvSpPr>
                <p:cNvPr id="17794" name="Google Shape;9206;p73">
                  <a:extLst>
                    <a:ext uri="{FF2B5EF4-FFF2-40B4-BE49-F238E27FC236}">
                      <a16:creationId xmlns:a16="http://schemas.microsoft.com/office/drawing/2014/main" id="{FB528597-CE47-7CA6-F636-974363AA2717}"/>
                    </a:ext>
                  </a:extLst>
                </p:cNvPr>
                <p:cNvSpPr/>
                <p:nvPr/>
              </p:nvSpPr>
              <p:spPr>
                <a:xfrm>
                  <a:off x="1413250" y="2680675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10460" y="1418"/>
                      </a:moveTo>
                      <a:lnTo>
                        <a:pt x="10460" y="7719"/>
                      </a:lnTo>
                      <a:lnTo>
                        <a:pt x="1387" y="7719"/>
                      </a:lnTo>
                      <a:lnTo>
                        <a:pt x="1387" y="1418"/>
                      </a:lnTo>
                      <a:close/>
                      <a:moveTo>
                        <a:pt x="5577" y="8380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380"/>
                      </a:lnTo>
                      <a:close/>
                      <a:moveTo>
                        <a:pt x="6396" y="8380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380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47"/>
                      </a:cubicBezTo>
                      <a:lnTo>
                        <a:pt x="5608" y="725"/>
                      </a:lnTo>
                      <a:lnTo>
                        <a:pt x="378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89" y="7719"/>
                        <a:pt x="32" y="7876"/>
                        <a:pt x="32" y="8097"/>
                      </a:cubicBezTo>
                      <a:cubicBezTo>
                        <a:pt x="32" y="8286"/>
                        <a:pt x="189" y="8443"/>
                        <a:pt x="378" y="8443"/>
                      </a:cubicBezTo>
                      <a:lnTo>
                        <a:pt x="4758" y="8443"/>
                      </a:lnTo>
                      <a:lnTo>
                        <a:pt x="3560" y="11436"/>
                      </a:lnTo>
                      <a:cubicBezTo>
                        <a:pt x="3497" y="11625"/>
                        <a:pt x="3560" y="11814"/>
                        <a:pt x="3749" y="11877"/>
                      </a:cubicBezTo>
                      <a:cubicBezTo>
                        <a:pt x="3803" y="11893"/>
                        <a:pt x="3855" y="11901"/>
                        <a:pt x="3903" y="11901"/>
                      </a:cubicBezTo>
                      <a:cubicBezTo>
                        <a:pt x="4052" y="11901"/>
                        <a:pt x="4167" y="11824"/>
                        <a:pt x="4191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75" y="11184"/>
                        <a:pt x="6333" y="11027"/>
                        <a:pt x="6333" y="10838"/>
                      </a:cubicBezTo>
                      <a:lnTo>
                        <a:pt x="6333" y="9830"/>
                      </a:lnTo>
                      <a:lnTo>
                        <a:pt x="6995" y="9830"/>
                      </a:lnTo>
                      <a:lnTo>
                        <a:pt x="7751" y="11657"/>
                      </a:lnTo>
                      <a:cubicBezTo>
                        <a:pt x="7798" y="11824"/>
                        <a:pt x="7918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81" y="11783"/>
                        <a:pt x="8444" y="11594"/>
                        <a:pt x="8381" y="11436"/>
                      </a:cubicBezTo>
                      <a:lnTo>
                        <a:pt x="7184" y="8443"/>
                      </a:lnTo>
                      <a:lnTo>
                        <a:pt x="11563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63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63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63" y="725"/>
                      </a:cubicBezTo>
                      <a:lnTo>
                        <a:pt x="6301" y="725"/>
                      </a:lnTo>
                      <a:lnTo>
                        <a:pt x="6301" y="347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5" name="Google Shape;9207;p73">
                  <a:extLst>
                    <a:ext uri="{FF2B5EF4-FFF2-40B4-BE49-F238E27FC236}">
                      <a16:creationId xmlns:a16="http://schemas.microsoft.com/office/drawing/2014/main" id="{41385DAC-2DB4-C9AA-D23A-E6C253E3C427}"/>
                    </a:ext>
                  </a:extLst>
                </p:cNvPr>
                <p:cNvSpPr/>
                <p:nvPr/>
              </p:nvSpPr>
              <p:spPr>
                <a:xfrm>
                  <a:off x="1465225" y="2805100"/>
                  <a:ext cx="528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081" extrusionOk="0">
                      <a:moveTo>
                        <a:pt x="1387" y="663"/>
                      </a:moveTo>
                      <a:lnTo>
                        <a:pt x="1387" y="1387"/>
                      </a:lnTo>
                      <a:lnTo>
                        <a:pt x="694" y="1387"/>
                      </a:lnTo>
                      <a:lnTo>
                        <a:pt x="694" y="663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734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1765" y="2080"/>
                      </a:lnTo>
                      <a:cubicBezTo>
                        <a:pt x="1954" y="2080"/>
                        <a:pt x="2112" y="1923"/>
                        <a:pt x="2112" y="1734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1"/>
                        <a:pt x="176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6" name="Google Shape;9208;p73">
                  <a:extLst>
                    <a:ext uri="{FF2B5EF4-FFF2-40B4-BE49-F238E27FC236}">
                      <a16:creationId xmlns:a16="http://schemas.microsoft.com/office/drawing/2014/main" id="{3C6F1576-E814-BBB8-3992-0505242023DB}"/>
                    </a:ext>
                  </a:extLst>
                </p:cNvPr>
                <p:cNvSpPr/>
                <p:nvPr/>
              </p:nvSpPr>
              <p:spPr>
                <a:xfrm>
                  <a:off x="1535325" y="2769675"/>
                  <a:ext cx="528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3498" extrusionOk="0">
                      <a:moveTo>
                        <a:pt x="1387" y="662"/>
                      </a:moveTo>
                      <a:lnTo>
                        <a:pt x="1387" y="2741"/>
                      </a:lnTo>
                      <a:lnTo>
                        <a:pt x="694" y="2741"/>
                      </a:lnTo>
                      <a:lnTo>
                        <a:pt x="694" y="662"/>
                      </a:lnTo>
                      <a:close/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3151"/>
                      </a:lnTo>
                      <a:cubicBezTo>
                        <a:pt x="1" y="3340"/>
                        <a:pt x="158" y="3497"/>
                        <a:pt x="379" y="3497"/>
                      </a:cubicBezTo>
                      <a:lnTo>
                        <a:pt x="1733" y="3497"/>
                      </a:lnTo>
                      <a:lnTo>
                        <a:pt x="1733" y="3466"/>
                      </a:lnTo>
                      <a:cubicBezTo>
                        <a:pt x="1954" y="3466"/>
                        <a:pt x="2112" y="3308"/>
                        <a:pt x="2112" y="3119"/>
                      </a:cubicBezTo>
                      <a:lnTo>
                        <a:pt x="2112" y="347"/>
                      </a:lnTo>
                      <a:cubicBezTo>
                        <a:pt x="2112" y="158"/>
                        <a:pt x="1954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7" name="Google Shape;9209;p73">
                  <a:extLst>
                    <a:ext uri="{FF2B5EF4-FFF2-40B4-BE49-F238E27FC236}">
                      <a16:creationId xmlns:a16="http://schemas.microsoft.com/office/drawing/2014/main" id="{794AF971-0298-C130-061E-275B0A1AA8D0}"/>
                    </a:ext>
                  </a:extLst>
                </p:cNvPr>
                <p:cNvSpPr/>
                <p:nvPr/>
              </p:nvSpPr>
              <p:spPr>
                <a:xfrm>
                  <a:off x="1604650" y="2733425"/>
                  <a:ext cx="527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4916" extrusionOk="0">
                      <a:moveTo>
                        <a:pt x="1418" y="726"/>
                      </a:moveTo>
                      <a:lnTo>
                        <a:pt x="1418" y="4254"/>
                      </a:lnTo>
                      <a:lnTo>
                        <a:pt x="725" y="4254"/>
                      </a:lnTo>
                      <a:lnTo>
                        <a:pt x="725" y="72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lnTo>
                        <a:pt x="0" y="4569"/>
                      </a:lnTo>
                      <a:cubicBezTo>
                        <a:pt x="0" y="4758"/>
                        <a:pt x="158" y="4916"/>
                        <a:pt x="347" y="4916"/>
                      </a:cubicBezTo>
                      <a:lnTo>
                        <a:pt x="1764" y="4916"/>
                      </a:lnTo>
                      <a:cubicBezTo>
                        <a:pt x="1953" y="4916"/>
                        <a:pt x="2111" y="4758"/>
                        <a:pt x="2111" y="4569"/>
                      </a:cubicBezTo>
                      <a:lnTo>
                        <a:pt x="2111" y="348"/>
                      </a:lnTo>
                      <a:cubicBezTo>
                        <a:pt x="2111" y="159"/>
                        <a:pt x="1953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2" name="Google Shape;9210;p73">
                <a:extLst>
                  <a:ext uri="{FF2B5EF4-FFF2-40B4-BE49-F238E27FC236}">
                    <a16:creationId xmlns:a16="http://schemas.microsoft.com/office/drawing/2014/main" id="{3F6D89FD-0118-8D9F-74A9-072A424462B8}"/>
                  </a:ext>
                </a:extLst>
              </p:cNvPr>
              <p:cNvSpPr/>
              <p:nvPr/>
            </p:nvSpPr>
            <p:spPr>
              <a:xfrm>
                <a:off x="5271859" y="1687892"/>
                <a:ext cx="387450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9169" h="11846" extrusionOk="0">
                    <a:moveTo>
                      <a:pt x="4695" y="2079"/>
                    </a:moveTo>
                    <a:cubicBezTo>
                      <a:pt x="5073" y="2079"/>
                      <a:pt x="5388" y="2394"/>
                      <a:pt x="5388" y="2772"/>
                    </a:cubicBezTo>
                    <a:cubicBezTo>
                      <a:pt x="5388" y="3181"/>
                      <a:pt x="5073" y="3496"/>
                      <a:pt x="4695" y="3496"/>
                    </a:cubicBezTo>
                    <a:cubicBezTo>
                      <a:pt x="4285" y="3496"/>
                      <a:pt x="3970" y="3181"/>
                      <a:pt x="3970" y="2772"/>
                    </a:cubicBezTo>
                    <a:cubicBezTo>
                      <a:pt x="3970" y="2394"/>
                      <a:pt x="4285" y="2079"/>
                      <a:pt x="4695" y="2079"/>
                    </a:cubicBezTo>
                    <a:close/>
                    <a:moveTo>
                      <a:pt x="4695" y="4189"/>
                    </a:moveTo>
                    <a:cubicBezTo>
                      <a:pt x="5640" y="4189"/>
                      <a:pt x="6428" y="4977"/>
                      <a:pt x="6428" y="5922"/>
                    </a:cubicBezTo>
                    <a:lnTo>
                      <a:pt x="6428" y="6300"/>
                    </a:lnTo>
                    <a:lnTo>
                      <a:pt x="2962" y="6300"/>
                    </a:lnTo>
                    <a:lnTo>
                      <a:pt x="2962" y="5922"/>
                    </a:lnTo>
                    <a:cubicBezTo>
                      <a:pt x="2962" y="4945"/>
                      <a:pt x="3750" y="4189"/>
                      <a:pt x="4695" y="4189"/>
                    </a:cubicBezTo>
                    <a:close/>
                    <a:moveTo>
                      <a:pt x="4730" y="664"/>
                    </a:moveTo>
                    <a:cubicBezTo>
                      <a:pt x="6870" y="664"/>
                      <a:pt x="8538" y="2418"/>
                      <a:pt x="8538" y="4473"/>
                    </a:cubicBezTo>
                    <a:cubicBezTo>
                      <a:pt x="8538" y="5544"/>
                      <a:pt x="8097" y="6552"/>
                      <a:pt x="7310" y="7277"/>
                    </a:cubicBezTo>
                    <a:cubicBezTo>
                      <a:pt x="7215" y="7403"/>
                      <a:pt x="7121" y="7466"/>
                      <a:pt x="6995" y="7497"/>
                    </a:cubicBezTo>
                    <a:cubicBezTo>
                      <a:pt x="6774" y="7718"/>
                      <a:pt x="6522" y="7907"/>
                      <a:pt x="6459" y="8285"/>
                    </a:cubicBezTo>
                    <a:lnTo>
                      <a:pt x="5041" y="8285"/>
                    </a:lnTo>
                    <a:lnTo>
                      <a:pt x="5041" y="6993"/>
                    </a:lnTo>
                    <a:lnTo>
                      <a:pt x="6774" y="6993"/>
                    </a:lnTo>
                    <a:cubicBezTo>
                      <a:pt x="6963" y="6993"/>
                      <a:pt x="7121" y="6836"/>
                      <a:pt x="7121" y="6647"/>
                    </a:cubicBezTo>
                    <a:lnTo>
                      <a:pt x="7121" y="5922"/>
                    </a:lnTo>
                    <a:cubicBezTo>
                      <a:pt x="7121" y="4945"/>
                      <a:pt x="6585" y="4126"/>
                      <a:pt x="5734" y="3717"/>
                    </a:cubicBezTo>
                    <a:cubicBezTo>
                      <a:pt x="5987" y="3496"/>
                      <a:pt x="6113" y="3181"/>
                      <a:pt x="6113" y="2835"/>
                    </a:cubicBezTo>
                    <a:cubicBezTo>
                      <a:pt x="6113" y="2079"/>
                      <a:pt x="5482" y="1448"/>
                      <a:pt x="4726" y="1448"/>
                    </a:cubicBezTo>
                    <a:cubicBezTo>
                      <a:pt x="3970" y="1448"/>
                      <a:pt x="3340" y="2079"/>
                      <a:pt x="3340" y="2835"/>
                    </a:cubicBezTo>
                    <a:cubicBezTo>
                      <a:pt x="3340" y="3181"/>
                      <a:pt x="3466" y="3496"/>
                      <a:pt x="3687" y="3717"/>
                    </a:cubicBezTo>
                    <a:cubicBezTo>
                      <a:pt x="2868" y="4126"/>
                      <a:pt x="2332" y="4945"/>
                      <a:pt x="2332" y="5922"/>
                    </a:cubicBezTo>
                    <a:lnTo>
                      <a:pt x="2332" y="6647"/>
                    </a:lnTo>
                    <a:cubicBezTo>
                      <a:pt x="2332" y="6836"/>
                      <a:pt x="2489" y="6993"/>
                      <a:pt x="2679" y="6993"/>
                    </a:cubicBezTo>
                    <a:lnTo>
                      <a:pt x="4411" y="6993"/>
                    </a:lnTo>
                    <a:lnTo>
                      <a:pt x="4411" y="8411"/>
                    </a:lnTo>
                    <a:lnTo>
                      <a:pt x="2931" y="8411"/>
                    </a:lnTo>
                    <a:lnTo>
                      <a:pt x="2931" y="8380"/>
                    </a:lnTo>
                    <a:cubicBezTo>
                      <a:pt x="2836" y="7938"/>
                      <a:pt x="2615" y="7749"/>
                      <a:pt x="2363" y="7560"/>
                    </a:cubicBezTo>
                    <a:cubicBezTo>
                      <a:pt x="2300" y="7466"/>
                      <a:pt x="2174" y="7403"/>
                      <a:pt x="2048" y="7277"/>
                    </a:cubicBezTo>
                    <a:cubicBezTo>
                      <a:pt x="1135" y="6395"/>
                      <a:pt x="757" y="5135"/>
                      <a:pt x="946" y="3874"/>
                    </a:cubicBezTo>
                    <a:cubicBezTo>
                      <a:pt x="1198" y="2236"/>
                      <a:pt x="2615" y="881"/>
                      <a:pt x="4254" y="692"/>
                    </a:cubicBezTo>
                    <a:cubicBezTo>
                      <a:pt x="4415" y="673"/>
                      <a:pt x="4574" y="664"/>
                      <a:pt x="4730" y="664"/>
                    </a:cubicBezTo>
                    <a:close/>
                    <a:moveTo>
                      <a:pt x="6428" y="9073"/>
                    </a:moveTo>
                    <a:lnTo>
                      <a:pt x="6428" y="9419"/>
                    </a:lnTo>
                    <a:cubicBezTo>
                      <a:pt x="6428" y="9640"/>
                      <a:pt x="6270" y="9797"/>
                      <a:pt x="6081" y="9797"/>
                    </a:cubicBezTo>
                    <a:lnTo>
                      <a:pt x="3309" y="9797"/>
                    </a:lnTo>
                    <a:cubicBezTo>
                      <a:pt x="3120" y="9797"/>
                      <a:pt x="2962" y="9640"/>
                      <a:pt x="2962" y="9419"/>
                    </a:cubicBezTo>
                    <a:lnTo>
                      <a:pt x="2962" y="9073"/>
                    </a:lnTo>
                    <a:close/>
                    <a:moveTo>
                      <a:pt x="5703" y="10459"/>
                    </a:moveTo>
                    <a:lnTo>
                      <a:pt x="5703" y="10805"/>
                    </a:lnTo>
                    <a:cubicBezTo>
                      <a:pt x="5703" y="10994"/>
                      <a:pt x="5545" y="11183"/>
                      <a:pt x="5356" y="11183"/>
                    </a:cubicBezTo>
                    <a:lnTo>
                      <a:pt x="3970" y="11183"/>
                    </a:lnTo>
                    <a:cubicBezTo>
                      <a:pt x="3781" y="11183"/>
                      <a:pt x="3624" y="10994"/>
                      <a:pt x="3624" y="10805"/>
                    </a:cubicBezTo>
                    <a:lnTo>
                      <a:pt x="3624" y="10459"/>
                    </a:lnTo>
                    <a:close/>
                    <a:moveTo>
                      <a:pt x="4662" y="0"/>
                    </a:moveTo>
                    <a:cubicBezTo>
                      <a:pt x="4486" y="0"/>
                      <a:pt x="4308" y="10"/>
                      <a:pt x="4128" y="31"/>
                    </a:cubicBezTo>
                    <a:cubicBezTo>
                      <a:pt x="2174" y="251"/>
                      <a:pt x="568" y="1827"/>
                      <a:pt x="253" y="3780"/>
                    </a:cubicBezTo>
                    <a:cubicBezTo>
                      <a:pt x="1" y="5229"/>
                      <a:pt x="505" y="6710"/>
                      <a:pt x="1576" y="7749"/>
                    </a:cubicBezTo>
                    <a:cubicBezTo>
                      <a:pt x="1733" y="7875"/>
                      <a:pt x="1859" y="7970"/>
                      <a:pt x="1922" y="8064"/>
                    </a:cubicBezTo>
                    <a:cubicBezTo>
                      <a:pt x="2206" y="8285"/>
                      <a:pt x="2237" y="8348"/>
                      <a:pt x="2237" y="8695"/>
                    </a:cubicBezTo>
                    <a:lnTo>
                      <a:pt x="2237" y="9388"/>
                    </a:lnTo>
                    <a:cubicBezTo>
                      <a:pt x="2237" y="9829"/>
                      <a:pt x="2521" y="10238"/>
                      <a:pt x="2962" y="10396"/>
                    </a:cubicBezTo>
                    <a:lnTo>
                      <a:pt x="2962" y="10774"/>
                    </a:lnTo>
                    <a:cubicBezTo>
                      <a:pt x="2962" y="11404"/>
                      <a:pt x="3435" y="11845"/>
                      <a:pt x="3970" y="11845"/>
                    </a:cubicBezTo>
                    <a:lnTo>
                      <a:pt x="5356" y="11845"/>
                    </a:lnTo>
                    <a:cubicBezTo>
                      <a:pt x="5955" y="11845"/>
                      <a:pt x="6396" y="11372"/>
                      <a:pt x="6396" y="10805"/>
                    </a:cubicBezTo>
                    <a:lnTo>
                      <a:pt x="6396" y="10427"/>
                    </a:lnTo>
                    <a:cubicBezTo>
                      <a:pt x="6774" y="10270"/>
                      <a:pt x="7089" y="9923"/>
                      <a:pt x="7089" y="9451"/>
                    </a:cubicBezTo>
                    <a:lnTo>
                      <a:pt x="7089" y="8726"/>
                    </a:lnTo>
                    <a:cubicBezTo>
                      <a:pt x="7089" y="8380"/>
                      <a:pt x="7121" y="8348"/>
                      <a:pt x="7404" y="8096"/>
                    </a:cubicBezTo>
                    <a:cubicBezTo>
                      <a:pt x="7499" y="8033"/>
                      <a:pt x="7593" y="7938"/>
                      <a:pt x="7751" y="7812"/>
                    </a:cubicBezTo>
                    <a:cubicBezTo>
                      <a:pt x="8664" y="6962"/>
                      <a:pt x="9169" y="5765"/>
                      <a:pt x="9169" y="4504"/>
                    </a:cubicBezTo>
                    <a:cubicBezTo>
                      <a:pt x="9169" y="2060"/>
                      <a:pt x="7186" y="0"/>
                      <a:pt x="46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93" name="Google Shape;9211;p73">
                <a:extLst>
                  <a:ext uri="{FF2B5EF4-FFF2-40B4-BE49-F238E27FC236}">
                    <a16:creationId xmlns:a16="http://schemas.microsoft.com/office/drawing/2014/main" id="{4EBE5D62-1497-D1AC-526E-899658F9B699}"/>
                  </a:ext>
                </a:extLst>
              </p:cNvPr>
              <p:cNvSpPr/>
              <p:nvPr/>
            </p:nvSpPr>
            <p:spPr>
              <a:xfrm>
                <a:off x="5203298" y="2281976"/>
                <a:ext cx="524573" cy="498585"/>
              </a:xfrm>
              <a:custGeom>
                <a:avLst/>
                <a:gdLst/>
                <a:ahLst/>
                <a:cxnLst/>
                <a:rect l="l" t="t" r="r" b="b"/>
                <a:pathLst>
                  <a:path w="12414" h="11799" extrusionOk="0">
                    <a:moveTo>
                      <a:pt x="8979" y="2127"/>
                    </a:moveTo>
                    <a:cubicBezTo>
                      <a:pt x="9247" y="2127"/>
                      <a:pt x="9515" y="2229"/>
                      <a:pt x="9704" y="2434"/>
                    </a:cubicBezTo>
                    <a:cubicBezTo>
                      <a:pt x="10113" y="2812"/>
                      <a:pt x="10113" y="3473"/>
                      <a:pt x="9704" y="3883"/>
                    </a:cubicBezTo>
                    <a:lnTo>
                      <a:pt x="8885" y="4702"/>
                    </a:lnTo>
                    <a:cubicBezTo>
                      <a:pt x="8790" y="4765"/>
                      <a:pt x="8696" y="4860"/>
                      <a:pt x="8601" y="4891"/>
                    </a:cubicBezTo>
                    <a:cubicBezTo>
                      <a:pt x="8790" y="4513"/>
                      <a:pt x="8727" y="4041"/>
                      <a:pt x="8412" y="3726"/>
                    </a:cubicBezTo>
                    <a:cubicBezTo>
                      <a:pt x="8206" y="3520"/>
                      <a:pt x="7933" y="3408"/>
                      <a:pt x="7654" y="3408"/>
                    </a:cubicBezTo>
                    <a:cubicBezTo>
                      <a:pt x="7507" y="3408"/>
                      <a:pt x="7357" y="3439"/>
                      <a:pt x="7215" y="3505"/>
                    </a:cubicBezTo>
                    <a:cubicBezTo>
                      <a:pt x="7278" y="3410"/>
                      <a:pt x="7341" y="3316"/>
                      <a:pt x="7436" y="3253"/>
                    </a:cubicBezTo>
                    <a:lnTo>
                      <a:pt x="8255" y="2434"/>
                    </a:lnTo>
                    <a:cubicBezTo>
                      <a:pt x="8444" y="2229"/>
                      <a:pt x="8711" y="2127"/>
                      <a:pt x="8979" y="2127"/>
                    </a:cubicBezTo>
                    <a:close/>
                    <a:moveTo>
                      <a:pt x="9027" y="685"/>
                    </a:moveTo>
                    <a:cubicBezTo>
                      <a:pt x="9649" y="685"/>
                      <a:pt x="10271" y="922"/>
                      <a:pt x="10744" y="1394"/>
                    </a:cubicBezTo>
                    <a:cubicBezTo>
                      <a:pt x="11689" y="2339"/>
                      <a:pt x="11689" y="3883"/>
                      <a:pt x="10744" y="4828"/>
                    </a:cubicBezTo>
                    <a:lnTo>
                      <a:pt x="9893" y="5647"/>
                    </a:lnTo>
                    <a:cubicBezTo>
                      <a:pt x="9431" y="6109"/>
                      <a:pt x="8816" y="6356"/>
                      <a:pt x="8187" y="6356"/>
                    </a:cubicBezTo>
                    <a:cubicBezTo>
                      <a:pt x="7914" y="6356"/>
                      <a:pt x="7639" y="6310"/>
                      <a:pt x="7373" y="6214"/>
                    </a:cubicBezTo>
                    <a:lnTo>
                      <a:pt x="7940" y="5647"/>
                    </a:lnTo>
                    <a:cubicBezTo>
                      <a:pt x="8008" y="5655"/>
                      <a:pt x="8077" y="5659"/>
                      <a:pt x="8146" y="5659"/>
                    </a:cubicBezTo>
                    <a:cubicBezTo>
                      <a:pt x="8617" y="5659"/>
                      <a:pt x="9087" y="5477"/>
                      <a:pt x="9389" y="5175"/>
                    </a:cubicBezTo>
                    <a:lnTo>
                      <a:pt x="10208" y="4356"/>
                    </a:lnTo>
                    <a:cubicBezTo>
                      <a:pt x="10901" y="3694"/>
                      <a:pt x="10901" y="2591"/>
                      <a:pt x="10208" y="1898"/>
                    </a:cubicBezTo>
                    <a:cubicBezTo>
                      <a:pt x="9877" y="1567"/>
                      <a:pt x="9436" y="1402"/>
                      <a:pt x="8995" y="1402"/>
                    </a:cubicBezTo>
                    <a:cubicBezTo>
                      <a:pt x="8554" y="1402"/>
                      <a:pt x="8113" y="1567"/>
                      <a:pt x="7782" y="1898"/>
                    </a:cubicBezTo>
                    <a:lnTo>
                      <a:pt x="6931" y="2749"/>
                    </a:lnTo>
                    <a:cubicBezTo>
                      <a:pt x="6553" y="3127"/>
                      <a:pt x="6396" y="3694"/>
                      <a:pt x="6490" y="4198"/>
                    </a:cubicBezTo>
                    <a:lnTo>
                      <a:pt x="5923" y="4734"/>
                    </a:lnTo>
                    <a:cubicBezTo>
                      <a:pt x="5608" y="3883"/>
                      <a:pt x="5797" y="2906"/>
                      <a:pt x="6490" y="2213"/>
                    </a:cubicBezTo>
                    <a:lnTo>
                      <a:pt x="7309" y="1394"/>
                    </a:lnTo>
                    <a:cubicBezTo>
                      <a:pt x="7782" y="922"/>
                      <a:pt x="8404" y="685"/>
                      <a:pt x="9027" y="685"/>
                    </a:cubicBezTo>
                    <a:close/>
                    <a:moveTo>
                      <a:pt x="7703" y="4104"/>
                    </a:moveTo>
                    <a:cubicBezTo>
                      <a:pt x="7790" y="4104"/>
                      <a:pt x="7877" y="4135"/>
                      <a:pt x="7940" y="4198"/>
                    </a:cubicBezTo>
                    <a:cubicBezTo>
                      <a:pt x="8066" y="4324"/>
                      <a:pt x="8066" y="4545"/>
                      <a:pt x="7940" y="4671"/>
                    </a:cubicBezTo>
                    <a:lnTo>
                      <a:pt x="4978" y="7632"/>
                    </a:lnTo>
                    <a:cubicBezTo>
                      <a:pt x="4915" y="7679"/>
                      <a:pt x="4828" y="7703"/>
                      <a:pt x="4742" y="7703"/>
                    </a:cubicBezTo>
                    <a:cubicBezTo>
                      <a:pt x="4655" y="7703"/>
                      <a:pt x="4569" y="7679"/>
                      <a:pt x="4506" y="7632"/>
                    </a:cubicBezTo>
                    <a:cubicBezTo>
                      <a:pt x="4380" y="7506"/>
                      <a:pt x="4380" y="7254"/>
                      <a:pt x="4506" y="7160"/>
                    </a:cubicBezTo>
                    <a:lnTo>
                      <a:pt x="7467" y="4198"/>
                    </a:lnTo>
                    <a:cubicBezTo>
                      <a:pt x="7530" y="4135"/>
                      <a:pt x="7617" y="4104"/>
                      <a:pt x="7703" y="4104"/>
                    </a:cubicBezTo>
                    <a:close/>
                    <a:moveTo>
                      <a:pt x="3781" y="6939"/>
                    </a:moveTo>
                    <a:lnTo>
                      <a:pt x="3781" y="6939"/>
                    </a:lnTo>
                    <a:cubicBezTo>
                      <a:pt x="3592" y="7349"/>
                      <a:pt x="3686" y="7821"/>
                      <a:pt x="4001" y="8136"/>
                    </a:cubicBezTo>
                    <a:cubicBezTo>
                      <a:pt x="4198" y="8333"/>
                      <a:pt x="4457" y="8432"/>
                      <a:pt x="4715" y="8432"/>
                    </a:cubicBezTo>
                    <a:cubicBezTo>
                      <a:pt x="4870" y="8432"/>
                      <a:pt x="5025" y="8396"/>
                      <a:pt x="5167" y="8325"/>
                    </a:cubicBezTo>
                    <a:lnTo>
                      <a:pt x="5167" y="8325"/>
                    </a:lnTo>
                    <a:cubicBezTo>
                      <a:pt x="5136" y="8451"/>
                      <a:pt x="5041" y="8514"/>
                      <a:pt x="4978" y="8609"/>
                    </a:cubicBezTo>
                    <a:lnTo>
                      <a:pt x="4159" y="9428"/>
                    </a:lnTo>
                    <a:cubicBezTo>
                      <a:pt x="3954" y="9633"/>
                      <a:pt x="3686" y="9735"/>
                      <a:pt x="3419" y="9735"/>
                    </a:cubicBezTo>
                    <a:cubicBezTo>
                      <a:pt x="3151" y="9735"/>
                      <a:pt x="2883" y="9633"/>
                      <a:pt x="2678" y="9428"/>
                    </a:cubicBezTo>
                    <a:cubicBezTo>
                      <a:pt x="2300" y="9050"/>
                      <a:pt x="2300" y="8357"/>
                      <a:pt x="2678" y="7979"/>
                    </a:cubicBezTo>
                    <a:lnTo>
                      <a:pt x="3529" y="7160"/>
                    </a:lnTo>
                    <a:cubicBezTo>
                      <a:pt x="3592" y="7065"/>
                      <a:pt x="3718" y="7002"/>
                      <a:pt x="3781" y="6939"/>
                    </a:cubicBezTo>
                    <a:close/>
                    <a:moveTo>
                      <a:pt x="4212" y="5467"/>
                    </a:moveTo>
                    <a:cubicBezTo>
                      <a:pt x="4492" y="5467"/>
                      <a:pt x="4773" y="5516"/>
                      <a:pt x="5041" y="5616"/>
                    </a:cubicBezTo>
                    <a:lnTo>
                      <a:pt x="4506" y="6151"/>
                    </a:lnTo>
                    <a:cubicBezTo>
                      <a:pt x="4437" y="6143"/>
                      <a:pt x="4368" y="6139"/>
                      <a:pt x="4299" y="6139"/>
                    </a:cubicBezTo>
                    <a:cubicBezTo>
                      <a:pt x="3828" y="6139"/>
                      <a:pt x="3358" y="6322"/>
                      <a:pt x="3056" y="6624"/>
                    </a:cubicBezTo>
                    <a:lnTo>
                      <a:pt x="2206" y="7475"/>
                    </a:lnTo>
                    <a:cubicBezTo>
                      <a:pt x="1544" y="8136"/>
                      <a:pt x="1544" y="9239"/>
                      <a:pt x="2206" y="9900"/>
                    </a:cubicBezTo>
                    <a:cubicBezTo>
                      <a:pt x="2552" y="10231"/>
                      <a:pt x="3001" y="10397"/>
                      <a:pt x="3446" y="10397"/>
                    </a:cubicBezTo>
                    <a:cubicBezTo>
                      <a:pt x="3891" y="10397"/>
                      <a:pt x="4332" y="10231"/>
                      <a:pt x="4663" y="9900"/>
                    </a:cubicBezTo>
                    <a:lnTo>
                      <a:pt x="5482" y="9081"/>
                    </a:lnTo>
                    <a:cubicBezTo>
                      <a:pt x="5892" y="8672"/>
                      <a:pt x="6049" y="8136"/>
                      <a:pt x="5955" y="7632"/>
                    </a:cubicBezTo>
                    <a:lnTo>
                      <a:pt x="6522" y="7065"/>
                    </a:lnTo>
                    <a:lnTo>
                      <a:pt x="6522" y="7065"/>
                    </a:lnTo>
                    <a:cubicBezTo>
                      <a:pt x="6837" y="7947"/>
                      <a:pt x="6648" y="8924"/>
                      <a:pt x="5955" y="9585"/>
                    </a:cubicBezTo>
                    <a:lnTo>
                      <a:pt x="5136" y="10405"/>
                    </a:lnTo>
                    <a:cubicBezTo>
                      <a:pt x="4663" y="10877"/>
                      <a:pt x="4041" y="11113"/>
                      <a:pt x="3419" y="11113"/>
                    </a:cubicBezTo>
                    <a:cubicBezTo>
                      <a:pt x="2796" y="11113"/>
                      <a:pt x="2174" y="10877"/>
                      <a:pt x="1702" y="10405"/>
                    </a:cubicBezTo>
                    <a:cubicBezTo>
                      <a:pt x="756" y="9459"/>
                      <a:pt x="756" y="7916"/>
                      <a:pt x="1702" y="7002"/>
                    </a:cubicBezTo>
                    <a:lnTo>
                      <a:pt x="2552" y="6151"/>
                    </a:lnTo>
                    <a:cubicBezTo>
                      <a:pt x="3005" y="5699"/>
                      <a:pt x="3605" y="5467"/>
                      <a:pt x="4212" y="5467"/>
                    </a:cubicBezTo>
                    <a:close/>
                    <a:moveTo>
                      <a:pt x="8999" y="0"/>
                    </a:moveTo>
                    <a:cubicBezTo>
                      <a:pt x="8200" y="0"/>
                      <a:pt x="7404" y="307"/>
                      <a:pt x="6805" y="922"/>
                    </a:cubicBezTo>
                    <a:lnTo>
                      <a:pt x="5955" y="1741"/>
                    </a:lnTo>
                    <a:cubicBezTo>
                      <a:pt x="5136" y="2560"/>
                      <a:pt x="4852" y="3789"/>
                      <a:pt x="5230" y="4891"/>
                    </a:cubicBezTo>
                    <a:cubicBezTo>
                      <a:pt x="4920" y="4794"/>
                      <a:pt x="4601" y="4746"/>
                      <a:pt x="4283" y="4746"/>
                    </a:cubicBezTo>
                    <a:cubicBezTo>
                      <a:pt x="3469" y="4746"/>
                      <a:pt x="2669" y="5058"/>
                      <a:pt x="2080" y="5647"/>
                    </a:cubicBezTo>
                    <a:lnTo>
                      <a:pt x="1229" y="6466"/>
                    </a:lnTo>
                    <a:cubicBezTo>
                      <a:pt x="0" y="7695"/>
                      <a:pt x="0" y="9680"/>
                      <a:pt x="1229" y="10877"/>
                    </a:cubicBezTo>
                    <a:cubicBezTo>
                      <a:pt x="1843" y="11491"/>
                      <a:pt x="2647" y="11799"/>
                      <a:pt x="3446" y="11799"/>
                    </a:cubicBezTo>
                    <a:cubicBezTo>
                      <a:pt x="4246" y="11799"/>
                      <a:pt x="5041" y="11491"/>
                      <a:pt x="5640" y="10877"/>
                    </a:cubicBezTo>
                    <a:lnTo>
                      <a:pt x="6490" y="10058"/>
                    </a:lnTo>
                    <a:cubicBezTo>
                      <a:pt x="7309" y="9239"/>
                      <a:pt x="7593" y="8010"/>
                      <a:pt x="7215" y="6908"/>
                    </a:cubicBezTo>
                    <a:lnTo>
                      <a:pt x="7215" y="6908"/>
                    </a:lnTo>
                    <a:cubicBezTo>
                      <a:pt x="7525" y="7005"/>
                      <a:pt x="7844" y="7053"/>
                      <a:pt x="8162" y="7053"/>
                    </a:cubicBezTo>
                    <a:cubicBezTo>
                      <a:pt x="8976" y="7053"/>
                      <a:pt x="9776" y="6740"/>
                      <a:pt x="10365" y="6151"/>
                    </a:cubicBezTo>
                    <a:lnTo>
                      <a:pt x="11216" y="5332"/>
                    </a:lnTo>
                    <a:cubicBezTo>
                      <a:pt x="12413" y="4104"/>
                      <a:pt x="12413" y="2150"/>
                      <a:pt x="11216" y="922"/>
                    </a:cubicBezTo>
                    <a:cubicBezTo>
                      <a:pt x="10602" y="307"/>
                      <a:pt x="9798" y="0"/>
                      <a:pt x="8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694" name="Google Shape;9212;p73">
                <a:extLst>
                  <a:ext uri="{FF2B5EF4-FFF2-40B4-BE49-F238E27FC236}">
                    <a16:creationId xmlns:a16="http://schemas.microsoft.com/office/drawing/2014/main" id="{524BC655-5E30-FCAE-1E34-BDA836814A01}"/>
                  </a:ext>
                </a:extLst>
              </p:cNvPr>
              <p:cNvSpPr/>
              <p:nvPr/>
            </p:nvSpPr>
            <p:spPr>
              <a:xfrm>
                <a:off x="5213946" y="2924655"/>
                <a:ext cx="503276" cy="500571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1846" extrusionOk="0">
                    <a:moveTo>
                      <a:pt x="5924" y="2080"/>
                    </a:moveTo>
                    <a:cubicBezTo>
                      <a:pt x="6302" y="2080"/>
                      <a:pt x="6617" y="2395"/>
                      <a:pt x="6617" y="2773"/>
                    </a:cubicBezTo>
                    <a:cubicBezTo>
                      <a:pt x="6617" y="3182"/>
                      <a:pt x="6302" y="3497"/>
                      <a:pt x="5924" y="3497"/>
                    </a:cubicBezTo>
                    <a:cubicBezTo>
                      <a:pt x="5514" y="3497"/>
                      <a:pt x="5199" y="3182"/>
                      <a:pt x="5199" y="2773"/>
                    </a:cubicBezTo>
                    <a:cubicBezTo>
                      <a:pt x="5199" y="2395"/>
                      <a:pt x="5514" y="2080"/>
                      <a:pt x="5924" y="2080"/>
                    </a:cubicBezTo>
                    <a:close/>
                    <a:moveTo>
                      <a:pt x="5924" y="662"/>
                    </a:moveTo>
                    <a:cubicBezTo>
                      <a:pt x="7247" y="662"/>
                      <a:pt x="8318" y="1764"/>
                      <a:pt x="8318" y="3088"/>
                    </a:cubicBezTo>
                    <a:cubicBezTo>
                      <a:pt x="8318" y="3655"/>
                      <a:pt x="8129" y="4190"/>
                      <a:pt x="7783" y="4631"/>
                    </a:cubicBezTo>
                    <a:cubicBezTo>
                      <a:pt x="7562" y="4222"/>
                      <a:pt x="7310" y="3907"/>
                      <a:pt x="6900" y="3686"/>
                    </a:cubicBezTo>
                    <a:cubicBezTo>
                      <a:pt x="7153" y="3434"/>
                      <a:pt x="7310" y="3088"/>
                      <a:pt x="7310" y="2741"/>
                    </a:cubicBezTo>
                    <a:cubicBezTo>
                      <a:pt x="7310" y="1985"/>
                      <a:pt x="6680" y="1355"/>
                      <a:pt x="5924" y="1355"/>
                    </a:cubicBezTo>
                    <a:cubicBezTo>
                      <a:pt x="5168" y="1355"/>
                      <a:pt x="4538" y="1985"/>
                      <a:pt x="4538" y="2741"/>
                    </a:cubicBezTo>
                    <a:cubicBezTo>
                      <a:pt x="4538" y="3088"/>
                      <a:pt x="4695" y="3434"/>
                      <a:pt x="4947" y="3686"/>
                    </a:cubicBezTo>
                    <a:cubicBezTo>
                      <a:pt x="4538" y="3938"/>
                      <a:pt x="4223" y="4285"/>
                      <a:pt x="4034" y="4631"/>
                    </a:cubicBezTo>
                    <a:cubicBezTo>
                      <a:pt x="3592" y="4096"/>
                      <a:pt x="3403" y="3403"/>
                      <a:pt x="3498" y="2741"/>
                    </a:cubicBezTo>
                    <a:cubicBezTo>
                      <a:pt x="3655" y="1638"/>
                      <a:pt x="4664" y="662"/>
                      <a:pt x="5924" y="662"/>
                    </a:cubicBezTo>
                    <a:close/>
                    <a:moveTo>
                      <a:pt x="5924" y="4159"/>
                    </a:moveTo>
                    <a:cubicBezTo>
                      <a:pt x="6554" y="4159"/>
                      <a:pt x="7058" y="4600"/>
                      <a:pt x="7247" y="5135"/>
                    </a:cubicBezTo>
                    <a:cubicBezTo>
                      <a:pt x="6869" y="5388"/>
                      <a:pt x="6428" y="5545"/>
                      <a:pt x="5924" y="5545"/>
                    </a:cubicBezTo>
                    <a:cubicBezTo>
                      <a:pt x="5451" y="5545"/>
                      <a:pt x="4979" y="5388"/>
                      <a:pt x="4569" y="5135"/>
                    </a:cubicBezTo>
                    <a:cubicBezTo>
                      <a:pt x="4727" y="4568"/>
                      <a:pt x="5294" y="4159"/>
                      <a:pt x="5924" y="4159"/>
                    </a:cubicBezTo>
                    <a:close/>
                    <a:moveTo>
                      <a:pt x="1734" y="9042"/>
                    </a:moveTo>
                    <a:cubicBezTo>
                      <a:pt x="2301" y="9042"/>
                      <a:pt x="2773" y="9483"/>
                      <a:pt x="2773" y="10082"/>
                    </a:cubicBezTo>
                    <a:cubicBezTo>
                      <a:pt x="2773" y="10649"/>
                      <a:pt x="2301" y="11121"/>
                      <a:pt x="1734" y="11121"/>
                    </a:cubicBezTo>
                    <a:cubicBezTo>
                      <a:pt x="1198" y="11121"/>
                      <a:pt x="726" y="10649"/>
                      <a:pt x="726" y="10082"/>
                    </a:cubicBezTo>
                    <a:cubicBezTo>
                      <a:pt x="726" y="9483"/>
                      <a:pt x="1198" y="9042"/>
                      <a:pt x="1734" y="9042"/>
                    </a:cubicBezTo>
                    <a:close/>
                    <a:moveTo>
                      <a:pt x="5924" y="9042"/>
                    </a:moveTo>
                    <a:cubicBezTo>
                      <a:pt x="6522" y="9042"/>
                      <a:pt x="6932" y="9515"/>
                      <a:pt x="6932" y="10082"/>
                    </a:cubicBezTo>
                    <a:cubicBezTo>
                      <a:pt x="6932" y="10649"/>
                      <a:pt x="6459" y="11121"/>
                      <a:pt x="5924" y="11121"/>
                    </a:cubicBezTo>
                    <a:cubicBezTo>
                      <a:pt x="5357" y="11121"/>
                      <a:pt x="4884" y="10649"/>
                      <a:pt x="4884" y="10082"/>
                    </a:cubicBezTo>
                    <a:cubicBezTo>
                      <a:pt x="4884" y="9483"/>
                      <a:pt x="5325" y="9042"/>
                      <a:pt x="5924" y="9042"/>
                    </a:cubicBezTo>
                    <a:close/>
                    <a:moveTo>
                      <a:pt x="10145" y="9042"/>
                    </a:moveTo>
                    <a:cubicBezTo>
                      <a:pt x="10681" y="9042"/>
                      <a:pt x="11154" y="9483"/>
                      <a:pt x="11154" y="10082"/>
                    </a:cubicBezTo>
                    <a:cubicBezTo>
                      <a:pt x="11154" y="10649"/>
                      <a:pt x="10681" y="11121"/>
                      <a:pt x="10145" y="11121"/>
                    </a:cubicBezTo>
                    <a:cubicBezTo>
                      <a:pt x="9578" y="11121"/>
                      <a:pt x="9106" y="10649"/>
                      <a:pt x="9106" y="10082"/>
                    </a:cubicBezTo>
                    <a:cubicBezTo>
                      <a:pt x="9106" y="9483"/>
                      <a:pt x="9578" y="9042"/>
                      <a:pt x="10145" y="9042"/>
                    </a:cubicBezTo>
                    <a:close/>
                    <a:moveTo>
                      <a:pt x="5955" y="0"/>
                    </a:moveTo>
                    <a:cubicBezTo>
                      <a:pt x="4349" y="0"/>
                      <a:pt x="3088" y="1197"/>
                      <a:pt x="2868" y="2678"/>
                    </a:cubicBezTo>
                    <a:cubicBezTo>
                      <a:pt x="2647" y="4442"/>
                      <a:pt x="3908" y="6018"/>
                      <a:pt x="5640" y="6207"/>
                    </a:cubicBezTo>
                    <a:lnTo>
                      <a:pt x="5640" y="6963"/>
                    </a:lnTo>
                    <a:lnTo>
                      <a:pt x="2427" y="6963"/>
                    </a:lnTo>
                    <a:cubicBezTo>
                      <a:pt x="1828" y="6963"/>
                      <a:pt x="1387" y="7435"/>
                      <a:pt x="1387" y="7971"/>
                    </a:cubicBezTo>
                    <a:lnTo>
                      <a:pt x="1387" y="8380"/>
                    </a:lnTo>
                    <a:cubicBezTo>
                      <a:pt x="599" y="8538"/>
                      <a:pt x="1" y="9231"/>
                      <a:pt x="1" y="10082"/>
                    </a:cubicBezTo>
                    <a:cubicBezTo>
                      <a:pt x="1" y="11027"/>
                      <a:pt x="789" y="11846"/>
                      <a:pt x="1734" y="11846"/>
                    </a:cubicBezTo>
                    <a:cubicBezTo>
                      <a:pt x="2679" y="11846"/>
                      <a:pt x="3466" y="11058"/>
                      <a:pt x="3466" y="10082"/>
                    </a:cubicBezTo>
                    <a:cubicBezTo>
                      <a:pt x="3466" y="9231"/>
                      <a:pt x="2868" y="8538"/>
                      <a:pt x="2080" y="8380"/>
                    </a:cubicBezTo>
                    <a:lnTo>
                      <a:pt x="2080" y="7971"/>
                    </a:lnTo>
                    <a:cubicBezTo>
                      <a:pt x="2080" y="7782"/>
                      <a:pt x="2238" y="7624"/>
                      <a:pt x="2458" y="7624"/>
                    </a:cubicBezTo>
                    <a:lnTo>
                      <a:pt x="5609" y="7624"/>
                    </a:lnTo>
                    <a:lnTo>
                      <a:pt x="5609" y="8349"/>
                    </a:lnTo>
                    <a:cubicBezTo>
                      <a:pt x="4821" y="8506"/>
                      <a:pt x="4223" y="9200"/>
                      <a:pt x="4223" y="10019"/>
                    </a:cubicBezTo>
                    <a:cubicBezTo>
                      <a:pt x="4223" y="10964"/>
                      <a:pt x="5010" y="11814"/>
                      <a:pt x="5955" y="11814"/>
                    </a:cubicBezTo>
                    <a:cubicBezTo>
                      <a:pt x="6900" y="11814"/>
                      <a:pt x="7688" y="11027"/>
                      <a:pt x="7688" y="10019"/>
                    </a:cubicBezTo>
                    <a:cubicBezTo>
                      <a:pt x="7688" y="9200"/>
                      <a:pt x="7090" y="8506"/>
                      <a:pt x="6302" y="8349"/>
                    </a:cubicBezTo>
                    <a:lnTo>
                      <a:pt x="6302" y="7624"/>
                    </a:lnTo>
                    <a:lnTo>
                      <a:pt x="9452" y="7624"/>
                    </a:lnTo>
                    <a:cubicBezTo>
                      <a:pt x="9641" y="7624"/>
                      <a:pt x="9799" y="7782"/>
                      <a:pt x="9799" y="7971"/>
                    </a:cubicBezTo>
                    <a:lnTo>
                      <a:pt x="9799" y="8380"/>
                    </a:lnTo>
                    <a:cubicBezTo>
                      <a:pt x="9011" y="8538"/>
                      <a:pt x="8444" y="9231"/>
                      <a:pt x="8444" y="10082"/>
                    </a:cubicBezTo>
                    <a:cubicBezTo>
                      <a:pt x="8444" y="11027"/>
                      <a:pt x="9232" y="11846"/>
                      <a:pt x="10177" y="11846"/>
                    </a:cubicBezTo>
                    <a:cubicBezTo>
                      <a:pt x="11122" y="11846"/>
                      <a:pt x="11910" y="11058"/>
                      <a:pt x="11910" y="10082"/>
                    </a:cubicBezTo>
                    <a:cubicBezTo>
                      <a:pt x="11910" y="9231"/>
                      <a:pt x="11311" y="8538"/>
                      <a:pt x="10524" y="8380"/>
                    </a:cubicBezTo>
                    <a:lnTo>
                      <a:pt x="10524" y="7971"/>
                    </a:lnTo>
                    <a:cubicBezTo>
                      <a:pt x="10524" y="7404"/>
                      <a:pt x="10051" y="6963"/>
                      <a:pt x="9484" y="6963"/>
                    </a:cubicBezTo>
                    <a:lnTo>
                      <a:pt x="6333" y="6963"/>
                    </a:lnTo>
                    <a:lnTo>
                      <a:pt x="6333" y="6207"/>
                    </a:lnTo>
                    <a:cubicBezTo>
                      <a:pt x="7909" y="6049"/>
                      <a:pt x="9106" y="4726"/>
                      <a:pt x="9106" y="3088"/>
                    </a:cubicBezTo>
                    <a:cubicBezTo>
                      <a:pt x="9106" y="1355"/>
                      <a:pt x="7688" y="0"/>
                      <a:pt x="59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5" name="Google Shape;9213;p73">
                <a:extLst>
                  <a:ext uri="{FF2B5EF4-FFF2-40B4-BE49-F238E27FC236}">
                    <a16:creationId xmlns:a16="http://schemas.microsoft.com/office/drawing/2014/main" id="{0243FFC9-CC18-B7DE-07DE-B491A56C279B}"/>
                  </a:ext>
                </a:extLst>
              </p:cNvPr>
              <p:cNvGrpSpPr/>
              <p:nvPr/>
            </p:nvGrpSpPr>
            <p:grpSpPr>
              <a:xfrm>
                <a:off x="8378520" y="1688743"/>
                <a:ext cx="501923" cy="498881"/>
                <a:chOff x="5045775" y="1946400"/>
                <a:chExt cx="296950" cy="295150"/>
              </a:xfrm>
              <a:grpFill/>
            </p:grpSpPr>
            <p:sp>
              <p:nvSpPr>
                <p:cNvPr id="17792" name="Google Shape;9214;p73">
                  <a:extLst>
                    <a:ext uri="{FF2B5EF4-FFF2-40B4-BE49-F238E27FC236}">
                      <a16:creationId xmlns:a16="http://schemas.microsoft.com/office/drawing/2014/main" id="{3FAD330A-6EE5-5E17-24EB-B786D0D4B586}"/>
                    </a:ext>
                  </a:extLst>
                </p:cNvPr>
                <p:cNvSpPr/>
                <p:nvPr/>
              </p:nvSpPr>
              <p:spPr>
                <a:xfrm>
                  <a:off x="5113500" y="1998600"/>
                  <a:ext cx="160700" cy="1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" h="6238" extrusionOk="0">
                      <a:moveTo>
                        <a:pt x="3309" y="2079"/>
                      </a:moveTo>
                      <a:cubicBezTo>
                        <a:pt x="3718" y="2079"/>
                        <a:pt x="4033" y="2394"/>
                        <a:pt x="4033" y="2804"/>
                      </a:cubicBezTo>
                      <a:cubicBezTo>
                        <a:pt x="4033" y="3182"/>
                        <a:pt x="3718" y="3497"/>
                        <a:pt x="3309" y="3497"/>
                      </a:cubicBezTo>
                      <a:cubicBezTo>
                        <a:pt x="2931" y="3497"/>
                        <a:pt x="2616" y="3150"/>
                        <a:pt x="2616" y="2804"/>
                      </a:cubicBezTo>
                      <a:cubicBezTo>
                        <a:pt x="2616" y="2394"/>
                        <a:pt x="2931" y="2079"/>
                        <a:pt x="3309" y="2079"/>
                      </a:cubicBezTo>
                      <a:close/>
                      <a:moveTo>
                        <a:pt x="3403" y="662"/>
                      </a:moveTo>
                      <a:cubicBezTo>
                        <a:pt x="4726" y="662"/>
                        <a:pt x="5798" y="1764"/>
                        <a:pt x="5798" y="3119"/>
                      </a:cubicBezTo>
                      <a:cubicBezTo>
                        <a:pt x="5703" y="3655"/>
                        <a:pt x="5546" y="4222"/>
                        <a:pt x="5199" y="4663"/>
                      </a:cubicBezTo>
                      <a:cubicBezTo>
                        <a:pt x="5010" y="4253"/>
                        <a:pt x="4726" y="3938"/>
                        <a:pt x="4348" y="3686"/>
                      </a:cubicBezTo>
                      <a:cubicBezTo>
                        <a:pt x="4569" y="3466"/>
                        <a:pt x="4726" y="3119"/>
                        <a:pt x="4726" y="2741"/>
                      </a:cubicBezTo>
                      <a:cubicBezTo>
                        <a:pt x="4726" y="2016"/>
                        <a:pt x="4096" y="1386"/>
                        <a:pt x="3340" y="1386"/>
                      </a:cubicBezTo>
                      <a:cubicBezTo>
                        <a:pt x="2616" y="1386"/>
                        <a:pt x="1986" y="2016"/>
                        <a:pt x="1986" y="2741"/>
                      </a:cubicBezTo>
                      <a:cubicBezTo>
                        <a:pt x="1986" y="3119"/>
                        <a:pt x="2143" y="3466"/>
                        <a:pt x="2364" y="3686"/>
                      </a:cubicBezTo>
                      <a:cubicBezTo>
                        <a:pt x="1986" y="3907"/>
                        <a:pt x="1702" y="4253"/>
                        <a:pt x="1513" y="4663"/>
                      </a:cubicBezTo>
                      <a:cubicBezTo>
                        <a:pt x="1072" y="4096"/>
                        <a:pt x="883" y="3434"/>
                        <a:pt x="977" y="2772"/>
                      </a:cubicBezTo>
                      <a:cubicBezTo>
                        <a:pt x="1135" y="1670"/>
                        <a:pt x="2143" y="662"/>
                        <a:pt x="3403" y="662"/>
                      </a:cubicBezTo>
                      <a:close/>
                      <a:moveTo>
                        <a:pt x="3309" y="4190"/>
                      </a:moveTo>
                      <a:cubicBezTo>
                        <a:pt x="3939" y="4190"/>
                        <a:pt x="4443" y="4600"/>
                        <a:pt x="4663" y="5167"/>
                      </a:cubicBezTo>
                      <a:cubicBezTo>
                        <a:pt x="4254" y="5450"/>
                        <a:pt x="3781" y="5545"/>
                        <a:pt x="3309" y="5545"/>
                      </a:cubicBezTo>
                      <a:cubicBezTo>
                        <a:pt x="2836" y="5545"/>
                        <a:pt x="2364" y="5387"/>
                        <a:pt x="1986" y="5167"/>
                      </a:cubicBezTo>
                      <a:cubicBezTo>
                        <a:pt x="2143" y="4568"/>
                        <a:pt x="2679" y="4190"/>
                        <a:pt x="3309" y="4190"/>
                      </a:cubicBezTo>
                      <a:close/>
                      <a:moveTo>
                        <a:pt x="3309" y="0"/>
                      </a:moveTo>
                      <a:cubicBezTo>
                        <a:pt x="1733" y="0"/>
                        <a:pt x="410" y="1229"/>
                        <a:pt x="253" y="2678"/>
                      </a:cubicBezTo>
                      <a:cubicBezTo>
                        <a:pt x="1" y="4600"/>
                        <a:pt x="1450" y="6238"/>
                        <a:pt x="3309" y="6238"/>
                      </a:cubicBezTo>
                      <a:cubicBezTo>
                        <a:pt x="5042" y="6238"/>
                        <a:pt x="6428" y="4820"/>
                        <a:pt x="6428" y="3119"/>
                      </a:cubicBezTo>
                      <a:cubicBezTo>
                        <a:pt x="6428" y="1418"/>
                        <a:pt x="5042" y="0"/>
                        <a:pt x="33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3" name="Google Shape;9215;p73">
                  <a:extLst>
                    <a:ext uri="{FF2B5EF4-FFF2-40B4-BE49-F238E27FC236}">
                      <a16:creationId xmlns:a16="http://schemas.microsoft.com/office/drawing/2014/main" id="{2647FD92-DCFF-A44E-E1FF-2BC65BA07B82}"/>
                    </a:ext>
                  </a:extLst>
                </p:cNvPr>
                <p:cNvSpPr/>
                <p:nvPr/>
              </p:nvSpPr>
              <p:spPr>
                <a:xfrm>
                  <a:off x="5045775" y="1946400"/>
                  <a:ext cx="296950" cy="295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06" extrusionOk="0">
                      <a:moveTo>
                        <a:pt x="6018" y="765"/>
                      </a:moveTo>
                      <a:lnTo>
                        <a:pt x="6868" y="1426"/>
                      </a:lnTo>
                      <a:cubicBezTo>
                        <a:pt x="6963" y="1458"/>
                        <a:pt x="7026" y="1489"/>
                        <a:pt x="7152" y="1489"/>
                      </a:cubicBezTo>
                      <a:lnTo>
                        <a:pt x="8223" y="1332"/>
                      </a:lnTo>
                      <a:lnTo>
                        <a:pt x="8664" y="2372"/>
                      </a:lnTo>
                      <a:cubicBezTo>
                        <a:pt x="8696" y="2435"/>
                        <a:pt x="8790" y="2529"/>
                        <a:pt x="8853" y="2561"/>
                      </a:cubicBezTo>
                      <a:lnTo>
                        <a:pt x="9893" y="2970"/>
                      </a:lnTo>
                      <a:lnTo>
                        <a:pt x="9735" y="4073"/>
                      </a:lnTo>
                      <a:cubicBezTo>
                        <a:pt x="9735" y="4136"/>
                        <a:pt x="9735" y="4262"/>
                        <a:pt x="9798" y="4325"/>
                      </a:cubicBezTo>
                      <a:lnTo>
                        <a:pt x="10460" y="5207"/>
                      </a:lnTo>
                      <a:lnTo>
                        <a:pt x="9798" y="6058"/>
                      </a:lnTo>
                      <a:cubicBezTo>
                        <a:pt x="9767" y="6152"/>
                        <a:pt x="9735" y="6215"/>
                        <a:pt x="9735" y="6341"/>
                      </a:cubicBezTo>
                      <a:lnTo>
                        <a:pt x="9893" y="7444"/>
                      </a:lnTo>
                      <a:lnTo>
                        <a:pt x="8853" y="7853"/>
                      </a:lnTo>
                      <a:cubicBezTo>
                        <a:pt x="8790" y="7885"/>
                        <a:pt x="8696" y="7948"/>
                        <a:pt x="8664" y="8042"/>
                      </a:cubicBezTo>
                      <a:lnTo>
                        <a:pt x="8255" y="9051"/>
                      </a:lnTo>
                      <a:lnTo>
                        <a:pt x="7120" y="8893"/>
                      </a:lnTo>
                      <a:cubicBezTo>
                        <a:pt x="7057" y="8893"/>
                        <a:pt x="6931" y="8893"/>
                        <a:pt x="6837" y="8988"/>
                      </a:cubicBezTo>
                      <a:lnTo>
                        <a:pt x="5986" y="9649"/>
                      </a:lnTo>
                      <a:lnTo>
                        <a:pt x="5104" y="8988"/>
                      </a:lnTo>
                      <a:cubicBezTo>
                        <a:pt x="5041" y="8925"/>
                        <a:pt x="5010" y="8893"/>
                        <a:pt x="4915" y="8893"/>
                      </a:cubicBezTo>
                      <a:lnTo>
                        <a:pt x="4884" y="8893"/>
                      </a:lnTo>
                      <a:lnTo>
                        <a:pt x="3781" y="9051"/>
                      </a:lnTo>
                      <a:lnTo>
                        <a:pt x="3371" y="8042"/>
                      </a:lnTo>
                      <a:cubicBezTo>
                        <a:pt x="3340" y="7948"/>
                        <a:pt x="3277" y="7885"/>
                        <a:pt x="3182" y="7853"/>
                      </a:cubicBezTo>
                      <a:lnTo>
                        <a:pt x="2143" y="7444"/>
                      </a:lnTo>
                      <a:lnTo>
                        <a:pt x="2300" y="6341"/>
                      </a:lnTo>
                      <a:cubicBezTo>
                        <a:pt x="2300" y="6278"/>
                        <a:pt x="2300" y="6152"/>
                        <a:pt x="2237" y="6058"/>
                      </a:cubicBezTo>
                      <a:lnTo>
                        <a:pt x="1576" y="5207"/>
                      </a:lnTo>
                      <a:lnTo>
                        <a:pt x="2237" y="4325"/>
                      </a:lnTo>
                      <a:cubicBezTo>
                        <a:pt x="2269" y="4262"/>
                        <a:pt x="2300" y="4167"/>
                        <a:pt x="2300" y="4073"/>
                      </a:cubicBezTo>
                      <a:lnTo>
                        <a:pt x="2143" y="2970"/>
                      </a:lnTo>
                      <a:lnTo>
                        <a:pt x="3182" y="2561"/>
                      </a:lnTo>
                      <a:cubicBezTo>
                        <a:pt x="3277" y="2529"/>
                        <a:pt x="3340" y="2435"/>
                        <a:pt x="3371" y="2372"/>
                      </a:cubicBezTo>
                      <a:lnTo>
                        <a:pt x="3812" y="1332"/>
                      </a:lnTo>
                      <a:lnTo>
                        <a:pt x="4884" y="1489"/>
                      </a:lnTo>
                      <a:cubicBezTo>
                        <a:pt x="4947" y="1489"/>
                        <a:pt x="5073" y="1489"/>
                        <a:pt x="5167" y="1426"/>
                      </a:cubicBezTo>
                      <a:lnTo>
                        <a:pt x="6018" y="765"/>
                      </a:lnTo>
                      <a:close/>
                      <a:moveTo>
                        <a:pt x="2174" y="8168"/>
                      </a:moveTo>
                      <a:lnTo>
                        <a:pt x="2804" y="8420"/>
                      </a:lnTo>
                      <a:lnTo>
                        <a:pt x="3277" y="9586"/>
                      </a:lnTo>
                      <a:cubicBezTo>
                        <a:pt x="3308" y="9681"/>
                        <a:pt x="3434" y="9775"/>
                        <a:pt x="3529" y="9775"/>
                      </a:cubicBezTo>
                      <a:lnTo>
                        <a:pt x="2647" y="10720"/>
                      </a:lnTo>
                      <a:lnTo>
                        <a:pt x="2426" y="9649"/>
                      </a:lnTo>
                      <a:cubicBezTo>
                        <a:pt x="2395" y="9523"/>
                        <a:pt x="2332" y="9429"/>
                        <a:pt x="2174" y="9366"/>
                      </a:cubicBezTo>
                      <a:lnTo>
                        <a:pt x="1134" y="9177"/>
                      </a:lnTo>
                      <a:lnTo>
                        <a:pt x="2174" y="8168"/>
                      </a:lnTo>
                      <a:close/>
                      <a:moveTo>
                        <a:pt x="9861" y="8105"/>
                      </a:moveTo>
                      <a:lnTo>
                        <a:pt x="10901" y="9145"/>
                      </a:lnTo>
                      <a:lnTo>
                        <a:pt x="9893" y="9366"/>
                      </a:lnTo>
                      <a:cubicBezTo>
                        <a:pt x="9767" y="9429"/>
                        <a:pt x="9641" y="9492"/>
                        <a:pt x="9609" y="9649"/>
                      </a:cubicBezTo>
                      <a:lnTo>
                        <a:pt x="9389" y="10720"/>
                      </a:lnTo>
                      <a:lnTo>
                        <a:pt x="8507" y="9712"/>
                      </a:lnTo>
                      <a:cubicBezTo>
                        <a:pt x="8601" y="9712"/>
                        <a:pt x="8727" y="9649"/>
                        <a:pt x="8759" y="9523"/>
                      </a:cubicBezTo>
                      <a:lnTo>
                        <a:pt x="9231" y="8389"/>
                      </a:lnTo>
                      <a:lnTo>
                        <a:pt x="9861" y="8105"/>
                      </a:lnTo>
                      <a:close/>
                      <a:moveTo>
                        <a:pt x="6002" y="1"/>
                      </a:moveTo>
                      <a:cubicBezTo>
                        <a:pt x="5923" y="1"/>
                        <a:pt x="5844" y="24"/>
                        <a:pt x="5797" y="72"/>
                      </a:cubicBezTo>
                      <a:lnTo>
                        <a:pt x="4852" y="828"/>
                      </a:lnTo>
                      <a:lnTo>
                        <a:pt x="3623" y="670"/>
                      </a:lnTo>
                      <a:cubicBezTo>
                        <a:pt x="3607" y="667"/>
                        <a:pt x="3590" y="665"/>
                        <a:pt x="3573" y="665"/>
                      </a:cubicBezTo>
                      <a:cubicBezTo>
                        <a:pt x="3434" y="665"/>
                        <a:pt x="3305" y="775"/>
                        <a:pt x="3277" y="859"/>
                      </a:cubicBezTo>
                      <a:lnTo>
                        <a:pt x="2804" y="2025"/>
                      </a:lnTo>
                      <a:lnTo>
                        <a:pt x="1639" y="2498"/>
                      </a:lnTo>
                      <a:cubicBezTo>
                        <a:pt x="1481" y="2561"/>
                        <a:pt x="1418" y="2687"/>
                        <a:pt x="1450" y="2844"/>
                      </a:cubicBezTo>
                      <a:lnTo>
                        <a:pt x="1607" y="4073"/>
                      </a:lnTo>
                      <a:lnTo>
                        <a:pt x="851" y="5018"/>
                      </a:lnTo>
                      <a:cubicBezTo>
                        <a:pt x="788" y="5112"/>
                        <a:pt x="788" y="5333"/>
                        <a:pt x="851" y="5428"/>
                      </a:cubicBezTo>
                      <a:lnTo>
                        <a:pt x="1607" y="6373"/>
                      </a:lnTo>
                      <a:lnTo>
                        <a:pt x="1450" y="7601"/>
                      </a:lnTo>
                      <a:cubicBezTo>
                        <a:pt x="1450" y="7696"/>
                        <a:pt x="1450" y="7759"/>
                        <a:pt x="1481" y="7853"/>
                      </a:cubicBezTo>
                      <a:lnTo>
                        <a:pt x="189" y="9145"/>
                      </a:lnTo>
                      <a:cubicBezTo>
                        <a:pt x="0" y="9334"/>
                        <a:pt x="126" y="9649"/>
                        <a:pt x="347" y="9744"/>
                      </a:cubicBezTo>
                      <a:lnTo>
                        <a:pt x="1765" y="10059"/>
                      </a:lnTo>
                      <a:lnTo>
                        <a:pt x="2080" y="11539"/>
                      </a:lnTo>
                      <a:cubicBezTo>
                        <a:pt x="2099" y="11714"/>
                        <a:pt x="2250" y="11805"/>
                        <a:pt x="2407" y="11805"/>
                      </a:cubicBezTo>
                      <a:cubicBezTo>
                        <a:pt x="2505" y="11805"/>
                        <a:pt x="2606" y="11770"/>
                        <a:pt x="2678" y="11697"/>
                      </a:cubicBezTo>
                      <a:cubicBezTo>
                        <a:pt x="4410" y="9858"/>
                        <a:pt x="4587" y="9665"/>
                        <a:pt x="4601" y="9649"/>
                      </a:cubicBezTo>
                      <a:lnTo>
                        <a:pt x="4601" y="9649"/>
                      </a:lnTo>
                      <a:lnTo>
                        <a:pt x="4789" y="9618"/>
                      </a:lnTo>
                      <a:lnTo>
                        <a:pt x="5734" y="10374"/>
                      </a:lnTo>
                      <a:cubicBezTo>
                        <a:pt x="5829" y="10405"/>
                        <a:pt x="5860" y="10437"/>
                        <a:pt x="5955" y="10437"/>
                      </a:cubicBezTo>
                      <a:cubicBezTo>
                        <a:pt x="6018" y="10437"/>
                        <a:pt x="6112" y="10405"/>
                        <a:pt x="6144" y="10374"/>
                      </a:cubicBezTo>
                      <a:lnTo>
                        <a:pt x="7089" y="9618"/>
                      </a:lnTo>
                      <a:lnTo>
                        <a:pt x="7278" y="9649"/>
                      </a:lnTo>
                      <a:lnTo>
                        <a:pt x="9200" y="11697"/>
                      </a:lnTo>
                      <a:cubicBezTo>
                        <a:pt x="9284" y="11770"/>
                        <a:pt x="9388" y="11805"/>
                        <a:pt x="9485" y="11805"/>
                      </a:cubicBezTo>
                      <a:cubicBezTo>
                        <a:pt x="9640" y="11805"/>
                        <a:pt x="9779" y="11714"/>
                        <a:pt x="9798" y="11539"/>
                      </a:cubicBezTo>
                      <a:lnTo>
                        <a:pt x="10113" y="10059"/>
                      </a:lnTo>
                      <a:lnTo>
                        <a:pt x="11531" y="9744"/>
                      </a:lnTo>
                      <a:cubicBezTo>
                        <a:pt x="11815" y="9681"/>
                        <a:pt x="11878" y="9334"/>
                        <a:pt x="11689" y="9145"/>
                      </a:cubicBezTo>
                      <a:lnTo>
                        <a:pt x="10523" y="7853"/>
                      </a:lnTo>
                      <a:cubicBezTo>
                        <a:pt x="10554" y="7759"/>
                        <a:pt x="10586" y="7696"/>
                        <a:pt x="10554" y="7601"/>
                      </a:cubicBezTo>
                      <a:lnTo>
                        <a:pt x="10397" y="6373"/>
                      </a:lnTo>
                      <a:lnTo>
                        <a:pt x="11153" y="5428"/>
                      </a:lnTo>
                      <a:cubicBezTo>
                        <a:pt x="11216" y="5333"/>
                        <a:pt x="11216" y="5112"/>
                        <a:pt x="11153" y="5018"/>
                      </a:cubicBezTo>
                      <a:lnTo>
                        <a:pt x="10397" y="4073"/>
                      </a:lnTo>
                      <a:lnTo>
                        <a:pt x="10554" y="2844"/>
                      </a:lnTo>
                      <a:cubicBezTo>
                        <a:pt x="10586" y="2687"/>
                        <a:pt x="10460" y="2529"/>
                        <a:pt x="10365" y="2498"/>
                      </a:cubicBezTo>
                      <a:lnTo>
                        <a:pt x="9200" y="2025"/>
                      </a:lnTo>
                      <a:lnTo>
                        <a:pt x="8727" y="859"/>
                      </a:lnTo>
                      <a:cubicBezTo>
                        <a:pt x="8675" y="728"/>
                        <a:pt x="8578" y="662"/>
                        <a:pt x="8457" y="662"/>
                      </a:cubicBezTo>
                      <a:cubicBezTo>
                        <a:pt x="8432" y="662"/>
                        <a:pt x="8407" y="665"/>
                        <a:pt x="8381" y="670"/>
                      </a:cubicBezTo>
                      <a:lnTo>
                        <a:pt x="7152" y="828"/>
                      </a:lnTo>
                      <a:lnTo>
                        <a:pt x="6207" y="72"/>
                      </a:lnTo>
                      <a:cubicBezTo>
                        <a:pt x="6160" y="24"/>
                        <a:pt x="6081" y="1"/>
                        <a:pt x="600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96" name="Google Shape;9216;p73">
                <a:extLst>
                  <a:ext uri="{FF2B5EF4-FFF2-40B4-BE49-F238E27FC236}">
                    <a16:creationId xmlns:a16="http://schemas.microsoft.com/office/drawing/2014/main" id="{2184BBC2-2E66-6800-1BE1-FBF5736FA4B6}"/>
                  </a:ext>
                </a:extLst>
              </p:cNvPr>
              <p:cNvGrpSpPr/>
              <p:nvPr/>
            </p:nvGrpSpPr>
            <p:grpSpPr>
              <a:xfrm>
                <a:off x="8376514" y="2310252"/>
                <a:ext cx="505937" cy="442045"/>
                <a:chOff x="5046550" y="2327025"/>
                <a:chExt cx="299325" cy="261525"/>
              </a:xfrm>
              <a:grpFill/>
            </p:grpSpPr>
            <p:sp>
              <p:nvSpPr>
                <p:cNvPr id="17789" name="Google Shape;9217;p73">
                  <a:extLst>
                    <a:ext uri="{FF2B5EF4-FFF2-40B4-BE49-F238E27FC236}">
                      <a16:creationId xmlns:a16="http://schemas.microsoft.com/office/drawing/2014/main" id="{B1BF8EF9-FB2E-786F-6B92-7399F010ECF2}"/>
                    </a:ext>
                  </a:extLst>
                </p:cNvPr>
                <p:cNvSpPr/>
                <p:nvPr/>
              </p:nvSpPr>
              <p:spPr>
                <a:xfrm>
                  <a:off x="5046550" y="2448325"/>
                  <a:ext cx="2977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5609" extrusionOk="0">
                      <a:moveTo>
                        <a:pt x="4569" y="1386"/>
                      </a:moveTo>
                      <a:cubicBezTo>
                        <a:pt x="4538" y="1575"/>
                        <a:pt x="4506" y="1828"/>
                        <a:pt x="4443" y="2111"/>
                      </a:cubicBezTo>
                      <a:lnTo>
                        <a:pt x="757" y="2111"/>
                      </a:lnTo>
                      <a:lnTo>
                        <a:pt x="757" y="1386"/>
                      </a:lnTo>
                      <a:close/>
                      <a:moveTo>
                        <a:pt x="11185" y="1386"/>
                      </a:moveTo>
                      <a:lnTo>
                        <a:pt x="11185" y="2111"/>
                      </a:lnTo>
                      <a:lnTo>
                        <a:pt x="7530" y="2111"/>
                      </a:lnTo>
                      <a:cubicBezTo>
                        <a:pt x="7467" y="1828"/>
                        <a:pt x="7436" y="1575"/>
                        <a:pt x="7373" y="1386"/>
                      </a:cubicBezTo>
                      <a:close/>
                      <a:moveTo>
                        <a:pt x="5955" y="725"/>
                      </a:moveTo>
                      <a:cubicBezTo>
                        <a:pt x="6270" y="725"/>
                        <a:pt x="6396" y="788"/>
                        <a:pt x="6491" y="1071"/>
                      </a:cubicBezTo>
                      <a:cubicBezTo>
                        <a:pt x="6743" y="1639"/>
                        <a:pt x="6900" y="2804"/>
                        <a:pt x="7247" y="4852"/>
                      </a:cubicBezTo>
                      <a:lnTo>
                        <a:pt x="4664" y="4852"/>
                      </a:lnTo>
                      <a:cubicBezTo>
                        <a:pt x="5010" y="2804"/>
                        <a:pt x="5168" y="1639"/>
                        <a:pt x="5388" y="1071"/>
                      </a:cubicBezTo>
                      <a:cubicBezTo>
                        <a:pt x="5514" y="788"/>
                        <a:pt x="5640" y="725"/>
                        <a:pt x="5955" y="725"/>
                      </a:cubicBezTo>
                      <a:close/>
                      <a:moveTo>
                        <a:pt x="5955" y="0"/>
                      </a:moveTo>
                      <a:cubicBezTo>
                        <a:pt x="5357" y="0"/>
                        <a:pt x="5010" y="221"/>
                        <a:pt x="4758" y="725"/>
                      </a:cubicBezTo>
                      <a:lnTo>
                        <a:pt x="347" y="725"/>
                      </a:lnTo>
                      <a:cubicBezTo>
                        <a:pt x="158" y="725"/>
                        <a:pt x="1" y="882"/>
                        <a:pt x="1" y="1071"/>
                      </a:cubicBezTo>
                      <a:lnTo>
                        <a:pt x="1" y="2458"/>
                      </a:lnTo>
                      <a:cubicBezTo>
                        <a:pt x="1" y="2647"/>
                        <a:pt x="158" y="2804"/>
                        <a:pt x="347" y="2804"/>
                      </a:cubicBezTo>
                      <a:lnTo>
                        <a:pt x="4254" y="2804"/>
                      </a:lnTo>
                      <a:cubicBezTo>
                        <a:pt x="4191" y="3371"/>
                        <a:pt x="4065" y="4064"/>
                        <a:pt x="3907" y="4884"/>
                      </a:cubicBezTo>
                      <a:lnTo>
                        <a:pt x="3498" y="4884"/>
                      </a:lnTo>
                      <a:cubicBezTo>
                        <a:pt x="3309" y="4884"/>
                        <a:pt x="3151" y="5041"/>
                        <a:pt x="3151" y="5262"/>
                      </a:cubicBezTo>
                      <a:cubicBezTo>
                        <a:pt x="3151" y="5451"/>
                        <a:pt x="3309" y="5608"/>
                        <a:pt x="3498" y="5608"/>
                      </a:cubicBezTo>
                      <a:lnTo>
                        <a:pt x="8350" y="5608"/>
                      </a:lnTo>
                      <a:cubicBezTo>
                        <a:pt x="8539" y="5608"/>
                        <a:pt x="8696" y="5451"/>
                        <a:pt x="8696" y="5262"/>
                      </a:cubicBezTo>
                      <a:cubicBezTo>
                        <a:pt x="8696" y="5041"/>
                        <a:pt x="8539" y="4884"/>
                        <a:pt x="8350" y="4884"/>
                      </a:cubicBezTo>
                      <a:lnTo>
                        <a:pt x="7972" y="4884"/>
                      </a:lnTo>
                      <a:cubicBezTo>
                        <a:pt x="7814" y="4064"/>
                        <a:pt x="7688" y="3403"/>
                        <a:pt x="7593" y="2804"/>
                      </a:cubicBezTo>
                      <a:lnTo>
                        <a:pt x="11500" y="2804"/>
                      </a:lnTo>
                      <a:cubicBezTo>
                        <a:pt x="11689" y="2804"/>
                        <a:pt x="11847" y="2647"/>
                        <a:pt x="11847" y="2458"/>
                      </a:cubicBezTo>
                      <a:lnTo>
                        <a:pt x="11847" y="1071"/>
                      </a:lnTo>
                      <a:cubicBezTo>
                        <a:pt x="11910" y="882"/>
                        <a:pt x="11752" y="725"/>
                        <a:pt x="11532" y="725"/>
                      </a:cubicBezTo>
                      <a:lnTo>
                        <a:pt x="7121" y="725"/>
                      </a:lnTo>
                      <a:cubicBezTo>
                        <a:pt x="6900" y="252"/>
                        <a:pt x="655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0" name="Google Shape;9218;p73">
                  <a:extLst>
                    <a:ext uri="{FF2B5EF4-FFF2-40B4-BE49-F238E27FC236}">
                      <a16:creationId xmlns:a16="http://schemas.microsoft.com/office/drawing/2014/main" id="{209F29CC-AE7A-391F-A207-4A8564AA2EEA}"/>
                    </a:ext>
                  </a:extLst>
                </p:cNvPr>
                <p:cNvSpPr/>
                <p:nvPr/>
              </p:nvSpPr>
              <p:spPr>
                <a:xfrm>
                  <a:off x="5241900" y="2327025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1985" y="725"/>
                      </a:moveTo>
                      <a:cubicBezTo>
                        <a:pt x="2394" y="725"/>
                        <a:pt x="2709" y="1040"/>
                        <a:pt x="2709" y="1450"/>
                      </a:cubicBezTo>
                      <a:cubicBezTo>
                        <a:pt x="2709" y="1828"/>
                        <a:pt x="2394" y="2143"/>
                        <a:pt x="1985" y="2143"/>
                      </a:cubicBezTo>
                      <a:cubicBezTo>
                        <a:pt x="1607" y="2143"/>
                        <a:pt x="1292" y="1828"/>
                        <a:pt x="1292" y="1450"/>
                      </a:cubicBezTo>
                      <a:cubicBezTo>
                        <a:pt x="1292" y="1040"/>
                        <a:pt x="1638" y="725"/>
                        <a:pt x="1985" y="725"/>
                      </a:cubicBezTo>
                      <a:close/>
                      <a:moveTo>
                        <a:pt x="1985" y="2804"/>
                      </a:moveTo>
                      <a:cubicBezTo>
                        <a:pt x="2741" y="2804"/>
                        <a:pt x="3371" y="3435"/>
                        <a:pt x="3371" y="4191"/>
                      </a:cubicBezTo>
                      <a:lnTo>
                        <a:pt x="630" y="4191"/>
                      </a:lnTo>
                      <a:cubicBezTo>
                        <a:pt x="630" y="3435"/>
                        <a:pt x="1260" y="2804"/>
                        <a:pt x="1985" y="2804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65"/>
                        <a:pt x="819" y="2111"/>
                        <a:pt x="1040" y="2332"/>
                      </a:cubicBezTo>
                      <a:cubicBezTo>
                        <a:pt x="410" y="2710"/>
                        <a:pt x="0" y="3372"/>
                        <a:pt x="0" y="4159"/>
                      </a:cubicBezTo>
                      <a:lnTo>
                        <a:pt x="0" y="4506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506"/>
                      </a:cubicBezTo>
                      <a:lnTo>
                        <a:pt x="4159" y="4159"/>
                      </a:lnTo>
                      <a:cubicBezTo>
                        <a:pt x="4096" y="3403"/>
                        <a:pt x="3655" y="2710"/>
                        <a:pt x="3025" y="2332"/>
                      </a:cubicBezTo>
                      <a:cubicBezTo>
                        <a:pt x="3245" y="2111"/>
                        <a:pt x="3403" y="1765"/>
                        <a:pt x="3403" y="1387"/>
                      </a:cubicBezTo>
                      <a:cubicBezTo>
                        <a:pt x="3403" y="631"/>
                        <a:pt x="2772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91" name="Google Shape;9219;p73">
                  <a:extLst>
                    <a:ext uri="{FF2B5EF4-FFF2-40B4-BE49-F238E27FC236}">
                      <a16:creationId xmlns:a16="http://schemas.microsoft.com/office/drawing/2014/main" id="{BCDDE940-E93A-A393-A9DC-370D88DA5847}"/>
                    </a:ext>
                  </a:extLst>
                </p:cNvPr>
                <p:cNvSpPr/>
                <p:nvPr/>
              </p:nvSpPr>
              <p:spPr>
                <a:xfrm>
                  <a:off x="5048925" y="2328600"/>
                  <a:ext cx="1039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53" extrusionOk="0">
                      <a:moveTo>
                        <a:pt x="2048" y="662"/>
                      </a:moveTo>
                      <a:cubicBezTo>
                        <a:pt x="2426" y="662"/>
                        <a:pt x="2741" y="977"/>
                        <a:pt x="2741" y="1387"/>
                      </a:cubicBezTo>
                      <a:cubicBezTo>
                        <a:pt x="2741" y="1765"/>
                        <a:pt x="2426" y="2080"/>
                        <a:pt x="2048" y="2080"/>
                      </a:cubicBezTo>
                      <a:cubicBezTo>
                        <a:pt x="1639" y="2080"/>
                        <a:pt x="1324" y="1765"/>
                        <a:pt x="1324" y="1387"/>
                      </a:cubicBezTo>
                      <a:cubicBezTo>
                        <a:pt x="1324" y="977"/>
                        <a:pt x="1670" y="662"/>
                        <a:pt x="2048" y="662"/>
                      </a:cubicBezTo>
                      <a:close/>
                      <a:moveTo>
                        <a:pt x="2048" y="2710"/>
                      </a:moveTo>
                      <a:cubicBezTo>
                        <a:pt x="2773" y="2710"/>
                        <a:pt x="3403" y="3340"/>
                        <a:pt x="3403" y="4096"/>
                      </a:cubicBezTo>
                      <a:lnTo>
                        <a:pt x="662" y="4096"/>
                      </a:lnTo>
                      <a:cubicBezTo>
                        <a:pt x="662" y="3340"/>
                        <a:pt x="1292" y="2710"/>
                        <a:pt x="2048" y="2710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33"/>
                        <a:pt x="882" y="2080"/>
                        <a:pt x="1134" y="2332"/>
                      </a:cubicBezTo>
                      <a:cubicBezTo>
                        <a:pt x="410" y="2647"/>
                        <a:pt x="0" y="3340"/>
                        <a:pt x="0" y="4128"/>
                      </a:cubicBezTo>
                      <a:lnTo>
                        <a:pt x="0" y="4474"/>
                      </a:lnTo>
                      <a:cubicBezTo>
                        <a:pt x="0" y="4695"/>
                        <a:pt x="158" y="4852"/>
                        <a:pt x="347" y="4852"/>
                      </a:cubicBezTo>
                      <a:lnTo>
                        <a:pt x="3812" y="4852"/>
                      </a:lnTo>
                      <a:cubicBezTo>
                        <a:pt x="4001" y="4852"/>
                        <a:pt x="4159" y="4695"/>
                        <a:pt x="4159" y="4474"/>
                      </a:cubicBezTo>
                      <a:lnTo>
                        <a:pt x="4159" y="4128"/>
                      </a:lnTo>
                      <a:cubicBezTo>
                        <a:pt x="4159" y="3340"/>
                        <a:pt x="3718" y="2678"/>
                        <a:pt x="3088" y="2332"/>
                      </a:cubicBezTo>
                      <a:cubicBezTo>
                        <a:pt x="3340" y="2080"/>
                        <a:pt x="3497" y="1733"/>
                        <a:pt x="3497" y="1387"/>
                      </a:cubicBezTo>
                      <a:cubicBezTo>
                        <a:pt x="3497" y="631"/>
                        <a:pt x="2867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697" name="Google Shape;9220;p73">
                <a:extLst>
                  <a:ext uri="{FF2B5EF4-FFF2-40B4-BE49-F238E27FC236}">
                    <a16:creationId xmlns:a16="http://schemas.microsoft.com/office/drawing/2014/main" id="{66E34820-7D1C-59F4-8B7B-47275F5EFEF1}"/>
                  </a:ext>
                </a:extLst>
              </p:cNvPr>
              <p:cNvSpPr/>
              <p:nvPr/>
            </p:nvSpPr>
            <p:spPr>
              <a:xfrm>
                <a:off x="8489608" y="2923979"/>
                <a:ext cx="279612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6617" h="11878" extrusionOk="0">
                    <a:moveTo>
                      <a:pt x="2962" y="725"/>
                    </a:moveTo>
                    <a:lnTo>
                      <a:pt x="2489" y="2111"/>
                    </a:lnTo>
                    <a:lnTo>
                      <a:pt x="1575" y="2111"/>
                    </a:lnTo>
                    <a:lnTo>
                      <a:pt x="1103" y="725"/>
                    </a:lnTo>
                    <a:close/>
                    <a:moveTo>
                      <a:pt x="3277" y="3529"/>
                    </a:moveTo>
                    <a:lnTo>
                      <a:pt x="5892" y="6144"/>
                    </a:lnTo>
                    <a:lnTo>
                      <a:pt x="5892" y="6616"/>
                    </a:lnTo>
                    <a:lnTo>
                      <a:pt x="5419" y="6616"/>
                    </a:lnTo>
                    <a:lnTo>
                      <a:pt x="3434" y="4663"/>
                    </a:lnTo>
                    <a:lnTo>
                      <a:pt x="3277" y="3529"/>
                    </a:lnTo>
                    <a:close/>
                    <a:moveTo>
                      <a:pt x="2458" y="2804"/>
                    </a:moveTo>
                    <a:lnTo>
                      <a:pt x="3434" y="9357"/>
                    </a:lnTo>
                    <a:lnTo>
                      <a:pt x="2048" y="10964"/>
                    </a:lnTo>
                    <a:lnTo>
                      <a:pt x="693" y="9357"/>
                    </a:lnTo>
                    <a:lnTo>
                      <a:pt x="1670" y="2804"/>
                    </a:lnTo>
                    <a:close/>
                    <a:moveTo>
                      <a:pt x="693" y="0"/>
                    </a:moveTo>
                    <a:cubicBezTo>
                      <a:pt x="567" y="0"/>
                      <a:pt x="473" y="32"/>
                      <a:pt x="410" y="158"/>
                    </a:cubicBezTo>
                    <a:cubicBezTo>
                      <a:pt x="315" y="252"/>
                      <a:pt x="315" y="378"/>
                      <a:pt x="378" y="473"/>
                    </a:cubicBezTo>
                    <a:lnTo>
                      <a:pt x="1040" y="2489"/>
                    </a:lnTo>
                    <a:lnTo>
                      <a:pt x="0" y="9389"/>
                    </a:lnTo>
                    <a:cubicBezTo>
                      <a:pt x="0" y="9452"/>
                      <a:pt x="0" y="9578"/>
                      <a:pt x="95" y="9672"/>
                    </a:cubicBezTo>
                    <a:lnTo>
                      <a:pt x="1828" y="11751"/>
                    </a:lnTo>
                    <a:cubicBezTo>
                      <a:pt x="1891" y="11814"/>
                      <a:pt x="1985" y="11877"/>
                      <a:pt x="2080" y="11877"/>
                    </a:cubicBezTo>
                    <a:cubicBezTo>
                      <a:pt x="2206" y="11877"/>
                      <a:pt x="2300" y="11814"/>
                      <a:pt x="2363" y="11751"/>
                    </a:cubicBezTo>
                    <a:lnTo>
                      <a:pt x="4096" y="9672"/>
                    </a:lnTo>
                    <a:cubicBezTo>
                      <a:pt x="4190" y="9578"/>
                      <a:pt x="4190" y="9483"/>
                      <a:pt x="4190" y="9389"/>
                    </a:cubicBezTo>
                    <a:lnTo>
                      <a:pt x="3623" y="5797"/>
                    </a:lnTo>
                    <a:lnTo>
                      <a:pt x="5041" y="7183"/>
                    </a:lnTo>
                    <a:cubicBezTo>
                      <a:pt x="5136" y="7246"/>
                      <a:pt x="5199" y="7309"/>
                      <a:pt x="5293" y="7309"/>
                    </a:cubicBezTo>
                    <a:lnTo>
                      <a:pt x="6270" y="7309"/>
                    </a:lnTo>
                    <a:cubicBezTo>
                      <a:pt x="6459" y="7309"/>
                      <a:pt x="6616" y="7152"/>
                      <a:pt x="6616" y="6931"/>
                    </a:cubicBezTo>
                    <a:lnTo>
                      <a:pt x="6616" y="5955"/>
                    </a:lnTo>
                    <a:cubicBezTo>
                      <a:pt x="6616" y="5892"/>
                      <a:pt x="6585" y="5766"/>
                      <a:pt x="6490" y="5734"/>
                    </a:cubicBezTo>
                    <a:lnTo>
                      <a:pt x="3119" y="2426"/>
                    </a:lnTo>
                    <a:lnTo>
                      <a:pt x="3749" y="473"/>
                    </a:lnTo>
                    <a:cubicBezTo>
                      <a:pt x="3781" y="378"/>
                      <a:pt x="3749" y="252"/>
                      <a:pt x="3718" y="158"/>
                    </a:cubicBezTo>
                    <a:cubicBezTo>
                      <a:pt x="3623" y="95"/>
                      <a:pt x="3560" y="0"/>
                      <a:pt x="34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698" name="Google Shape;9221;p73">
                <a:extLst>
                  <a:ext uri="{FF2B5EF4-FFF2-40B4-BE49-F238E27FC236}">
                    <a16:creationId xmlns:a16="http://schemas.microsoft.com/office/drawing/2014/main" id="{7037DE14-B328-BABE-31B2-568C5F277739}"/>
                  </a:ext>
                </a:extLst>
              </p:cNvPr>
              <p:cNvGrpSpPr/>
              <p:nvPr/>
            </p:nvGrpSpPr>
            <p:grpSpPr>
              <a:xfrm>
                <a:off x="10278360" y="2925316"/>
                <a:ext cx="503276" cy="499261"/>
                <a:chOff x="6167350" y="2672800"/>
                <a:chExt cx="297750" cy="295375"/>
              </a:xfrm>
              <a:grpFill/>
            </p:grpSpPr>
            <p:sp>
              <p:nvSpPr>
                <p:cNvPr id="17784" name="Google Shape;9222;p73">
                  <a:extLst>
                    <a:ext uri="{FF2B5EF4-FFF2-40B4-BE49-F238E27FC236}">
                      <a16:creationId xmlns:a16="http://schemas.microsoft.com/office/drawing/2014/main" id="{AC2146FD-05DC-B353-F937-3D358EBD334C}"/>
                    </a:ext>
                  </a:extLst>
                </p:cNvPr>
                <p:cNvSpPr/>
                <p:nvPr/>
              </p:nvSpPr>
              <p:spPr>
                <a:xfrm>
                  <a:off x="6167350" y="2672800"/>
                  <a:ext cx="226850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74" h="11815" extrusionOk="0">
                      <a:moveTo>
                        <a:pt x="4537" y="725"/>
                      </a:moveTo>
                      <a:cubicBezTo>
                        <a:pt x="4758" y="725"/>
                        <a:pt x="4915" y="882"/>
                        <a:pt x="4915" y="1071"/>
                      </a:cubicBezTo>
                      <a:cubicBezTo>
                        <a:pt x="4915" y="1260"/>
                        <a:pt x="5073" y="1418"/>
                        <a:pt x="5262" y="1418"/>
                      </a:cubicBezTo>
                      <a:lnTo>
                        <a:pt x="5955" y="1418"/>
                      </a:lnTo>
                      <a:cubicBezTo>
                        <a:pt x="6175" y="1418"/>
                        <a:pt x="6333" y="1575"/>
                        <a:pt x="6333" y="1796"/>
                      </a:cubicBezTo>
                      <a:cubicBezTo>
                        <a:pt x="6333" y="1985"/>
                        <a:pt x="6175" y="2142"/>
                        <a:pt x="5955" y="2142"/>
                      </a:cubicBezTo>
                      <a:lnTo>
                        <a:pt x="3119" y="2142"/>
                      </a:lnTo>
                      <a:cubicBezTo>
                        <a:pt x="2930" y="2142"/>
                        <a:pt x="2773" y="1985"/>
                        <a:pt x="2773" y="1796"/>
                      </a:cubicBezTo>
                      <a:cubicBezTo>
                        <a:pt x="2773" y="1575"/>
                        <a:pt x="2930" y="1418"/>
                        <a:pt x="3151" y="1418"/>
                      </a:cubicBezTo>
                      <a:lnTo>
                        <a:pt x="3844" y="1418"/>
                      </a:lnTo>
                      <a:cubicBezTo>
                        <a:pt x="4033" y="1418"/>
                        <a:pt x="4191" y="1260"/>
                        <a:pt x="4191" y="1071"/>
                      </a:cubicBezTo>
                      <a:cubicBezTo>
                        <a:pt x="4191" y="882"/>
                        <a:pt x="4348" y="725"/>
                        <a:pt x="4537" y="725"/>
                      </a:cubicBezTo>
                      <a:close/>
                      <a:moveTo>
                        <a:pt x="8066" y="2111"/>
                      </a:moveTo>
                      <a:cubicBezTo>
                        <a:pt x="8255" y="2111"/>
                        <a:pt x="8412" y="2268"/>
                        <a:pt x="8412" y="2458"/>
                      </a:cubicBezTo>
                      <a:lnTo>
                        <a:pt x="8412" y="10806"/>
                      </a:lnTo>
                      <a:lnTo>
                        <a:pt x="8381" y="10806"/>
                      </a:lnTo>
                      <a:cubicBezTo>
                        <a:pt x="8381" y="10995"/>
                        <a:pt x="8223" y="11153"/>
                        <a:pt x="8034" y="11153"/>
                      </a:cubicBezTo>
                      <a:lnTo>
                        <a:pt x="1040" y="11153"/>
                      </a:lnTo>
                      <a:cubicBezTo>
                        <a:pt x="851" y="11153"/>
                        <a:pt x="693" y="10995"/>
                        <a:pt x="693" y="10806"/>
                      </a:cubicBezTo>
                      <a:lnTo>
                        <a:pt x="693" y="2458"/>
                      </a:lnTo>
                      <a:cubicBezTo>
                        <a:pt x="693" y="2268"/>
                        <a:pt x="851" y="2111"/>
                        <a:pt x="1040" y="2111"/>
                      </a:cubicBezTo>
                      <a:lnTo>
                        <a:pt x="2143" y="2111"/>
                      </a:lnTo>
                      <a:cubicBezTo>
                        <a:pt x="2300" y="2489"/>
                        <a:pt x="2647" y="2804"/>
                        <a:pt x="3119" y="2804"/>
                      </a:cubicBezTo>
                      <a:lnTo>
                        <a:pt x="5986" y="2804"/>
                      </a:lnTo>
                      <a:cubicBezTo>
                        <a:pt x="6396" y="2804"/>
                        <a:pt x="6805" y="2521"/>
                        <a:pt x="6963" y="2111"/>
                      </a:cubicBezTo>
                      <a:close/>
                      <a:moveTo>
                        <a:pt x="4506" y="0"/>
                      </a:moveTo>
                      <a:cubicBezTo>
                        <a:pt x="4096" y="0"/>
                        <a:pt x="3686" y="284"/>
                        <a:pt x="3529" y="725"/>
                      </a:cubicBezTo>
                      <a:lnTo>
                        <a:pt x="3088" y="725"/>
                      </a:lnTo>
                      <a:cubicBezTo>
                        <a:pt x="2678" y="725"/>
                        <a:pt x="2269" y="1008"/>
                        <a:pt x="2111" y="1418"/>
                      </a:cubicBezTo>
                      <a:lnTo>
                        <a:pt x="1009" y="1418"/>
                      </a:lnTo>
                      <a:cubicBezTo>
                        <a:pt x="410" y="1418"/>
                        <a:pt x="0" y="1890"/>
                        <a:pt x="0" y="2458"/>
                      </a:cubicBezTo>
                      <a:lnTo>
                        <a:pt x="0" y="10806"/>
                      </a:lnTo>
                      <a:cubicBezTo>
                        <a:pt x="0" y="11405"/>
                        <a:pt x="473" y="11814"/>
                        <a:pt x="1009" y="11814"/>
                      </a:cubicBezTo>
                      <a:lnTo>
                        <a:pt x="7971" y="11814"/>
                      </a:lnTo>
                      <a:cubicBezTo>
                        <a:pt x="8570" y="11814"/>
                        <a:pt x="9011" y="11342"/>
                        <a:pt x="9011" y="10806"/>
                      </a:cubicBezTo>
                      <a:lnTo>
                        <a:pt x="9011" y="2458"/>
                      </a:lnTo>
                      <a:cubicBezTo>
                        <a:pt x="9074" y="1859"/>
                        <a:pt x="8601" y="1418"/>
                        <a:pt x="8034" y="1418"/>
                      </a:cubicBezTo>
                      <a:lnTo>
                        <a:pt x="6931" y="1418"/>
                      </a:lnTo>
                      <a:cubicBezTo>
                        <a:pt x="6774" y="1040"/>
                        <a:pt x="6396" y="725"/>
                        <a:pt x="5923" y="725"/>
                      </a:cubicBezTo>
                      <a:lnTo>
                        <a:pt x="5545" y="725"/>
                      </a:lnTo>
                      <a:cubicBezTo>
                        <a:pt x="5514" y="567"/>
                        <a:pt x="5388" y="441"/>
                        <a:pt x="5262" y="315"/>
                      </a:cubicBezTo>
                      <a:cubicBezTo>
                        <a:pt x="5073" y="126"/>
                        <a:pt x="4789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5" name="Google Shape;9223;p73">
                  <a:extLst>
                    <a:ext uri="{FF2B5EF4-FFF2-40B4-BE49-F238E27FC236}">
                      <a16:creationId xmlns:a16="http://schemas.microsoft.com/office/drawing/2014/main" id="{3E57F1F5-90DD-9D3E-405A-62D3C9E5218C}"/>
                    </a:ext>
                  </a:extLst>
                </p:cNvPr>
                <p:cNvSpPr/>
                <p:nvPr/>
              </p:nvSpPr>
              <p:spPr>
                <a:xfrm>
                  <a:off x="6201225" y="2762575"/>
                  <a:ext cx="5277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1986" extrusionOk="0">
                      <a:moveTo>
                        <a:pt x="406" y="1"/>
                      </a:moveTo>
                      <a:cubicBezTo>
                        <a:pt x="315" y="1"/>
                        <a:pt x="221" y="32"/>
                        <a:pt x="158" y="95"/>
                      </a:cubicBezTo>
                      <a:cubicBezTo>
                        <a:pt x="63" y="190"/>
                        <a:pt x="63" y="442"/>
                        <a:pt x="158" y="568"/>
                      </a:cubicBezTo>
                      <a:lnTo>
                        <a:pt x="599" y="977"/>
                      </a:lnTo>
                      <a:lnTo>
                        <a:pt x="158" y="1418"/>
                      </a:lnTo>
                      <a:cubicBezTo>
                        <a:pt x="0" y="1544"/>
                        <a:pt x="0" y="1733"/>
                        <a:pt x="158" y="1891"/>
                      </a:cubicBezTo>
                      <a:cubicBezTo>
                        <a:pt x="221" y="1954"/>
                        <a:pt x="315" y="1985"/>
                        <a:pt x="406" y="1985"/>
                      </a:cubicBezTo>
                      <a:cubicBezTo>
                        <a:pt x="496" y="1985"/>
                        <a:pt x="583" y="1954"/>
                        <a:pt x="630" y="1891"/>
                      </a:cubicBezTo>
                      <a:lnTo>
                        <a:pt x="1071" y="1450"/>
                      </a:lnTo>
                      <a:lnTo>
                        <a:pt x="1512" y="1891"/>
                      </a:lnTo>
                      <a:cubicBezTo>
                        <a:pt x="1575" y="1954"/>
                        <a:pt x="1662" y="1985"/>
                        <a:pt x="1749" y="1985"/>
                      </a:cubicBezTo>
                      <a:cubicBezTo>
                        <a:pt x="1835" y="1985"/>
                        <a:pt x="1922" y="1954"/>
                        <a:pt x="1985" y="1891"/>
                      </a:cubicBezTo>
                      <a:cubicBezTo>
                        <a:pt x="2111" y="1765"/>
                        <a:pt x="2111" y="1544"/>
                        <a:pt x="1985" y="1418"/>
                      </a:cubicBezTo>
                      <a:lnTo>
                        <a:pt x="1544" y="977"/>
                      </a:lnTo>
                      <a:lnTo>
                        <a:pt x="1985" y="568"/>
                      </a:lnTo>
                      <a:cubicBezTo>
                        <a:pt x="2111" y="442"/>
                        <a:pt x="2111" y="190"/>
                        <a:pt x="1985" y="95"/>
                      </a:cubicBezTo>
                      <a:cubicBezTo>
                        <a:pt x="1922" y="32"/>
                        <a:pt x="1835" y="1"/>
                        <a:pt x="1749" y="1"/>
                      </a:cubicBezTo>
                      <a:cubicBezTo>
                        <a:pt x="1662" y="1"/>
                        <a:pt x="1575" y="32"/>
                        <a:pt x="1512" y="95"/>
                      </a:cubicBezTo>
                      <a:lnTo>
                        <a:pt x="1071" y="505"/>
                      </a:lnTo>
                      <a:lnTo>
                        <a:pt x="630" y="95"/>
                      </a:lnTo>
                      <a:cubicBezTo>
                        <a:pt x="583" y="32"/>
                        <a:pt x="496" y="1"/>
                        <a:pt x="4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6" name="Google Shape;9224;p73">
                  <a:extLst>
                    <a:ext uri="{FF2B5EF4-FFF2-40B4-BE49-F238E27FC236}">
                      <a16:creationId xmlns:a16="http://schemas.microsoft.com/office/drawing/2014/main" id="{BD647321-D9DF-0DFF-136C-5D433F42D45C}"/>
                    </a:ext>
                  </a:extLst>
                </p:cNvPr>
                <p:cNvSpPr/>
                <p:nvPr/>
              </p:nvSpPr>
              <p:spPr>
                <a:xfrm>
                  <a:off x="6308325" y="288230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63" y="0"/>
                      </a:moveTo>
                      <a:cubicBezTo>
                        <a:pt x="276" y="0"/>
                        <a:pt x="190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lnTo>
                        <a:pt x="568" y="1009"/>
                      </a:lnTo>
                      <a:lnTo>
                        <a:pt x="127" y="1450"/>
                      </a:lnTo>
                      <a:cubicBezTo>
                        <a:pt x="1" y="1544"/>
                        <a:pt x="1" y="1796"/>
                        <a:pt x="127" y="1891"/>
                      </a:cubicBezTo>
                      <a:cubicBezTo>
                        <a:pt x="190" y="1954"/>
                        <a:pt x="276" y="1985"/>
                        <a:pt x="363" y="1985"/>
                      </a:cubicBezTo>
                      <a:cubicBezTo>
                        <a:pt x="450" y="1985"/>
                        <a:pt x="536" y="1954"/>
                        <a:pt x="599" y="1891"/>
                      </a:cubicBezTo>
                      <a:lnTo>
                        <a:pt x="1040" y="1481"/>
                      </a:lnTo>
                      <a:lnTo>
                        <a:pt x="1481" y="1891"/>
                      </a:lnTo>
                      <a:cubicBezTo>
                        <a:pt x="1529" y="1954"/>
                        <a:pt x="1615" y="1985"/>
                        <a:pt x="1706" y="1985"/>
                      </a:cubicBezTo>
                      <a:cubicBezTo>
                        <a:pt x="1797" y="1985"/>
                        <a:pt x="1891" y="1954"/>
                        <a:pt x="1954" y="1891"/>
                      </a:cubicBezTo>
                      <a:cubicBezTo>
                        <a:pt x="2049" y="1796"/>
                        <a:pt x="2049" y="1544"/>
                        <a:pt x="1954" y="1450"/>
                      </a:cubicBezTo>
                      <a:lnTo>
                        <a:pt x="1513" y="1009"/>
                      </a:lnTo>
                      <a:lnTo>
                        <a:pt x="1954" y="567"/>
                      </a:lnTo>
                      <a:cubicBezTo>
                        <a:pt x="2049" y="441"/>
                        <a:pt x="2049" y="252"/>
                        <a:pt x="1954" y="95"/>
                      </a:cubicBezTo>
                      <a:cubicBezTo>
                        <a:pt x="1891" y="32"/>
                        <a:pt x="1804" y="0"/>
                        <a:pt x="1718" y="0"/>
                      </a:cubicBezTo>
                      <a:cubicBezTo>
                        <a:pt x="1631" y="0"/>
                        <a:pt x="1544" y="32"/>
                        <a:pt x="1481" y="95"/>
                      </a:cubicBezTo>
                      <a:lnTo>
                        <a:pt x="1040" y="536"/>
                      </a:lnTo>
                      <a:lnTo>
                        <a:pt x="599" y="95"/>
                      </a:lnTo>
                      <a:cubicBezTo>
                        <a:pt x="536" y="32"/>
                        <a:pt x="450" y="0"/>
                        <a:pt x="3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7" name="Google Shape;9225;p73">
                  <a:extLst>
                    <a:ext uri="{FF2B5EF4-FFF2-40B4-BE49-F238E27FC236}">
                      <a16:creationId xmlns:a16="http://schemas.microsoft.com/office/drawing/2014/main" id="{A9D91F3E-19A6-3941-85F3-65CFEEAD2E6D}"/>
                    </a:ext>
                  </a:extLst>
                </p:cNvPr>
                <p:cNvSpPr/>
                <p:nvPr/>
              </p:nvSpPr>
              <p:spPr>
                <a:xfrm>
                  <a:off x="6200425" y="2759425"/>
                  <a:ext cx="156775" cy="174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95" extrusionOk="0">
                      <a:moveTo>
                        <a:pt x="1103" y="5609"/>
                      </a:moveTo>
                      <a:cubicBezTo>
                        <a:pt x="1292" y="5609"/>
                        <a:pt x="1450" y="5766"/>
                        <a:pt x="1450" y="5955"/>
                      </a:cubicBezTo>
                      <a:cubicBezTo>
                        <a:pt x="1450" y="6144"/>
                        <a:pt x="1292" y="6302"/>
                        <a:pt x="1103" y="6302"/>
                      </a:cubicBezTo>
                      <a:cubicBezTo>
                        <a:pt x="914" y="6302"/>
                        <a:pt x="757" y="6144"/>
                        <a:pt x="757" y="5955"/>
                      </a:cubicBezTo>
                      <a:cubicBezTo>
                        <a:pt x="757" y="5766"/>
                        <a:pt x="914" y="5609"/>
                        <a:pt x="1103" y="5609"/>
                      </a:cubicBezTo>
                      <a:close/>
                      <a:moveTo>
                        <a:pt x="5325" y="1"/>
                      </a:moveTo>
                      <a:cubicBezTo>
                        <a:pt x="5230" y="1"/>
                        <a:pt x="5136" y="64"/>
                        <a:pt x="5073" y="127"/>
                      </a:cubicBezTo>
                      <a:lnTo>
                        <a:pt x="4380" y="851"/>
                      </a:lnTo>
                      <a:cubicBezTo>
                        <a:pt x="4254" y="946"/>
                        <a:pt x="4254" y="1198"/>
                        <a:pt x="4380" y="1324"/>
                      </a:cubicBezTo>
                      <a:cubicBezTo>
                        <a:pt x="4443" y="1371"/>
                        <a:pt x="4529" y="1395"/>
                        <a:pt x="4616" y="1395"/>
                      </a:cubicBezTo>
                      <a:cubicBezTo>
                        <a:pt x="4703" y="1395"/>
                        <a:pt x="4789" y="1371"/>
                        <a:pt x="4852" y="1324"/>
                      </a:cubicBezTo>
                      <a:lnTo>
                        <a:pt x="4978" y="1198"/>
                      </a:lnTo>
                      <a:lnTo>
                        <a:pt x="4978" y="2458"/>
                      </a:lnTo>
                      <a:cubicBezTo>
                        <a:pt x="4978" y="2647"/>
                        <a:pt x="4821" y="2805"/>
                        <a:pt x="4600" y="2805"/>
                      </a:cubicBezTo>
                      <a:lnTo>
                        <a:pt x="1765" y="2805"/>
                      </a:lnTo>
                      <a:cubicBezTo>
                        <a:pt x="1513" y="2805"/>
                        <a:pt x="1229" y="2931"/>
                        <a:pt x="1040" y="3120"/>
                      </a:cubicBezTo>
                      <a:cubicBezTo>
                        <a:pt x="820" y="3309"/>
                        <a:pt x="725" y="3592"/>
                        <a:pt x="725" y="3876"/>
                      </a:cubicBezTo>
                      <a:lnTo>
                        <a:pt x="725" y="4978"/>
                      </a:lnTo>
                      <a:cubicBezTo>
                        <a:pt x="316" y="5136"/>
                        <a:pt x="1" y="5482"/>
                        <a:pt x="1" y="5955"/>
                      </a:cubicBezTo>
                      <a:cubicBezTo>
                        <a:pt x="1" y="6554"/>
                        <a:pt x="473" y="6995"/>
                        <a:pt x="1040" y="6995"/>
                      </a:cubicBezTo>
                      <a:cubicBezTo>
                        <a:pt x="1607" y="6995"/>
                        <a:pt x="2048" y="6522"/>
                        <a:pt x="2048" y="5955"/>
                      </a:cubicBezTo>
                      <a:cubicBezTo>
                        <a:pt x="2048" y="5514"/>
                        <a:pt x="1765" y="5136"/>
                        <a:pt x="1355" y="4978"/>
                      </a:cubicBezTo>
                      <a:lnTo>
                        <a:pt x="1355" y="3876"/>
                      </a:lnTo>
                      <a:cubicBezTo>
                        <a:pt x="1355" y="3687"/>
                        <a:pt x="1513" y="3529"/>
                        <a:pt x="1702" y="3529"/>
                      </a:cubicBezTo>
                      <a:lnTo>
                        <a:pt x="4537" y="3529"/>
                      </a:lnTo>
                      <a:cubicBezTo>
                        <a:pt x="5136" y="3529"/>
                        <a:pt x="5545" y="3057"/>
                        <a:pt x="5545" y="2490"/>
                      </a:cubicBezTo>
                      <a:lnTo>
                        <a:pt x="5545" y="1229"/>
                      </a:lnTo>
                      <a:lnTo>
                        <a:pt x="5671" y="1355"/>
                      </a:lnTo>
                      <a:cubicBezTo>
                        <a:pt x="5734" y="1418"/>
                        <a:pt x="5821" y="1450"/>
                        <a:pt x="5908" y="1450"/>
                      </a:cubicBezTo>
                      <a:cubicBezTo>
                        <a:pt x="5994" y="1450"/>
                        <a:pt x="6081" y="1418"/>
                        <a:pt x="6144" y="1355"/>
                      </a:cubicBezTo>
                      <a:cubicBezTo>
                        <a:pt x="6270" y="1229"/>
                        <a:pt x="6270" y="1009"/>
                        <a:pt x="6144" y="883"/>
                      </a:cubicBezTo>
                      <a:lnTo>
                        <a:pt x="5545" y="127"/>
                      </a:lnTo>
                      <a:cubicBezTo>
                        <a:pt x="5482" y="64"/>
                        <a:pt x="5388" y="1"/>
                        <a:pt x="53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8" name="Google Shape;9226;p73">
                  <a:extLst>
                    <a:ext uri="{FF2B5EF4-FFF2-40B4-BE49-F238E27FC236}">
                      <a16:creationId xmlns:a16="http://schemas.microsoft.com/office/drawing/2014/main" id="{19448EAF-840E-6962-70CC-96EAEE1F72A5}"/>
                    </a:ext>
                  </a:extLst>
                </p:cNvPr>
                <p:cNvSpPr/>
                <p:nvPr/>
              </p:nvSpPr>
              <p:spPr>
                <a:xfrm>
                  <a:off x="6412300" y="2742900"/>
                  <a:ext cx="52800" cy="2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8349" extrusionOk="0">
                      <a:moveTo>
                        <a:pt x="1009" y="662"/>
                      </a:moveTo>
                      <a:cubicBezTo>
                        <a:pt x="1229" y="662"/>
                        <a:pt x="1387" y="819"/>
                        <a:pt x="1387" y="1040"/>
                      </a:cubicBezTo>
                      <a:lnTo>
                        <a:pt x="1387" y="1386"/>
                      </a:lnTo>
                      <a:lnTo>
                        <a:pt x="662" y="1386"/>
                      </a:lnTo>
                      <a:lnTo>
                        <a:pt x="662" y="1040"/>
                      </a:ln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387" y="2048"/>
                      </a:moveTo>
                      <a:lnTo>
                        <a:pt x="1387" y="6017"/>
                      </a:lnTo>
                      <a:cubicBezTo>
                        <a:pt x="1261" y="5986"/>
                        <a:pt x="1142" y="5970"/>
                        <a:pt x="1024" y="5970"/>
                      </a:cubicBezTo>
                      <a:cubicBezTo>
                        <a:pt x="906" y="5970"/>
                        <a:pt x="788" y="5986"/>
                        <a:pt x="662" y="6017"/>
                      </a:cubicBezTo>
                      <a:lnTo>
                        <a:pt x="662" y="2048"/>
                      </a:lnTo>
                      <a:close/>
                      <a:moveTo>
                        <a:pt x="1009" y="6711"/>
                      </a:moveTo>
                      <a:cubicBezTo>
                        <a:pt x="1103" y="6711"/>
                        <a:pt x="1166" y="6711"/>
                        <a:pt x="1261" y="6742"/>
                      </a:cubicBezTo>
                      <a:lnTo>
                        <a:pt x="1009" y="7246"/>
                      </a:lnTo>
                      <a:lnTo>
                        <a:pt x="788" y="6742"/>
                      </a:lnTo>
                      <a:cubicBezTo>
                        <a:pt x="851" y="6711"/>
                        <a:pt x="946" y="6711"/>
                        <a:pt x="1009" y="6711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6616"/>
                      </a:lnTo>
                      <a:cubicBezTo>
                        <a:pt x="0" y="6648"/>
                        <a:pt x="0" y="6742"/>
                        <a:pt x="32" y="6774"/>
                      </a:cubicBezTo>
                      <a:lnTo>
                        <a:pt x="757" y="8160"/>
                      </a:lnTo>
                      <a:cubicBezTo>
                        <a:pt x="788" y="8286"/>
                        <a:pt x="946" y="8349"/>
                        <a:pt x="1040" y="8349"/>
                      </a:cubicBezTo>
                      <a:cubicBezTo>
                        <a:pt x="1166" y="8349"/>
                        <a:pt x="1292" y="8286"/>
                        <a:pt x="1355" y="8160"/>
                      </a:cubicBezTo>
                      <a:lnTo>
                        <a:pt x="2080" y="6774"/>
                      </a:lnTo>
                      <a:cubicBezTo>
                        <a:pt x="2111" y="6742"/>
                        <a:pt x="2111" y="6648"/>
                        <a:pt x="2111" y="6616"/>
                      </a:cubicBezTo>
                      <a:lnTo>
                        <a:pt x="2111" y="1040"/>
                      </a:ln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699" name="Google Shape;9227;p73">
                <a:extLst>
                  <a:ext uri="{FF2B5EF4-FFF2-40B4-BE49-F238E27FC236}">
                    <a16:creationId xmlns:a16="http://schemas.microsoft.com/office/drawing/2014/main" id="{73F0655E-6EDA-C5D1-ACDF-3DA89251BBEB}"/>
                  </a:ext>
                </a:extLst>
              </p:cNvPr>
              <p:cNvGrpSpPr/>
              <p:nvPr/>
            </p:nvGrpSpPr>
            <p:grpSpPr>
              <a:xfrm>
                <a:off x="2672056" y="1687222"/>
                <a:ext cx="497951" cy="501923"/>
                <a:chOff x="1777925" y="1953700"/>
                <a:chExt cx="294600" cy="296950"/>
              </a:xfrm>
              <a:grpFill/>
            </p:grpSpPr>
            <p:sp>
              <p:nvSpPr>
                <p:cNvPr id="17780" name="Google Shape;9228;p73">
                  <a:extLst>
                    <a:ext uri="{FF2B5EF4-FFF2-40B4-BE49-F238E27FC236}">
                      <a16:creationId xmlns:a16="http://schemas.microsoft.com/office/drawing/2014/main" id="{CE81207F-18F6-8D53-9E05-4E7BDD16ACA5}"/>
                    </a:ext>
                  </a:extLst>
                </p:cNvPr>
                <p:cNvSpPr/>
                <p:nvPr/>
              </p:nvSpPr>
              <p:spPr>
                <a:xfrm>
                  <a:off x="1794450" y="2052125"/>
                  <a:ext cx="278075" cy="19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3" h="7941" extrusionOk="0">
                      <a:moveTo>
                        <a:pt x="10545" y="1"/>
                      </a:moveTo>
                      <a:cubicBezTo>
                        <a:pt x="10499" y="1"/>
                        <a:pt x="10449" y="11"/>
                        <a:pt x="10397" y="33"/>
                      </a:cubicBezTo>
                      <a:cubicBezTo>
                        <a:pt x="10208" y="64"/>
                        <a:pt x="10145" y="253"/>
                        <a:pt x="10177" y="474"/>
                      </a:cubicBezTo>
                      <a:cubicBezTo>
                        <a:pt x="10334" y="1009"/>
                        <a:pt x="10460" y="1514"/>
                        <a:pt x="10460" y="1986"/>
                      </a:cubicBezTo>
                      <a:cubicBezTo>
                        <a:pt x="10460" y="4885"/>
                        <a:pt x="8129" y="7247"/>
                        <a:pt x="5199" y="7247"/>
                      </a:cubicBezTo>
                      <a:cubicBezTo>
                        <a:pt x="3561" y="7247"/>
                        <a:pt x="2017" y="6460"/>
                        <a:pt x="1040" y="5137"/>
                      </a:cubicBezTo>
                      <a:lnTo>
                        <a:pt x="1734" y="5137"/>
                      </a:lnTo>
                      <a:cubicBezTo>
                        <a:pt x="1954" y="5137"/>
                        <a:pt x="2112" y="4979"/>
                        <a:pt x="2112" y="4790"/>
                      </a:cubicBezTo>
                      <a:cubicBezTo>
                        <a:pt x="2112" y="4601"/>
                        <a:pt x="1954" y="4444"/>
                        <a:pt x="1734" y="4444"/>
                      </a:cubicBezTo>
                      <a:lnTo>
                        <a:pt x="379" y="4444"/>
                      </a:lnTo>
                      <a:cubicBezTo>
                        <a:pt x="158" y="4444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79" y="6523"/>
                      </a:cubicBezTo>
                      <a:cubicBezTo>
                        <a:pt x="568" y="6523"/>
                        <a:pt x="725" y="6365"/>
                        <a:pt x="725" y="6176"/>
                      </a:cubicBezTo>
                      <a:lnTo>
                        <a:pt x="725" y="5830"/>
                      </a:lnTo>
                      <a:cubicBezTo>
                        <a:pt x="1860" y="7184"/>
                        <a:pt x="3529" y="7941"/>
                        <a:pt x="5199" y="7941"/>
                      </a:cubicBezTo>
                      <a:cubicBezTo>
                        <a:pt x="8476" y="7941"/>
                        <a:pt x="11122" y="5294"/>
                        <a:pt x="11122" y="2049"/>
                      </a:cubicBezTo>
                      <a:cubicBezTo>
                        <a:pt x="11122" y="1482"/>
                        <a:pt x="11028" y="883"/>
                        <a:pt x="10839" y="253"/>
                      </a:cubicBezTo>
                      <a:cubicBezTo>
                        <a:pt x="10814" y="109"/>
                        <a:pt x="10698" y="1"/>
                        <a:pt x="105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1" name="Google Shape;9229;p73">
                  <a:extLst>
                    <a:ext uri="{FF2B5EF4-FFF2-40B4-BE49-F238E27FC236}">
                      <a16:creationId xmlns:a16="http://schemas.microsoft.com/office/drawing/2014/main" id="{5A169894-ACAA-AADE-BEA3-3C3509894546}"/>
                    </a:ext>
                  </a:extLst>
                </p:cNvPr>
                <p:cNvSpPr/>
                <p:nvPr/>
              </p:nvSpPr>
              <p:spPr>
                <a:xfrm>
                  <a:off x="1777925" y="1953700"/>
                  <a:ext cx="278050" cy="198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47" extrusionOk="0">
                      <a:moveTo>
                        <a:pt x="5892" y="0"/>
                      </a:moveTo>
                      <a:cubicBezTo>
                        <a:pt x="2647" y="0"/>
                        <a:pt x="0" y="2615"/>
                        <a:pt x="0" y="5892"/>
                      </a:cubicBezTo>
                      <a:cubicBezTo>
                        <a:pt x="0" y="6459"/>
                        <a:pt x="63" y="7026"/>
                        <a:pt x="284" y="7656"/>
                      </a:cubicBezTo>
                      <a:cubicBezTo>
                        <a:pt x="310" y="7869"/>
                        <a:pt x="450" y="7947"/>
                        <a:pt x="606" y="7947"/>
                      </a:cubicBezTo>
                      <a:cubicBezTo>
                        <a:pt x="635" y="7947"/>
                        <a:pt x="664" y="7944"/>
                        <a:pt x="693" y="7939"/>
                      </a:cubicBezTo>
                      <a:cubicBezTo>
                        <a:pt x="914" y="7908"/>
                        <a:pt x="977" y="7719"/>
                        <a:pt x="945" y="7498"/>
                      </a:cubicBezTo>
                      <a:cubicBezTo>
                        <a:pt x="788" y="6963"/>
                        <a:pt x="662" y="6459"/>
                        <a:pt x="662" y="5923"/>
                      </a:cubicBezTo>
                      <a:cubicBezTo>
                        <a:pt x="662" y="3056"/>
                        <a:pt x="2993" y="693"/>
                        <a:pt x="5923" y="693"/>
                      </a:cubicBezTo>
                      <a:cubicBezTo>
                        <a:pt x="7561" y="693"/>
                        <a:pt x="9105" y="1481"/>
                        <a:pt x="10082" y="2773"/>
                      </a:cubicBezTo>
                      <a:lnTo>
                        <a:pt x="9389" y="2773"/>
                      </a:lnTo>
                      <a:cubicBezTo>
                        <a:pt x="9168" y="2773"/>
                        <a:pt x="9011" y="2930"/>
                        <a:pt x="9011" y="3151"/>
                      </a:cubicBezTo>
                      <a:cubicBezTo>
                        <a:pt x="9011" y="3340"/>
                        <a:pt x="9168" y="3497"/>
                        <a:pt x="9389" y="3497"/>
                      </a:cubicBezTo>
                      <a:lnTo>
                        <a:pt x="10743" y="3497"/>
                      </a:lnTo>
                      <a:cubicBezTo>
                        <a:pt x="10964" y="3497"/>
                        <a:pt x="11121" y="3340"/>
                        <a:pt x="11121" y="3151"/>
                      </a:cubicBezTo>
                      <a:lnTo>
                        <a:pt x="11121" y="1765"/>
                      </a:lnTo>
                      <a:cubicBezTo>
                        <a:pt x="11121" y="1575"/>
                        <a:pt x="10964" y="1418"/>
                        <a:pt x="10743" y="1418"/>
                      </a:cubicBezTo>
                      <a:cubicBezTo>
                        <a:pt x="10554" y="1418"/>
                        <a:pt x="10397" y="1575"/>
                        <a:pt x="10397" y="1765"/>
                      </a:cubicBezTo>
                      <a:lnTo>
                        <a:pt x="10397" y="2111"/>
                      </a:lnTo>
                      <a:cubicBezTo>
                        <a:pt x="9263" y="725"/>
                        <a:pt x="7593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2" name="Google Shape;9230;p73">
                  <a:extLst>
                    <a:ext uri="{FF2B5EF4-FFF2-40B4-BE49-F238E27FC236}">
                      <a16:creationId xmlns:a16="http://schemas.microsoft.com/office/drawing/2014/main" id="{AAE829AE-78C8-64CC-997E-FB4516E9986B}"/>
                    </a:ext>
                  </a:extLst>
                </p:cNvPr>
                <p:cNvSpPr/>
                <p:nvPr/>
              </p:nvSpPr>
              <p:spPr>
                <a:xfrm>
                  <a:off x="1829125" y="2006475"/>
                  <a:ext cx="191400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6" h="7656" extrusionOk="0">
                      <a:moveTo>
                        <a:pt x="4190" y="693"/>
                      </a:moveTo>
                      <a:cubicBezTo>
                        <a:pt x="4757" y="788"/>
                        <a:pt x="5324" y="1008"/>
                        <a:pt x="5797" y="1386"/>
                      </a:cubicBezTo>
                      <a:lnTo>
                        <a:pt x="5545" y="1607"/>
                      </a:lnTo>
                      <a:cubicBezTo>
                        <a:pt x="5450" y="1733"/>
                        <a:pt x="5450" y="1953"/>
                        <a:pt x="5545" y="2079"/>
                      </a:cubicBezTo>
                      <a:cubicBezTo>
                        <a:pt x="5608" y="2142"/>
                        <a:pt x="5702" y="2174"/>
                        <a:pt x="5793" y="2174"/>
                      </a:cubicBezTo>
                      <a:cubicBezTo>
                        <a:pt x="5884" y="2174"/>
                        <a:pt x="5970" y="2142"/>
                        <a:pt x="6017" y="2079"/>
                      </a:cubicBezTo>
                      <a:lnTo>
                        <a:pt x="6270" y="1859"/>
                      </a:lnTo>
                      <a:cubicBezTo>
                        <a:pt x="6616" y="2268"/>
                        <a:pt x="6868" y="2835"/>
                        <a:pt x="6931" y="3466"/>
                      </a:cubicBezTo>
                      <a:lnTo>
                        <a:pt x="6616" y="3466"/>
                      </a:lnTo>
                      <a:cubicBezTo>
                        <a:pt x="6427" y="3466"/>
                        <a:pt x="6270" y="3623"/>
                        <a:pt x="6270" y="3812"/>
                      </a:cubicBezTo>
                      <a:cubicBezTo>
                        <a:pt x="6270" y="4001"/>
                        <a:pt x="6427" y="4159"/>
                        <a:pt x="6616" y="4159"/>
                      </a:cubicBezTo>
                      <a:lnTo>
                        <a:pt x="6931" y="4159"/>
                      </a:lnTo>
                      <a:cubicBezTo>
                        <a:pt x="6868" y="4757"/>
                        <a:pt x="6616" y="5324"/>
                        <a:pt x="6270" y="5797"/>
                      </a:cubicBezTo>
                      <a:lnTo>
                        <a:pt x="6017" y="5545"/>
                      </a:lnTo>
                      <a:cubicBezTo>
                        <a:pt x="5970" y="5482"/>
                        <a:pt x="5884" y="5450"/>
                        <a:pt x="5793" y="5450"/>
                      </a:cubicBezTo>
                      <a:cubicBezTo>
                        <a:pt x="5702" y="5450"/>
                        <a:pt x="5608" y="5482"/>
                        <a:pt x="5545" y="5545"/>
                      </a:cubicBezTo>
                      <a:cubicBezTo>
                        <a:pt x="5450" y="5671"/>
                        <a:pt x="5450" y="5923"/>
                        <a:pt x="5545" y="6017"/>
                      </a:cubicBezTo>
                      <a:lnTo>
                        <a:pt x="5797" y="6270"/>
                      </a:lnTo>
                      <a:cubicBezTo>
                        <a:pt x="5356" y="6616"/>
                        <a:pt x="4820" y="6837"/>
                        <a:pt x="4190" y="6931"/>
                      </a:cubicBezTo>
                      <a:lnTo>
                        <a:pt x="4190" y="6616"/>
                      </a:lnTo>
                      <a:cubicBezTo>
                        <a:pt x="4190" y="6427"/>
                        <a:pt x="4033" y="6270"/>
                        <a:pt x="3812" y="6270"/>
                      </a:cubicBezTo>
                      <a:cubicBezTo>
                        <a:pt x="3623" y="6270"/>
                        <a:pt x="3466" y="6427"/>
                        <a:pt x="3466" y="6616"/>
                      </a:cubicBezTo>
                      <a:lnTo>
                        <a:pt x="3466" y="6931"/>
                      </a:lnTo>
                      <a:cubicBezTo>
                        <a:pt x="2867" y="6837"/>
                        <a:pt x="2331" y="6616"/>
                        <a:pt x="1859" y="6270"/>
                      </a:cubicBezTo>
                      <a:lnTo>
                        <a:pt x="2079" y="6017"/>
                      </a:lnTo>
                      <a:cubicBezTo>
                        <a:pt x="2205" y="5891"/>
                        <a:pt x="2205" y="5671"/>
                        <a:pt x="2079" y="5545"/>
                      </a:cubicBezTo>
                      <a:cubicBezTo>
                        <a:pt x="2032" y="5482"/>
                        <a:pt x="1945" y="5450"/>
                        <a:pt x="1855" y="5450"/>
                      </a:cubicBezTo>
                      <a:cubicBezTo>
                        <a:pt x="1764" y="5450"/>
                        <a:pt x="1670" y="5482"/>
                        <a:pt x="1607" y="5545"/>
                      </a:cubicBezTo>
                      <a:lnTo>
                        <a:pt x="1386" y="5797"/>
                      </a:lnTo>
                      <a:cubicBezTo>
                        <a:pt x="1040" y="5356"/>
                        <a:pt x="788" y="4789"/>
                        <a:pt x="725" y="4159"/>
                      </a:cubicBezTo>
                      <a:lnTo>
                        <a:pt x="1040" y="4159"/>
                      </a:lnTo>
                      <a:cubicBezTo>
                        <a:pt x="1229" y="4159"/>
                        <a:pt x="1386" y="4001"/>
                        <a:pt x="1386" y="3812"/>
                      </a:cubicBezTo>
                      <a:cubicBezTo>
                        <a:pt x="1386" y="3623"/>
                        <a:pt x="1229" y="3466"/>
                        <a:pt x="1040" y="3466"/>
                      </a:cubicBezTo>
                      <a:lnTo>
                        <a:pt x="725" y="3466"/>
                      </a:lnTo>
                      <a:cubicBezTo>
                        <a:pt x="788" y="2867"/>
                        <a:pt x="1040" y="2331"/>
                        <a:pt x="1386" y="1859"/>
                      </a:cubicBezTo>
                      <a:lnTo>
                        <a:pt x="1607" y="2079"/>
                      </a:lnTo>
                      <a:cubicBezTo>
                        <a:pt x="1701" y="2174"/>
                        <a:pt x="1764" y="2205"/>
                        <a:pt x="1859" y="2205"/>
                      </a:cubicBezTo>
                      <a:cubicBezTo>
                        <a:pt x="1922" y="2205"/>
                        <a:pt x="2048" y="2174"/>
                        <a:pt x="2079" y="2079"/>
                      </a:cubicBezTo>
                      <a:cubicBezTo>
                        <a:pt x="2205" y="1953"/>
                        <a:pt x="2205" y="1733"/>
                        <a:pt x="2079" y="1607"/>
                      </a:cubicBezTo>
                      <a:lnTo>
                        <a:pt x="1859" y="1386"/>
                      </a:lnTo>
                      <a:cubicBezTo>
                        <a:pt x="2300" y="1008"/>
                        <a:pt x="2835" y="788"/>
                        <a:pt x="3466" y="693"/>
                      </a:cubicBezTo>
                      <a:lnTo>
                        <a:pt x="3466" y="1008"/>
                      </a:lnTo>
                      <a:cubicBezTo>
                        <a:pt x="3466" y="1229"/>
                        <a:pt x="3623" y="1386"/>
                        <a:pt x="3812" y="1386"/>
                      </a:cubicBezTo>
                      <a:cubicBezTo>
                        <a:pt x="4033" y="1386"/>
                        <a:pt x="4190" y="1229"/>
                        <a:pt x="4190" y="1008"/>
                      </a:cubicBezTo>
                      <a:lnTo>
                        <a:pt x="4190" y="693"/>
                      </a:lnTo>
                      <a:close/>
                      <a:moveTo>
                        <a:pt x="3812" y="0"/>
                      </a:moveTo>
                      <a:cubicBezTo>
                        <a:pt x="1733" y="0"/>
                        <a:pt x="0" y="1701"/>
                        <a:pt x="0" y="3812"/>
                      </a:cubicBezTo>
                      <a:cubicBezTo>
                        <a:pt x="0" y="5923"/>
                        <a:pt x="1701" y="7656"/>
                        <a:pt x="3812" y="7656"/>
                      </a:cubicBezTo>
                      <a:cubicBezTo>
                        <a:pt x="5923" y="7656"/>
                        <a:pt x="7656" y="5954"/>
                        <a:pt x="7656" y="3812"/>
                      </a:cubicBezTo>
                      <a:cubicBezTo>
                        <a:pt x="7656" y="1733"/>
                        <a:pt x="5954" y="0"/>
                        <a:pt x="38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83" name="Google Shape;9231;p73">
                  <a:extLst>
                    <a:ext uri="{FF2B5EF4-FFF2-40B4-BE49-F238E27FC236}">
                      <a16:creationId xmlns:a16="http://schemas.microsoft.com/office/drawing/2014/main" id="{8A9C0DB5-C053-0BDD-E88A-3242214C12A3}"/>
                    </a:ext>
                  </a:extLst>
                </p:cNvPr>
                <p:cNvSpPr/>
                <p:nvPr/>
              </p:nvSpPr>
              <p:spPr>
                <a:xfrm>
                  <a:off x="1915750" y="2058450"/>
                  <a:ext cx="354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2112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47" y="2111"/>
                      </a:cubicBezTo>
                      <a:lnTo>
                        <a:pt x="1072" y="2111"/>
                      </a:lnTo>
                      <a:cubicBezTo>
                        <a:pt x="1261" y="2111"/>
                        <a:pt x="1418" y="1954"/>
                        <a:pt x="1418" y="1733"/>
                      </a:cubicBezTo>
                      <a:cubicBezTo>
                        <a:pt x="1418" y="1544"/>
                        <a:pt x="1261" y="1387"/>
                        <a:pt x="1072" y="1387"/>
                      </a:cubicBezTo>
                      <a:lnTo>
                        <a:pt x="725" y="1387"/>
                      </a:lnTo>
                      <a:lnTo>
                        <a:pt x="725" y="378"/>
                      </a:lnTo>
                      <a:cubicBezTo>
                        <a:pt x="725" y="158"/>
                        <a:pt x="568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0" name="Google Shape;9232;p73">
                <a:extLst>
                  <a:ext uri="{FF2B5EF4-FFF2-40B4-BE49-F238E27FC236}">
                    <a16:creationId xmlns:a16="http://schemas.microsoft.com/office/drawing/2014/main" id="{BDDE475B-D6AD-2E2A-1710-20CF825C5067}"/>
                  </a:ext>
                </a:extLst>
              </p:cNvPr>
              <p:cNvGrpSpPr/>
              <p:nvPr/>
            </p:nvGrpSpPr>
            <p:grpSpPr>
              <a:xfrm>
                <a:off x="2694705" y="2282300"/>
                <a:ext cx="452652" cy="497951"/>
                <a:chOff x="1790525" y="2319150"/>
                <a:chExt cx="267800" cy="294600"/>
              </a:xfrm>
              <a:grpFill/>
            </p:grpSpPr>
            <p:sp>
              <p:nvSpPr>
                <p:cNvPr id="17778" name="Google Shape;9233;p73">
                  <a:extLst>
                    <a:ext uri="{FF2B5EF4-FFF2-40B4-BE49-F238E27FC236}">
                      <a16:creationId xmlns:a16="http://schemas.microsoft.com/office/drawing/2014/main" id="{FEA3D7CA-E8BF-5679-B13C-69BC8FF8B4AE}"/>
                    </a:ext>
                  </a:extLst>
                </p:cNvPr>
                <p:cNvSpPr/>
                <p:nvPr/>
              </p:nvSpPr>
              <p:spPr>
                <a:xfrm>
                  <a:off x="1881100" y="2423125"/>
                  <a:ext cx="882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207" extrusionOk="0">
                      <a:moveTo>
                        <a:pt x="1418" y="1323"/>
                      </a:moveTo>
                      <a:lnTo>
                        <a:pt x="1418" y="2741"/>
                      </a:lnTo>
                      <a:lnTo>
                        <a:pt x="1072" y="2741"/>
                      </a:lnTo>
                      <a:cubicBezTo>
                        <a:pt x="882" y="2741"/>
                        <a:pt x="725" y="2583"/>
                        <a:pt x="725" y="2394"/>
                      </a:cubicBezTo>
                      <a:lnTo>
                        <a:pt x="725" y="1701"/>
                      </a:lnTo>
                      <a:cubicBezTo>
                        <a:pt x="725" y="1481"/>
                        <a:pt x="882" y="1323"/>
                        <a:pt x="1072" y="1323"/>
                      </a:cubicBezTo>
                      <a:close/>
                      <a:moveTo>
                        <a:pt x="2458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lnTo>
                        <a:pt x="2804" y="4537"/>
                      </a:lnTo>
                      <a:cubicBezTo>
                        <a:pt x="2804" y="4726"/>
                        <a:pt x="2647" y="4883"/>
                        <a:pt x="2458" y="4883"/>
                      </a:cubicBezTo>
                      <a:lnTo>
                        <a:pt x="2111" y="4883"/>
                      </a:lnTo>
                      <a:lnTo>
                        <a:pt x="2111" y="3466"/>
                      </a:lnTo>
                      <a:close/>
                      <a:moveTo>
                        <a:pt x="1796" y="0"/>
                      </a:moveTo>
                      <a:cubicBezTo>
                        <a:pt x="1576" y="0"/>
                        <a:pt x="1418" y="158"/>
                        <a:pt x="1418" y="347"/>
                      </a:cubicBezTo>
                      <a:lnTo>
                        <a:pt x="1418" y="693"/>
                      </a:lnTo>
                      <a:lnTo>
                        <a:pt x="1072" y="693"/>
                      </a:lnTo>
                      <a:cubicBezTo>
                        <a:pt x="473" y="693"/>
                        <a:pt x="63" y="1166"/>
                        <a:pt x="63" y="1733"/>
                      </a:cubicBezTo>
                      <a:lnTo>
                        <a:pt x="63" y="2426"/>
                      </a:lnTo>
                      <a:cubicBezTo>
                        <a:pt x="63" y="3025"/>
                        <a:pt x="536" y="3466"/>
                        <a:pt x="1072" y="3466"/>
                      </a:cubicBezTo>
                      <a:lnTo>
                        <a:pt x="1418" y="3466"/>
                      </a:lnTo>
                      <a:lnTo>
                        <a:pt x="1418" y="4852"/>
                      </a:lnTo>
                      <a:lnTo>
                        <a:pt x="1072" y="4852"/>
                      </a:lnTo>
                      <a:cubicBezTo>
                        <a:pt x="882" y="4852"/>
                        <a:pt x="725" y="4694"/>
                        <a:pt x="725" y="4474"/>
                      </a:cubicBezTo>
                      <a:cubicBezTo>
                        <a:pt x="725" y="4285"/>
                        <a:pt x="567" y="4127"/>
                        <a:pt x="378" y="4127"/>
                      </a:cubicBezTo>
                      <a:cubicBezTo>
                        <a:pt x="158" y="4127"/>
                        <a:pt x="0" y="4285"/>
                        <a:pt x="0" y="4474"/>
                      </a:cubicBezTo>
                      <a:cubicBezTo>
                        <a:pt x="0" y="5072"/>
                        <a:pt x="473" y="5513"/>
                        <a:pt x="1040" y="5513"/>
                      </a:cubicBezTo>
                      <a:lnTo>
                        <a:pt x="1387" y="5513"/>
                      </a:lnTo>
                      <a:lnTo>
                        <a:pt x="1387" y="5860"/>
                      </a:lnTo>
                      <a:cubicBezTo>
                        <a:pt x="1387" y="6049"/>
                        <a:pt x="1544" y="6207"/>
                        <a:pt x="1733" y="6207"/>
                      </a:cubicBezTo>
                      <a:cubicBezTo>
                        <a:pt x="1954" y="6207"/>
                        <a:pt x="2111" y="6049"/>
                        <a:pt x="2111" y="5860"/>
                      </a:cubicBezTo>
                      <a:lnTo>
                        <a:pt x="2111" y="5545"/>
                      </a:lnTo>
                      <a:lnTo>
                        <a:pt x="2458" y="5545"/>
                      </a:lnTo>
                      <a:cubicBezTo>
                        <a:pt x="3056" y="5545"/>
                        <a:pt x="3466" y="5072"/>
                        <a:pt x="3466" y="4537"/>
                      </a:cubicBezTo>
                      <a:lnTo>
                        <a:pt x="3466" y="3812"/>
                      </a:lnTo>
                      <a:cubicBezTo>
                        <a:pt x="3466" y="3214"/>
                        <a:pt x="2993" y="2804"/>
                        <a:pt x="2458" y="2804"/>
                      </a:cubicBezTo>
                      <a:lnTo>
                        <a:pt x="2111" y="2804"/>
                      </a:lnTo>
                      <a:lnTo>
                        <a:pt x="2111" y="1386"/>
                      </a:lnTo>
                      <a:lnTo>
                        <a:pt x="2458" y="1386"/>
                      </a:lnTo>
                      <a:cubicBezTo>
                        <a:pt x="2647" y="1386"/>
                        <a:pt x="2804" y="1544"/>
                        <a:pt x="2804" y="1733"/>
                      </a:cubicBezTo>
                      <a:cubicBezTo>
                        <a:pt x="2804" y="1922"/>
                        <a:pt x="2962" y="2079"/>
                        <a:pt x="3151" y="2079"/>
                      </a:cubicBezTo>
                      <a:cubicBezTo>
                        <a:pt x="3371" y="2079"/>
                        <a:pt x="3529" y="1922"/>
                        <a:pt x="3529" y="1733"/>
                      </a:cubicBezTo>
                      <a:cubicBezTo>
                        <a:pt x="3529" y="1134"/>
                        <a:pt x="3056" y="693"/>
                        <a:pt x="2489" y="693"/>
                      </a:cubicBezTo>
                      <a:lnTo>
                        <a:pt x="2143" y="693"/>
                      </a:lnTo>
                      <a:lnTo>
                        <a:pt x="2143" y="347"/>
                      </a:lnTo>
                      <a:cubicBezTo>
                        <a:pt x="2143" y="158"/>
                        <a:pt x="1985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9" name="Google Shape;9234;p73">
                  <a:extLst>
                    <a:ext uri="{FF2B5EF4-FFF2-40B4-BE49-F238E27FC236}">
                      <a16:creationId xmlns:a16="http://schemas.microsoft.com/office/drawing/2014/main" id="{FFC9D3A1-5BD2-0EE4-B3EB-E01412A5B475}"/>
                    </a:ext>
                  </a:extLst>
                </p:cNvPr>
                <p:cNvSpPr/>
                <p:nvPr/>
              </p:nvSpPr>
              <p:spPr>
                <a:xfrm>
                  <a:off x="1790525" y="2319150"/>
                  <a:ext cx="2678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712" h="11784" extrusionOk="0">
                      <a:moveTo>
                        <a:pt x="6427" y="662"/>
                      </a:moveTo>
                      <a:cubicBezTo>
                        <a:pt x="6837" y="662"/>
                        <a:pt x="7152" y="977"/>
                        <a:pt x="7152" y="1355"/>
                      </a:cubicBezTo>
                      <a:cubicBezTo>
                        <a:pt x="7152" y="1765"/>
                        <a:pt x="6837" y="2080"/>
                        <a:pt x="6427" y="2080"/>
                      </a:cubicBezTo>
                      <a:lnTo>
                        <a:pt x="6427" y="1702"/>
                      </a:lnTo>
                      <a:cubicBezTo>
                        <a:pt x="6427" y="1513"/>
                        <a:pt x="6270" y="1355"/>
                        <a:pt x="6081" y="1355"/>
                      </a:cubicBezTo>
                      <a:lnTo>
                        <a:pt x="4695" y="1355"/>
                      </a:lnTo>
                      <a:cubicBezTo>
                        <a:pt x="4505" y="1355"/>
                        <a:pt x="4348" y="1513"/>
                        <a:pt x="4348" y="1702"/>
                      </a:cubicBezTo>
                      <a:lnTo>
                        <a:pt x="4348" y="2080"/>
                      </a:lnTo>
                      <a:cubicBezTo>
                        <a:pt x="3938" y="2017"/>
                        <a:pt x="3623" y="1765"/>
                        <a:pt x="3623" y="1355"/>
                      </a:cubicBezTo>
                      <a:cubicBezTo>
                        <a:pt x="3623" y="977"/>
                        <a:pt x="3938" y="662"/>
                        <a:pt x="4348" y="662"/>
                      </a:cubicBezTo>
                      <a:close/>
                      <a:moveTo>
                        <a:pt x="5734" y="2017"/>
                      </a:moveTo>
                      <a:lnTo>
                        <a:pt x="5734" y="2741"/>
                      </a:lnTo>
                      <a:lnTo>
                        <a:pt x="5010" y="2741"/>
                      </a:lnTo>
                      <a:lnTo>
                        <a:pt x="5010" y="2017"/>
                      </a:lnTo>
                      <a:close/>
                      <a:moveTo>
                        <a:pt x="1418" y="1985"/>
                      </a:moveTo>
                      <a:lnTo>
                        <a:pt x="1859" y="2489"/>
                      </a:lnTo>
                      <a:lnTo>
                        <a:pt x="1355" y="2930"/>
                      </a:lnTo>
                      <a:lnTo>
                        <a:pt x="914" y="2426"/>
                      </a:lnTo>
                      <a:lnTo>
                        <a:pt x="1418" y="1985"/>
                      </a:lnTo>
                      <a:close/>
                      <a:moveTo>
                        <a:pt x="9357" y="1985"/>
                      </a:moveTo>
                      <a:lnTo>
                        <a:pt x="9861" y="2426"/>
                      </a:lnTo>
                      <a:lnTo>
                        <a:pt x="9420" y="2930"/>
                      </a:lnTo>
                      <a:lnTo>
                        <a:pt x="8916" y="2489"/>
                      </a:lnTo>
                      <a:lnTo>
                        <a:pt x="9357" y="1985"/>
                      </a:lnTo>
                      <a:close/>
                      <a:moveTo>
                        <a:pt x="5356" y="3434"/>
                      </a:moveTo>
                      <a:cubicBezTo>
                        <a:pt x="7467" y="3434"/>
                        <a:pt x="9200" y="5167"/>
                        <a:pt x="9200" y="7278"/>
                      </a:cubicBezTo>
                      <a:cubicBezTo>
                        <a:pt x="9200" y="9389"/>
                        <a:pt x="7498" y="11090"/>
                        <a:pt x="5356" y="11090"/>
                      </a:cubicBezTo>
                      <a:cubicBezTo>
                        <a:pt x="3277" y="11090"/>
                        <a:pt x="1544" y="9357"/>
                        <a:pt x="1544" y="7278"/>
                      </a:cubicBezTo>
                      <a:cubicBezTo>
                        <a:pt x="1576" y="5136"/>
                        <a:pt x="3277" y="3434"/>
                        <a:pt x="5356" y="3434"/>
                      </a:cubicBezTo>
                      <a:close/>
                      <a:moveTo>
                        <a:pt x="4316" y="0"/>
                      </a:moveTo>
                      <a:cubicBezTo>
                        <a:pt x="3560" y="0"/>
                        <a:pt x="2930" y="631"/>
                        <a:pt x="2930" y="1387"/>
                      </a:cubicBezTo>
                      <a:cubicBezTo>
                        <a:pt x="2930" y="2143"/>
                        <a:pt x="3560" y="2773"/>
                        <a:pt x="4316" y="2773"/>
                      </a:cubicBezTo>
                      <a:lnTo>
                        <a:pt x="4316" y="2899"/>
                      </a:lnTo>
                      <a:cubicBezTo>
                        <a:pt x="3749" y="3025"/>
                        <a:pt x="3214" y="3277"/>
                        <a:pt x="2741" y="3592"/>
                      </a:cubicBezTo>
                      <a:lnTo>
                        <a:pt x="2269" y="3056"/>
                      </a:lnTo>
                      <a:lnTo>
                        <a:pt x="2521" y="2804"/>
                      </a:lnTo>
                      <a:cubicBezTo>
                        <a:pt x="2741" y="2678"/>
                        <a:pt x="2741" y="2458"/>
                        <a:pt x="2615" y="2332"/>
                      </a:cubicBezTo>
                      <a:lnTo>
                        <a:pt x="1702" y="1292"/>
                      </a:lnTo>
                      <a:cubicBezTo>
                        <a:pt x="1631" y="1203"/>
                        <a:pt x="1530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7"/>
                      </a:lnTo>
                      <a:cubicBezTo>
                        <a:pt x="1106" y="3770"/>
                        <a:pt x="1199" y="3809"/>
                        <a:pt x="1291" y="3809"/>
                      </a:cubicBezTo>
                      <a:cubicBezTo>
                        <a:pt x="1372" y="3809"/>
                        <a:pt x="1453" y="3778"/>
                        <a:pt x="1513" y="3718"/>
                      </a:cubicBezTo>
                      <a:lnTo>
                        <a:pt x="1796" y="3498"/>
                      </a:lnTo>
                      <a:lnTo>
                        <a:pt x="2269" y="4033"/>
                      </a:lnTo>
                      <a:cubicBezTo>
                        <a:pt x="1387" y="4852"/>
                        <a:pt x="882" y="6018"/>
                        <a:pt x="882" y="7278"/>
                      </a:cubicBezTo>
                      <a:cubicBezTo>
                        <a:pt x="882" y="9735"/>
                        <a:pt x="2899" y="11783"/>
                        <a:pt x="5356" y="11783"/>
                      </a:cubicBezTo>
                      <a:cubicBezTo>
                        <a:pt x="7845" y="11783"/>
                        <a:pt x="9861" y="9735"/>
                        <a:pt x="9861" y="7278"/>
                      </a:cubicBezTo>
                      <a:cubicBezTo>
                        <a:pt x="9861" y="6081"/>
                        <a:pt x="9389" y="4915"/>
                        <a:pt x="8475" y="4033"/>
                      </a:cubicBezTo>
                      <a:lnTo>
                        <a:pt x="8948" y="3498"/>
                      </a:lnTo>
                      <a:lnTo>
                        <a:pt x="9231" y="3718"/>
                      </a:lnTo>
                      <a:cubicBezTo>
                        <a:pt x="9306" y="3778"/>
                        <a:pt x="9387" y="3809"/>
                        <a:pt x="9465" y="3809"/>
                      </a:cubicBezTo>
                      <a:cubicBezTo>
                        <a:pt x="9553" y="3809"/>
                        <a:pt x="9637" y="3770"/>
                        <a:pt x="9704" y="3687"/>
                      </a:cubicBezTo>
                      <a:lnTo>
                        <a:pt x="10617" y="2615"/>
                      </a:lnTo>
                      <a:cubicBezTo>
                        <a:pt x="10712" y="2458"/>
                        <a:pt x="10712" y="2269"/>
                        <a:pt x="10554" y="2143"/>
                      </a:cubicBezTo>
                      <a:lnTo>
                        <a:pt x="9515" y="1229"/>
                      </a:lnTo>
                      <a:cubicBezTo>
                        <a:pt x="9446" y="1188"/>
                        <a:pt x="9365" y="1165"/>
                        <a:pt x="9288" y="1165"/>
                      </a:cubicBezTo>
                      <a:cubicBezTo>
                        <a:pt x="9189" y="1165"/>
                        <a:pt x="9095" y="1203"/>
                        <a:pt x="9042" y="1292"/>
                      </a:cubicBezTo>
                      <a:lnTo>
                        <a:pt x="8129" y="2332"/>
                      </a:lnTo>
                      <a:cubicBezTo>
                        <a:pt x="8003" y="2489"/>
                        <a:pt x="8003" y="2710"/>
                        <a:pt x="8160" y="2804"/>
                      </a:cubicBezTo>
                      <a:lnTo>
                        <a:pt x="8444" y="3056"/>
                      </a:lnTo>
                      <a:lnTo>
                        <a:pt x="7971" y="3592"/>
                      </a:lnTo>
                      <a:cubicBezTo>
                        <a:pt x="7498" y="3245"/>
                        <a:pt x="6931" y="3025"/>
                        <a:pt x="6396" y="2899"/>
                      </a:cubicBezTo>
                      <a:lnTo>
                        <a:pt x="6396" y="2773"/>
                      </a:lnTo>
                      <a:cubicBezTo>
                        <a:pt x="7152" y="2773"/>
                        <a:pt x="7782" y="2143"/>
                        <a:pt x="7782" y="1387"/>
                      </a:cubicBezTo>
                      <a:cubicBezTo>
                        <a:pt x="7782" y="631"/>
                        <a:pt x="7152" y="0"/>
                        <a:pt x="6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1" name="Google Shape;9235;p73">
                <a:extLst>
                  <a:ext uri="{FF2B5EF4-FFF2-40B4-BE49-F238E27FC236}">
                    <a16:creationId xmlns:a16="http://schemas.microsoft.com/office/drawing/2014/main" id="{32CA1CD2-9C53-A202-BAE4-8AC7C6E1B30D}"/>
                  </a:ext>
                </a:extLst>
              </p:cNvPr>
              <p:cNvSpPr/>
              <p:nvPr/>
            </p:nvSpPr>
            <p:spPr>
              <a:xfrm>
                <a:off x="2670025" y="2923979"/>
                <a:ext cx="501965" cy="501923"/>
              </a:xfrm>
              <a:custGeom>
                <a:avLst/>
                <a:gdLst/>
                <a:ahLst/>
                <a:cxnLst/>
                <a:rect l="l" t="t" r="r" b="b"/>
                <a:pathLst>
                  <a:path w="11879" h="11878" extrusionOk="0">
                    <a:moveTo>
                      <a:pt x="5892" y="693"/>
                    </a:moveTo>
                    <a:cubicBezTo>
                      <a:pt x="6302" y="693"/>
                      <a:pt x="6617" y="1008"/>
                      <a:pt x="6617" y="1418"/>
                    </a:cubicBezTo>
                    <a:cubicBezTo>
                      <a:pt x="6617" y="1796"/>
                      <a:pt x="6302" y="2111"/>
                      <a:pt x="5892" y="2111"/>
                    </a:cubicBezTo>
                    <a:cubicBezTo>
                      <a:pt x="5514" y="2111"/>
                      <a:pt x="5199" y="1796"/>
                      <a:pt x="5199" y="1418"/>
                    </a:cubicBezTo>
                    <a:cubicBezTo>
                      <a:pt x="5231" y="1008"/>
                      <a:pt x="5546" y="693"/>
                      <a:pt x="5892" y="693"/>
                    </a:cubicBezTo>
                    <a:close/>
                    <a:moveTo>
                      <a:pt x="5892" y="2741"/>
                    </a:moveTo>
                    <a:cubicBezTo>
                      <a:pt x="6837" y="2741"/>
                      <a:pt x="7625" y="3529"/>
                      <a:pt x="7625" y="4505"/>
                    </a:cubicBezTo>
                    <a:lnTo>
                      <a:pt x="7625" y="5545"/>
                    </a:lnTo>
                    <a:lnTo>
                      <a:pt x="4159" y="5545"/>
                    </a:lnTo>
                    <a:lnTo>
                      <a:pt x="4159" y="4505"/>
                    </a:lnTo>
                    <a:cubicBezTo>
                      <a:pt x="4159" y="3529"/>
                      <a:pt x="4947" y="2741"/>
                      <a:pt x="5892" y="2741"/>
                    </a:cubicBezTo>
                    <a:close/>
                    <a:moveTo>
                      <a:pt x="8381" y="5104"/>
                    </a:moveTo>
                    <a:cubicBezTo>
                      <a:pt x="9326" y="5356"/>
                      <a:pt x="9767" y="5703"/>
                      <a:pt x="9767" y="5892"/>
                    </a:cubicBezTo>
                    <a:cubicBezTo>
                      <a:pt x="9767" y="6238"/>
                      <a:pt x="8381" y="6931"/>
                      <a:pt x="5955" y="6931"/>
                    </a:cubicBezTo>
                    <a:cubicBezTo>
                      <a:pt x="5898" y="6932"/>
                      <a:pt x="5842" y="6932"/>
                      <a:pt x="5787" y="6932"/>
                    </a:cubicBezTo>
                    <a:cubicBezTo>
                      <a:pt x="3434" y="6932"/>
                      <a:pt x="2112" y="6292"/>
                      <a:pt x="2112" y="5892"/>
                    </a:cubicBezTo>
                    <a:cubicBezTo>
                      <a:pt x="2112" y="5703"/>
                      <a:pt x="2553" y="5388"/>
                      <a:pt x="3498" y="5104"/>
                    </a:cubicBezTo>
                    <a:lnTo>
                      <a:pt x="3498" y="5892"/>
                    </a:lnTo>
                    <a:cubicBezTo>
                      <a:pt x="3498" y="6081"/>
                      <a:pt x="3655" y="6238"/>
                      <a:pt x="3844" y="6238"/>
                    </a:cubicBezTo>
                    <a:lnTo>
                      <a:pt x="8034" y="6238"/>
                    </a:lnTo>
                    <a:cubicBezTo>
                      <a:pt x="8223" y="6238"/>
                      <a:pt x="8381" y="6081"/>
                      <a:pt x="8381" y="5892"/>
                    </a:cubicBezTo>
                    <a:lnTo>
                      <a:pt x="8381" y="5104"/>
                    </a:lnTo>
                    <a:close/>
                    <a:moveTo>
                      <a:pt x="1765" y="10428"/>
                    </a:moveTo>
                    <a:cubicBezTo>
                      <a:pt x="2427" y="10428"/>
                      <a:pt x="2805" y="10680"/>
                      <a:pt x="2805" y="10775"/>
                    </a:cubicBezTo>
                    <a:cubicBezTo>
                      <a:pt x="2805" y="10869"/>
                      <a:pt x="2427" y="11121"/>
                      <a:pt x="1765" y="11121"/>
                    </a:cubicBezTo>
                    <a:cubicBezTo>
                      <a:pt x="1072" y="11121"/>
                      <a:pt x="694" y="10869"/>
                      <a:pt x="694" y="10775"/>
                    </a:cubicBezTo>
                    <a:cubicBezTo>
                      <a:pt x="694" y="10712"/>
                      <a:pt x="1072" y="10428"/>
                      <a:pt x="1765" y="10428"/>
                    </a:cubicBezTo>
                    <a:close/>
                    <a:moveTo>
                      <a:pt x="5955" y="10428"/>
                    </a:moveTo>
                    <a:cubicBezTo>
                      <a:pt x="6617" y="10428"/>
                      <a:pt x="6963" y="10712"/>
                      <a:pt x="6963" y="10775"/>
                    </a:cubicBezTo>
                    <a:cubicBezTo>
                      <a:pt x="6963" y="10869"/>
                      <a:pt x="6617" y="11121"/>
                      <a:pt x="5955" y="11121"/>
                    </a:cubicBezTo>
                    <a:cubicBezTo>
                      <a:pt x="5262" y="11121"/>
                      <a:pt x="4915" y="10869"/>
                      <a:pt x="4915" y="10775"/>
                    </a:cubicBezTo>
                    <a:cubicBezTo>
                      <a:pt x="4915" y="10712"/>
                      <a:pt x="5262" y="10428"/>
                      <a:pt x="5955" y="10428"/>
                    </a:cubicBezTo>
                    <a:close/>
                    <a:moveTo>
                      <a:pt x="10082" y="10428"/>
                    </a:moveTo>
                    <a:cubicBezTo>
                      <a:pt x="10775" y="10428"/>
                      <a:pt x="11153" y="10680"/>
                      <a:pt x="11153" y="10775"/>
                    </a:cubicBezTo>
                    <a:cubicBezTo>
                      <a:pt x="11153" y="10869"/>
                      <a:pt x="10775" y="11121"/>
                      <a:pt x="10082" y="11121"/>
                    </a:cubicBezTo>
                    <a:cubicBezTo>
                      <a:pt x="9421" y="11121"/>
                      <a:pt x="9043" y="10869"/>
                      <a:pt x="9043" y="10775"/>
                    </a:cubicBezTo>
                    <a:cubicBezTo>
                      <a:pt x="9043" y="10712"/>
                      <a:pt x="9421" y="10428"/>
                      <a:pt x="10082" y="10428"/>
                    </a:cubicBezTo>
                    <a:close/>
                    <a:moveTo>
                      <a:pt x="5987" y="0"/>
                    </a:moveTo>
                    <a:cubicBezTo>
                      <a:pt x="5231" y="0"/>
                      <a:pt x="4600" y="630"/>
                      <a:pt x="4600" y="1355"/>
                    </a:cubicBezTo>
                    <a:cubicBezTo>
                      <a:pt x="4600" y="1733"/>
                      <a:pt x="4726" y="2016"/>
                      <a:pt x="4947" y="2300"/>
                    </a:cubicBezTo>
                    <a:cubicBezTo>
                      <a:pt x="4159" y="2710"/>
                      <a:pt x="3624" y="3497"/>
                      <a:pt x="3561" y="4442"/>
                    </a:cubicBezTo>
                    <a:cubicBezTo>
                      <a:pt x="2742" y="4631"/>
                      <a:pt x="1481" y="5072"/>
                      <a:pt x="1481" y="5923"/>
                    </a:cubicBezTo>
                    <a:cubicBezTo>
                      <a:pt x="1481" y="6679"/>
                      <a:pt x="2427" y="7120"/>
                      <a:pt x="3151" y="7309"/>
                    </a:cubicBezTo>
                    <a:lnTo>
                      <a:pt x="1954" y="9798"/>
                    </a:lnTo>
                    <a:lnTo>
                      <a:pt x="1828" y="9798"/>
                    </a:lnTo>
                    <a:cubicBezTo>
                      <a:pt x="851" y="9798"/>
                      <a:pt x="64" y="10239"/>
                      <a:pt x="64" y="10806"/>
                    </a:cubicBezTo>
                    <a:cubicBezTo>
                      <a:pt x="1" y="11373"/>
                      <a:pt x="725" y="11846"/>
                      <a:pt x="1765" y="11846"/>
                    </a:cubicBezTo>
                    <a:cubicBezTo>
                      <a:pt x="2679" y="11846"/>
                      <a:pt x="3498" y="11436"/>
                      <a:pt x="3498" y="10806"/>
                    </a:cubicBezTo>
                    <a:cubicBezTo>
                      <a:pt x="3498" y="10334"/>
                      <a:pt x="3057" y="10019"/>
                      <a:pt x="2584" y="9924"/>
                    </a:cubicBezTo>
                    <a:lnTo>
                      <a:pt x="3781" y="7498"/>
                    </a:lnTo>
                    <a:cubicBezTo>
                      <a:pt x="4317" y="7624"/>
                      <a:pt x="4947" y="7656"/>
                      <a:pt x="5577" y="7719"/>
                    </a:cubicBezTo>
                    <a:lnTo>
                      <a:pt x="5577" y="9830"/>
                    </a:lnTo>
                    <a:cubicBezTo>
                      <a:pt x="4947" y="9924"/>
                      <a:pt x="4222" y="10239"/>
                      <a:pt x="4222" y="10869"/>
                    </a:cubicBezTo>
                    <a:cubicBezTo>
                      <a:pt x="4222" y="11499"/>
                      <a:pt x="5041" y="11877"/>
                      <a:pt x="5955" y="11877"/>
                    </a:cubicBezTo>
                    <a:cubicBezTo>
                      <a:pt x="6837" y="11877"/>
                      <a:pt x="7688" y="11499"/>
                      <a:pt x="7688" y="10869"/>
                    </a:cubicBezTo>
                    <a:cubicBezTo>
                      <a:pt x="7688" y="10239"/>
                      <a:pt x="6932" y="9924"/>
                      <a:pt x="6302" y="9830"/>
                    </a:cubicBezTo>
                    <a:lnTo>
                      <a:pt x="6302" y="7719"/>
                    </a:lnTo>
                    <a:cubicBezTo>
                      <a:pt x="6932" y="7719"/>
                      <a:pt x="7562" y="7624"/>
                      <a:pt x="8097" y="7498"/>
                    </a:cubicBezTo>
                    <a:lnTo>
                      <a:pt x="9295" y="9924"/>
                    </a:lnTo>
                    <a:cubicBezTo>
                      <a:pt x="8822" y="10082"/>
                      <a:pt x="8381" y="10334"/>
                      <a:pt x="8381" y="10806"/>
                    </a:cubicBezTo>
                    <a:cubicBezTo>
                      <a:pt x="8381" y="11436"/>
                      <a:pt x="9200" y="11846"/>
                      <a:pt x="10114" y="11846"/>
                    </a:cubicBezTo>
                    <a:cubicBezTo>
                      <a:pt x="11090" y="11846"/>
                      <a:pt x="11878" y="11405"/>
                      <a:pt x="11878" y="10806"/>
                    </a:cubicBezTo>
                    <a:cubicBezTo>
                      <a:pt x="11878" y="10239"/>
                      <a:pt x="11153" y="9798"/>
                      <a:pt x="10114" y="9798"/>
                    </a:cubicBezTo>
                    <a:lnTo>
                      <a:pt x="9988" y="9798"/>
                    </a:lnTo>
                    <a:lnTo>
                      <a:pt x="8822" y="7309"/>
                    </a:lnTo>
                    <a:cubicBezTo>
                      <a:pt x="9515" y="7120"/>
                      <a:pt x="10460" y="6679"/>
                      <a:pt x="10460" y="5923"/>
                    </a:cubicBezTo>
                    <a:cubicBezTo>
                      <a:pt x="10460" y="5072"/>
                      <a:pt x="9200" y="4631"/>
                      <a:pt x="8381" y="4442"/>
                    </a:cubicBezTo>
                    <a:cubicBezTo>
                      <a:pt x="8350" y="3497"/>
                      <a:pt x="7782" y="2710"/>
                      <a:pt x="6995" y="2300"/>
                    </a:cubicBezTo>
                    <a:cubicBezTo>
                      <a:pt x="7247" y="2080"/>
                      <a:pt x="7341" y="1764"/>
                      <a:pt x="7341" y="1355"/>
                    </a:cubicBezTo>
                    <a:cubicBezTo>
                      <a:pt x="7341" y="630"/>
                      <a:pt x="6711" y="0"/>
                      <a:pt x="59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2" name="Google Shape;9236;p73">
                <a:extLst>
                  <a:ext uri="{FF2B5EF4-FFF2-40B4-BE49-F238E27FC236}">
                    <a16:creationId xmlns:a16="http://schemas.microsoft.com/office/drawing/2014/main" id="{79098A00-3278-121A-53EE-CC7E00CEAC5B}"/>
                  </a:ext>
                </a:extLst>
              </p:cNvPr>
              <p:cNvGrpSpPr/>
              <p:nvPr/>
            </p:nvGrpSpPr>
            <p:grpSpPr>
              <a:xfrm>
                <a:off x="5851480" y="1688532"/>
                <a:ext cx="500612" cy="499303"/>
                <a:chOff x="3599700" y="1954475"/>
                <a:chExt cx="296175" cy="295400"/>
              </a:xfrm>
              <a:grpFill/>
            </p:grpSpPr>
            <p:sp>
              <p:nvSpPr>
                <p:cNvPr id="17775" name="Google Shape;9237;p73">
                  <a:extLst>
                    <a:ext uri="{FF2B5EF4-FFF2-40B4-BE49-F238E27FC236}">
                      <a16:creationId xmlns:a16="http://schemas.microsoft.com/office/drawing/2014/main" id="{984888A6-E6EF-CDCD-8CCB-4BFC800278C5}"/>
                    </a:ext>
                  </a:extLst>
                </p:cNvPr>
                <p:cNvSpPr/>
                <p:nvPr/>
              </p:nvSpPr>
              <p:spPr>
                <a:xfrm>
                  <a:off x="3599700" y="1954475"/>
                  <a:ext cx="296175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16" extrusionOk="0">
                      <a:moveTo>
                        <a:pt x="3151" y="694"/>
                      </a:moveTo>
                      <a:cubicBezTo>
                        <a:pt x="3718" y="694"/>
                        <a:pt x="4159" y="1166"/>
                        <a:pt x="4159" y="1734"/>
                      </a:cubicBezTo>
                      <a:cubicBezTo>
                        <a:pt x="4159" y="2301"/>
                        <a:pt x="3686" y="2742"/>
                        <a:pt x="3151" y="2742"/>
                      </a:cubicBezTo>
                      <a:cubicBezTo>
                        <a:pt x="2584" y="2742"/>
                        <a:pt x="2111" y="2269"/>
                        <a:pt x="2111" y="1734"/>
                      </a:cubicBezTo>
                      <a:cubicBezTo>
                        <a:pt x="2080" y="1166"/>
                        <a:pt x="2552" y="694"/>
                        <a:pt x="3151" y="694"/>
                      </a:cubicBezTo>
                      <a:close/>
                      <a:moveTo>
                        <a:pt x="8727" y="694"/>
                      </a:moveTo>
                      <a:cubicBezTo>
                        <a:pt x="9326" y="694"/>
                        <a:pt x="9767" y="1166"/>
                        <a:pt x="9767" y="1734"/>
                      </a:cubicBezTo>
                      <a:cubicBezTo>
                        <a:pt x="9767" y="2301"/>
                        <a:pt x="9294" y="2742"/>
                        <a:pt x="8727" y="2742"/>
                      </a:cubicBezTo>
                      <a:cubicBezTo>
                        <a:pt x="8128" y="2742"/>
                        <a:pt x="7719" y="2269"/>
                        <a:pt x="7719" y="1734"/>
                      </a:cubicBezTo>
                      <a:cubicBezTo>
                        <a:pt x="7656" y="1166"/>
                        <a:pt x="8128" y="694"/>
                        <a:pt x="8727" y="694"/>
                      </a:cubicBezTo>
                      <a:close/>
                      <a:moveTo>
                        <a:pt x="5923" y="4852"/>
                      </a:moveTo>
                      <a:cubicBezTo>
                        <a:pt x="6522" y="4852"/>
                        <a:pt x="6994" y="5325"/>
                        <a:pt x="6994" y="5861"/>
                      </a:cubicBezTo>
                      <a:cubicBezTo>
                        <a:pt x="6994" y="6396"/>
                        <a:pt x="6522" y="6869"/>
                        <a:pt x="5923" y="6869"/>
                      </a:cubicBezTo>
                      <a:cubicBezTo>
                        <a:pt x="5356" y="6869"/>
                        <a:pt x="4883" y="6428"/>
                        <a:pt x="4883" y="5861"/>
                      </a:cubicBezTo>
                      <a:cubicBezTo>
                        <a:pt x="4883" y="5294"/>
                        <a:pt x="5356" y="4852"/>
                        <a:pt x="5923" y="4852"/>
                      </a:cubicBezTo>
                      <a:close/>
                      <a:moveTo>
                        <a:pt x="3151" y="3466"/>
                      </a:moveTo>
                      <a:cubicBezTo>
                        <a:pt x="3875" y="3466"/>
                        <a:pt x="4600" y="3813"/>
                        <a:pt x="5072" y="4380"/>
                      </a:cubicBezTo>
                      <a:cubicBezTo>
                        <a:pt x="4537" y="4695"/>
                        <a:pt x="4159" y="5231"/>
                        <a:pt x="4159" y="5861"/>
                      </a:cubicBezTo>
                      <a:cubicBezTo>
                        <a:pt x="4159" y="6239"/>
                        <a:pt x="4285" y="6617"/>
                        <a:pt x="4505" y="6900"/>
                      </a:cubicBezTo>
                      <a:lnTo>
                        <a:pt x="693" y="6900"/>
                      </a:lnTo>
                      <a:lnTo>
                        <a:pt x="693" y="5892"/>
                      </a:lnTo>
                      <a:cubicBezTo>
                        <a:pt x="693" y="4569"/>
                        <a:pt x="1796" y="3466"/>
                        <a:pt x="3151" y="3466"/>
                      </a:cubicBezTo>
                      <a:close/>
                      <a:moveTo>
                        <a:pt x="8696" y="3498"/>
                      </a:moveTo>
                      <a:cubicBezTo>
                        <a:pt x="10019" y="3498"/>
                        <a:pt x="11121" y="4600"/>
                        <a:pt x="11121" y="5955"/>
                      </a:cubicBezTo>
                      <a:lnTo>
                        <a:pt x="11121" y="6932"/>
                      </a:lnTo>
                      <a:lnTo>
                        <a:pt x="7309" y="6932"/>
                      </a:lnTo>
                      <a:cubicBezTo>
                        <a:pt x="7561" y="6617"/>
                        <a:pt x="7656" y="6270"/>
                        <a:pt x="7656" y="5892"/>
                      </a:cubicBezTo>
                      <a:cubicBezTo>
                        <a:pt x="7656" y="5262"/>
                        <a:pt x="7309" y="4726"/>
                        <a:pt x="6774" y="4411"/>
                      </a:cubicBezTo>
                      <a:cubicBezTo>
                        <a:pt x="7215" y="3813"/>
                        <a:pt x="7939" y="3498"/>
                        <a:pt x="8696" y="3498"/>
                      </a:cubicBezTo>
                      <a:close/>
                      <a:moveTo>
                        <a:pt x="5923" y="7625"/>
                      </a:moveTo>
                      <a:cubicBezTo>
                        <a:pt x="6207" y="7625"/>
                        <a:pt x="6490" y="7656"/>
                        <a:pt x="6711" y="7751"/>
                      </a:cubicBezTo>
                      <a:lnTo>
                        <a:pt x="5923" y="8791"/>
                      </a:lnTo>
                      <a:lnTo>
                        <a:pt x="5135" y="7751"/>
                      </a:lnTo>
                      <a:cubicBezTo>
                        <a:pt x="5388" y="7688"/>
                        <a:pt x="5671" y="7625"/>
                        <a:pt x="5923" y="7625"/>
                      </a:cubicBezTo>
                      <a:close/>
                      <a:moveTo>
                        <a:pt x="4505" y="8066"/>
                      </a:moveTo>
                      <a:lnTo>
                        <a:pt x="5577" y="9484"/>
                      </a:lnTo>
                      <a:lnTo>
                        <a:pt x="5577" y="11153"/>
                      </a:lnTo>
                      <a:lnTo>
                        <a:pt x="3497" y="11153"/>
                      </a:lnTo>
                      <a:lnTo>
                        <a:pt x="3497" y="10019"/>
                      </a:lnTo>
                      <a:cubicBezTo>
                        <a:pt x="3497" y="9200"/>
                        <a:pt x="3875" y="8507"/>
                        <a:pt x="4505" y="8066"/>
                      </a:cubicBezTo>
                      <a:close/>
                      <a:moveTo>
                        <a:pt x="7341" y="8066"/>
                      </a:moveTo>
                      <a:cubicBezTo>
                        <a:pt x="7939" y="8507"/>
                        <a:pt x="8381" y="9263"/>
                        <a:pt x="8381" y="10051"/>
                      </a:cubicBezTo>
                      <a:lnTo>
                        <a:pt x="8381" y="11153"/>
                      </a:lnTo>
                      <a:lnTo>
                        <a:pt x="6301" y="11153"/>
                      </a:lnTo>
                      <a:lnTo>
                        <a:pt x="6301" y="9484"/>
                      </a:lnTo>
                      <a:lnTo>
                        <a:pt x="7341" y="8066"/>
                      </a:lnTo>
                      <a:close/>
                      <a:moveTo>
                        <a:pt x="3088" y="1"/>
                      </a:moveTo>
                      <a:cubicBezTo>
                        <a:pt x="2143" y="1"/>
                        <a:pt x="1355" y="788"/>
                        <a:pt x="1355" y="1734"/>
                      </a:cubicBezTo>
                      <a:cubicBezTo>
                        <a:pt x="1355" y="2238"/>
                        <a:pt x="1575" y="2679"/>
                        <a:pt x="1922" y="2994"/>
                      </a:cubicBezTo>
                      <a:cubicBezTo>
                        <a:pt x="788" y="3466"/>
                        <a:pt x="0" y="4569"/>
                        <a:pt x="0" y="5861"/>
                      </a:cubicBezTo>
                      <a:lnTo>
                        <a:pt x="0" y="7247"/>
                      </a:lnTo>
                      <a:cubicBezTo>
                        <a:pt x="0" y="7436"/>
                        <a:pt x="158" y="7593"/>
                        <a:pt x="347" y="7593"/>
                      </a:cubicBezTo>
                      <a:lnTo>
                        <a:pt x="3938" y="7593"/>
                      </a:lnTo>
                      <a:cubicBezTo>
                        <a:pt x="3214" y="8192"/>
                        <a:pt x="2741" y="9043"/>
                        <a:pt x="2741" y="10019"/>
                      </a:cubicBezTo>
                      <a:lnTo>
                        <a:pt x="2741" y="11437"/>
                      </a:lnTo>
                      <a:cubicBezTo>
                        <a:pt x="2741" y="11658"/>
                        <a:pt x="2899" y="11815"/>
                        <a:pt x="3088" y="11815"/>
                      </a:cubicBezTo>
                      <a:lnTo>
                        <a:pt x="8696" y="11815"/>
                      </a:lnTo>
                      <a:cubicBezTo>
                        <a:pt x="8885" y="11815"/>
                        <a:pt x="9042" y="11658"/>
                        <a:pt x="9042" y="11437"/>
                      </a:cubicBezTo>
                      <a:lnTo>
                        <a:pt x="9042" y="10019"/>
                      </a:lnTo>
                      <a:cubicBezTo>
                        <a:pt x="9042" y="9043"/>
                        <a:pt x="8570" y="8192"/>
                        <a:pt x="7876" y="7593"/>
                      </a:cubicBezTo>
                      <a:lnTo>
                        <a:pt x="11436" y="7593"/>
                      </a:lnTo>
                      <a:cubicBezTo>
                        <a:pt x="11657" y="7593"/>
                        <a:pt x="11815" y="7436"/>
                        <a:pt x="11815" y="7247"/>
                      </a:cubicBezTo>
                      <a:lnTo>
                        <a:pt x="11815" y="5861"/>
                      </a:lnTo>
                      <a:cubicBezTo>
                        <a:pt x="11846" y="4600"/>
                        <a:pt x="11027" y="3466"/>
                        <a:pt x="9861" y="2994"/>
                      </a:cubicBezTo>
                      <a:cubicBezTo>
                        <a:pt x="10239" y="2679"/>
                        <a:pt x="10428" y="2206"/>
                        <a:pt x="10428" y="1734"/>
                      </a:cubicBezTo>
                      <a:cubicBezTo>
                        <a:pt x="10428" y="788"/>
                        <a:pt x="9641" y="1"/>
                        <a:pt x="8696" y="1"/>
                      </a:cubicBezTo>
                      <a:cubicBezTo>
                        <a:pt x="7750" y="1"/>
                        <a:pt x="6963" y="788"/>
                        <a:pt x="6963" y="1734"/>
                      </a:cubicBezTo>
                      <a:cubicBezTo>
                        <a:pt x="6963" y="2238"/>
                        <a:pt x="7152" y="2679"/>
                        <a:pt x="7498" y="2994"/>
                      </a:cubicBezTo>
                      <a:cubicBezTo>
                        <a:pt x="6931" y="3214"/>
                        <a:pt x="6396" y="3624"/>
                        <a:pt x="6049" y="4159"/>
                      </a:cubicBezTo>
                      <a:lnTo>
                        <a:pt x="5734" y="4159"/>
                      </a:lnTo>
                      <a:cubicBezTo>
                        <a:pt x="5388" y="3655"/>
                        <a:pt x="4883" y="3214"/>
                        <a:pt x="4285" y="2994"/>
                      </a:cubicBezTo>
                      <a:cubicBezTo>
                        <a:pt x="4631" y="2679"/>
                        <a:pt x="4820" y="2238"/>
                        <a:pt x="4820" y="1734"/>
                      </a:cubicBezTo>
                      <a:cubicBezTo>
                        <a:pt x="4820" y="788"/>
                        <a:pt x="4033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6" name="Google Shape;9238;p73">
                  <a:extLst>
                    <a:ext uri="{FF2B5EF4-FFF2-40B4-BE49-F238E27FC236}">
                      <a16:creationId xmlns:a16="http://schemas.microsoft.com/office/drawing/2014/main" id="{17FB0CFF-E1A7-478C-C7CF-C2D860788CF7}"/>
                    </a:ext>
                  </a:extLst>
                </p:cNvPr>
                <p:cNvSpPr/>
                <p:nvPr/>
              </p:nvSpPr>
              <p:spPr>
                <a:xfrm>
                  <a:off x="3825750" y="20757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7" name="Google Shape;9239;p73">
                  <a:extLst>
                    <a:ext uri="{FF2B5EF4-FFF2-40B4-BE49-F238E27FC236}">
                      <a16:creationId xmlns:a16="http://schemas.microsoft.com/office/drawing/2014/main" id="{FD3DB83D-EDA0-0BD2-9C35-AC434AE155E4}"/>
                    </a:ext>
                  </a:extLst>
                </p:cNvPr>
                <p:cNvSpPr/>
                <p:nvPr/>
              </p:nvSpPr>
              <p:spPr>
                <a:xfrm>
                  <a:off x="3633550" y="207577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79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36"/>
                        <a:pt x="1419" y="347"/>
                      </a:cubicBezTo>
                      <a:cubicBezTo>
                        <a:pt x="1419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3" name="Google Shape;9240;p73">
                <a:extLst>
                  <a:ext uri="{FF2B5EF4-FFF2-40B4-BE49-F238E27FC236}">
                    <a16:creationId xmlns:a16="http://schemas.microsoft.com/office/drawing/2014/main" id="{EB6EF0CD-931A-4332-62C2-619A7F7340F1}"/>
                  </a:ext>
                </a:extLst>
              </p:cNvPr>
              <p:cNvGrpSpPr/>
              <p:nvPr/>
            </p:nvGrpSpPr>
            <p:grpSpPr>
              <a:xfrm>
                <a:off x="5852810" y="2282300"/>
                <a:ext cx="497951" cy="497951"/>
                <a:chOff x="3601275" y="2319150"/>
                <a:chExt cx="294600" cy="294600"/>
              </a:xfrm>
              <a:grpFill/>
            </p:grpSpPr>
            <p:sp>
              <p:nvSpPr>
                <p:cNvPr id="17773" name="Google Shape;9241;p73">
                  <a:extLst>
                    <a:ext uri="{FF2B5EF4-FFF2-40B4-BE49-F238E27FC236}">
                      <a16:creationId xmlns:a16="http://schemas.microsoft.com/office/drawing/2014/main" id="{986A50F0-1798-3DBE-3930-C771EA53FDBB}"/>
                    </a:ext>
                  </a:extLst>
                </p:cNvPr>
                <p:cNvSpPr/>
                <p:nvPr/>
              </p:nvSpPr>
              <p:spPr>
                <a:xfrm>
                  <a:off x="3601275" y="2319150"/>
                  <a:ext cx="294600" cy="29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84" extrusionOk="0">
                      <a:moveTo>
                        <a:pt x="8223" y="694"/>
                      </a:moveTo>
                      <a:cubicBezTo>
                        <a:pt x="8696" y="725"/>
                        <a:pt x="9168" y="914"/>
                        <a:pt x="9546" y="1198"/>
                      </a:cubicBezTo>
                      <a:lnTo>
                        <a:pt x="7057" y="3687"/>
                      </a:lnTo>
                      <a:cubicBezTo>
                        <a:pt x="6774" y="3498"/>
                        <a:pt x="6459" y="3340"/>
                        <a:pt x="6144" y="3245"/>
                      </a:cubicBezTo>
                      <a:lnTo>
                        <a:pt x="8223" y="694"/>
                      </a:lnTo>
                      <a:close/>
                      <a:moveTo>
                        <a:pt x="10523" y="1198"/>
                      </a:moveTo>
                      <a:cubicBezTo>
                        <a:pt x="10838" y="1576"/>
                        <a:pt x="11027" y="2111"/>
                        <a:pt x="11027" y="2615"/>
                      </a:cubicBezTo>
                      <a:lnTo>
                        <a:pt x="8286" y="4852"/>
                      </a:lnTo>
                      <a:lnTo>
                        <a:pt x="7561" y="4159"/>
                      </a:lnTo>
                      <a:lnTo>
                        <a:pt x="10523" y="1198"/>
                      </a:lnTo>
                      <a:close/>
                      <a:moveTo>
                        <a:pt x="5592" y="3923"/>
                      </a:moveTo>
                      <a:cubicBezTo>
                        <a:pt x="6033" y="3923"/>
                        <a:pt x="6474" y="4096"/>
                        <a:pt x="6805" y="4443"/>
                      </a:cubicBezTo>
                      <a:cubicBezTo>
                        <a:pt x="7498" y="5104"/>
                        <a:pt x="7498" y="6207"/>
                        <a:pt x="6805" y="6869"/>
                      </a:cubicBezTo>
                      <a:cubicBezTo>
                        <a:pt x="6474" y="7199"/>
                        <a:pt x="6033" y="7365"/>
                        <a:pt x="5592" y="7365"/>
                      </a:cubicBezTo>
                      <a:cubicBezTo>
                        <a:pt x="5151" y="7365"/>
                        <a:pt x="4710" y="7199"/>
                        <a:pt x="4379" y="6869"/>
                      </a:cubicBezTo>
                      <a:cubicBezTo>
                        <a:pt x="3718" y="6207"/>
                        <a:pt x="3718" y="5104"/>
                        <a:pt x="4379" y="4443"/>
                      </a:cubicBezTo>
                      <a:cubicBezTo>
                        <a:pt x="4710" y="4096"/>
                        <a:pt x="5151" y="3923"/>
                        <a:pt x="5592" y="3923"/>
                      </a:cubicBezTo>
                      <a:close/>
                      <a:moveTo>
                        <a:pt x="8034" y="5577"/>
                      </a:moveTo>
                      <a:lnTo>
                        <a:pt x="8191" y="5734"/>
                      </a:lnTo>
                      <a:cubicBezTo>
                        <a:pt x="8696" y="6270"/>
                        <a:pt x="9326" y="6742"/>
                        <a:pt x="10019" y="7058"/>
                      </a:cubicBezTo>
                      <a:lnTo>
                        <a:pt x="9420" y="7278"/>
                      </a:lnTo>
                      <a:cubicBezTo>
                        <a:pt x="9263" y="7310"/>
                        <a:pt x="9168" y="7467"/>
                        <a:pt x="9168" y="7593"/>
                      </a:cubicBezTo>
                      <a:lnTo>
                        <a:pt x="9168" y="8066"/>
                      </a:lnTo>
                      <a:cubicBezTo>
                        <a:pt x="8601" y="7814"/>
                        <a:pt x="8034" y="7467"/>
                        <a:pt x="7561" y="7058"/>
                      </a:cubicBezTo>
                      <a:cubicBezTo>
                        <a:pt x="7876" y="6648"/>
                        <a:pt x="8034" y="6175"/>
                        <a:pt x="8034" y="5608"/>
                      </a:cubicBezTo>
                      <a:lnTo>
                        <a:pt x="8034" y="5577"/>
                      </a:lnTo>
                      <a:close/>
                      <a:moveTo>
                        <a:pt x="3245" y="6081"/>
                      </a:moveTo>
                      <a:cubicBezTo>
                        <a:pt x="3308" y="6427"/>
                        <a:pt x="3466" y="6806"/>
                        <a:pt x="3655" y="7058"/>
                      </a:cubicBezTo>
                      <a:lnTo>
                        <a:pt x="1197" y="9546"/>
                      </a:lnTo>
                      <a:cubicBezTo>
                        <a:pt x="882" y="9200"/>
                        <a:pt x="662" y="8696"/>
                        <a:pt x="630" y="8160"/>
                      </a:cubicBezTo>
                      <a:lnTo>
                        <a:pt x="3245" y="6081"/>
                      </a:lnTo>
                      <a:close/>
                      <a:moveTo>
                        <a:pt x="7057" y="7593"/>
                      </a:moveTo>
                      <a:cubicBezTo>
                        <a:pt x="7435" y="8066"/>
                        <a:pt x="7813" y="8601"/>
                        <a:pt x="8034" y="9200"/>
                      </a:cubicBezTo>
                      <a:lnTo>
                        <a:pt x="7561" y="9200"/>
                      </a:lnTo>
                      <a:cubicBezTo>
                        <a:pt x="7404" y="9200"/>
                        <a:pt x="7278" y="9263"/>
                        <a:pt x="7246" y="9420"/>
                      </a:cubicBezTo>
                      <a:lnTo>
                        <a:pt x="7057" y="10019"/>
                      </a:lnTo>
                      <a:cubicBezTo>
                        <a:pt x="6742" y="9357"/>
                        <a:pt x="6270" y="8727"/>
                        <a:pt x="5766" y="8223"/>
                      </a:cubicBezTo>
                      <a:lnTo>
                        <a:pt x="5608" y="8066"/>
                      </a:lnTo>
                      <a:lnTo>
                        <a:pt x="5640" y="8066"/>
                      </a:lnTo>
                      <a:cubicBezTo>
                        <a:pt x="6144" y="8066"/>
                        <a:pt x="6648" y="7877"/>
                        <a:pt x="7057" y="7593"/>
                      </a:cubicBezTo>
                      <a:close/>
                      <a:moveTo>
                        <a:pt x="4096" y="7625"/>
                      </a:moveTo>
                      <a:lnTo>
                        <a:pt x="4820" y="8318"/>
                      </a:lnTo>
                      <a:lnTo>
                        <a:pt x="2552" y="11090"/>
                      </a:lnTo>
                      <a:cubicBezTo>
                        <a:pt x="2048" y="11059"/>
                        <a:pt x="1575" y="10901"/>
                        <a:pt x="1134" y="10586"/>
                      </a:cubicBezTo>
                      <a:lnTo>
                        <a:pt x="4096" y="7625"/>
                      </a:lnTo>
                      <a:close/>
                      <a:moveTo>
                        <a:pt x="8160" y="0"/>
                      </a:moveTo>
                      <a:cubicBezTo>
                        <a:pt x="8034" y="0"/>
                        <a:pt x="7971" y="63"/>
                        <a:pt x="7876" y="126"/>
                      </a:cubicBezTo>
                      <a:lnTo>
                        <a:pt x="5356" y="3245"/>
                      </a:lnTo>
                      <a:cubicBezTo>
                        <a:pt x="4852" y="3308"/>
                        <a:pt x="4348" y="3529"/>
                        <a:pt x="3938" y="3970"/>
                      </a:cubicBezTo>
                      <a:cubicBezTo>
                        <a:pt x="3592" y="4317"/>
                        <a:pt x="3340" y="4758"/>
                        <a:pt x="3277" y="5262"/>
                      </a:cubicBezTo>
                      <a:lnTo>
                        <a:pt x="126" y="7782"/>
                      </a:lnTo>
                      <a:cubicBezTo>
                        <a:pt x="32" y="7845"/>
                        <a:pt x="0" y="7940"/>
                        <a:pt x="0" y="8066"/>
                      </a:cubicBezTo>
                      <a:cubicBezTo>
                        <a:pt x="0" y="8790"/>
                        <a:pt x="284" y="9546"/>
                        <a:pt x="756" y="10114"/>
                      </a:cubicBezTo>
                      <a:lnTo>
                        <a:pt x="473" y="10366"/>
                      </a:lnTo>
                      <a:cubicBezTo>
                        <a:pt x="410" y="10460"/>
                        <a:pt x="347" y="10523"/>
                        <a:pt x="347" y="10618"/>
                      </a:cubicBezTo>
                      <a:cubicBezTo>
                        <a:pt x="347" y="10681"/>
                        <a:pt x="410" y="10807"/>
                        <a:pt x="473" y="10838"/>
                      </a:cubicBezTo>
                      <a:cubicBezTo>
                        <a:pt x="1103" y="11468"/>
                        <a:pt x="1922" y="11783"/>
                        <a:pt x="2804" y="11783"/>
                      </a:cubicBezTo>
                      <a:cubicBezTo>
                        <a:pt x="2930" y="11783"/>
                        <a:pt x="2993" y="11752"/>
                        <a:pt x="3088" y="11657"/>
                      </a:cubicBezTo>
                      <a:lnTo>
                        <a:pt x="5388" y="8790"/>
                      </a:lnTo>
                      <a:cubicBezTo>
                        <a:pt x="6018" y="9452"/>
                        <a:pt x="6553" y="10303"/>
                        <a:pt x="6805" y="11153"/>
                      </a:cubicBezTo>
                      <a:cubicBezTo>
                        <a:pt x="6868" y="11311"/>
                        <a:pt x="7026" y="11405"/>
                        <a:pt x="7120" y="11405"/>
                      </a:cubicBezTo>
                      <a:cubicBezTo>
                        <a:pt x="7278" y="11405"/>
                        <a:pt x="7404" y="11311"/>
                        <a:pt x="7435" y="11153"/>
                      </a:cubicBezTo>
                      <a:lnTo>
                        <a:pt x="7845" y="9924"/>
                      </a:lnTo>
                      <a:lnTo>
                        <a:pt x="8601" y="9924"/>
                      </a:lnTo>
                      <a:cubicBezTo>
                        <a:pt x="8696" y="9924"/>
                        <a:pt x="8790" y="9893"/>
                        <a:pt x="8853" y="9767"/>
                      </a:cubicBezTo>
                      <a:cubicBezTo>
                        <a:pt x="8948" y="9704"/>
                        <a:pt x="8948" y="9578"/>
                        <a:pt x="8916" y="9452"/>
                      </a:cubicBezTo>
                      <a:cubicBezTo>
                        <a:pt x="8790" y="9137"/>
                        <a:pt x="8664" y="8822"/>
                        <a:pt x="8507" y="8507"/>
                      </a:cubicBezTo>
                      <a:lnTo>
                        <a:pt x="8507" y="8507"/>
                      </a:lnTo>
                      <a:cubicBezTo>
                        <a:pt x="8822" y="8664"/>
                        <a:pt x="9137" y="8790"/>
                        <a:pt x="9452" y="8916"/>
                      </a:cubicBezTo>
                      <a:cubicBezTo>
                        <a:pt x="9489" y="8926"/>
                        <a:pt x="9526" y="8929"/>
                        <a:pt x="9561" y="8929"/>
                      </a:cubicBezTo>
                      <a:cubicBezTo>
                        <a:pt x="9646" y="8929"/>
                        <a:pt x="9722" y="8907"/>
                        <a:pt x="9767" y="8885"/>
                      </a:cubicBezTo>
                      <a:cubicBezTo>
                        <a:pt x="9861" y="8790"/>
                        <a:pt x="9924" y="8727"/>
                        <a:pt x="9924" y="8601"/>
                      </a:cubicBezTo>
                      <a:lnTo>
                        <a:pt x="9924" y="7845"/>
                      </a:lnTo>
                      <a:lnTo>
                        <a:pt x="11153" y="7467"/>
                      </a:lnTo>
                      <a:cubicBezTo>
                        <a:pt x="11310" y="7404"/>
                        <a:pt x="11373" y="7247"/>
                        <a:pt x="11373" y="7152"/>
                      </a:cubicBezTo>
                      <a:cubicBezTo>
                        <a:pt x="11373" y="6995"/>
                        <a:pt x="11310" y="6869"/>
                        <a:pt x="11153" y="6837"/>
                      </a:cubicBezTo>
                      <a:cubicBezTo>
                        <a:pt x="10271" y="6553"/>
                        <a:pt x="9452" y="6049"/>
                        <a:pt x="8790" y="5419"/>
                      </a:cubicBezTo>
                      <a:lnTo>
                        <a:pt x="11657" y="3088"/>
                      </a:lnTo>
                      <a:cubicBezTo>
                        <a:pt x="11689" y="2962"/>
                        <a:pt x="11783" y="2867"/>
                        <a:pt x="11783" y="2773"/>
                      </a:cubicBezTo>
                      <a:cubicBezTo>
                        <a:pt x="11783" y="1922"/>
                        <a:pt x="11436" y="1072"/>
                        <a:pt x="10838" y="442"/>
                      </a:cubicBezTo>
                      <a:cubicBezTo>
                        <a:pt x="10775" y="379"/>
                        <a:pt x="10688" y="347"/>
                        <a:pt x="10602" y="347"/>
                      </a:cubicBezTo>
                      <a:cubicBezTo>
                        <a:pt x="10515" y="347"/>
                        <a:pt x="10428" y="379"/>
                        <a:pt x="10365" y="442"/>
                      </a:cubicBezTo>
                      <a:lnTo>
                        <a:pt x="10082" y="725"/>
                      </a:lnTo>
                      <a:cubicBezTo>
                        <a:pt x="9546" y="284"/>
                        <a:pt x="8853" y="0"/>
                        <a:pt x="81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4" name="Google Shape;9242;p73">
                  <a:extLst>
                    <a:ext uri="{FF2B5EF4-FFF2-40B4-BE49-F238E27FC236}">
                      <a16:creationId xmlns:a16="http://schemas.microsoft.com/office/drawing/2014/main" id="{1772D930-7849-D50A-5D1B-87E8F315D01A}"/>
                    </a:ext>
                  </a:extLst>
                </p:cNvPr>
                <p:cNvSpPr/>
                <p:nvPr/>
              </p:nvSpPr>
              <p:spPr>
                <a:xfrm>
                  <a:off x="3713900" y="2434350"/>
                  <a:ext cx="55950" cy="5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38" h="2088" extrusionOk="0">
                      <a:moveTo>
                        <a:pt x="1087" y="685"/>
                      </a:moveTo>
                      <a:cubicBezTo>
                        <a:pt x="1174" y="685"/>
                        <a:pt x="1261" y="717"/>
                        <a:pt x="1324" y="780"/>
                      </a:cubicBezTo>
                      <a:cubicBezTo>
                        <a:pt x="1450" y="874"/>
                        <a:pt x="1450" y="1126"/>
                        <a:pt x="1324" y="1252"/>
                      </a:cubicBezTo>
                      <a:cubicBezTo>
                        <a:pt x="1261" y="1300"/>
                        <a:pt x="1174" y="1323"/>
                        <a:pt x="1087" y="1323"/>
                      </a:cubicBezTo>
                      <a:cubicBezTo>
                        <a:pt x="1001" y="1323"/>
                        <a:pt x="914" y="1300"/>
                        <a:pt x="851" y="1252"/>
                      </a:cubicBezTo>
                      <a:cubicBezTo>
                        <a:pt x="725" y="1126"/>
                        <a:pt x="725" y="937"/>
                        <a:pt x="851" y="780"/>
                      </a:cubicBezTo>
                      <a:cubicBezTo>
                        <a:pt x="914" y="717"/>
                        <a:pt x="1001" y="685"/>
                        <a:pt x="1087" y="685"/>
                      </a:cubicBezTo>
                      <a:close/>
                      <a:moveTo>
                        <a:pt x="1115" y="0"/>
                      </a:moveTo>
                      <a:cubicBezTo>
                        <a:pt x="851" y="0"/>
                        <a:pt x="583" y="102"/>
                        <a:pt x="378" y="307"/>
                      </a:cubicBezTo>
                      <a:cubicBezTo>
                        <a:pt x="0" y="685"/>
                        <a:pt x="0" y="1347"/>
                        <a:pt x="378" y="1756"/>
                      </a:cubicBezTo>
                      <a:cubicBezTo>
                        <a:pt x="583" y="1977"/>
                        <a:pt x="851" y="2087"/>
                        <a:pt x="1115" y="2087"/>
                      </a:cubicBezTo>
                      <a:cubicBezTo>
                        <a:pt x="1379" y="2087"/>
                        <a:pt x="1639" y="1977"/>
                        <a:pt x="1828" y="1756"/>
                      </a:cubicBezTo>
                      <a:cubicBezTo>
                        <a:pt x="2237" y="1347"/>
                        <a:pt x="2237" y="685"/>
                        <a:pt x="1828" y="307"/>
                      </a:cubicBezTo>
                      <a:cubicBezTo>
                        <a:pt x="1639" y="102"/>
                        <a:pt x="1379" y="0"/>
                        <a:pt x="11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4" name="Google Shape;9243;p73">
                <a:extLst>
                  <a:ext uri="{FF2B5EF4-FFF2-40B4-BE49-F238E27FC236}">
                    <a16:creationId xmlns:a16="http://schemas.microsoft.com/office/drawing/2014/main" id="{22256679-40BE-57CF-B73E-9DCB28F8B071}"/>
                  </a:ext>
                </a:extLst>
              </p:cNvPr>
              <p:cNvSpPr/>
              <p:nvPr/>
            </p:nvSpPr>
            <p:spPr>
              <a:xfrm>
                <a:off x="5852086" y="2925310"/>
                <a:ext cx="499303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815" extrusionOk="0">
                    <a:moveTo>
                      <a:pt x="6207" y="693"/>
                    </a:moveTo>
                    <a:cubicBezTo>
                      <a:pt x="7877" y="819"/>
                      <a:pt x="9326" y="1670"/>
                      <a:pt x="10208" y="2993"/>
                    </a:cubicBezTo>
                    <a:lnTo>
                      <a:pt x="6207" y="5293"/>
                    </a:lnTo>
                    <a:lnTo>
                      <a:pt x="6207" y="693"/>
                    </a:lnTo>
                    <a:close/>
                    <a:moveTo>
                      <a:pt x="10555" y="3623"/>
                    </a:moveTo>
                    <a:cubicBezTo>
                      <a:pt x="10901" y="4316"/>
                      <a:pt x="11090" y="5104"/>
                      <a:pt x="11090" y="5923"/>
                    </a:cubicBezTo>
                    <a:cubicBezTo>
                      <a:pt x="11090" y="7026"/>
                      <a:pt x="10744" y="8097"/>
                      <a:pt x="10114" y="8979"/>
                    </a:cubicBezTo>
                    <a:lnTo>
                      <a:pt x="6491" y="5986"/>
                    </a:lnTo>
                    <a:lnTo>
                      <a:pt x="10555" y="3623"/>
                    </a:lnTo>
                    <a:close/>
                    <a:moveTo>
                      <a:pt x="5546" y="693"/>
                    </a:moveTo>
                    <a:lnTo>
                      <a:pt x="5546" y="5892"/>
                    </a:lnTo>
                    <a:cubicBezTo>
                      <a:pt x="5546" y="6018"/>
                      <a:pt x="5577" y="6081"/>
                      <a:pt x="5672" y="6175"/>
                    </a:cubicBezTo>
                    <a:lnTo>
                      <a:pt x="9673" y="9483"/>
                    </a:lnTo>
                    <a:cubicBezTo>
                      <a:pt x="8728" y="10491"/>
                      <a:pt x="7373" y="11121"/>
                      <a:pt x="5892" y="11121"/>
                    </a:cubicBezTo>
                    <a:cubicBezTo>
                      <a:pt x="3025" y="11121"/>
                      <a:pt x="662" y="8822"/>
                      <a:pt x="662" y="5892"/>
                    </a:cubicBezTo>
                    <a:cubicBezTo>
                      <a:pt x="662" y="3151"/>
                      <a:pt x="2836" y="851"/>
                      <a:pt x="5546" y="693"/>
                    </a:cubicBezTo>
                    <a:close/>
                    <a:moveTo>
                      <a:pt x="5892" y="0"/>
                    </a:moveTo>
                    <a:cubicBezTo>
                      <a:pt x="2647" y="0"/>
                      <a:pt x="1" y="2615"/>
                      <a:pt x="1" y="5892"/>
                    </a:cubicBezTo>
                    <a:cubicBezTo>
                      <a:pt x="1" y="9168"/>
                      <a:pt x="2647" y="11814"/>
                      <a:pt x="5892" y="11814"/>
                    </a:cubicBezTo>
                    <a:cubicBezTo>
                      <a:pt x="9169" y="11814"/>
                      <a:pt x="11815" y="9168"/>
                      <a:pt x="11815" y="5892"/>
                    </a:cubicBezTo>
                    <a:cubicBezTo>
                      <a:pt x="11815" y="2678"/>
                      <a:pt x="9137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5" name="Google Shape;9244;p73">
                <a:extLst>
                  <a:ext uri="{FF2B5EF4-FFF2-40B4-BE49-F238E27FC236}">
                    <a16:creationId xmlns:a16="http://schemas.microsoft.com/office/drawing/2014/main" id="{7489D1CA-71B9-1897-D273-7DDAA29158ED}"/>
                  </a:ext>
                </a:extLst>
              </p:cNvPr>
              <p:cNvGrpSpPr/>
              <p:nvPr/>
            </p:nvGrpSpPr>
            <p:grpSpPr>
              <a:xfrm>
                <a:off x="9032639" y="1687898"/>
                <a:ext cx="469977" cy="500571"/>
                <a:chOff x="5421475" y="1945825"/>
                <a:chExt cx="278050" cy="296150"/>
              </a:xfrm>
              <a:grpFill/>
            </p:grpSpPr>
            <p:sp>
              <p:nvSpPr>
                <p:cNvPr id="17765" name="Google Shape;9245;p73">
                  <a:extLst>
                    <a:ext uri="{FF2B5EF4-FFF2-40B4-BE49-F238E27FC236}">
                      <a16:creationId xmlns:a16="http://schemas.microsoft.com/office/drawing/2014/main" id="{D31036E0-1490-215E-8B44-B2E8868F380C}"/>
                    </a:ext>
                  </a:extLst>
                </p:cNvPr>
                <p:cNvSpPr/>
                <p:nvPr/>
              </p:nvSpPr>
              <p:spPr>
                <a:xfrm>
                  <a:off x="5472650" y="1999375"/>
                  <a:ext cx="172525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9704" extrusionOk="0">
                      <a:moveTo>
                        <a:pt x="1765" y="1355"/>
                      </a:moveTo>
                      <a:cubicBezTo>
                        <a:pt x="1986" y="1355"/>
                        <a:pt x="2143" y="1513"/>
                        <a:pt x="2143" y="1702"/>
                      </a:cubicBezTo>
                      <a:lnTo>
                        <a:pt x="2143" y="2048"/>
                      </a:lnTo>
                      <a:lnTo>
                        <a:pt x="1765" y="2048"/>
                      </a:lnTo>
                      <a:cubicBezTo>
                        <a:pt x="1671" y="2048"/>
                        <a:pt x="1545" y="2048"/>
                        <a:pt x="1419" y="2111"/>
                      </a:cubicBezTo>
                      <a:lnTo>
                        <a:pt x="1419" y="1702"/>
                      </a:lnTo>
                      <a:cubicBezTo>
                        <a:pt x="1419" y="1513"/>
                        <a:pt x="1576" y="1355"/>
                        <a:pt x="1765" y="1355"/>
                      </a:cubicBezTo>
                      <a:close/>
                      <a:moveTo>
                        <a:pt x="3151" y="631"/>
                      </a:moveTo>
                      <a:cubicBezTo>
                        <a:pt x="3341" y="631"/>
                        <a:pt x="3498" y="788"/>
                        <a:pt x="3498" y="1009"/>
                      </a:cubicBezTo>
                      <a:lnTo>
                        <a:pt x="3498" y="2111"/>
                      </a:lnTo>
                      <a:cubicBezTo>
                        <a:pt x="3404" y="2048"/>
                        <a:pt x="3277" y="2017"/>
                        <a:pt x="3151" y="2017"/>
                      </a:cubicBezTo>
                      <a:lnTo>
                        <a:pt x="2805" y="2017"/>
                      </a:lnTo>
                      <a:lnTo>
                        <a:pt x="2805" y="1009"/>
                      </a:lnTo>
                      <a:cubicBezTo>
                        <a:pt x="2805" y="788"/>
                        <a:pt x="2962" y="631"/>
                        <a:pt x="3151" y="631"/>
                      </a:cubicBezTo>
                      <a:close/>
                      <a:moveTo>
                        <a:pt x="4538" y="1355"/>
                      </a:moveTo>
                      <a:cubicBezTo>
                        <a:pt x="4727" y="1355"/>
                        <a:pt x="4884" y="1513"/>
                        <a:pt x="4884" y="1702"/>
                      </a:cubicBezTo>
                      <a:lnTo>
                        <a:pt x="4884" y="3088"/>
                      </a:lnTo>
                      <a:cubicBezTo>
                        <a:pt x="4884" y="3277"/>
                        <a:pt x="4727" y="3435"/>
                        <a:pt x="4538" y="3435"/>
                      </a:cubicBezTo>
                      <a:cubicBezTo>
                        <a:pt x="4349" y="3435"/>
                        <a:pt x="4191" y="3277"/>
                        <a:pt x="4191" y="3088"/>
                      </a:cubicBezTo>
                      <a:lnTo>
                        <a:pt x="4191" y="1702"/>
                      </a:lnTo>
                      <a:cubicBezTo>
                        <a:pt x="4191" y="1513"/>
                        <a:pt x="4349" y="1355"/>
                        <a:pt x="4538" y="1355"/>
                      </a:cubicBezTo>
                      <a:close/>
                      <a:moveTo>
                        <a:pt x="5924" y="2017"/>
                      </a:moveTo>
                      <a:cubicBezTo>
                        <a:pt x="6113" y="2017"/>
                        <a:pt x="6270" y="2174"/>
                        <a:pt x="6270" y="2363"/>
                      </a:cubicBezTo>
                      <a:lnTo>
                        <a:pt x="6270" y="3088"/>
                      </a:lnTo>
                      <a:cubicBezTo>
                        <a:pt x="6270" y="3277"/>
                        <a:pt x="6113" y="3435"/>
                        <a:pt x="5924" y="3435"/>
                      </a:cubicBezTo>
                      <a:cubicBezTo>
                        <a:pt x="5703" y="3435"/>
                        <a:pt x="5546" y="3277"/>
                        <a:pt x="5546" y="3088"/>
                      </a:cubicBezTo>
                      <a:lnTo>
                        <a:pt x="5546" y="2363"/>
                      </a:lnTo>
                      <a:cubicBezTo>
                        <a:pt x="5546" y="2174"/>
                        <a:pt x="5703" y="2017"/>
                        <a:pt x="5924" y="2017"/>
                      </a:cubicBezTo>
                      <a:close/>
                      <a:moveTo>
                        <a:pt x="3120" y="2741"/>
                      </a:moveTo>
                      <a:cubicBezTo>
                        <a:pt x="3309" y="2741"/>
                        <a:pt x="3467" y="2899"/>
                        <a:pt x="3467" y="3088"/>
                      </a:cubicBezTo>
                      <a:cubicBezTo>
                        <a:pt x="3467" y="3277"/>
                        <a:pt x="3309" y="3435"/>
                        <a:pt x="3120" y="3435"/>
                      </a:cubicBezTo>
                      <a:lnTo>
                        <a:pt x="1734" y="3435"/>
                      </a:lnTo>
                      <a:cubicBezTo>
                        <a:pt x="1545" y="3435"/>
                        <a:pt x="1387" y="3592"/>
                        <a:pt x="1387" y="3781"/>
                      </a:cubicBezTo>
                      <a:cubicBezTo>
                        <a:pt x="1387" y="4002"/>
                        <a:pt x="1545" y="4159"/>
                        <a:pt x="1734" y="4159"/>
                      </a:cubicBezTo>
                      <a:cubicBezTo>
                        <a:pt x="2679" y="4159"/>
                        <a:pt x="3467" y="4947"/>
                        <a:pt x="3467" y="5892"/>
                      </a:cubicBezTo>
                      <a:cubicBezTo>
                        <a:pt x="3467" y="6081"/>
                        <a:pt x="3624" y="6238"/>
                        <a:pt x="3845" y="6238"/>
                      </a:cubicBezTo>
                      <a:cubicBezTo>
                        <a:pt x="4034" y="6238"/>
                        <a:pt x="4191" y="6081"/>
                        <a:pt x="4191" y="5892"/>
                      </a:cubicBezTo>
                      <a:cubicBezTo>
                        <a:pt x="4191" y="5167"/>
                        <a:pt x="3876" y="4537"/>
                        <a:pt x="3435" y="4096"/>
                      </a:cubicBezTo>
                      <a:cubicBezTo>
                        <a:pt x="3593" y="4065"/>
                        <a:pt x="3750" y="4002"/>
                        <a:pt x="3876" y="3876"/>
                      </a:cubicBezTo>
                      <a:cubicBezTo>
                        <a:pt x="4065" y="4033"/>
                        <a:pt x="4317" y="4159"/>
                        <a:pt x="4569" y="4159"/>
                      </a:cubicBezTo>
                      <a:cubicBezTo>
                        <a:pt x="4853" y="4159"/>
                        <a:pt x="5073" y="4033"/>
                        <a:pt x="5294" y="3876"/>
                      </a:cubicBezTo>
                      <a:cubicBezTo>
                        <a:pt x="5483" y="4033"/>
                        <a:pt x="5703" y="4159"/>
                        <a:pt x="5987" y="4159"/>
                      </a:cubicBezTo>
                      <a:cubicBezTo>
                        <a:pt x="6113" y="4159"/>
                        <a:pt x="6239" y="4096"/>
                        <a:pt x="6333" y="4065"/>
                      </a:cubicBezTo>
                      <a:lnTo>
                        <a:pt x="6333" y="5167"/>
                      </a:lnTo>
                      <a:cubicBezTo>
                        <a:pt x="6333" y="5923"/>
                        <a:pt x="5861" y="6554"/>
                        <a:pt x="5199" y="6774"/>
                      </a:cubicBezTo>
                      <a:cubicBezTo>
                        <a:pt x="5042" y="6837"/>
                        <a:pt x="4979" y="6995"/>
                        <a:pt x="4979" y="7089"/>
                      </a:cubicBezTo>
                      <a:lnTo>
                        <a:pt x="4979" y="7562"/>
                      </a:lnTo>
                      <a:lnTo>
                        <a:pt x="2206" y="7562"/>
                      </a:lnTo>
                      <a:lnTo>
                        <a:pt x="2206" y="7089"/>
                      </a:lnTo>
                      <a:cubicBezTo>
                        <a:pt x="2206" y="6932"/>
                        <a:pt x="2143" y="6837"/>
                        <a:pt x="1986" y="6774"/>
                      </a:cubicBezTo>
                      <a:cubicBezTo>
                        <a:pt x="1261" y="6554"/>
                        <a:pt x="820" y="5892"/>
                        <a:pt x="820" y="5167"/>
                      </a:cubicBezTo>
                      <a:lnTo>
                        <a:pt x="820" y="3750"/>
                      </a:lnTo>
                      <a:lnTo>
                        <a:pt x="726" y="3750"/>
                      </a:lnTo>
                      <a:cubicBezTo>
                        <a:pt x="726" y="3151"/>
                        <a:pt x="1198" y="2741"/>
                        <a:pt x="1734" y="2741"/>
                      </a:cubicBezTo>
                      <a:close/>
                      <a:moveTo>
                        <a:pt x="5199" y="8286"/>
                      </a:moveTo>
                      <a:cubicBezTo>
                        <a:pt x="5388" y="8286"/>
                        <a:pt x="5546" y="8444"/>
                        <a:pt x="5546" y="8633"/>
                      </a:cubicBezTo>
                      <a:lnTo>
                        <a:pt x="5546" y="8979"/>
                      </a:lnTo>
                      <a:lnTo>
                        <a:pt x="1387" y="8979"/>
                      </a:lnTo>
                      <a:lnTo>
                        <a:pt x="1387" y="8633"/>
                      </a:lnTo>
                      <a:cubicBezTo>
                        <a:pt x="1387" y="8444"/>
                        <a:pt x="1545" y="8286"/>
                        <a:pt x="1734" y="8286"/>
                      </a:cubicBezTo>
                      <a:close/>
                      <a:moveTo>
                        <a:pt x="3120" y="1"/>
                      </a:moveTo>
                      <a:cubicBezTo>
                        <a:pt x="2647" y="1"/>
                        <a:pt x="2269" y="316"/>
                        <a:pt x="2143" y="757"/>
                      </a:cubicBezTo>
                      <a:cubicBezTo>
                        <a:pt x="2017" y="725"/>
                        <a:pt x="1891" y="694"/>
                        <a:pt x="1734" y="694"/>
                      </a:cubicBezTo>
                      <a:cubicBezTo>
                        <a:pt x="1167" y="694"/>
                        <a:pt x="726" y="1166"/>
                        <a:pt x="726" y="1702"/>
                      </a:cubicBezTo>
                      <a:lnTo>
                        <a:pt x="726" y="2426"/>
                      </a:lnTo>
                      <a:cubicBezTo>
                        <a:pt x="285" y="2678"/>
                        <a:pt x="1" y="3214"/>
                        <a:pt x="1" y="3750"/>
                      </a:cubicBezTo>
                      <a:lnTo>
                        <a:pt x="1" y="5136"/>
                      </a:lnTo>
                      <a:cubicBezTo>
                        <a:pt x="1" y="6081"/>
                        <a:pt x="568" y="6932"/>
                        <a:pt x="1387" y="7341"/>
                      </a:cubicBezTo>
                      <a:lnTo>
                        <a:pt x="1387" y="7656"/>
                      </a:lnTo>
                      <a:cubicBezTo>
                        <a:pt x="1009" y="7814"/>
                        <a:pt x="694" y="8160"/>
                        <a:pt x="694" y="8633"/>
                      </a:cubicBezTo>
                      <a:lnTo>
                        <a:pt x="694" y="9357"/>
                      </a:lnTo>
                      <a:cubicBezTo>
                        <a:pt x="694" y="9546"/>
                        <a:pt x="852" y="9704"/>
                        <a:pt x="1041" y="9704"/>
                      </a:cubicBezTo>
                      <a:lnTo>
                        <a:pt x="5892" y="9704"/>
                      </a:lnTo>
                      <a:cubicBezTo>
                        <a:pt x="6081" y="9704"/>
                        <a:pt x="6239" y="9546"/>
                        <a:pt x="6239" y="9357"/>
                      </a:cubicBezTo>
                      <a:lnTo>
                        <a:pt x="6239" y="8633"/>
                      </a:lnTo>
                      <a:cubicBezTo>
                        <a:pt x="6239" y="8192"/>
                        <a:pt x="5955" y="7814"/>
                        <a:pt x="5514" y="7656"/>
                      </a:cubicBezTo>
                      <a:lnTo>
                        <a:pt x="5514" y="7341"/>
                      </a:lnTo>
                      <a:cubicBezTo>
                        <a:pt x="6365" y="6932"/>
                        <a:pt x="6901" y="6081"/>
                        <a:pt x="6901" y="5136"/>
                      </a:cubicBezTo>
                      <a:lnTo>
                        <a:pt x="6901" y="2363"/>
                      </a:lnTo>
                      <a:cubicBezTo>
                        <a:pt x="6901" y="1796"/>
                        <a:pt x="6428" y="1355"/>
                        <a:pt x="5892" y="1355"/>
                      </a:cubicBezTo>
                      <a:cubicBezTo>
                        <a:pt x="5766" y="1355"/>
                        <a:pt x="5609" y="1387"/>
                        <a:pt x="5483" y="1418"/>
                      </a:cubicBezTo>
                      <a:cubicBezTo>
                        <a:pt x="5357" y="1009"/>
                        <a:pt x="4979" y="694"/>
                        <a:pt x="4506" y="694"/>
                      </a:cubicBezTo>
                      <a:cubicBezTo>
                        <a:pt x="4380" y="694"/>
                        <a:pt x="4223" y="725"/>
                        <a:pt x="4097" y="757"/>
                      </a:cubicBezTo>
                      <a:cubicBezTo>
                        <a:pt x="4002" y="316"/>
                        <a:pt x="3593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6" name="Google Shape;9246;p73">
                  <a:extLst>
                    <a:ext uri="{FF2B5EF4-FFF2-40B4-BE49-F238E27FC236}">
                      <a16:creationId xmlns:a16="http://schemas.microsoft.com/office/drawing/2014/main" id="{529547DA-5E2B-FBB2-CDCC-B88F596E6303}"/>
                    </a:ext>
                  </a:extLst>
                </p:cNvPr>
                <p:cNvSpPr/>
                <p:nvPr/>
              </p:nvSpPr>
              <p:spPr>
                <a:xfrm>
                  <a:off x="5559300" y="1945825"/>
                  <a:ext cx="181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76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418"/>
                      </a:lnTo>
                      <a:cubicBezTo>
                        <a:pt x="1" y="1607"/>
                        <a:pt x="158" y="1764"/>
                        <a:pt x="379" y="1764"/>
                      </a:cubicBezTo>
                      <a:cubicBezTo>
                        <a:pt x="568" y="1764"/>
                        <a:pt x="725" y="1607"/>
                        <a:pt x="725" y="1418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7" name="Google Shape;9247;p73">
                  <a:extLst>
                    <a:ext uri="{FF2B5EF4-FFF2-40B4-BE49-F238E27FC236}">
                      <a16:creationId xmlns:a16="http://schemas.microsoft.com/office/drawing/2014/main" id="{A5E7FF3E-8926-4DCD-E327-952FE3F5566B}"/>
                    </a:ext>
                  </a:extLst>
                </p:cNvPr>
                <p:cNvSpPr/>
                <p:nvPr/>
              </p:nvSpPr>
              <p:spPr>
                <a:xfrm>
                  <a:off x="5611275" y="19639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76" y="1"/>
                      </a:moveTo>
                      <a:cubicBezTo>
                        <a:pt x="985" y="1"/>
                        <a:pt x="899" y="32"/>
                        <a:pt x="851" y="95"/>
                      </a:cubicBezTo>
                      <a:lnTo>
                        <a:pt x="127" y="788"/>
                      </a:lnTo>
                      <a:cubicBezTo>
                        <a:pt x="1" y="914"/>
                        <a:pt x="1" y="1166"/>
                        <a:pt x="127" y="1261"/>
                      </a:cubicBezTo>
                      <a:cubicBezTo>
                        <a:pt x="190" y="1340"/>
                        <a:pt x="284" y="1379"/>
                        <a:pt x="375" y="1379"/>
                      </a:cubicBezTo>
                      <a:cubicBezTo>
                        <a:pt x="466" y="1379"/>
                        <a:pt x="552" y="1340"/>
                        <a:pt x="599" y="1261"/>
                      </a:cubicBezTo>
                      <a:lnTo>
                        <a:pt x="1324" y="568"/>
                      </a:lnTo>
                      <a:cubicBezTo>
                        <a:pt x="1419" y="442"/>
                        <a:pt x="1419" y="221"/>
                        <a:pt x="1324" y="95"/>
                      </a:cubicBezTo>
                      <a:cubicBezTo>
                        <a:pt x="1261" y="32"/>
                        <a:pt x="1167" y="1"/>
                        <a:pt x="107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8" name="Google Shape;9248;p73">
                  <a:extLst>
                    <a:ext uri="{FF2B5EF4-FFF2-40B4-BE49-F238E27FC236}">
                      <a16:creationId xmlns:a16="http://schemas.microsoft.com/office/drawing/2014/main" id="{D17C568C-B18F-58B6-1D98-3AC6331E427C}"/>
                    </a:ext>
                  </a:extLst>
                </p:cNvPr>
                <p:cNvSpPr/>
                <p:nvPr/>
              </p:nvSpPr>
              <p:spPr>
                <a:xfrm>
                  <a:off x="5664050" y="2067900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1" y="694"/>
                        <a:pt x="1418" y="536"/>
                        <a:pt x="1418" y="347"/>
                      </a:cubicBezTo>
                      <a:cubicBezTo>
                        <a:pt x="1418" y="158"/>
                        <a:pt x="1261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9" name="Google Shape;9249;p73">
                  <a:extLst>
                    <a:ext uri="{FF2B5EF4-FFF2-40B4-BE49-F238E27FC236}">
                      <a16:creationId xmlns:a16="http://schemas.microsoft.com/office/drawing/2014/main" id="{3EBAAEE1-7168-D0DC-21F4-954BB0707B02}"/>
                    </a:ext>
                  </a:extLst>
                </p:cNvPr>
                <p:cNvSpPr/>
                <p:nvPr/>
              </p:nvSpPr>
              <p:spPr>
                <a:xfrm>
                  <a:off x="5421475" y="2067900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78" y="694"/>
                      </a:cubicBezTo>
                      <a:lnTo>
                        <a:pt x="1071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0" name="Google Shape;9250;p73">
                  <a:extLst>
                    <a:ext uri="{FF2B5EF4-FFF2-40B4-BE49-F238E27FC236}">
                      <a16:creationId xmlns:a16="http://schemas.microsoft.com/office/drawing/2014/main" id="{C1B3B1FF-2D1E-9DC5-EBF8-C8501F144730}"/>
                    </a:ext>
                  </a:extLst>
                </p:cNvPr>
                <p:cNvSpPr/>
                <p:nvPr/>
              </p:nvSpPr>
              <p:spPr>
                <a:xfrm>
                  <a:off x="5490000" y="1963925"/>
                  <a:ext cx="354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5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819" y="1261"/>
                      </a:lnTo>
                      <a:cubicBezTo>
                        <a:pt x="866" y="1324"/>
                        <a:pt x="953" y="1356"/>
                        <a:pt x="1044" y="1356"/>
                      </a:cubicBezTo>
                      <a:cubicBezTo>
                        <a:pt x="1134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67" y="95"/>
                      </a:lnTo>
                      <a:cubicBezTo>
                        <a:pt x="520" y="32"/>
                        <a:pt x="433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1" name="Google Shape;9251;p73">
                  <a:extLst>
                    <a:ext uri="{FF2B5EF4-FFF2-40B4-BE49-F238E27FC236}">
                      <a16:creationId xmlns:a16="http://schemas.microsoft.com/office/drawing/2014/main" id="{EF670C8F-1918-0F24-4D0D-4660144E0182}"/>
                    </a:ext>
                  </a:extLst>
                </p:cNvPr>
                <p:cNvSpPr/>
                <p:nvPr/>
              </p:nvSpPr>
              <p:spPr>
                <a:xfrm>
                  <a:off x="5437225" y="1997650"/>
                  <a:ext cx="37825" cy="26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53" extrusionOk="0">
                      <a:moveTo>
                        <a:pt x="422" y="0"/>
                      </a:moveTo>
                      <a:cubicBezTo>
                        <a:pt x="285" y="0"/>
                        <a:pt x="140" y="81"/>
                        <a:pt x="95" y="196"/>
                      </a:cubicBezTo>
                      <a:cubicBezTo>
                        <a:pt x="0" y="353"/>
                        <a:pt x="95" y="574"/>
                        <a:pt x="252" y="668"/>
                      </a:cubicBezTo>
                      <a:lnTo>
                        <a:pt x="945" y="1015"/>
                      </a:lnTo>
                      <a:cubicBezTo>
                        <a:pt x="989" y="1041"/>
                        <a:pt x="1039" y="1052"/>
                        <a:pt x="1091" y="1052"/>
                      </a:cubicBezTo>
                      <a:cubicBezTo>
                        <a:pt x="1227" y="1052"/>
                        <a:pt x="1372" y="971"/>
                        <a:pt x="1418" y="857"/>
                      </a:cubicBezTo>
                      <a:cubicBezTo>
                        <a:pt x="1512" y="700"/>
                        <a:pt x="1418" y="479"/>
                        <a:pt x="1260" y="385"/>
                      </a:cubicBezTo>
                      <a:lnTo>
                        <a:pt x="567" y="38"/>
                      </a:lnTo>
                      <a:cubicBezTo>
                        <a:pt x="524" y="12"/>
                        <a:pt x="473" y="0"/>
                        <a:pt x="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72" name="Google Shape;9252;p73">
                  <a:extLst>
                    <a:ext uri="{FF2B5EF4-FFF2-40B4-BE49-F238E27FC236}">
                      <a16:creationId xmlns:a16="http://schemas.microsoft.com/office/drawing/2014/main" id="{0E01833B-3147-6802-176B-441DBCCFF6C5}"/>
                    </a:ext>
                  </a:extLst>
                </p:cNvPr>
                <p:cNvSpPr/>
                <p:nvPr/>
              </p:nvSpPr>
              <p:spPr>
                <a:xfrm>
                  <a:off x="5645150" y="1998300"/>
                  <a:ext cx="37825" cy="26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3" h="1076" extrusionOk="0">
                      <a:moveTo>
                        <a:pt x="1098" y="0"/>
                      </a:moveTo>
                      <a:cubicBezTo>
                        <a:pt x="1046" y="0"/>
                        <a:pt x="994" y="14"/>
                        <a:pt x="946" y="44"/>
                      </a:cubicBezTo>
                      <a:lnTo>
                        <a:pt x="253" y="422"/>
                      </a:lnTo>
                      <a:cubicBezTo>
                        <a:pt x="95" y="485"/>
                        <a:pt x="1" y="674"/>
                        <a:pt x="95" y="894"/>
                      </a:cubicBezTo>
                      <a:cubicBezTo>
                        <a:pt x="142" y="1011"/>
                        <a:pt x="258" y="1076"/>
                        <a:pt x="405" y="1076"/>
                      </a:cubicBezTo>
                      <a:cubicBezTo>
                        <a:pt x="456" y="1076"/>
                        <a:pt x="511" y="1068"/>
                        <a:pt x="568" y="1052"/>
                      </a:cubicBezTo>
                      <a:lnTo>
                        <a:pt x="1261" y="674"/>
                      </a:lnTo>
                      <a:cubicBezTo>
                        <a:pt x="1418" y="611"/>
                        <a:pt x="1513" y="422"/>
                        <a:pt x="1418" y="201"/>
                      </a:cubicBezTo>
                      <a:cubicBezTo>
                        <a:pt x="1331" y="71"/>
                        <a:pt x="1214" y="0"/>
                        <a:pt x="109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06" name="Google Shape;9253;p73">
                <a:extLst>
                  <a:ext uri="{FF2B5EF4-FFF2-40B4-BE49-F238E27FC236}">
                    <a16:creationId xmlns:a16="http://schemas.microsoft.com/office/drawing/2014/main" id="{77A18426-313E-DF63-9AD8-CC0C67C8C16D}"/>
                  </a:ext>
                </a:extLst>
              </p:cNvPr>
              <p:cNvSpPr/>
              <p:nvPr/>
            </p:nvSpPr>
            <p:spPr>
              <a:xfrm>
                <a:off x="9014587" y="2279632"/>
                <a:ext cx="505937" cy="503276"/>
              </a:xfrm>
              <a:custGeom>
                <a:avLst/>
                <a:gdLst/>
                <a:ahLst/>
                <a:cxnLst/>
                <a:rect l="l" t="t" r="r" b="b"/>
                <a:pathLst>
                  <a:path w="11973" h="11910" extrusionOk="0">
                    <a:moveTo>
                      <a:pt x="11027" y="662"/>
                    </a:moveTo>
                    <a:lnTo>
                      <a:pt x="11027" y="1387"/>
                    </a:lnTo>
                    <a:lnTo>
                      <a:pt x="8601" y="1387"/>
                    </a:lnTo>
                    <a:cubicBezTo>
                      <a:pt x="8412" y="1387"/>
                      <a:pt x="8255" y="1229"/>
                      <a:pt x="8255" y="1040"/>
                    </a:cubicBezTo>
                    <a:cubicBezTo>
                      <a:pt x="8255" y="820"/>
                      <a:pt x="8412" y="662"/>
                      <a:pt x="8601" y="662"/>
                    </a:cubicBezTo>
                    <a:close/>
                    <a:moveTo>
                      <a:pt x="10366" y="2048"/>
                    </a:moveTo>
                    <a:lnTo>
                      <a:pt x="10366" y="2773"/>
                    </a:lnTo>
                    <a:lnTo>
                      <a:pt x="7940" y="2773"/>
                    </a:lnTo>
                    <a:cubicBezTo>
                      <a:pt x="7926" y="2775"/>
                      <a:pt x="7912" y="2776"/>
                      <a:pt x="7899" y="2776"/>
                    </a:cubicBezTo>
                    <a:cubicBezTo>
                      <a:pt x="7728" y="2776"/>
                      <a:pt x="7593" y="2599"/>
                      <a:pt x="7593" y="2395"/>
                    </a:cubicBezTo>
                    <a:cubicBezTo>
                      <a:pt x="7593" y="2206"/>
                      <a:pt x="7751" y="2048"/>
                      <a:pt x="7940" y="2048"/>
                    </a:cubicBezTo>
                    <a:close/>
                    <a:moveTo>
                      <a:pt x="11027" y="3466"/>
                    </a:moveTo>
                    <a:lnTo>
                      <a:pt x="11027" y="4191"/>
                    </a:lnTo>
                    <a:lnTo>
                      <a:pt x="8601" y="4191"/>
                    </a:lnTo>
                    <a:cubicBezTo>
                      <a:pt x="8412" y="4191"/>
                      <a:pt x="8255" y="4033"/>
                      <a:pt x="8255" y="3812"/>
                    </a:cubicBezTo>
                    <a:cubicBezTo>
                      <a:pt x="8255" y="3623"/>
                      <a:pt x="8412" y="3466"/>
                      <a:pt x="8601" y="3466"/>
                    </a:cubicBezTo>
                    <a:close/>
                    <a:moveTo>
                      <a:pt x="1292" y="4884"/>
                    </a:moveTo>
                    <a:lnTo>
                      <a:pt x="1292" y="5608"/>
                    </a:lnTo>
                    <a:lnTo>
                      <a:pt x="568" y="5608"/>
                    </a:lnTo>
                    <a:lnTo>
                      <a:pt x="568" y="4884"/>
                    </a:lnTo>
                    <a:close/>
                    <a:moveTo>
                      <a:pt x="11027" y="4884"/>
                    </a:moveTo>
                    <a:lnTo>
                      <a:pt x="11027" y="5608"/>
                    </a:lnTo>
                    <a:lnTo>
                      <a:pt x="6207" y="5608"/>
                    </a:lnTo>
                    <a:lnTo>
                      <a:pt x="6207" y="4884"/>
                    </a:lnTo>
                    <a:close/>
                    <a:moveTo>
                      <a:pt x="3718" y="2080"/>
                    </a:moveTo>
                    <a:cubicBezTo>
                      <a:pt x="4663" y="2080"/>
                      <a:pt x="5482" y="2867"/>
                      <a:pt x="5482" y="3844"/>
                    </a:cubicBezTo>
                    <a:lnTo>
                      <a:pt x="5482" y="5955"/>
                    </a:lnTo>
                    <a:cubicBezTo>
                      <a:pt x="5482" y="6144"/>
                      <a:pt x="5325" y="6301"/>
                      <a:pt x="5136" y="6301"/>
                    </a:cubicBezTo>
                    <a:lnTo>
                      <a:pt x="2300" y="6301"/>
                    </a:lnTo>
                    <a:cubicBezTo>
                      <a:pt x="2111" y="6301"/>
                      <a:pt x="1954" y="6144"/>
                      <a:pt x="1954" y="5955"/>
                    </a:cubicBezTo>
                    <a:lnTo>
                      <a:pt x="1954" y="3844"/>
                    </a:lnTo>
                    <a:cubicBezTo>
                      <a:pt x="1954" y="2899"/>
                      <a:pt x="2742" y="2080"/>
                      <a:pt x="3718" y="2080"/>
                    </a:cubicBezTo>
                    <a:close/>
                    <a:moveTo>
                      <a:pt x="11027" y="6301"/>
                    </a:moveTo>
                    <a:lnTo>
                      <a:pt x="11027" y="7688"/>
                    </a:lnTo>
                    <a:lnTo>
                      <a:pt x="7593" y="7688"/>
                    </a:lnTo>
                    <a:lnTo>
                      <a:pt x="7593" y="6301"/>
                    </a:lnTo>
                    <a:lnTo>
                      <a:pt x="8948" y="6301"/>
                    </a:lnTo>
                    <a:lnTo>
                      <a:pt x="8948" y="6648"/>
                    </a:lnTo>
                    <a:cubicBezTo>
                      <a:pt x="8948" y="6868"/>
                      <a:pt x="9106" y="7026"/>
                      <a:pt x="9326" y="7026"/>
                    </a:cubicBezTo>
                    <a:cubicBezTo>
                      <a:pt x="9515" y="7026"/>
                      <a:pt x="9673" y="6868"/>
                      <a:pt x="9673" y="6648"/>
                    </a:cubicBezTo>
                    <a:lnTo>
                      <a:pt x="9673" y="6301"/>
                    </a:lnTo>
                    <a:close/>
                    <a:moveTo>
                      <a:pt x="4443" y="8349"/>
                    </a:moveTo>
                    <a:cubicBezTo>
                      <a:pt x="4852" y="8349"/>
                      <a:pt x="5293" y="8633"/>
                      <a:pt x="5419" y="9074"/>
                    </a:cubicBezTo>
                    <a:lnTo>
                      <a:pt x="2080" y="9074"/>
                    </a:lnTo>
                    <a:cubicBezTo>
                      <a:pt x="2237" y="8664"/>
                      <a:pt x="2616" y="8349"/>
                      <a:pt x="3057" y="8349"/>
                    </a:cubicBezTo>
                    <a:close/>
                    <a:moveTo>
                      <a:pt x="11027" y="8349"/>
                    </a:moveTo>
                    <a:lnTo>
                      <a:pt x="11027" y="9735"/>
                    </a:lnTo>
                    <a:lnTo>
                      <a:pt x="7593" y="9735"/>
                    </a:lnTo>
                    <a:lnTo>
                      <a:pt x="7593" y="8349"/>
                    </a:lnTo>
                    <a:lnTo>
                      <a:pt x="8948" y="8349"/>
                    </a:lnTo>
                    <a:lnTo>
                      <a:pt x="8948" y="8696"/>
                    </a:lnTo>
                    <a:cubicBezTo>
                      <a:pt x="8948" y="8916"/>
                      <a:pt x="9106" y="9074"/>
                      <a:pt x="9326" y="9074"/>
                    </a:cubicBezTo>
                    <a:cubicBezTo>
                      <a:pt x="9515" y="9074"/>
                      <a:pt x="9673" y="8916"/>
                      <a:pt x="9673" y="8696"/>
                    </a:cubicBezTo>
                    <a:lnTo>
                      <a:pt x="9673" y="8349"/>
                    </a:lnTo>
                    <a:close/>
                    <a:moveTo>
                      <a:pt x="8633" y="0"/>
                    </a:moveTo>
                    <a:cubicBezTo>
                      <a:pt x="8066" y="0"/>
                      <a:pt x="7625" y="473"/>
                      <a:pt x="7625" y="1040"/>
                    </a:cubicBezTo>
                    <a:cubicBezTo>
                      <a:pt x="7625" y="1135"/>
                      <a:pt x="7656" y="1292"/>
                      <a:pt x="7688" y="1418"/>
                    </a:cubicBezTo>
                    <a:cubicBezTo>
                      <a:pt x="7278" y="1544"/>
                      <a:pt x="6963" y="1922"/>
                      <a:pt x="6963" y="2395"/>
                    </a:cubicBezTo>
                    <a:cubicBezTo>
                      <a:pt x="6963" y="2678"/>
                      <a:pt x="7058" y="2962"/>
                      <a:pt x="7278" y="3151"/>
                    </a:cubicBezTo>
                    <a:cubicBezTo>
                      <a:pt x="7373" y="3308"/>
                      <a:pt x="7530" y="3403"/>
                      <a:pt x="7751" y="3434"/>
                    </a:cubicBezTo>
                    <a:cubicBezTo>
                      <a:pt x="7688" y="3560"/>
                      <a:pt x="7656" y="3655"/>
                      <a:pt x="7656" y="3812"/>
                    </a:cubicBezTo>
                    <a:cubicBezTo>
                      <a:pt x="7656" y="3939"/>
                      <a:pt x="7688" y="4065"/>
                      <a:pt x="7751" y="4191"/>
                    </a:cubicBezTo>
                    <a:lnTo>
                      <a:pt x="6270" y="4191"/>
                    </a:lnTo>
                    <a:lnTo>
                      <a:pt x="6270" y="3812"/>
                    </a:lnTo>
                    <a:cubicBezTo>
                      <a:pt x="6270" y="2489"/>
                      <a:pt x="5167" y="1387"/>
                      <a:pt x="3844" y="1387"/>
                    </a:cubicBezTo>
                    <a:cubicBezTo>
                      <a:pt x="2490" y="1387"/>
                      <a:pt x="1387" y="2489"/>
                      <a:pt x="1387" y="3812"/>
                    </a:cubicBezTo>
                    <a:lnTo>
                      <a:pt x="1387" y="4191"/>
                    </a:lnTo>
                    <a:lnTo>
                      <a:pt x="379" y="4191"/>
                    </a:lnTo>
                    <a:cubicBezTo>
                      <a:pt x="158" y="4191"/>
                      <a:pt x="1" y="4348"/>
                      <a:pt x="1" y="4537"/>
                    </a:cubicBezTo>
                    <a:lnTo>
                      <a:pt x="1" y="11500"/>
                    </a:lnTo>
                    <a:cubicBezTo>
                      <a:pt x="1" y="11689"/>
                      <a:pt x="158" y="11846"/>
                      <a:pt x="379" y="11846"/>
                    </a:cubicBezTo>
                    <a:cubicBezTo>
                      <a:pt x="568" y="11846"/>
                      <a:pt x="725" y="11689"/>
                      <a:pt x="725" y="11500"/>
                    </a:cubicBezTo>
                    <a:lnTo>
                      <a:pt x="725" y="6301"/>
                    </a:lnTo>
                    <a:lnTo>
                      <a:pt x="1481" y="6301"/>
                    </a:lnTo>
                    <a:cubicBezTo>
                      <a:pt x="1639" y="6711"/>
                      <a:pt x="1985" y="7026"/>
                      <a:pt x="2458" y="7026"/>
                    </a:cubicBezTo>
                    <a:lnTo>
                      <a:pt x="3529" y="7026"/>
                    </a:lnTo>
                    <a:lnTo>
                      <a:pt x="3529" y="7719"/>
                    </a:lnTo>
                    <a:lnTo>
                      <a:pt x="3151" y="7719"/>
                    </a:lnTo>
                    <a:cubicBezTo>
                      <a:pt x="2237" y="7719"/>
                      <a:pt x="1387" y="8507"/>
                      <a:pt x="1387" y="9452"/>
                    </a:cubicBezTo>
                    <a:cubicBezTo>
                      <a:pt x="1387" y="9641"/>
                      <a:pt x="1544" y="9798"/>
                      <a:pt x="1733" y="9798"/>
                    </a:cubicBezTo>
                    <a:lnTo>
                      <a:pt x="3529" y="9798"/>
                    </a:lnTo>
                    <a:lnTo>
                      <a:pt x="3529" y="10523"/>
                    </a:lnTo>
                    <a:lnTo>
                      <a:pt x="2458" y="10523"/>
                    </a:lnTo>
                    <a:cubicBezTo>
                      <a:pt x="1859" y="10523"/>
                      <a:pt x="1418" y="10996"/>
                      <a:pt x="1418" y="11531"/>
                    </a:cubicBezTo>
                    <a:cubicBezTo>
                      <a:pt x="1418" y="11752"/>
                      <a:pt x="1576" y="11909"/>
                      <a:pt x="1796" y="11909"/>
                    </a:cubicBezTo>
                    <a:cubicBezTo>
                      <a:pt x="1985" y="11909"/>
                      <a:pt x="2143" y="11752"/>
                      <a:pt x="2143" y="11531"/>
                    </a:cubicBezTo>
                    <a:cubicBezTo>
                      <a:pt x="2143" y="11342"/>
                      <a:pt x="2300" y="11185"/>
                      <a:pt x="2490" y="11185"/>
                    </a:cubicBezTo>
                    <a:lnTo>
                      <a:pt x="3561" y="11185"/>
                    </a:lnTo>
                    <a:lnTo>
                      <a:pt x="3561" y="11531"/>
                    </a:lnTo>
                    <a:cubicBezTo>
                      <a:pt x="3561" y="11752"/>
                      <a:pt x="3718" y="11909"/>
                      <a:pt x="3907" y="11909"/>
                    </a:cubicBezTo>
                    <a:cubicBezTo>
                      <a:pt x="4096" y="11909"/>
                      <a:pt x="4254" y="11752"/>
                      <a:pt x="4254" y="11531"/>
                    </a:cubicBezTo>
                    <a:lnTo>
                      <a:pt x="4254" y="11185"/>
                    </a:lnTo>
                    <a:lnTo>
                      <a:pt x="5325" y="11185"/>
                    </a:lnTo>
                    <a:cubicBezTo>
                      <a:pt x="5514" y="11185"/>
                      <a:pt x="5672" y="11342"/>
                      <a:pt x="5672" y="11531"/>
                    </a:cubicBezTo>
                    <a:cubicBezTo>
                      <a:pt x="5672" y="11752"/>
                      <a:pt x="5829" y="11909"/>
                      <a:pt x="6050" y="11909"/>
                    </a:cubicBezTo>
                    <a:cubicBezTo>
                      <a:pt x="6239" y="11909"/>
                      <a:pt x="6396" y="11752"/>
                      <a:pt x="6396" y="11531"/>
                    </a:cubicBezTo>
                    <a:cubicBezTo>
                      <a:pt x="6396" y="10964"/>
                      <a:pt x="5924" y="10523"/>
                      <a:pt x="5356" y="10523"/>
                    </a:cubicBezTo>
                    <a:lnTo>
                      <a:pt x="4317" y="10523"/>
                    </a:lnTo>
                    <a:lnTo>
                      <a:pt x="4317" y="9798"/>
                    </a:lnTo>
                    <a:lnTo>
                      <a:pt x="6081" y="9798"/>
                    </a:lnTo>
                    <a:cubicBezTo>
                      <a:pt x="6270" y="9798"/>
                      <a:pt x="6428" y="9641"/>
                      <a:pt x="6428" y="9452"/>
                    </a:cubicBezTo>
                    <a:cubicBezTo>
                      <a:pt x="6428" y="8507"/>
                      <a:pt x="5640" y="7719"/>
                      <a:pt x="4663" y="7719"/>
                    </a:cubicBezTo>
                    <a:lnTo>
                      <a:pt x="4317" y="7719"/>
                    </a:lnTo>
                    <a:lnTo>
                      <a:pt x="4317" y="7026"/>
                    </a:lnTo>
                    <a:lnTo>
                      <a:pt x="5356" y="7026"/>
                    </a:lnTo>
                    <a:cubicBezTo>
                      <a:pt x="5798" y="7026"/>
                      <a:pt x="6207" y="6742"/>
                      <a:pt x="6365" y="6301"/>
                    </a:cubicBezTo>
                    <a:lnTo>
                      <a:pt x="7089" y="6301"/>
                    </a:lnTo>
                    <a:lnTo>
                      <a:pt x="7089" y="11500"/>
                    </a:lnTo>
                    <a:cubicBezTo>
                      <a:pt x="7089" y="11689"/>
                      <a:pt x="7247" y="11846"/>
                      <a:pt x="7467" y="11846"/>
                    </a:cubicBezTo>
                    <a:cubicBezTo>
                      <a:pt x="7656" y="11846"/>
                      <a:pt x="7814" y="11689"/>
                      <a:pt x="7814" y="11500"/>
                    </a:cubicBezTo>
                    <a:lnTo>
                      <a:pt x="7814" y="10492"/>
                    </a:lnTo>
                    <a:lnTo>
                      <a:pt x="11279" y="10492"/>
                    </a:lnTo>
                    <a:lnTo>
                      <a:pt x="11279" y="11500"/>
                    </a:lnTo>
                    <a:cubicBezTo>
                      <a:pt x="11279" y="11689"/>
                      <a:pt x="11437" y="11846"/>
                      <a:pt x="11626" y="11846"/>
                    </a:cubicBezTo>
                    <a:cubicBezTo>
                      <a:pt x="11815" y="11846"/>
                      <a:pt x="11972" y="11689"/>
                      <a:pt x="11972" y="11500"/>
                    </a:cubicBezTo>
                    <a:lnTo>
                      <a:pt x="11972" y="3151"/>
                    </a:lnTo>
                    <a:cubicBezTo>
                      <a:pt x="11972" y="2962"/>
                      <a:pt x="11815" y="2804"/>
                      <a:pt x="11626" y="2804"/>
                    </a:cubicBezTo>
                    <a:lnTo>
                      <a:pt x="11279" y="2804"/>
                    </a:lnTo>
                    <a:lnTo>
                      <a:pt x="11279" y="2080"/>
                    </a:lnTo>
                    <a:lnTo>
                      <a:pt x="11626" y="2080"/>
                    </a:lnTo>
                    <a:cubicBezTo>
                      <a:pt x="11815" y="2080"/>
                      <a:pt x="11972" y="1922"/>
                      <a:pt x="11972" y="1733"/>
                    </a:cubicBezTo>
                    <a:lnTo>
                      <a:pt x="11972" y="347"/>
                    </a:lnTo>
                    <a:cubicBezTo>
                      <a:pt x="11752" y="158"/>
                      <a:pt x="11594" y="0"/>
                      <a:pt x="1140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07" name="Google Shape;9254;p73">
                <a:extLst>
                  <a:ext uri="{FF2B5EF4-FFF2-40B4-BE49-F238E27FC236}">
                    <a16:creationId xmlns:a16="http://schemas.microsoft.com/office/drawing/2014/main" id="{72FB360D-7A90-9A4A-2A7E-E887E021CE9E}"/>
                  </a:ext>
                </a:extLst>
              </p:cNvPr>
              <p:cNvGrpSpPr/>
              <p:nvPr/>
            </p:nvGrpSpPr>
            <p:grpSpPr>
              <a:xfrm>
                <a:off x="9016666" y="3013844"/>
                <a:ext cx="501923" cy="322206"/>
                <a:chOff x="5411225" y="2726350"/>
                <a:chExt cx="296950" cy="190625"/>
              </a:xfrm>
              <a:grpFill/>
            </p:grpSpPr>
            <p:sp>
              <p:nvSpPr>
                <p:cNvPr id="17763" name="Google Shape;9255;p73">
                  <a:extLst>
                    <a:ext uri="{FF2B5EF4-FFF2-40B4-BE49-F238E27FC236}">
                      <a16:creationId xmlns:a16="http://schemas.microsoft.com/office/drawing/2014/main" id="{DE98A84E-4A61-74D3-3E50-57DF3490DC39}"/>
                    </a:ext>
                  </a:extLst>
                </p:cNvPr>
                <p:cNvSpPr/>
                <p:nvPr/>
              </p:nvSpPr>
              <p:spPr>
                <a:xfrm>
                  <a:off x="5534100" y="2794875"/>
                  <a:ext cx="520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2049" extrusionOk="0">
                      <a:moveTo>
                        <a:pt x="1009" y="662"/>
                      </a:moveTo>
                      <a:cubicBezTo>
                        <a:pt x="1229" y="662"/>
                        <a:pt x="1387" y="851"/>
                        <a:pt x="1387" y="1040"/>
                      </a:cubicBezTo>
                      <a:cubicBezTo>
                        <a:pt x="1387" y="1229"/>
                        <a:pt x="1229" y="1387"/>
                        <a:pt x="1009" y="1387"/>
                      </a:cubicBezTo>
                      <a:cubicBezTo>
                        <a:pt x="819" y="1387"/>
                        <a:pt x="662" y="1229"/>
                        <a:pt x="662" y="1040"/>
                      </a:cubicBezTo>
                      <a:cubicBezTo>
                        <a:pt x="662" y="851"/>
                        <a:pt x="819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cubicBezTo>
                        <a:pt x="0" y="1639"/>
                        <a:pt x="473" y="2048"/>
                        <a:pt x="1009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80" y="473"/>
                        <a:pt x="1607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4" name="Google Shape;9256;p73">
                  <a:extLst>
                    <a:ext uri="{FF2B5EF4-FFF2-40B4-BE49-F238E27FC236}">
                      <a16:creationId xmlns:a16="http://schemas.microsoft.com/office/drawing/2014/main" id="{EE281632-F59E-F87D-52DA-DCC1C76AB9F0}"/>
                    </a:ext>
                  </a:extLst>
                </p:cNvPr>
                <p:cNvSpPr/>
                <p:nvPr/>
              </p:nvSpPr>
              <p:spPr>
                <a:xfrm>
                  <a:off x="5411225" y="2726350"/>
                  <a:ext cx="296950" cy="19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7625" extrusionOk="0">
                      <a:moveTo>
                        <a:pt x="5924" y="662"/>
                      </a:moveTo>
                      <a:cubicBezTo>
                        <a:pt x="7404" y="662"/>
                        <a:pt x="8759" y="1576"/>
                        <a:pt x="9641" y="2332"/>
                      </a:cubicBezTo>
                      <a:cubicBezTo>
                        <a:pt x="9736" y="2395"/>
                        <a:pt x="9830" y="2489"/>
                        <a:pt x="9925" y="2584"/>
                      </a:cubicBezTo>
                      <a:cubicBezTo>
                        <a:pt x="8696" y="2080"/>
                        <a:pt x="7278" y="1733"/>
                        <a:pt x="5924" y="1733"/>
                      </a:cubicBezTo>
                      <a:cubicBezTo>
                        <a:pt x="4569" y="1733"/>
                        <a:pt x="3183" y="2080"/>
                        <a:pt x="1954" y="2584"/>
                      </a:cubicBezTo>
                      <a:cubicBezTo>
                        <a:pt x="2048" y="2521"/>
                        <a:pt x="2111" y="2458"/>
                        <a:pt x="2206" y="2395"/>
                      </a:cubicBezTo>
                      <a:cubicBezTo>
                        <a:pt x="3151" y="1544"/>
                        <a:pt x="4474" y="662"/>
                        <a:pt x="5924" y="662"/>
                      </a:cubicBezTo>
                      <a:close/>
                      <a:moveTo>
                        <a:pt x="5924" y="2426"/>
                      </a:moveTo>
                      <a:cubicBezTo>
                        <a:pt x="6333" y="2426"/>
                        <a:pt x="6711" y="2489"/>
                        <a:pt x="7089" y="2521"/>
                      </a:cubicBezTo>
                      <a:cubicBezTo>
                        <a:pt x="7467" y="2836"/>
                        <a:pt x="7656" y="3308"/>
                        <a:pt x="7656" y="3813"/>
                      </a:cubicBezTo>
                      <a:cubicBezTo>
                        <a:pt x="7656" y="4758"/>
                        <a:pt x="6869" y="5545"/>
                        <a:pt x="5924" y="5545"/>
                      </a:cubicBezTo>
                      <a:cubicBezTo>
                        <a:pt x="4978" y="5545"/>
                        <a:pt x="4191" y="4758"/>
                        <a:pt x="4191" y="3813"/>
                      </a:cubicBezTo>
                      <a:cubicBezTo>
                        <a:pt x="4191" y="3308"/>
                        <a:pt x="4411" y="2836"/>
                        <a:pt x="4789" y="2521"/>
                      </a:cubicBezTo>
                      <a:cubicBezTo>
                        <a:pt x="5136" y="2489"/>
                        <a:pt x="5545" y="2426"/>
                        <a:pt x="5924" y="2426"/>
                      </a:cubicBezTo>
                      <a:close/>
                      <a:moveTo>
                        <a:pt x="3781" y="2710"/>
                      </a:moveTo>
                      <a:lnTo>
                        <a:pt x="3781" y="2710"/>
                      </a:lnTo>
                      <a:cubicBezTo>
                        <a:pt x="3624" y="3056"/>
                        <a:pt x="3498" y="3434"/>
                        <a:pt x="3498" y="3813"/>
                      </a:cubicBezTo>
                      <a:cubicBezTo>
                        <a:pt x="3498" y="5167"/>
                        <a:pt x="4600" y="6270"/>
                        <a:pt x="5924" y="6270"/>
                      </a:cubicBezTo>
                      <a:cubicBezTo>
                        <a:pt x="7278" y="6270"/>
                        <a:pt x="8381" y="5167"/>
                        <a:pt x="8381" y="3813"/>
                      </a:cubicBezTo>
                      <a:cubicBezTo>
                        <a:pt x="8381" y="3434"/>
                        <a:pt x="8286" y="3056"/>
                        <a:pt x="8097" y="2710"/>
                      </a:cubicBezTo>
                      <a:lnTo>
                        <a:pt x="8097" y="2710"/>
                      </a:lnTo>
                      <a:cubicBezTo>
                        <a:pt x="9137" y="2993"/>
                        <a:pt x="10145" y="3434"/>
                        <a:pt x="11027" y="3907"/>
                      </a:cubicBezTo>
                      <a:cubicBezTo>
                        <a:pt x="10744" y="4222"/>
                        <a:pt x="10240" y="4789"/>
                        <a:pt x="9547" y="5356"/>
                      </a:cubicBezTo>
                      <a:cubicBezTo>
                        <a:pt x="8601" y="6144"/>
                        <a:pt x="7310" y="6932"/>
                        <a:pt x="5924" y="6932"/>
                      </a:cubicBezTo>
                      <a:cubicBezTo>
                        <a:pt x="4474" y="6932"/>
                        <a:pt x="3088" y="6018"/>
                        <a:pt x="2237" y="5262"/>
                      </a:cubicBezTo>
                      <a:cubicBezTo>
                        <a:pt x="1607" y="4726"/>
                        <a:pt x="1135" y="4222"/>
                        <a:pt x="851" y="3907"/>
                      </a:cubicBezTo>
                      <a:cubicBezTo>
                        <a:pt x="1733" y="3371"/>
                        <a:pt x="2710" y="2962"/>
                        <a:pt x="3781" y="2710"/>
                      </a:cubicBezTo>
                      <a:close/>
                      <a:moveTo>
                        <a:pt x="5924" y="0"/>
                      </a:moveTo>
                      <a:cubicBezTo>
                        <a:pt x="4411" y="0"/>
                        <a:pt x="2931" y="820"/>
                        <a:pt x="1765" y="1796"/>
                      </a:cubicBezTo>
                      <a:cubicBezTo>
                        <a:pt x="725" y="2678"/>
                        <a:pt x="95" y="3592"/>
                        <a:pt x="64" y="3624"/>
                      </a:cubicBezTo>
                      <a:cubicBezTo>
                        <a:pt x="1" y="3750"/>
                        <a:pt x="1" y="3907"/>
                        <a:pt x="64" y="4002"/>
                      </a:cubicBezTo>
                      <a:cubicBezTo>
                        <a:pt x="95" y="4065"/>
                        <a:pt x="725" y="4915"/>
                        <a:pt x="1765" y="5829"/>
                      </a:cubicBezTo>
                      <a:cubicBezTo>
                        <a:pt x="2931" y="6805"/>
                        <a:pt x="4348" y="7625"/>
                        <a:pt x="5924" y="7625"/>
                      </a:cubicBezTo>
                      <a:cubicBezTo>
                        <a:pt x="7436" y="7625"/>
                        <a:pt x="8759" y="6900"/>
                        <a:pt x="9925" y="5955"/>
                      </a:cubicBezTo>
                      <a:cubicBezTo>
                        <a:pt x="10712" y="5325"/>
                        <a:pt x="11374" y="4600"/>
                        <a:pt x="11815" y="4002"/>
                      </a:cubicBezTo>
                      <a:cubicBezTo>
                        <a:pt x="11878" y="3907"/>
                        <a:pt x="11878" y="3750"/>
                        <a:pt x="11815" y="3624"/>
                      </a:cubicBezTo>
                      <a:cubicBezTo>
                        <a:pt x="11752" y="3592"/>
                        <a:pt x="11122" y="2710"/>
                        <a:pt x="10114" y="1796"/>
                      </a:cubicBezTo>
                      <a:cubicBezTo>
                        <a:pt x="8916" y="820"/>
                        <a:pt x="7499" y="0"/>
                        <a:pt x="592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8" name="Google Shape;9257;p73">
                <a:extLst>
                  <a:ext uri="{FF2B5EF4-FFF2-40B4-BE49-F238E27FC236}">
                    <a16:creationId xmlns:a16="http://schemas.microsoft.com/office/drawing/2014/main" id="{1CA83ABB-181B-17EB-9EA7-21E74327B3D4}"/>
                  </a:ext>
                </a:extLst>
              </p:cNvPr>
              <p:cNvGrpSpPr/>
              <p:nvPr/>
            </p:nvGrpSpPr>
            <p:grpSpPr>
              <a:xfrm>
                <a:off x="10924848" y="1704399"/>
                <a:ext cx="503233" cy="467568"/>
                <a:chOff x="6524150" y="1938725"/>
                <a:chExt cx="297725" cy="276625"/>
              </a:xfrm>
              <a:grpFill/>
            </p:grpSpPr>
            <p:sp>
              <p:nvSpPr>
                <p:cNvPr id="17759" name="Google Shape;9258;p73">
                  <a:extLst>
                    <a:ext uri="{FF2B5EF4-FFF2-40B4-BE49-F238E27FC236}">
                      <a16:creationId xmlns:a16="http://schemas.microsoft.com/office/drawing/2014/main" id="{A372C818-0BAD-158E-77D6-30389AF14804}"/>
                    </a:ext>
                  </a:extLst>
                </p:cNvPr>
                <p:cNvSpPr/>
                <p:nvPr/>
              </p:nvSpPr>
              <p:spPr>
                <a:xfrm>
                  <a:off x="6524150" y="2025375"/>
                  <a:ext cx="297725" cy="189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9" h="7599" extrusionOk="0">
                      <a:moveTo>
                        <a:pt x="9767" y="2079"/>
                      </a:moveTo>
                      <a:lnTo>
                        <a:pt x="9767" y="5198"/>
                      </a:lnTo>
                      <a:cubicBezTo>
                        <a:pt x="9735" y="5041"/>
                        <a:pt x="9672" y="4915"/>
                        <a:pt x="9546" y="4789"/>
                      </a:cubicBezTo>
                      <a:lnTo>
                        <a:pt x="7813" y="3056"/>
                      </a:lnTo>
                      <a:cubicBezTo>
                        <a:pt x="7624" y="2867"/>
                        <a:pt x="7341" y="2741"/>
                        <a:pt x="7057" y="2741"/>
                      </a:cubicBezTo>
                      <a:lnTo>
                        <a:pt x="6018" y="2741"/>
                      </a:lnTo>
                      <a:cubicBezTo>
                        <a:pt x="5923" y="2741"/>
                        <a:pt x="5797" y="2836"/>
                        <a:pt x="5734" y="2930"/>
                      </a:cubicBezTo>
                      <a:lnTo>
                        <a:pt x="5482" y="3403"/>
                      </a:lnTo>
                      <a:cubicBezTo>
                        <a:pt x="5293" y="3812"/>
                        <a:pt x="4883" y="4001"/>
                        <a:pt x="4505" y="4001"/>
                      </a:cubicBezTo>
                      <a:lnTo>
                        <a:pt x="5356" y="2269"/>
                      </a:lnTo>
                      <a:cubicBezTo>
                        <a:pt x="5419" y="2143"/>
                        <a:pt x="5576" y="2079"/>
                        <a:pt x="5671" y="2079"/>
                      </a:cubicBezTo>
                      <a:close/>
                      <a:moveTo>
                        <a:pt x="1418" y="2079"/>
                      </a:moveTo>
                      <a:lnTo>
                        <a:pt x="1418" y="5545"/>
                      </a:lnTo>
                      <a:lnTo>
                        <a:pt x="725" y="5545"/>
                      </a:lnTo>
                      <a:lnTo>
                        <a:pt x="725" y="2079"/>
                      </a:lnTo>
                      <a:close/>
                      <a:moveTo>
                        <a:pt x="11153" y="2079"/>
                      </a:moveTo>
                      <a:lnTo>
                        <a:pt x="11153" y="5545"/>
                      </a:lnTo>
                      <a:lnTo>
                        <a:pt x="10460" y="5545"/>
                      </a:lnTo>
                      <a:lnTo>
                        <a:pt x="10460" y="2079"/>
                      </a:lnTo>
                      <a:close/>
                      <a:moveTo>
                        <a:pt x="6931" y="630"/>
                      </a:moveTo>
                      <a:cubicBezTo>
                        <a:pt x="6774" y="1008"/>
                        <a:pt x="6427" y="1323"/>
                        <a:pt x="5955" y="1323"/>
                      </a:cubicBezTo>
                      <a:lnTo>
                        <a:pt x="5671" y="1323"/>
                      </a:lnTo>
                      <a:cubicBezTo>
                        <a:pt x="5293" y="1323"/>
                        <a:pt x="4946" y="1575"/>
                        <a:pt x="4726" y="1922"/>
                      </a:cubicBezTo>
                      <a:lnTo>
                        <a:pt x="3655" y="4064"/>
                      </a:lnTo>
                      <a:cubicBezTo>
                        <a:pt x="3623" y="4127"/>
                        <a:pt x="3623" y="4253"/>
                        <a:pt x="3655" y="4316"/>
                      </a:cubicBezTo>
                      <a:cubicBezTo>
                        <a:pt x="3718" y="4411"/>
                        <a:pt x="3781" y="4474"/>
                        <a:pt x="3875" y="4537"/>
                      </a:cubicBezTo>
                      <a:cubicBezTo>
                        <a:pt x="4088" y="4627"/>
                        <a:pt x="4310" y="4670"/>
                        <a:pt x="4532" y="4670"/>
                      </a:cubicBezTo>
                      <a:cubicBezTo>
                        <a:pt x="5165" y="4670"/>
                        <a:pt x="5785" y="4316"/>
                        <a:pt x="6112" y="3686"/>
                      </a:cubicBezTo>
                      <a:lnTo>
                        <a:pt x="6238" y="3434"/>
                      </a:lnTo>
                      <a:lnTo>
                        <a:pt x="7026" y="3434"/>
                      </a:lnTo>
                      <a:cubicBezTo>
                        <a:pt x="7089" y="3434"/>
                        <a:pt x="7215" y="3466"/>
                        <a:pt x="7246" y="3529"/>
                      </a:cubicBezTo>
                      <a:lnTo>
                        <a:pt x="8979" y="5261"/>
                      </a:lnTo>
                      <a:cubicBezTo>
                        <a:pt x="9137" y="5419"/>
                        <a:pt x="9137" y="5545"/>
                        <a:pt x="9105" y="5640"/>
                      </a:cubicBezTo>
                      <a:cubicBezTo>
                        <a:pt x="9105" y="5671"/>
                        <a:pt x="9042" y="5829"/>
                        <a:pt x="8885" y="5860"/>
                      </a:cubicBezTo>
                      <a:lnTo>
                        <a:pt x="5576" y="6805"/>
                      </a:lnTo>
                      <a:cubicBezTo>
                        <a:pt x="5543" y="6814"/>
                        <a:pt x="5507" y="6818"/>
                        <a:pt x="5470" y="6818"/>
                      </a:cubicBezTo>
                      <a:cubicBezTo>
                        <a:pt x="5371" y="6818"/>
                        <a:pt x="5268" y="6788"/>
                        <a:pt x="5198" y="6742"/>
                      </a:cubicBezTo>
                      <a:lnTo>
                        <a:pt x="4096" y="5640"/>
                      </a:lnTo>
                      <a:cubicBezTo>
                        <a:pt x="4033" y="5545"/>
                        <a:pt x="3938" y="5514"/>
                        <a:pt x="3875" y="5514"/>
                      </a:cubicBezTo>
                      <a:lnTo>
                        <a:pt x="2111" y="5514"/>
                      </a:lnTo>
                      <a:lnTo>
                        <a:pt x="2111" y="2048"/>
                      </a:lnTo>
                      <a:lnTo>
                        <a:pt x="2741" y="2048"/>
                      </a:lnTo>
                      <a:cubicBezTo>
                        <a:pt x="3119" y="2048"/>
                        <a:pt x="3466" y="1796"/>
                        <a:pt x="3686" y="1449"/>
                      </a:cubicBezTo>
                      <a:lnTo>
                        <a:pt x="4001" y="819"/>
                      </a:lnTo>
                      <a:cubicBezTo>
                        <a:pt x="4064" y="693"/>
                        <a:pt x="4190" y="630"/>
                        <a:pt x="4316" y="630"/>
                      </a:cubicBezTo>
                      <a:close/>
                      <a:moveTo>
                        <a:pt x="4316" y="0"/>
                      </a:moveTo>
                      <a:cubicBezTo>
                        <a:pt x="3907" y="0"/>
                        <a:pt x="3560" y="221"/>
                        <a:pt x="3371" y="599"/>
                      </a:cubicBezTo>
                      <a:lnTo>
                        <a:pt x="3056" y="1229"/>
                      </a:lnTo>
                      <a:cubicBezTo>
                        <a:pt x="2962" y="1323"/>
                        <a:pt x="2836" y="1418"/>
                        <a:pt x="2741" y="1418"/>
                      </a:cubicBezTo>
                      <a:lnTo>
                        <a:pt x="378" y="1418"/>
                      </a:lnTo>
                      <a:cubicBezTo>
                        <a:pt x="158" y="1418"/>
                        <a:pt x="0" y="1575"/>
                        <a:pt x="0" y="1764"/>
                      </a:cubicBezTo>
                      <a:lnTo>
                        <a:pt x="0" y="5955"/>
                      </a:lnTo>
                      <a:cubicBezTo>
                        <a:pt x="0" y="6144"/>
                        <a:pt x="158" y="6301"/>
                        <a:pt x="378" y="6301"/>
                      </a:cubicBezTo>
                      <a:lnTo>
                        <a:pt x="3718" y="6301"/>
                      </a:lnTo>
                      <a:lnTo>
                        <a:pt x="4694" y="7278"/>
                      </a:lnTo>
                      <a:cubicBezTo>
                        <a:pt x="4894" y="7477"/>
                        <a:pt x="5139" y="7598"/>
                        <a:pt x="5410" y="7598"/>
                      </a:cubicBezTo>
                      <a:cubicBezTo>
                        <a:pt x="5525" y="7598"/>
                        <a:pt x="5644" y="7577"/>
                        <a:pt x="5766" y="7530"/>
                      </a:cubicBezTo>
                      <a:lnTo>
                        <a:pt x="9074" y="6553"/>
                      </a:lnTo>
                      <a:cubicBezTo>
                        <a:pt x="9263" y="6522"/>
                        <a:pt x="9420" y="6396"/>
                        <a:pt x="9578" y="6238"/>
                      </a:cubicBezTo>
                      <a:lnTo>
                        <a:pt x="11562" y="6238"/>
                      </a:lnTo>
                      <a:cubicBezTo>
                        <a:pt x="11751" y="6238"/>
                        <a:pt x="11909" y="6081"/>
                        <a:pt x="11909" y="5892"/>
                      </a:cubicBezTo>
                      <a:lnTo>
                        <a:pt x="11909" y="1733"/>
                      </a:lnTo>
                      <a:cubicBezTo>
                        <a:pt x="11877" y="1544"/>
                        <a:pt x="11720" y="1386"/>
                        <a:pt x="11499" y="1386"/>
                      </a:cubicBezTo>
                      <a:lnTo>
                        <a:pt x="7341" y="1386"/>
                      </a:lnTo>
                      <a:cubicBezTo>
                        <a:pt x="7561" y="1103"/>
                        <a:pt x="7687" y="693"/>
                        <a:pt x="7687" y="347"/>
                      </a:cubicBezTo>
                      <a:cubicBezTo>
                        <a:pt x="7687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0" name="Google Shape;9259;p73">
                  <a:extLst>
                    <a:ext uri="{FF2B5EF4-FFF2-40B4-BE49-F238E27FC236}">
                      <a16:creationId xmlns:a16="http://schemas.microsoft.com/office/drawing/2014/main" id="{90920DEE-E4A8-CAF0-2EEA-C98DCFB5EDB4}"/>
                    </a:ext>
                  </a:extLst>
                </p:cNvPr>
                <p:cNvSpPr/>
                <p:nvPr/>
              </p:nvSpPr>
              <p:spPr>
                <a:xfrm>
                  <a:off x="6664325" y="1938725"/>
                  <a:ext cx="17375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1734" extrusionOk="0"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1355"/>
                      </a:lnTo>
                      <a:cubicBezTo>
                        <a:pt x="1" y="1576"/>
                        <a:pt x="159" y="1733"/>
                        <a:pt x="348" y="1733"/>
                      </a:cubicBezTo>
                      <a:cubicBezTo>
                        <a:pt x="537" y="1733"/>
                        <a:pt x="694" y="1576"/>
                        <a:pt x="694" y="1355"/>
                      </a:cubicBezTo>
                      <a:lnTo>
                        <a:pt x="694" y="347"/>
                      </a:lnTo>
                      <a:cubicBezTo>
                        <a:pt x="694" y="158"/>
                        <a:pt x="537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1" name="Google Shape;9260;p73">
                  <a:extLst>
                    <a:ext uri="{FF2B5EF4-FFF2-40B4-BE49-F238E27FC236}">
                      <a16:creationId xmlns:a16="http://schemas.microsoft.com/office/drawing/2014/main" id="{CCFE58FF-ACD3-1192-0C89-93F58F12DD2B}"/>
                    </a:ext>
                  </a:extLst>
                </p:cNvPr>
                <p:cNvSpPr/>
                <p:nvPr/>
              </p:nvSpPr>
              <p:spPr>
                <a:xfrm>
                  <a:off x="6594250" y="1972800"/>
                  <a:ext cx="35450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1" extrusionOk="0">
                      <a:moveTo>
                        <a:pt x="374" y="0"/>
                      </a:moveTo>
                      <a:cubicBezTo>
                        <a:pt x="291" y="0"/>
                        <a:pt x="205" y="40"/>
                        <a:pt x="126" y="118"/>
                      </a:cubicBezTo>
                      <a:cubicBezTo>
                        <a:pt x="0" y="244"/>
                        <a:pt x="0" y="496"/>
                        <a:pt x="126" y="591"/>
                      </a:cubicBezTo>
                      <a:lnTo>
                        <a:pt x="819" y="1316"/>
                      </a:lnTo>
                      <a:cubicBezTo>
                        <a:pt x="882" y="1379"/>
                        <a:pt x="969" y="1410"/>
                        <a:pt x="1055" y="1410"/>
                      </a:cubicBezTo>
                      <a:cubicBezTo>
                        <a:pt x="1142" y="1410"/>
                        <a:pt x="1229" y="1379"/>
                        <a:pt x="1292" y="1316"/>
                      </a:cubicBezTo>
                      <a:cubicBezTo>
                        <a:pt x="1418" y="1190"/>
                        <a:pt x="1418" y="969"/>
                        <a:pt x="1292" y="843"/>
                      </a:cubicBezTo>
                      <a:lnTo>
                        <a:pt x="599" y="118"/>
                      </a:lnTo>
                      <a:cubicBezTo>
                        <a:pt x="536" y="40"/>
                        <a:pt x="457" y="0"/>
                        <a:pt x="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62" name="Google Shape;9261;p73">
                  <a:extLst>
                    <a:ext uri="{FF2B5EF4-FFF2-40B4-BE49-F238E27FC236}">
                      <a16:creationId xmlns:a16="http://schemas.microsoft.com/office/drawing/2014/main" id="{DC0BB392-B6DC-7178-AE8B-E387F5ED17AC}"/>
                    </a:ext>
                  </a:extLst>
                </p:cNvPr>
                <p:cNvSpPr/>
                <p:nvPr/>
              </p:nvSpPr>
              <p:spPr>
                <a:xfrm>
                  <a:off x="6715525" y="1972800"/>
                  <a:ext cx="35475" cy="35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1" extrusionOk="0">
                      <a:moveTo>
                        <a:pt x="1056" y="0"/>
                      </a:moveTo>
                      <a:cubicBezTo>
                        <a:pt x="970" y="0"/>
                        <a:pt x="883" y="40"/>
                        <a:pt x="820" y="118"/>
                      </a:cubicBezTo>
                      <a:lnTo>
                        <a:pt x="127" y="843"/>
                      </a:lnTo>
                      <a:cubicBezTo>
                        <a:pt x="1" y="969"/>
                        <a:pt x="1" y="1190"/>
                        <a:pt x="127" y="1316"/>
                      </a:cubicBezTo>
                      <a:cubicBezTo>
                        <a:pt x="174" y="1379"/>
                        <a:pt x="261" y="1410"/>
                        <a:pt x="351" y="1410"/>
                      </a:cubicBezTo>
                      <a:cubicBezTo>
                        <a:pt x="442" y="1410"/>
                        <a:pt x="536" y="1379"/>
                        <a:pt x="599" y="1316"/>
                      </a:cubicBezTo>
                      <a:lnTo>
                        <a:pt x="1293" y="591"/>
                      </a:lnTo>
                      <a:cubicBezTo>
                        <a:pt x="1419" y="496"/>
                        <a:pt x="1419" y="244"/>
                        <a:pt x="1293" y="118"/>
                      </a:cubicBezTo>
                      <a:cubicBezTo>
                        <a:pt x="1230" y="40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09" name="Google Shape;9262;p73">
                <a:extLst>
                  <a:ext uri="{FF2B5EF4-FFF2-40B4-BE49-F238E27FC236}">
                    <a16:creationId xmlns:a16="http://schemas.microsoft.com/office/drawing/2014/main" id="{6BD0F023-DD6B-A666-8B65-A225D03CB8EC}"/>
                  </a:ext>
                </a:extLst>
              </p:cNvPr>
              <p:cNvGrpSpPr/>
              <p:nvPr/>
            </p:nvGrpSpPr>
            <p:grpSpPr>
              <a:xfrm>
                <a:off x="3302285" y="1687877"/>
                <a:ext cx="501965" cy="500612"/>
                <a:chOff x="2141000" y="1954475"/>
                <a:chExt cx="296975" cy="296175"/>
              </a:xfrm>
              <a:grpFill/>
            </p:grpSpPr>
            <p:sp>
              <p:nvSpPr>
                <p:cNvPr id="17755" name="Google Shape;9263;p73">
                  <a:extLst>
                    <a:ext uri="{FF2B5EF4-FFF2-40B4-BE49-F238E27FC236}">
                      <a16:creationId xmlns:a16="http://schemas.microsoft.com/office/drawing/2014/main" id="{5328BBAA-A125-F557-1A66-5E8C1FC3D36B}"/>
                    </a:ext>
                  </a:extLst>
                </p:cNvPr>
                <p:cNvSpPr/>
                <p:nvPr/>
              </p:nvSpPr>
              <p:spPr>
                <a:xfrm>
                  <a:off x="2280425" y="1989925"/>
                  <a:ext cx="1047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742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05"/>
                        <a:pt x="158" y="662"/>
                        <a:pt x="315" y="662"/>
                      </a:cubicBezTo>
                      <a:lnTo>
                        <a:pt x="2426" y="662"/>
                      </a:lnTo>
                      <a:cubicBezTo>
                        <a:pt x="2615" y="662"/>
                        <a:pt x="2773" y="820"/>
                        <a:pt x="2773" y="1009"/>
                      </a:cubicBezTo>
                      <a:lnTo>
                        <a:pt x="2773" y="1576"/>
                      </a:lnTo>
                      <a:lnTo>
                        <a:pt x="2678" y="1450"/>
                      </a:lnTo>
                      <a:cubicBezTo>
                        <a:pt x="2615" y="1387"/>
                        <a:pt x="2521" y="1355"/>
                        <a:pt x="2430" y="1355"/>
                      </a:cubicBezTo>
                      <a:cubicBezTo>
                        <a:pt x="2340" y="1355"/>
                        <a:pt x="2253" y="1387"/>
                        <a:pt x="2206" y="1450"/>
                      </a:cubicBezTo>
                      <a:cubicBezTo>
                        <a:pt x="2080" y="1576"/>
                        <a:pt x="2080" y="1796"/>
                        <a:pt x="2206" y="1922"/>
                      </a:cubicBezTo>
                      <a:lnTo>
                        <a:pt x="2899" y="2647"/>
                      </a:lnTo>
                      <a:cubicBezTo>
                        <a:pt x="2993" y="2710"/>
                        <a:pt x="3056" y="2741"/>
                        <a:pt x="3151" y="2741"/>
                      </a:cubicBezTo>
                      <a:cubicBezTo>
                        <a:pt x="3214" y="2741"/>
                        <a:pt x="3340" y="2710"/>
                        <a:pt x="3371" y="2647"/>
                      </a:cubicBezTo>
                      <a:lnTo>
                        <a:pt x="4096" y="1922"/>
                      </a:lnTo>
                      <a:cubicBezTo>
                        <a:pt x="4191" y="1796"/>
                        <a:pt x="4191" y="1576"/>
                        <a:pt x="4096" y="1450"/>
                      </a:cubicBezTo>
                      <a:cubicBezTo>
                        <a:pt x="4033" y="1387"/>
                        <a:pt x="3938" y="1355"/>
                        <a:pt x="3848" y="1355"/>
                      </a:cubicBezTo>
                      <a:cubicBezTo>
                        <a:pt x="3757" y="1355"/>
                        <a:pt x="3671" y="1387"/>
                        <a:pt x="3623" y="1450"/>
                      </a:cubicBezTo>
                      <a:lnTo>
                        <a:pt x="3497" y="1576"/>
                      </a:lnTo>
                      <a:lnTo>
                        <a:pt x="3497" y="1009"/>
                      </a:lnTo>
                      <a:cubicBezTo>
                        <a:pt x="3497" y="442"/>
                        <a:pt x="3025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6" name="Google Shape;9264;p73">
                  <a:extLst>
                    <a:ext uri="{FF2B5EF4-FFF2-40B4-BE49-F238E27FC236}">
                      <a16:creationId xmlns:a16="http://schemas.microsoft.com/office/drawing/2014/main" id="{1A35B23E-30AC-7946-9E8D-F940732B8872}"/>
                    </a:ext>
                  </a:extLst>
                </p:cNvPr>
                <p:cNvSpPr/>
                <p:nvPr/>
              </p:nvSpPr>
              <p:spPr>
                <a:xfrm>
                  <a:off x="2174875" y="2145875"/>
                  <a:ext cx="1055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3" h="2773" extrusionOk="0">
                      <a:moveTo>
                        <a:pt x="1056" y="0"/>
                      </a:moveTo>
                      <a:cubicBezTo>
                        <a:pt x="969" y="0"/>
                        <a:pt x="883" y="32"/>
                        <a:pt x="820" y="95"/>
                      </a:cubicBezTo>
                      <a:lnTo>
                        <a:pt x="95" y="820"/>
                      </a:lnTo>
                      <a:cubicBezTo>
                        <a:pt x="1" y="914"/>
                        <a:pt x="1" y="1166"/>
                        <a:pt x="95" y="1292"/>
                      </a:cubicBezTo>
                      <a:cubicBezTo>
                        <a:pt x="158" y="1339"/>
                        <a:pt x="253" y="1363"/>
                        <a:pt x="343" y="1363"/>
                      </a:cubicBezTo>
                      <a:cubicBezTo>
                        <a:pt x="434" y="1363"/>
                        <a:pt x="521" y="1339"/>
                        <a:pt x="568" y="1292"/>
                      </a:cubicBezTo>
                      <a:lnTo>
                        <a:pt x="694" y="1166"/>
                      </a:lnTo>
                      <a:lnTo>
                        <a:pt x="694" y="1702"/>
                      </a:lnTo>
                      <a:cubicBezTo>
                        <a:pt x="757" y="2300"/>
                        <a:pt x="1229" y="2773"/>
                        <a:pt x="1765" y="2773"/>
                      </a:cubicBezTo>
                      <a:lnTo>
                        <a:pt x="3844" y="2773"/>
                      </a:lnTo>
                      <a:cubicBezTo>
                        <a:pt x="4065" y="2773"/>
                        <a:pt x="4222" y="2615"/>
                        <a:pt x="4222" y="2426"/>
                      </a:cubicBezTo>
                      <a:cubicBezTo>
                        <a:pt x="4222" y="2237"/>
                        <a:pt x="4065" y="2080"/>
                        <a:pt x="3844" y="2080"/>
                      </a:cubicBezTo>
                      <a:lnTo>
                        <a:pt x="1765" y="2080"/>
                      </a:lnTo>
                      <a:cubicBezTo>
                        <a:pt x="1576" y="2080"/>
                        <a:pt x="1418" y="1922"/>
                        <a:pt x="1418" y="1702"/>
                      </a:cubicBezTo>
                      <a:lnTo>
                        <a:pt x="1418" y="1166"/>
                      </a:lnTo>
                      <a:lnTo>
                        <a:pt x="1544" y="1292"/>
                      </a:lnTo>
                      <a:cubicBezTo>
                        <a:pt x="1592" y="1339"/>
                        <a:pt x="1678" y="1363"/>
                        <a:pt x="1769" y="1363"/>
                      </a:cubicBezTo>
                      <a:cubicBezTo>
                        <a:pt x="1859" y="1363"/>
                        <a:pt x="1954" y="1339"/>
                        <a:pt x="2017" y="1292"/>
                      </a:cubicBezTo>
                      <a:cubicBezTo>
                        <a:pt x="2112" y="1166"/>
                        <a:pt x="2112" y="914"/>
                        <a:pt x="2017" y="820"/>
                      </a:cubicBezTo>
                      <a:lnTo>
                        <a:pt x="1292" y="95"/>
                      </a:lnTo>
                      <a:cubicBezTo>
                        <a:pt x="1229" y="32"/>
                        <a:pt x="1143" y="0"/>
                        <a:pt x="105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7" name="Google Shape;9265;p73">
                  <a:extLst>
                    <a:ext uri="{FF2B5EF4-FFF2-40B4-BE49-F238E27FC236}">
                      <a16:creationId xmlns:a16="http://schemas.microsoft.com/office/drawing/2014/main" id="{9CF27558-4ADD-1F3D-B2CA-BAF77FA09771}"/>
                    </a:ext>
                  </a:extLst>
                </p:cNvPr>
                <p:cNvSpPr/>
                <p:nvPr/>
              </p:nvSpPr>
              <p:spPr>
                <a:xfrm>
                  <a:off x="2141000" y="1954475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94"/>
                      </a:moveTo>
                      <a:cubicBezTo>
                        <a:pt x="3372" y="694"/>
                        <a:pt x="3782" y="1166"/>
                        <a:pt x="3782" y="1734"/>
                      </a:cubicBezTo>
                      <a:cubicBezTo>
                        <a:pt x="3782" y="2301"/>
                        <a:pt x="3309" y="2742"/>
                        <a:pt x="2773" y="2742"/>
                      </a:cubicBezTo>
                      <a:cubicBezTo>
                        <a:pt x="2175" y="2742"/>
                        <a:pt x="1734" y="2269"/>
                        <a:pt x="1734" y="1734"/>
                      </a:cubicBezTo>
                      <a:cubicBezTo>
                        <a:pt x="1734" y="1166"/>
                        <a:pt x="2206" y="694"/>
                        <a:pt x="2773" y="694"/>
                      </a:cubicBezTo>
                      <a:close/>
                      <a:moveTo>
                        <a:pt x="2773" y="3466"/>
                      </a:moveTo>
                      <a:cubicBezTo>
                        <a:pt x="3908" y="3466"/>
                        <a:pt x="4853" y="4411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1"/>
                        <a:pt x="1639" y="3466"/>
                        <a:pt x="2773" y="3466"/>
                      </a:cubicBezTo>
                      <a:close/>
                      <a:moveTo>
                        <a:pt x="2805" y="1"/>
                      </a:moveTo>
                      <a:cubicBezTo>
                        <a:pt x="1860" y="1"/>
                        <a:pt x="1072" y="788"/>
                        <a:pt x="1072" y="1734"/>
                      </a:cubicBezTo>
                      <a:cubicBezTo>
                        <a:pt x="1072" y="2238"/>
                        <a:pt x="1324" y="2710"/>
                        <a:pt x="1671" y="3025"/>
                      </a:cubicBezTo>
                      <a:cubicBezTo>
                        <a:pt x="726" y="3466"/>
                        <a:pt x="64" y="4443"/>
                        <a:pt x="64" y="5577"/>
                      </a:cubicBezTo>
                      <a:lnTo>
                        <a:pt x="64" y="6617"/>
                      </a:lnTo>
                      <a:cubicBezTo>
                        <a:pt x="1" y="6806"/>
                        <a:pt x="159" y="6963"/>
                        <a:pt x="379" y="6963"/>
                      </a:cubicBezTo>
                      <a:lnTo>
                        <a:pt x="5199" y="6963"/>
                      </a:lnTo>
                      <a:cubicBezTo>
                        <a:pt x="5420" y="6963"/>
                        <a:pt x="5577" y="6806"/>
                        <a:pt x="5577" y="6617"/>
                      </a:cubicBezTo>
                      <a:lnTo>
                        <a:pt x="5577" y="5577"/>
                      </a:lnTo>
                      <a:cubicBezTo>
                        <a:pt x="5577" y="4443"/>
                        <a:pt x="4884" y="3498"/>
                        <a:pt x="3939" y="3025"/>
                      </a:cubicBezTo>
                      <a:cubicBezTo>
                        <a:pt x="4317" y="2710"/>
                        <a:pt x="4538" y="2238"/>
                        <a:pt x="4538" y="1734"/>
                      </a:cubicBezTo>
                      <a:cubicBezTo>
                        <a:pt x="4538" y="788"/>
                        <a:pt x="3750" y="1"/>
                        <a:pt x="28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8" name="Google Shape;9266;p73">
                  <a:extLst>
                    <a:ext uri="{FF2B5EF4-FFF2-40B4-BE49-F238E27FC236}">
                      <a16:creationId xmlns:a16="http://schemas.microsoft.com/office/drawing/2014/main" id="{6804D34A-7F1D-4842-EFBA-D0E0D2E11F67}"/>
                    </a:ext>
                  </a:extLst>
                </p:cNvPr>
                <p:cNvSpPr/>
                <p:nvPr/>
              </p:nvSpPr>
              <p:spPr>
                <a:xfrm>
                  <a:off x="2298525" y="2076550"/>
                  <a:ext cx="1394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8" h="6964" extrusionOk="0">
                      <a:moveTo>
                        <a:pt x="2773" y="663"/>
                      </a:moveTo>
                      <a:cubicBezTo>
                        <a:pt x="3372" y="663"/>
                        <a:pt x="3782" y="1135"/>
                        <a:pt x="3782" y="1702"/>
                      </a:cubicBezTo>
                      <a:cubicBezTo>
                        <a:pt x="3782" y="2238"/>
                        <a:pt x="3309" y="2710"/>
                        <a:pt x="2773" y="2710"/>
                      </a:cubicBezTo>
                      <a:cubicBezTo>
                        <a:pt x="2175" y="2710"/>
                        <a:pt x="1734" y="2238"/>
                        <a:pt x="1734" y="1702"/>
                      </a:cubicBezTo>
                      <a:cubicBezTo>
                        <a:pt x="1734" y="1135"/>
                        <a:pt x="2175" y="663"/>
                        <a:pt x="2773" y="663"/>
                      </a:cubicBezTo>
                      <a:close/>
                      <a:moveTo>
                        <a:pt x="2773" y="3467"/>
                      </a:moveTo>
                      <a:cubicBezTo>
                        <a:pt x="3908" y="3467"/>
                        <a:pt x="4853" y="4412"/>
                        <a:pt x="4853" y="5546"/>
                      </a:cubicBezTo>
                      <a:lnTo>
                        <a:pt x="4853" y="6270"/>
                      </a:lnTo>
                      <a:lnTo>
                        <a:pt x="694" y="6270"/>
                      </a:lnTo>
                      <a:lnTo>
                        <a:pt x="694" y="5546"/>
                      </a:lnTo>
                      <a:cubicBezTo>
                        <a:pt x="694" y="4412"/>
                        <a:pt x="1639" y="3467"/>
                        <a:pt x="2773" y="3467"/>
                      </a:cubicBezTo>
                      <a:close/>
                      <a:moveTo>
                        <a:pt x="2773" y="1"/>
                      </a:moveTo>
                      <a:cubicBezTo>
                        <a:pt x="1828" y="1"/>
                        <a:pt x="1041" y="789"/>
                        <a:pt x="1041" y="1734"/>
                      </a:cubicBezTo>
                      <a:cubicBezTo>
                        <a:pt x="1041" y="2238"/>
                        <a:pt x="1261" y="2710"/>
                        <a:pt x="1608" y="3025"/>
                      </a:cubicBezTo>
                      <a:cubicBezTo>
                        <a:pt x="663" y="3467"/>
                        <a:pt x="1" y="4443"/>
                        <a:pt x="1" y="5546"/>
                      </a:cubicBezTo>
                      <a:lnTo>
                        <a:pt x="1" y="6617"/>
                      </a:lnTo>
                      <a:cubicBezTo>
                        <a:pt x="1" y="6806"/>
                        <a:pt x="159" y="6964"/>
                        <a:pt x="379" y="6964"/>
                      </a:cubicBezTo>
                      <a:lnTo>
                        <a:pt x="5199" y="6964"/>
                      </a:lnTo>
                      <a:cubicBezTo>
                        <a:pt x="5420" y="6964"/>
                        <a:pt x="5577" y="6806"/>
                        <a:pt x="5577" y="6617"/>
                      </a:cubicBezTo>
                      <a:lnTo>
                        <a:pt x="5577" y="5546"/>
                      </a:lnTo>
                      <a:cubicBezTo>
                        <a:pt x="5514" y="4412"/>
                        <a:pt x="4853" y="3467"/>
                        <a:pt x="3908" y="3025"/>
                      </a:cubicBezTo>
                      <a:cubicBezTo>
                        <a:pt x="4254" y="2710"/>
                        <a:pt x="4506" y="2238"/>
                        <a:pt x="4506" y="1734"/>
                      </a:cubicBezTo>
                      <a:cubicBezTo>
                        <a:pt x="4506" y="789"/>
                        <a:pt x="3719" y="1"/>
                        <a:pt x="277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0" name="Google Shape;9267;p73">
                <a:extLst>
                  <a:ext uri="{FF2B5EF4-FFF2-40B4-BE49-F238E27FC236}">
                    <a16:creationId xmlns:a16="http://schemas.microsoft.com/office/drawing/2014/main" id="{DFD2809D-8EAD-C73F-9AF6-99BA631EFE8C}"/>
                  </a:ext>
                </a:extLst>
              </p:cNvPr>
              <p:cNvGrpSpPr/>
              <p:nvPr/>
            </p:nvGrpSpPr>
            <p:grpSpPr>
              <a:xfrm>
                <a:off x="3292988" y="2281454"/>
                <a:ext cx="520558" cy="499641"/>
                <a:chOff x="2140225" y="2318650"/>
                <a:chExt cx="307975" cy="295600"/>
              </a:xfrm>
              <a:grpFill/>
            </p:grpSpPr>
            <p:sp>
              <p:nvSpPr>
                <p:cNvPr id="17753" name="Google Shape;9268;p73">
                  <a:extLst>
                    <a:ext uri="{FF2B5EF4-FFF2-40B4-BE49-F238E27FC236}">
                      <a16:creationId xmlns:a16="http://schemas.microsoft.com/office/drawing/2014/main" id="{DB099571-9C97-27F3-E76F-70ADB5AF3A52}"/>
                    </a:ext>
                  </a:extLst>
                </p:cNvPr>
                <p:cNvSpPr/>
                <p:nvPr/>
              </p:nvSpPr>
              <p:spPr>
                <a:xfrm>
                  <a:off x="2281200" y="2353025"/>
                  <a:ext cx="10400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852" extrusionOk="0">
                      <a:moveTo>
                        <a:pt x="2080" y="662"/>
                      </a:moveTo>
                      <a:cubicBezTo>
                        <a:pt x="2490" y="662"/>
                        <a:pt x="2805" y="977"/>
                        <a:pt x="2805" y="1386"/>
                      </a:cubicBezTo>
                      <a:cubicBezTo>
                        <a:pt x="2805" y="1764"/>
                        <a:pt x="2490" y="2079"/>
                        <a:pt x="2080" y="2079"/>
                      </a:cubicBezTo>
                      <a:cubicBezTo>
                        <a:pt x="1702" y="2079"/>
                        <a:pt x="1387" y="1764"/>
                        <a:pt x="1387" y="1386"/>
                      </a:cubicBezTo>
                      <a:cubicBezTo>
                        <a:pt x="1387" y="977"/>
                        <a:pt x="1702" y="662"/>
                        <a:pt x="2080" y="662"/>
                      </a:cubicBezTo>
                      <a:close/>
                      <a:moveTo>
                        <a:pt x="2080" y="2773"/>
                      </a:moveTo>
                      <a:cubicBezTo>
                        <a:pt x="2836" y="2773"/>
                        <a:pt x="3466" y="3403"/>
                        <a:pt x="3466" y="4127"/>
                      </a:cubicBezTo>
                      <a:lnTo>
                        <a:pt x="662" y="4127"/>
                      </a:lnTo>
                      <a:cubicBezTo>
                        <a:pt x="662" y="3403"/>
                        <a:pt x="1293" y="2773"/>
                        <a:pt x="2080" y="2773"/>
                      </a:cubicBezTo>
                      <a:close/>
                      <a:moveTo>
                        <a:pt x="2112" y="0"/>
                      </a:moveTo>
                      <a:cubicBezTo>
                        <a:pt x="1387" y="0"/>
                        <a:pt x="757" y="630"/>
                        <a:pt x="757" y="1386"/>
                      </a:cubicBezTo>
                      <a:cubicBezTo>
                        <a:pt x="757" y="1733"/>
                        <a:pt x="915" y="2079"/>
                        <a:pt x="1135" y="2332"/>
                      </a:cubicBezTo>
                      <a:cubicBezTo>
                        <a:pt x="505" y="2678"/>
                        <a:pt x="64" y="3340"/>
                        <a:pt x="64" y="4127"/>
                      </a:cubicBezTo>
                      <a:lnTo>
                        <a:pt x="64" y="4505"/>
                      </a:lnTo>
                      <a:cubicBezTo>
                        <a:pt x="1" y="4694"/>
                        <a:pt x="158" y="4852"/>
                        <a:pt x="347" y="4852"/>
                      </a:cubicBezTo>
                      <a:lnTo>
                        <a:pt x="3813" y="4852"/>
                      </a:lnTo>
                      <a:cubicBezTo>
                        <a:pt x="4002" y="4852"/>
                        <a:pt x="4160" y="4694"/>
                        <a:pt x="4160" y="4505"/>
                      </a:cubicBezTo>
                      <a:lnTo>
                        <a:pt x="4160" y="4127"/>
                      </a:lnTo>
                      <a:cubicBezTo>
                        <a:pt x="4160" y="3340"/>
                        <a:pt x="3750" y="2678"/>
                        <a:pt x="3120" y="2332"/>
                      </a:cubicBezTo>
                      <a:cubicBezTo>
                        <a:pt x="3340" y="2079"/>
                        <a:pt x="3498" y="1733"/>
                        <a:pt x="3498" y="1386"/>
                      </a:cubicBezTo>
                      <a:cubicBezTo>
                        <a:pt x="3498" y="630"/>
                        <a:pt x="2868" y="0"/>
                        <a:pt x="211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4" name="Google Shape;9269;p73">
                  <a:extLst>
                    <a:ext uri="{FF2B5EF4-FFF2-40B4-BE49-F238E27FC236}">
                      <a16:creationId xmlns:a16="http://schemas.microsoft.com/office/drawing/2014/main" id="{453F360D-9884-6CA0-B763-21D11776D236}"/>
                    </a:ext>
                  </a:extLst>
                </p:cNvPr>
                <p:cNvSpPr/>
                <p:nvPr/>
              </p:nvSpPr>
              <p:spPr>
                <a:xfrm>
                  <a:off x="2140225" y="2318650"/>
                  <a:ext cx="307975" cy="295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19" h="11824" extrusionOk="0">
                      <a:moveTo>
                        <a:pt x="7712" y="682"/>
                      </a:moveTo>
                      <a:cubicBezTo>
                        <a:pt x="8607" y="682"/>
                        <a:pt x="9499" y="1029"/>
                        <a:pt x="10177" y="1690"/>
                      </a:cubicBezTo>
                      <a:cubicBezTo>
                        <a:pt x="11468" y="2982"/>
                        <a:pt x="11531" y="5187"/>
                        <a:pt x="10177" y="6573"/>
                      </a:cubicBezTo>
                      <a:cubicBezTo>
                        <a:pt x="9500" y="7266"/>
                        <a:pt x="8627" y="7590"/>
                        <a:pt x="7754" y="7590"/>
                      </a:cubicBezTo>
                      <a:cubicBezTo>
                        <a:pt x="6839" y="7590"/>
                        <a:pt x="5923" y="7234"/>
                        <a:pt x="5230" y="6573"/>
                      </a:cubicBezTo>
                      <a:cubicBezTo>
                        <a:pt x="3939" y="5282"/>
                        <a:pt x="3876" y="3045"/>
                        <a:pt x="5325" y="1659"/>
                      </a:cubicBezTo>
                      <a:cubicBezTo>
                        <a:pt x="6001" y="997"/>
                        <a:pt x="6858" y="682"/>
                        <a:pt x="7712" y="682"/>
                      </a:cubicBezTo>
                      <a:close/>
                      <a:moveTo>
                        <a:pt x="4128" y="6258"/>
                      </a:moveTo>
                      <a:cubicBezTo>
                        <a:pt x="4285" y="6573"/>
                        <a:pt x="4537" y="6857"/>
                        <a:pt x="4758" y="7078"/>
                      </a:cubicBezTo>
                      <a:cubicBezTo>
                        <a:pt x="5010" y="7330"/>
                        <a:pt x="5293" y="7550"/>
                        <a:pt x="5577" y="7708"/>
                      </a:cubicBezTo>
                      <a:lnTo>
                        <a:pt x="5136" y="8180"/>
                      </a:lnTo>
                      <a:cubicBezTo>
                        <a:pt x="5073" y="8243"/>
                        <a:pt x="4978" y="8275"/>
                        <a:pt x="4888" y="8275"/>
                      </a:cubicBezTo>
                      <a:cubicBezTo>
                        <a:pt x="4797" y="8275"/>
                        <a:pt x="4710" y="8243"/>
                        <a:pt x="4663" y="8180"/>
                      </a:cubicBezTo>
                      <a:lnTo>
                        <a:pt x="3655" y="7204"/>
                      </a:lnTo>
                      <a:cubicBezTo>
                        <a:pt x="3498" y="7078"/>
                        <a:pt x="3498" y="6857"/>
                        <a:pt x="3655" y="6731"/>
                      </a:cubicBezTo>
                      <a:lnTo>
                        <a:pt x="4128" y="6258"/>
                      </a:lnTo>
                      <a:close/>
                      <a:moveTo>
                        <a:pt x="3403" y="7960"/>
                      </a:moveTo>
                      <a:lnTo>
                        <a:pt x="3876" y="8432"/>
                      </a:lnTo>
                      <a:lnTo>
                        <a:pt x="3309" y="8968"/>
                      </a:lnTo>
                      <a:lnTo>
                        <a:pt x="2836" y="8495"/>
                      </a:lnTo>
                      <a:lnTo>
                        <a:pt x="3403" y="7960"/>
                      </a:lnTo>
                      <a:close/>
                      <a:moveTo>
                        <a:pt x="2363" y="8968"/>
                      </a:moveTo>
                      <a:lnTo>
                        <a:pt x="2836" y="9440"/>
                      </a:lnTo>
                      <a:lnTo>
                        <a:pt x="1292" y="10984"/>
                      </a:lnTo>
                      <a:cubicBezTo>
                        <a:pt x="1245" y="11047"/>
                        <a:pt x="1158" y="11079"/>
                        <a:pt x="1068" y="11079"/>
                      </a:cubicBezTo>
                      <a:cubicBezTo>
                        <a:pt x="977" y="11079"/>
                        <a:pt x="883" y="11047"/>
                        <a:pt x="820" y="10984"/>
                      </a:cubicBezTo>
                      <a:cubicBezTo>
                        <a:pt x="725" y="10858"/>
                        <a:pt x="725" y="10669"/>
                        <a:pt x="820" y="10512"/>
                      </a:cubicBezTo>
                      <a:lnTo>
                        <a:pt x="2363" y="8968"/>
                      </a:lnTo>
                      <a:close/>
                      <a:moveTo>
                        <a:pt x="7731" y="1"/>
                      </a:moveTo>
                      <a:cubicBezTo>
                        <a:pt x="6669" y="1"/>
                        <a:pt x="5604" y="403"/>
                        <a:pt x="4789" y="1218"/>
                      </a:cubicBezTo>
                      <a:cubicBezTo>
                        <a:pt x="3592" y="2446"/>
                        <a:pt x="3309" y="4179"/>
                        <a:pt x="3844" y="5628"/>
                      </a:cubicBezTo>
                      <a:lnTo>
                        <a:pt x="3182" y="6290"/>
                      </a:lnTo>
                      <a:cubicBezTo>
                        <a:pt x="2867" y="6605"/>
                        <a:pt x="2804" y="7078"/>
                        <a:pt x="2993" y="7487"/>
                      </a:cubicBezTo>
                      <a:lnTo>
                        <a:pt x="410" y="10071"/>
                      </a:lnTo>
                      <a:cubicBezTo>
                        <a:pt x="0" y="10480"/>
                        <a:pt x="0" y="11142"/>
                        <a:pt x="410" y="11520"/>
                      </a:cubicBezTo>
                      <a:cubicBezTo>
                        <a:pt x="580" y="11721"/>
                        <a:pt x="826" y="11823"/>
                        <a:pt x="1081" y="11823"/>
                      </a:cubicBezTo>
                      <a:cubicBezTo>
                        <a:pt x="1345" y="11823"/>
                        <a:pt x="1619" y="11713"/>
                        <a:pt x="1828" y="11488"/>
                      </a:cubicBezTo>
                      <a:lnTo>
                        <a:pt x="4411" y="8905"/>
                      </a:lnTo>
                      <a:cubicBezTo>
                        <a:pt x="4565" y="8976"/>
                        <a:pt x="4727" y="9011"/>
                        <a:pt x="4887" y="9011"/>
                      </a:cubicBezTo>
                      <a:cubicBezTo>
                        <a:pt x="5153" y="9011"/>
                        <a:pt x="5411" y="8913"/>
                        <a:pt x="5608" y="8716"/>
                      </a:cubicBezTo>
                      <a:lnTo>
                        <a:pt x="6270" y="8023"/>
                      </a:lnTo>
                      <a:cubicBezTo>
                        <a:pt x="6736" y="8205"/>
                        <a:pt x="7231" y="8296"/>
                        <a:pt x="7729" y="8296"/>
                      </a:cubicBezTo>
                      <a:cubicBezTo>
                        <a:pt x="8781" y="8296"/>
                        <a:pt x="9847" y="7890"/>
                        <a:pt x="10681" y="7078"/>
                      </a:cubicBezTo>
                      <a:cubicBezTo>
                        <a:pt x="12319" y="5439"/>
                        <a:pt x="12287" y="2793"/>
                        <a:pt x="10681" y="1218"/>
                      </a:cubicBezTo>
                      <a:cubicBezTo>
                        <a:pt x="9873" y="410"/>
                        <a:pt x="8804" y="1"/>
                        <a:pt x="773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1" name="Google Shape;9270;p73">
                <a:extLst>
                  <a:ext uri="{FF2B5EF4-FFF2-40B4-BE49-F238E27FC236}">
                    <a16:creationId xmlns:a16="http://schemas.microsoft.com/office/drawing/2014/main" id="{DB19A429-F021-5856-E522-33967F3996B5}"/>
                  </a:ext>
                </a:extLst>
              </p:cNvPr>
              <p:cNvGrpSpPr/>
              <p:nvPr/>
            </p:nvGrpSpPr>
            <p:grpSpPr>
              <a:xfrm>
                <a:off x="3300954" y="2924662"/>
                <a:ext cx="504627" cy="500571"/>
                <a:chOff x="2139425" y="2682250"/>
                <a:chExt cx="298550" cy="296150"/>
              </a:xfrm>
              <a:grpFill/>
            </p:grpSpPr>
            <p:sp>
              <p:nvSpPr>
                <p:cNvPr id="17749" name="Google Shape;9271;p73">
                  <a:extLst>
                    <a:ext uri="{FF2B5EF4-FFF2-40B4-BE49-F238E27FC236}">
                      <a16:creationId xmlns:a16="http://schemas.microsoft.com/office/drawing/2014/main" id="{CCA5FED2-7B32-27FB-737F-3DAE115C630B}"/>
                    </a:ext>
                  </a:extLst>
                </p:cNvPr>
                <p:cNvSpPr/>
                <p:nvPr/>
              </p:nvSpPr>
              <p:spPr>
                <a:xfrm>
                  <a:off x="2139425" y="2787000"/>
                  <a:ext cx="159125" cy="19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65" h="7656" extrusionOk="0">
                      <a:moveTo>
                        <a:pt x="3214" y="630"/>
                      </a:moveTo>
                      <a:cubicBezTo>
                        <a:pt x="3813" y="630"/>
                        <a:pt x="4286" y="1103"/>
                        <a:pt x="4286" y="1670"/>
                      </a:cubicBezTo>
                      <a:cubicBezTo>
                        <a:pt x="4286" y="2206"/>
                        <a:pt x="3813" y="2678"/>
                        <a:pt x="3214" y="2678"/>
                      </a:cubicBezTo>
                      <a:cubicBezTo>
                        <a:pt x="2647" y="2678"/>
                        <a:pt x="2175" y="2206"/>
                        <a:pt x="2175" y="1670"/>
                      </a:cubicBezTo>
                      <a:cubicBezTo>
                        <a:pt x="2175" y="1166"/>
                        <a:pt x="2647" y="630"/>
                        <a:pt x="3214" y="630"/>
                      </a:cubicBezTo>
                      <a:close/>
                      <a:moveTo>
                        <a:pt x="3183" y="3403"/>
                      </a:moveTo>
                      <a:cubicBezTo>
                        <a:pt x="4538" y="3403"/>
                        <a:pt x="5609" y="4506"/>
                        <a:pt x="5609" y="5829"/>
                      </a:cubicBezTo>
                      <a:lnTo>
                        <a:pt x="5609" y="6931"/>
                      </a:lnTo>
                      <a:lnTo>
                        <a:pt x="757" y="6931"/>
                      </a:lnTo>
                      <a:lnTo>
                        <a:pt x="757" y="5829"/>
                      </a:lnTo>
                      <a:cubicBezTo>
                        <a:pt x="757" y="4506"/>
                        <a:pt x="1860" y="3403"/>
                        <a:pt x="3183" y="3403"/>
                      </a:cubicBezTo>
                      <a:close/>
                      <a:moveTo>
                        <a:pt x="3183" y="0"/>
                      </a:moveTo>
                      <a:cubicBezTo>
                        <a:pt x="2238" y="0"/>
                        <a:pt x="1419" y="788"/>
                        <a:pt x="1419" y="1733"/>
                      </a:cubicBezTo>
                      <a:cubicBezTo>
                        <a:pt x="1419" y="2206"/>
                        <a:pt x="1608" y="2678"/>
                        <a:pt x="1954" y="2993"/>
                      </a:cubicBezTo>
                      <a:cubicBezTo>
                        <a:pt x="820" y="3466"/>
                        <a:pt x="1" y="4569"/>
                        <a:pt x="1" y="5892"/>
                      </a:cubicBezTo>
                      <a:lnTo>
                        <a:pt x="1" y="7309"/>
                      </a:lnTo>
                      <a:cubicBezTo>
                        <a:pt x="64" y="7498"/>
                        <a:pt x="222" y="7656"/>
                        <a:pt x="442" y="7656"/>
                      </a:cubicBezTo>
                      <a:lnTo>
                        <a:pt x="6018" y="7656"/>
                      </a:lnTo>
                      <a:cubicBezTo>
                        <a:pt x="6207" y="7656"/>
                        <a:pt x="6365" y="7498"/>
                        <a:pt x="6365" y="7309"/>
                      </a:cubicBezTo>
                      <a:lnTo>
                        <a:pt x="6365" y="5892"/>
                      </a:lnTo>
                      <a:cubicBezTo>
                        <a:pt x="6365" y="4569"/>
                        <a:pt x="5546" y="3466"/>
                        <a:pt x="4412" y="2993"/>
                      </a:cubicBezTo>
                      <a:cubicBezTo>
                        <a:pt x="4758" y="2647"/>
                        <a:pt x="4947" y="2206"/>
                        <a:pt x="4947" y="1733"/>
                      </a:cubicBezTo>
                      <a:cubicBezTo>
                        <a:pt x="4947" y="788"/>
                        <a:pt x="4160" y="0"/>
                        <a:pt x="318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0" name="Google Shape;9272;p73">
                  <a:extLst>
                    <a:ext uri="{FF2B5EF4-FFF2-40B4-BE49-F238E27FC236}">
                      <a16:creationId xmlns:a16="http://schemas.microsoft.com/office/drawing/2014/main" id="{FCE80E55-FB11-118F-CA88-AE654B298279}"/>
                    </a:ext>
                  </a:extLst>
                </p:cNvPr>
                <p:cNvSpPr/>
                <p:nvPr/>
              </p:nvSpPr>
              <p:spPr>
                <a:xfrm>
                  <a:off x="2280425" y="26822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82" y="662"/>
                      </a:moveTo>
                      <a:cubicBezTo>
                        <a:pt x="4506" y="662"/>
                        <a:pt x="5608" y="1764"/>
                        <a:pt x="5608" y="3088"/>
                      </a:cubicBezTo>
                      <a:cubicBezTo>
                        <a:pt x="5577" y="4442"/>
                        <a:pt x="4474" y="5545"/>
                        <a:pt x="3151" y="5545"/>
                      </a:cubicBezTo>
                      <a:cubicBezTo>
                        <a:pt x="2710" y="5545"/>
                        <a:pt x="2300" y="5419"/>
                        <a:pt x="1954" y="5230"/>
                      </a:cubicBezTo>
                      <a:cubicBezTo>
                        <a:pt x="1891" y="5198"/>
                        <a:pt x="1796" y="5198"/>
                        <a:pt x="1733" y="5198"/>
                      </a:cubicBezTo>
                      <a:lnTo>
                        <a:pt x="946" y="5388"/>
                      </a:lnTo>
                      <a:lnTo>
                        <a:pt x="1166" y="4663"/>
                      </a:lnTo>
                      <a:cubicBezTo>
                        <a:pt x="1198" y="4568"/>
                        <a:pt x="1166" y="4474"/>
                        <a:pt x="1135" y="4411"/>
                      </a:cubicBezTo>
                      <a:cubicBezTo>
                        <a:pt x="883" y="4001"/>
                        <a:pt x="725" y="3560"/>
                        <a:pt x="725" y="3088"/>
                      </a:cubicBezTo>
                      <a:cubicBezTo>
                        <a:pt x="725" y="1764"/>
                        <a:pt x="1828" y="662"/>
                        <a:pt x="3182" y="662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32" y="1418"/>
                        <a:pt x="32" y="3088"/>
                      </a:cubicBezTo>
                      <a:cubicBezTo>
                        <a:pt x="32" y="3655"/>
                        <a:pt x="158" y="4159"/>
                        <a:pt x="410" y="4631"/>
                      </a:cubicBezTo>
                      <a:lnTo>
                        <a:pt x="32" y="5766"/>
                      </a:lnTo>
                      <a:cubicBezTo>
                        <a:pt x="0" y="5892"/>
                        <a:pt x="32" y="6018"/>
                        <a:pt x="95" y="6144"/>
                      </a:cubicBezTo>
                      <a:cubicBezTo>
                        <a:pt x="189" y="6207"/>
                        <a:pt x="315" y="6238"/>
                        <a:pt x="473" y="6238"/>
                      </a:cubicBezTo>
                      <a:lnTo>
                        <a:pt x="1765" y="5923"/>
                      </a:lnTo>
                      <a:cubicBezTo>
                        <a:pt x="2206" y="6175"/>
                        <a:pt x="2678" y="6238"/>
                        <a:pt x="3182" y="6238"/>
                      </a:cubicBezTo>
                      <a:cubicBezTo>
                        <a:pt x="4915" y="6238"/>
                        <a:pt x="6301" y="4820"/>
                        <a:pt x="6301" y="3151"/>
                      </a:cubicBezTo>
                      <a:cubicBezTo>
                        <a:pt x="6238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1" name="Google Shape;9273;p73">
                  <a:extLst>
                    <a:ext uri="{FF2B5EF4-FFF2-40B4-BE49-F238E27FC236}">
                      <a16:creationId xmlns:a16="http://schemas.microsoft.com/office/drawing/2014/main" id="{3473AA95-5743-6B43-1034-8CA9163B34AC}"/>
                    </a:ext>
                  </a:extLst>
                </p:cNvPr>
                <p:cNvSpPr/>
                <p:nvPr/>
              </p:nvSpPr>
              <p:spPr>
                <a:xfrm>
                  <a:off x="2349725" y="2725550"/>
                  <a:ext cx="1815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5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cubicBezTo>
                        <a:pt x="568" y="694"/>
                        <a:pt x="725" y="537"/>
                        <a:pt x="725" y="348"/>
                      </a:cubicBez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52" name="Google Shape;9274;p73">
                  <a:extLst>
                    <a:ext uri="{FF2B5EF4-FFF2-40B4-BE49-F238E27FC236}">
                      <a16:creationId xmlns:a16="http://schemas.microsoft.com/office/drawing/2014/main" id="{930EE990-9113-5D81-EF39-B4CA9E8DAAAA}"/>
                    </a:ext>
                  </a:extLst>
                </p:cNvPr>
                <p:cNvSpPr/>
                <p:nvPr/>
              </p:nvSpPr>
              <p:spPr>
                <a:xfrm>
                  <a:off x="2349725" y="2751550"/>
                  <a:ext cx="181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2112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1733"/>
                      </a:lnTo>
                      <a:cubicBezTo>
                        <a:pt x="1" y="1954"/>
                        <a:pt x="158" y="2111"/>
                        <a:pt x="379" y="2111"/>
                      </a:cubicBezTo>
                      <a:cubicBezTo>
                        <a:pt x="568" y="2111"/>
                        <a:pt x="725" y="1954"/>
                        <a:pt x="725" y="1733"/>
                      </a:cubicBezTo>
                      <a:lnTo>
                        <a:pt x="725" y="379"/>
                      </a:lnTo>
                      <a:cubicBezTo>
                        <a:pt x="725" y="158"/>
                        <a:pt x="568" y="1"/>
                        <a:pt x="37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2" name="Google Shape;9275;p73">
                <a:extLst>
                  <a:ext uri="{FF2B5EF4-FFF2-40B4-BE49-F238E27FC236}">
                    <a16:creationId xmlns:a16="http://schemas.microsoft.com/office/drawing/2014/main" id="{9992E002-32B7-0E30-6174-A4B5C360A5AD}"/>
                  </a:ext>
                </a:extLst>
              </p:cNvPr>
              <p:cNvGrpSpPr/>
              <p:nvPr/>
            </p:nvGrpSpPr>
            <p:grpSpPr>
              <a:xfrm>
                <a:off x="6474398" y="1748451"/>
                <a:ext cx="501965" cy="379464"/>
                <a:chOff x="3962775" y="1990700"/>
                <a:chExt cx="296975" cy="224500"/>
              </a:xfrm>
              <a:grpFill/>
            </p:grpSpPr>
            <p:sp>
              <p:nvSpPr>
                <p:cNvPr id="17745" name="Google Shape;9276;p73">
                  <a:extLst>
                    <a:ext uri="{FF2B5EF4-FFF2-40B4-BE49-F238E27FC236}">
                      <a16:creationId xmlns:a16="http://schemas.microsoft.com/office/drawing/2014/main" id="{9A6BE43D-6526-2C57-8AE3-491E6B04F395}"/>
                    </a:ext>
                  </a:extLst>
                </p:cNvPr>
                <p:cNvSpPr/>
                <p:nvPr/>
              </p:nvSpPr>
              <p:spPr>
                <a:xfrm>
                  <a:off x="4216400" y="2093100"/>
                  <a:ext cx="43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387" y="725"/>
                      </a:lnTo>
                      <a:cubicBezTo>
                        <a:pt x="1576" y="725"/>
                        <a:pt x="1733" y="568"/>
                        <a:pt x="1733" y="347"/>
                      </a:cubicBezTo>
                      <a:cubicBezTo>
                        <a:pt x="1702" y="158"/>
                        <a:pt x="1544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6" name="Google Shape;9277;p73">
                  <a:extLst>
                    <a:ext uri="{FF2B5EF4-FFF2-40B4-BE49-F238E27FC236}">
                      <a16:creationId xmlns:a16="http://schemas.microsoft.com/office/drawing/2014/main" id="{236248FC-F985-6163-39F8-110A0FE78691}"/>
                    </a:ext>
                  </a:extLst>
                </p:cNvPr>
                <p:cNvSpPr/>
                <p:nvPr/>
              </p:nvSpPr>
              <p:spPr>
                <a:xfrm>
                  <a:off x="4206950" y="2129325"/>
                  <a:ext cx="354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56" extrusionOk="0">
                      <a:moveTo>
                        <a:pt x="351" y="1"/>
                      </a:moveTo>
                      <a:cubicBezTo>
                        <a:pt x="260" y="1"/>
                        <a:pt x="174" y="32"/>
                        <a:pt x="127" y="95"/>
                      </a:cubicBezTo>
                      <a:cubicBezTo>
                        <a:pt x="1" y="221"/>
                        <a:pt x="1" y="410"/>
                        <a:pt x="127" y="568"/>
                      </a:cubicBezTo>
                      <a:lnTo>
                        <a:pt x="820" y="1261"/>
                      </a:lnTo>
                      <a:cubicBezTo>
                        <a:pt x="883" y="1324"/>
                        <a:pt x="969" y="1356"/>
                        <a:pt x="1056" y="1356"/>
                      </a:cubicBezTo>
                      <a:cubicBezTo>
                        <a:pt x="1143" y="1356"/>
                        <a:pt x="1229" y="1324"/>
                        <a:pt x="1292" y="1261"/>
                      </a:cubicBezTo>
                      <a:cubicBezTo>
                        <a:pt x="1418" y="1166"/>
                        <a:pt x="1418" y="914"/>
                        <a:pt x="1292" y="788"/>
                      </a:cubicBezTo>
                      <a:lnTo>
                        <a:pt x="599" y="95"/>
                      </a:lnTo>
                      <a:cubicBezTo>
                        <a:pt x="536" y="32"/>
                        <a:pt x="442" y="1"/>
                        <a:pt x="3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7" name="Google Shape;9278;p73">
                  <a:extLst>
                    <a:ext uri="{FF2B5EF4-FFF2-40B4-BE49-F238E27FC236}">
                      <a16:creationId xmlns:a16="http://schemas.microsoft.com/office/drawing/2014/main" id="{62771EB1-DF7A-AD96-9E55-49EE46E628E6}"/>
                    </a:ext>
                  </a:extLst>
                </p:cNvPr>
                <p:cNvSpPr/>
                <p:nvPr/>
              </p:nvSpPr>
              <p:spPr>
                <a:xfrm>
                  <a:off x="4207750" y="2041900"/>
                  <a:ext cx="35450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80" extrusionOk="0">
                      <a:moveTo>
                        <a:pt x="1067" y="1"/>
                      </a:moveTo>
                      <a:cubicBezTo>
                        <a:pt x="977" y="1"/>
                        <a:pt x="882" y="32"/>
                        <a:pt x="819" y="95"/>
                      </a:cubicBezTo>
                      <a:lnTo>
                        <a:pt x="126" y="788"/>
                      </a:lnTo>
                      <a:cubicBezTo>
                        <a:pt x="0" y="914"/>
                        <a:pt x="0" y="1135"/>
                        <a:pt x="126" y="1261"/>
                      </a:cubicBezTo>
                      <a:cubicBezTo>
                        <a:pt x="189" y="1340"/>
                        <a:pt x="268" y="1379"/>
                        <a:pt x="351" y="1379"/>
                      </a:cubicBezTo>
                      <a:cubicBezTo>
                        <a:pt x="433" y="1379"/>
                        <a:pt x="520" y="1340"/>
                        <a:pt x="599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5"/>
                      </a:cubicBezTo>
                      <a:cubicBezTo>
                        <a:pt x="1244" y="32"/>
                        <a:pt x="1158" y="1"/>
                        <a:pt x="10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8" name="Google Shape;9279;p73">
                  <a:extLst>
                    <a:ext uri="{FF2B5EF4-FFF2-40B4-BE49-F238E27FC236}">
                      <a16:creationId xmlns:a16="http://schemas.microsoft.com/office/drawing/2014/main" id="{985E1139-1F37-473A-CE4D-6E92EBFD3D6E}"/>
                    </a:ext>
                  </a:extLst>
                </p:cNvPr>
                <p:cNvSpPr/>
                <p:nvPr/>
              </p:nvSpPr>
              <p:spPr>
                <a:xfrm>
                  <a:off x="3962775" y="1990700"/>
                  <a:ext cx="2260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8980" extrusionOk="0">
                      <a:moveTo>
                        <a:pt x="1419" y="3403"/>
                      </a:moveTo>
                      <a:lnTo>
                        <a:pt x="1419" y="4790"/>
                      </a:lnTo>
                      <a:cubicBezTo>
                        <a:pt x="1009" y="4790"/>
                        <a:pt x="694" y="4506"/>
                        <a:pt x="694" y="4097"/>
                      </a:cubicBezTo>
                      <a:cubicBezTo>
                        <a:pt x="694" y="3719"/>
                        <a:pt x="1009" y="3403"/>
                        <a:pt x="1419" y="3403"/>
                      </a:cubicBezTo>
                      <a:close/>
                      <a:moveTo>
                        <a:pt x="4191" y="2710"/>
                      </a:moveTo>
                      <a:lnTo>
                        <a:pt x="4191" y="5483"/>
                      </a:lnTo>
                      <a:lnTo>
                        <a:pt x="2490" y="5483"/>
                      </a:lnTo>
                      <a:cubicBezTo>
                        <a:pt x="2269" y="5483"/>
                        <a:pt x="2112" y="5325"/>
                        <a:pt x="2112" y="5105"/>
                      </a:cubicBezTo>
                      <a:lnTo>
                        <a:pt x="2112" y="3088"/>
                      </a:lnTo>
                      <a:cubicBezTo>
                        <a:pt x="2112" y="2868"/>
                        <a:pt x="2269" y="2710"/>
                        <a:pt x="2490" y="2710"/>
                      </a:cubicBezTo>
                      <a:close/>
                      <a:moveTo>
                        <a:pt x="6995" y="1828"/>
                      </a:moveTo>
                      <a:lnTo>
                        <a:pt x="6995" y="6428"/>
                      </a:lnTo>
                      <a:cubicBezTo>
                        <a:pt x="6428" y="5924"/>
                        <a:pt x="5672" y="5609"/>
                        <a:pt x="4884" y="5514"/>
                      </a:cubicBezTo>
                      <a:lnTo>
                        <a:pt x="4884" y="2710"/>
                      </a:lnTo>
                      <a:cubicBezTo>
                        <a:pt x="5672" y="2647"/>
                        <a:pt x="6428" y="2332"/>
                        <a:pt x="6995" y="1828"/>
                      </a:cubicBezTo>
                      <a:close/>
                      <a:moveTo>
                        <a:pt x="8066" y="631"/>
                      </a:moveTo>
                      <a:cubicBezTo>
                        <a:pt x="8255" y="631"/>
                        <a:pt x="8413" y="789"/>
                        <a:pt x="8413" y="978"/>
                      </a:cubicBezTo>
                      <a:lnTo>
                        <a:pt x="8413" y="7216"/>
                      </a:lnTo>
                      <a:cubicBezTo>
                        <a:pt x="8413" y="7405"/>
                        <a:pt x="8255" y="7562"/>
                        <a:pt x="8066" y="7562"/>
                      </a:cubicBezTo>
                      <a:cubicBezTo>
                        <a:pt x="7877" y="7562"/>
                        <a:pt x="7720" y="7405"/>
                        <a:pt x="7720" y="7216"/>
                      </a:cubicBezTo>
                      <a:lnTo>
                        <a:pt x="7720" y="978"/>
                      </a:lnTo>
                      <a:cubicBezTo>
                        <a:pt x="7720" y="789"/>
                        <a:pt x="7877" y="631"/>
                        <a:pt x="8066" y="631"/>
                      </a:cubicBezTo>
                      <a:close/>
                      <a:moveTo>
                        <a:pt x="3498" y="6176"/>
                      </a:moveTo>
                      <a:lnTo>
                        <a:pt x="3498" y="7909"/>
                      </a:lnTo>
                      <a:cubicBezTo>
                        <a:pt x="3498" y="8129"/>
                        <a:pt x="3340" y="8287"/>
                        <a:pt x="3151" y="8287"/>
                      </a:cubicBezTo>
                      <a:cubicBezTo>
                        <a:pt x="2962" y="8287"/>
                        <a:pt x="2805" y="8129"/>
                        <a:pt x="2805" y="7909"/>
                      </a:cubicBezTo>
                      <a:lnTo>
                        <a:pt x="2805" y="6176"/>
                      </a:lnTo>
                      <a:close/>
                      <a:moveTo>
                        <a:pt x="8035" y="1"/>
                      </a:moveTo>
                      <a:cubicBezTo>
                        <a:pt x="7531" y="1"/>
                        <a:pt x="7090" y="411"/>
                        <a:pt x="6995" y="883"/>
                      </a:cubicBezTo>
                      <a:lnTo>
                        <a:pt x="6680" y="1198"/>
                      </a:lnTo>
                      <a:cubicBezTo>
                        <a:pt x="6144" y="1734"/>
                        <a:pt x="5325" y="2049"/>
                        <a:pt x="4538" y="2049"/>
                      </a:cubicBezTo>
                      <a:lnTo>
                        <a:pt x="2427" y="2049"/>
                      </a:lnTo>
                      <a:cubicBezTo>
                        <a:pt x="2017" y="2049"/>
                        <a:pt x="1608" y="2332"/>
                        <a:pt x="1450" y="2773"/>
                      </a:cubicBezTo>
                      <a:lnTo>
                        <a:pt x="1387" y="2773"/>
                      </a:lnTo>
                      <a:cubicBezTo>
                        <a:pt x="631" y="2773"/>
                        <a:pt x="1" y="3403"/>
                        <a:pt x="1" y="4128"/>
                      </a:cubicBezTo>
                      <a:cubicBezTo>
                        <a:pt x="1" y="4884"/>
                        <a:pt x="631" y="5514"/>
                        <a:pt x="1387" y="5514"/>
                      </a:cubicBezTo>
                      <a:lnTo>
                        <a:pt x="1450" y="5514"/>
                      </a:lnTo>
                      <a:cubicBezTo>
                        <a:pt x="1576" y="5798"/>
                        <a:pt x="1797" y="6018"/>
                        <a:pt x="2080" y="6144"/>
                      </a:cubicBezTo>
                      <a:lnTo>
                        <a:pt x="2080" y="7940"/>
                      </a:lnTo>
                      <a:cubicBezTo>
                        <a:pt x="2112" y="8507"/>
                        <a:pt x="2584" y="8980"/>
                        <a:pt x="3151" y="8980"/>
                      </a:cubicBezTo>
                      <a:cubicBezTo>
                        <a:pt x="3750" y="8980"/>
                        <a:pt x="4160" y="8507"/>
                        <a:pt x="4160" y="7972"/>
                      </a:cubicBezTo>
                      <a:lnTo>
                        <a:pt x="4160" y="6239"/>
                      </a:lnTo>
                      <a:lnTo>
                        <a:pt x="4538" y="6239"/>
                      </a:lnTo>
                      <a:cubicBezTo>
                        <a:pt x="5325" y="6239"/>
                        <a:pt x="6144" y="6554"/>
                        <a:pt x="6680" y="7090"/>
                      </a:cubicBezTo>
                      <a:lnTo>
                        <a:pt x="6995" y="7405"/>
                      </a:lnTo>
                      <a:cubicBezTo>
                        <a:pt x="7090" y="7909"/>
                        <a:pt x="7531" y="8287"/>
                        <a:pt x="8035" y="8287"/>
                      </a:cubicBezTo>
                      <a:cubicBezTo>
                        <a:pt x="8633" y="8287"/>
                        <a:pt x="9043" y="7814"/>
                        <a:pt x="9043" y="7247"/>
                      </a:cubicBezTo>
                      <a:lnTo>
                        <a:pt x="9043" y="1041"/>
                      </a:lnTo>
                      <a:cubicBezTo>
                        <a:pt x="9043" y="442"/>
                        <a:pt x="8570" y="1"/>
                        <a:pt x="803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3" name="Google Shape;9280;p73">
                <a:extLst>
                  <a:ext uri="{FF2B5EF4-FFF2-40B4-BE49-F238E27FC236}">
                    <a16:creationId xmlns:a16="http://schemas.microsoft.com/office/drawing/2014/main" id="{09BBC2A9-E7C4-93C2-F40E-AA512C8C5D79}"/>
                  </a:ext>
                </a:extLst>
              </p:cNvPr>
              <p:cNvGrpSpPr/>
              <p:nvPr/>
            </p:nvGrpSpPr>
            <p:grpSpPr>
              <a:xfrm>
                <a:off x="6475075" y="2280968"/>
                <a:ext cx="500612" cy="500612"/>
                <a:chOff x="3963575" y="2317575"/>
                <a:chExt cx="296175" cy="296175"/>
              </a:xfrm>
              <a:grpFill/>
            </p:grpSpPr>
            <p:sp>
              <p:nvSpPr>
                <p:cNvPr id="17729" name="Google Shape;9281;p73">
                  <a:extLst>
                    <a:ext uri="{FF2B5EF4-FFF2-40B4-BE49-F238E27FC236}">
                      <a16:creationId xmlns:a16="http://schemas.microsoft.com/office/drawing/2014/main" id="{4ACFAD76-47BB-4318-2B20-CB9E8240F179}"/>
                    </a:ext>
                  </a:extLst>
                </p:cNvPr>
                <p:cNvSpPr/>
                <p:nvPr/>
              </p:nvSpPr>
              <p:spPr>
                <a:xfrm>
                  <a:off x="3963575" y="2317575"/>
                  <a:ext cx="29617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11847" extrusionOk="0">
                      <a:moveTo>
                        <a:pt x="9483" y="1418"/>
                      </a:moveTo>
                      <a:cubicBezTo>
                        <a:pt x="9672" y="1418"/>
                        <a:pt x="9830" y="1576"/>
                        <a:pt x="9830" y="1765"/>
                      </a:cubicBezTo>
                      <a:lnTo>
                        <a:pt x="9830" y="2836"/>
                      </a:lnTo>
                      <a:lnTo>
                        <a:pt x="788" y="2836"/>
                      </a:lnTo>
                      <a:lnTo>
                        <a:pt x="788" y="1765"/>
                      </a:lnTo>
                      <a:lnTo>
                        <a:pt x="725" y="1765"/>
                      </a:lnTo>
                      <a:cubicBezTo>
                        <a:pt x="725" y="1576"/>
                        <a:pt x="883" y="1418"/>
                        <a:pt x="1072" y="1418"/>
                      </a:cubicBezTo>
                      <a:lnTo>
                        <a:pt x="1418" y="1418"/>
                      </a:lnTo>
                      <a:lnTo>
                        <a:pt x="1418" y="1765"/>
                      </a:lnTo>
                      <a:cubicBezTo>
                        <a:pt x="1418" y="1954"/>
                        <a:pt x="1576" y="2143"/>
                        <a:pt x="1765" y="2143"/>
                      </a:cubicBezTo>
                      <a:cubicBezTo>
                        <a:pt x="1954" y="2143"/>
                        <a:pt x="2111" y="1954"/>
                        <a:pt x="2111" y="1765"/>
                      </a:cubicBezTo>
                      <a:lnTo>
                        <a:pt x="2111" y="1418"/>
                      </a:lnTo>
                      <a:lnTo>
                        <a:pt x="3498" y="1418"/>
                      </a:lnTo>
                      <a:lnTo>
                        <a:pt x="3498" y="1765"/>
                      </a:lnTo>
                      <a:cubicBezTo>
                        <a:pt x="3498" y="1954"/>
                        <a:pt x="3655" y="2143"/>
                        <a:pt x="3844" y="2143"/>
                      </a:cubicBezTo>
                      <a:cubicBezTo>
                        <a:pt x="4065" y="2143"/>
                        <a:pt x="4222" y="1954"/>
                        <a:pt x="4222" y="1765"/>
                      </a:cubicBezTo>
                      <a:lnTo>
                        <a:pt x="4222" y="1418"/>
                      </a:lnTo>
                      <a:lnTo>
                        <a:pt x="6333" y="1418"/>
                      </a:lnTo>
                      <a:lnTo>
                        <a:pt x="6333" y="1765"/>
                      </a:lnTo>
                      <a:cubicBezTo>
                        <a:pt x="6333" y="1954"/>
                        <a:pt x="6490" y="2143"/>
                        <a:pt x="6680" y="2143"/>
                      </a:cubicBezTo>
                      <a:cubicBezTo>
                        <a:pt x="6900" y="2143"/>
                        <a:pt x="7058" y="1954"/>
                        <a:pt x="7058" y="1765"/>
                      </a:cubicBezTo>
                      <a:lnTo>
                        <a:pt x="7058" y="1418"/>
                      </a:lnTo>
                      <a:lnTo>
                        <a:pt x="8412" y="1418"/>
                      </a:lnTo>
                      <a:lnTo>
                        <a:pt x="8412" y="1765"/>
                      </a:lnTo>
                      <a:cubicBezTo>
                        <a:pt x="8412" y="1954"/>
                        <a:pt x="8570" y="2143"/>
                        <a:pt x="8790" y="2143"/>
                      </a:cubicBezTo>
                      <a:cubicBezTo>
                        <a:pt x="8979" y="2143"/>
                        <a:pt x="9137" y="1954"/>
                        <a:pt x="9137" y="1765"/>
                      </a:cubicBezTo>
                      <a:lnTo>
                        <a:pt x="9137" y="1418"/>
                      </a:lnTo>
                      <a:close/>
                      <a:moveTo>
                        <a:pt x="9767" y="3497"/>
                      </a:moveTo>
                      <a:lnTo>
                        <a:pt x="9767" y="7026"/>
                      </a:lnTo>
                      <a:cubicBezTo>
                        <a:pt x="9641" y="7026"/>
                        <a:pt x="9546" y="6963"/>
                        <a:pt x="9420" y="6963"/>
                      </a:cubicBezTo>
                      <a:cubicBezTo>
                        <a:pt x="8066" y="6963"/>
                        <a:pt x="6963" y="8066"/>
                        <a:pt x="6963" y="9420"/>
                      </a:cubicBezTo>
                      <a:cubicBezTo>
                        <a:pt x="6963" y="9546"/>
                        <a:pt x="6963" y="9641"/>
                        <a:pt x="7026" y="9767"/>
                      </a:cubicBezTo>
                      <a:lnTo>
                        <a:pt x="1040" y="9767"/>
                      </a:lnTo>
                      <a:cubicBezTo>
                        <a:pt x="820" y="9767"/>
                        <a:pt x="662" y="9609"/>
                        <a:pt x="662" y="9420"/>
                      </a:cubicBezTo>
                      <a:lnTo>
                        <a:pt x="662" y="3497"/>
                      </a:lnTo>
                      <a:close/>
                      <a:moveTo>
                        <a:pt x="9420" y="7688"/>
                      </a:moveTo>
                      <a:cubicBezTo>
                        <a:pt x="10366" y="7688"/>
                        <a:pt x="11153" y="8475"/>
                        <a:pt x="11153" y="9420"/>
                      </a:cubicBezTo>
                      <a:cubicBezTo>
                        <a:pt x="11153" y="10397"/>
                        <a:pt x="10366" y="11185"/>
                        <a:pt x="9420" y="11185"/>
                      </a:cubicBezTo>
                      <a:cubicBezTo>
                        <a:pt x="8475" y="11185"/>
                        <a:pt x="7688" y="10397"/>
                        <a:pt x="7688" y="9420"/>
                      </a:cubicBezTo>
                      <a:cubicBezTo>
                        <a:pt x="7688" y="8475"/>
                        <a:pt x="8475" y="7688"/>
                        <a:pt x="9420" y="7688"/>
                      </a:cubicBez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lnTo>
                        <a:pt x="1387" y="725"/>
                      </a:lnTo>
                      <a:lnTo>
                        <a:pt x="1040" y="725"/>
                      </a:lnTo>
                      <a:cubicBezTo>
                        <a:pt x="442" y="725"/>
                        <a:pt x="0" y="1166"/>
                        <a:pt x="0" y="1733"/>
                      </a:cubicBezTo>
                      <a:lnTo>
                        <a:pt x="0" y="9389"/>
                      </a:lnTo>
                      <a:cubicBezTo>
                        <a:pt x="0" y="9956"/>
                        <a:pt x="473" y="10429"/>
                        <a:pt x="1040" y="10429"/>
                      </a:cubicBezTo>
                      <a:lnTo>
                        <a:pt x="7215" y="10429"/>
                      </a:lnTo>
                      <a:cubicBezTo>
                        <a:pt x="7593" y="11279"/>
                        <a:pt x="8444" y="11846"/>
                        <a:pt x="9420" y="11846"/>
                      </a:cubicBezTo>
                      <a:cubicBezTo>
                        <a:pt x="10744" y="11846"/>
                        <a:pt x="11846" y="10744"/>
                        <a:pt x="11846" y="9420"/>
                      </a:cubicBezTo>
                      <a:cubicBezTo>
                        <a:pt x="11846" y="8444"/>
                        <a:pt x="11311" y="7593"/>
                        <a:pt x="10492" y="7215"/>
                      </a:cubicBezTo>
                      <a:lnTo>
                        <a:pt x="10492" y="1733"/>
                      </a:lnTo>
                      <a:cubicBezTo>
                        <a:pt x="10492" y="1135"/>
                        <a:pt x="10019" y="725"/>
                        <a:pt x="9452" y="725"/>
                      </a:cubicBezTo>
                      <a:lnTo>
                        <a:pt x="9105" y="725"/>
                      </a:lnTo>
                      <a:lnTo>
                        <a:pt x="9105" y="347"/>
                      </a:lnTo>
                      <a:cubicBezTo>
                        <a:pt x="9105" y="158"/>
                        <a:pt x="8948" y="0"/>
                        <a:pt x="8759" y="0"/>
                      </a:cubicBezTo>
                      <a:cubicBezTo>
                        <a:pt x="8538" y="0"/>
                        <a:pt x="8381" y="158"/>
                        <a:pt x="8381" y="347"/>
                      </a:cubicBezTo>
                      <a:lnTo>
                        <a:pt x="8381" y="725"/>
                      </a:lnTo>
                      <a:lnTo>
                        <a:pt x="7026" y="725"/>
                      </a:lnTo>
                      <a:lnTo>
                        <a:pt x="7026" y="347"/>
                      </a:lnTo>
                      <a:cubicBezTo>
                        <a:pt x="7026" y="158"/>
                        <a:pt x="6869" y="0"/>
                        <a:pt x="6648" y="0"/>
                      </a:cubicBezTo>
                      <a:cubicBezTo>
                        <a:pt x="6459" y="0"/>
                        <a:pt x="6301" y="158"/>
                        <a:pt x="6301" y="347"/>
                      </a:cubicBezTo>
                      <a:lnTo>
                        <a:pt x="6301" y="725"/>
                      </a:lnTo>
                      <a:lnTo>
                        <a:pt x="4191" y="725"/>
                      </a:lnTo>
                      <a:lnTo>
                        <a:pt x="4191" y="347"/>
                      </a:lnTo>
                      <a:cubicBezTo>
                        <a:pt x="4191" y="158"/>
                        <a:pt x="4033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725"/>
                      </a:lnTo>
                      <a:lnTo>
                        <a:pt x="2080" y="725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0" name="Google Shape;9282;p73">
                  <a:extLst>
                    <a:ext uri="{FF2B5EF4-FFF2-40B4-BE49-F238E27FC236}">
                      <a16:creationId xmlns:a16="http://schemas.microsoft.com/office/drawing/2014/main" id="{F915654A-EB5E-1504-971D-A2EFD0EB4374}"/>
                    </a:ext>
                  </a:extLst>
                </p:cNvPr>
                <p:cNvSpPr/>
                <p:nvPr/>
              </p:nvSpPr>
              <p:spPr>
                <a:xfrm>
                  <a:off x="4190400" y="2526300"/>
                  <a:ext cx="3470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14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71"/>
                      </a:lnTo>
                      <a:cubicBezTo>
                        <a:pt x="1" y="1260"/>
                        <a:pt x="127" y="1418"/>
                        <a:pt x="347" y="1418"/>
                      </a:cubicBezTo>
                      <a:lnTo>
                        <a:pt x="1041" y="1418"/>
                      </a:lnTo>
                      <a:cubicBezTo>
                        <a:pt x="1261" y="1418"/>
                        <a:pt x="1387" y="1260"/>
                        <a:pt x="1387" y="1071"/>
                      </a:cubicBezTo>
                      <a:cubicBezTo>
                        <a:pt x="1387" y="882"/>
                        <a:pt x="1261" y="725"/>
                        <a:pt x="1041" y="725"/>
                      </a:cubicBezTo>
                      <a:lnTo>
                        <a:pt x="694" y="725"/>
                      </a:lnTo>
                      <a:lnTo>
                        <a:pt x="694" y="347"/>
                      </a:lnTo>
                      <a:cubicBezTo>
                        <a:pt x="694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1" name="Google Shape;9283;p73">
                  <a:extLst>
                    <a:ext uri="{FF2B5EF4-FFF2-40B4-BE49-F238E27FC236}">
                      <a16:creationId xmlns:a16="http://schemas.microsoft.com/office/drawing/2014/main" id="{D9CCDAD3-7ACC-8A2B-DBD8-8794DBE7B00E}"/>
                    </a:ext>
                  </a:extLst>
                </p:cNvPr>
                <p:cNvSpPr/>
                <p:nvPr/>
              </p:nvSpPr>
              <p:spPr>
                <a:xfrm>
                  <a:off x="3998225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2" name="Google Shape;9284;p73">
                  <a:extLst>
                    <a:ext uri="{FF2B5EF4-FFF2-40B4-BE49-F238E27FC236}">
                      <a16:creationId xmlns:a16="http://schemas.microsoft.com/office/drawing/2014/main" id="{DC98ADCD-F984-75D7-0D34-4DCE5E9E2DEC}"/>
                    </a:ext>
                  </a:extLst>
                </p:cNvPr>
                <p:cNvSpPr/>
                <p:nvPr/>
              </p:nvSpPr>
              <p:spPr>
                <a:xfrm>
                  <a:off x="4050225" y="24215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3" name="Google Shape;9285;p73">
                  <a:extLst>
                    <a:ext uri="{FF2B5EF4-FFF2-40B4-BE49-F238E27FC236}">
                      <a16:creationId xmlns:a16="http://schemas.microsoft.com/office/drawing/2014/main" id="{5F57DC27-1768-468A-FCC6-DA7377ED975D}"/>
                    </a:ext>
                  </a:extLst>
                </p:cNvPr>
                <p:cNvSpPr/>
                <p:nvPr/>
              </p:nvSpPr>
              <p:spPr>
                <a:xfrm>
                  <a:off x="410220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4" name="Google Shape;9286;p73">
                  <a:extLst>
                    <a:ext uri="{FF2B5EF4-FFF2-40B4-BE49-F238E27FC236}">
                      <a16:creationId xmlns:a16="http://schemas.microsoft.com/office/drawing/2014/main" id="{0307012C-8DD4-A8EA-C7D9-C43E51FF320C}"/>
                    </a:ext>
                  </a:extLst>
                </p:cNvPr>
                <p:cNvSpPr/>
                <p:nvPr/>
              </p:nvSpPr>
              <p:spPr>
                <a:xfrm>
                  <a:off x="4155750" y="24215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5" name="Google Shape;9287;p73">
                  <a:extLst>
                    <a:ext uri="{FF2B5EF4-FFF2-40B4-BE49-F238E27FC236}">
                      <a16:creationId xmlns:a16="http://schemas.microsoft.com/office/drawing/2014/main" id="{9887EE4A-DCD2-8B46-86C5-BBC99CCAF27A}"/>
                    </a:ext>
                  </a:extLst>
                </p:cNvPr>
                <p:cNvSpPr/>
                <p:nvPr/>
              </p:nvSpPr>
              <p:spPr>
                <a:xfrm>
                  <a:off x="3998225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6" name="Google Shape;9288;p73">
                  <a:extLst>
                    <a:ext uri="{FF2B5EF4-FFF2-40B4-BE49-F238E27FC236}">
                      <a16:creationId xmlns:a16="http://schemas.microsoft.com/office/drawing/2014/main" id="{3EEE8EC4-6573-BE9A-8865-5AB0A4395BBB}"/>
                    </a:ext>
                  </a:extLst>
                </p:cNvPr>
                <p:cNvSpPr/>
                <p:nvPr/>
              </p:nvSpPr>
              <p:spPr>
                <a:xfrm>
                  <a:off x="4050225" y="2456975"/>
                  <a:ext cx="354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8"/>
                        <a:pt x="1418" y="379"/>
                      </a:cubicBezTo>
                      <a:cubicBezTo>
                        <a:pt x="1418" y="158"/>
                        <a:pt x="1260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7" name="Google Shape;9289;p73">
                  <a:extLst>
                    <a:ext uri="{FF2B5EF4-FFF2-40B4-BE49-F238E27FC236}">
                      <a16:creationId xmlns:a16="http://schemas.microsoft.com/office/drawing/2014/main" id="{E6A5328B-40C2-2107-F03A-C4E239F7D646}"/>
                    </a:ext>
                  </a:extLst>
                </p:cNvPr>
                <p:cNvSpPr/>
                <p:nvPr/>
              </p:nvSpPr>
              <p:spPr>
                <a:xfrm>
                  <a:off x="410220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8" name="Google Shape;9290;p73">
                  <a:extLst>
                    <a:ext uri="{FF2B5EF4-FFF2-40B4-BE49-F238E27FC236}">
                      <a16:creationId xmlns:a16="http://schemas.microsoft.com/office/drawing/2014/main" id="{355276FD-ACB4-C4C3-8D86-553E6FC500D0}"/>
                    </a:ext>
                  </a:extLst>
                </p:cNvPr>
                <p:cNvSpPr/>
                <p:nvPr/>
              </p:nvSpPr>
              <p:spPr>
                <a:xfrm>
                  <a:off x="4155750" y="245697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8"/>
                        <a:pt x="1418" y="379"/>
                      </a:cubicBezTo>
                      <a:cubicBezTo>
                        <a:pt x="1418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39" name="Google Shape;9291;p73">
                  <a:extLst>
                    <a:ext uri="{FF2B5EF4-FFF2-40B4-BE49-F238E27FC236}">
                      <a16:creationId xmlns:a16="http://schemas.microsoft.com/office/drawing/2014/main" id="{C78FFD35-DDAA-E582-B6AE-38ABEFE8A455}"/>
                    </a:ext>
                  </a:extLst>
                </p:cNvPr>
                <p:cNvSpPr/>
                <p:nvPr/>
              </p:nvSpPr>
              <p:spPr>
                <a:xfrm>
                  <a:off x="3998225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0" name="Google Shape;9292;p73">
                  <a:extLst>
                    <a:ext uri="{FF2B5EF4-FFF2-40B4-BE49-F238E27FC236}">
                      <a16:creationId xmlns:a16="http://schemas.microsoft.com/office/drawing/2014/main" id="{D2D28103-AC5B-C98D-CA3B-E0F28D5366CC}"/>
                    </a:ext>
                  </a:extLst>
                </p:cNvPr>
                <p:cNvSpPr/>
                <p:nvPr/>
              </p:nvSpPr>
              <p:spPr>
                <a:xfrm>
                  <a:off x="4050225" y="249165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78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1" name="Google Shape;9293;p73">
                  <a:extLst>
                    <a:ext uri="{FF2B5EF4-FFF2-40B4-BE49-F238E27FC236}">
                      <a16:creationId xmlns:a16="http://schemas.microsoft.com/office/drawing/2014/main" id="{14C4D3AF-FC19-D52A-6760-5AAB3A0334B8}"/>
                    </a:ext>
                  </a:extLst>
                </p:cNvPr>
                <p:cNvSpPr/>
                <p:nvPr/>
              </p:nvSpPr>
              <p:spPr>
                <a:xfrm>
                  <a:off x="4102200" y="249165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78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2" name="Google Shape;9294;p73">
                  <a:extLst>
                    <a:ext uri="{FF2B5EF4-FFF2-40B4-BE49-F238E27FC236}">
                      <a16:creationId xmlns:a16="http://schemas.microsoft.com/office/drawing/2014/main" id="{7DF28D38-DBFC-EE2C-8B35-57748802FA17}"/>
                    </a:ext>
                  </a:extLst>
                </p:cNvPr>
                <p:cNvSpPr/>
                <p:nvPr/>
              </p:nvSpPr>
              <p:spPr>
                <a:xfrm>
                  <a:off x="3998225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3" name="Google Shape;9295;p73">
                  <a:extLst>
                    <a:ext uri="{FF2B5EF4-FFF2-40B4-BE49-F238E27FC236}">
                      <a16:creationId xmlns:a16="http://schemas.microsoft.com/office/drawing/2014/main" id="{B5582F63-8634-6F41-9AD0-701188A1D81B}"/>
                    </a:ext>
                  </a:extLst>
                </p:cNvPr>
                <p:cNvSpPr/>
                <p:nvPr/>
              </p:nvSpPr>
              <p:spPr>
                <a:xfrm>
                  <a:off x="4050225" y="2526300"/>
                  <a:ext cx="354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1071" y="725"/>
                      </a:lnTo>
                      <a:cubicBezTo>
                        <a:pt x="1260" y="725"/>
                        <a:pt x="1418" y="567"/>
                        <a:pt x="1418" y="347"/>
                      </a:cubicBezTo>
                      <a:cubicBezTo>
                        <a:pt x="1418" y="158"/>
                        <a:pt x="1260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44" name="Google Shape;9296;p73">
                  <a:extLst>
                    <a:ext uri="{FF2B5EF4-FFF2-40B4-BE49-F238E27FC236}">
                      <a16:creationId xmlns:a16="http://schemas.microsoft.com/office/drawing/2014/main" id="{F88CDD5B-38C4-74C6-E1F5-11424EE71FA1}"/>
                    </a:ext>
                  </a:extLst>
                </p:cNvPr>
                <p:cNvSpPr/>
                <p:nvPr/>
              </p:nvSpPr>
              <p:spPr>
                <a:xfrm>
                  <a:off x="4102200" y="2526300"/>
                  <a:ext cx="354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5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78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8" y="567"/>
                        <a:pt x="1418" y="347"/>
                      </a:cubicBezTo>
                      <a:cubicBezTo>
                        <a:pt x="1418" y="158"/>
                        <a:pt x="1261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4" name="Google Shape;9297;p73">
                <a:extLst>
                  <a:ext uri="{FF2B5EF4-FFF2-40B4-BE49-F238E27FC236}">
                    <a16:creationId xmlns:a16="http://schemas.microsoft.com/office/drawing/2014/main" id="{ADBBCCCF-F539-E234-B372-BEF7E91BE309}"/>
                  </a:ext>
                </a:extLst>
              </p:cNvPr>
              <p:cNvGrpSpPr/>
              <p:nvPr/>
            </p:nvGrpSpPr>
            <p:grpSpPr>
              <a:xfrm>
                <a:off x="6475075" y="2925316"/>
                <a:ext cx="500612" cy="499261"/>
                <a:chOff x="3962775" y="2683025"/>
                <a:chExt cx="296175" cy="295375"/>
              </a:xfrm>
              <a:grpFill/>
            </p:grpSpPr>
            <p:sp>
              <p:nvSpPr>
                <p:cNvPr id="17726" name="Google Shape;9298;p73">
                  <a:extLst>
                    <a:ext uri="{FF2B5EF4-FFF2-40B4-BE49-F238E27FC236}">
                      <a16:creationId xmlns:a16="http://schemas.microsoft.com/office/drawing/2014/main" id="{333D9696-6FDE-A3C6-FE69-0381D9019E8C}"/>
                    </a:ext>
                  </a:extLst>
                </p:cNvPr>
                <p:cNvSpPr/>
                <p:nvPr/>
              </p:nvSpPr>
              <p:spPr>
                <a:xfrm>
                  <a:off x="3962775" y="2838200"/>
                  <a:ext cx="296175" cy="140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47" h="5608" extrusionOk="0">
                      <a:moveTo>
                        <a:pt x="3530" y="3466"/>
                      </a:moveTo>
                      <a:lnTo>
                        <a:pt x="3530" y="4883"/>
                      </a:lnTo>
                      <a:lnTo>
                        <a:pt x="757" y="4883"/>
                      </a:lnTo>
                      <a:lnTo>
                        <a:pt x="757" y="3466"/>
                      </a:lnTo>
                      <a:close/>
                      <a:moveTo>
                        <a:pt x="7688" y="725"/>
                      </a:moveTo>
                      <a:lnTo>
                        <a:pt x="7688" y="4883"/>
                      </a:lnTo>
                      <a:lnTo>
                        <a:pt x="4223" y="4883"/>
                      </a:lnTo>
                      <a:lnTo>
                        <a:pt x="4223" y="725"/>
                      </a:lnTo>
                      <a:close/>
                      <a:moveTo>
                        <a:pt x="11185" y="2111"/>
                      </a:moveTo>
                      <a:lnTo>
                        <a:pt x="11185" y="4883"/>
                      </a:lnTo>
                      <a:lnTo>
                        <a:pt x="8381" y="4883"/>
                      </a:lnTo>
                      <a:lnTo>
                        <a:pt x="8381" y="2111"/>
                      </a:lnTo>
                      <a:close/>
                      <a:moveTo>
                        <a:pt x="3845" y="0"/>
                      </a:moveTo>
                      <a:cubicBezTo>
                        <a:pt x="3656" y="0"/>
                        <a:pt x="3498" y="158"/>
                        <a:pt x="3498" y="378"/>
                      </a:cubicBezTo>
                      <a:lnTo>
                        <a:pt x="3498" y="2804"/>
                      </a:lnTo>
                      <a:lnTo>
                        <a:pt x="348" y="2804"/>
                      </a:lnTo>
                      <a:cubicBezTo>
                        <a:pt x="158" y="2804"/>
                        <a:pt x="1" y="2962"/>
                        <a:pt x="1" y="3151"/>
                      </a:cubicBezTo>
                      <a:lnTo>
                        <a:pt x="1" y="5261"/>
                      </a:lnTo>
                      <a:cubicBezTo>
                        <a:pt x="1" y="5450"/>
                        <a:pt x="158" y="5608"/>
                        <a:pt x="348" y="5608"/>
                      </a:cubicBezTo>
                      <a:lnTo>
                        <a:pt x="11500" y="5608"/>
                      </a:lnTo>
                      <a:cubicBezTo>
                        <a:pt x="11689" y="5608"/>
                        <a:pt x="11847" y="5450"/>
                        <a:pt x="11847" y="5261"/>
                      </a:cubicBezTo>
                      <a:lnTo>
                        <a:pt x="11847" y="1733"/>
                      </a:lnTo>
                      <a:cubicBezTo>
                        <a:pt x="11847" y="1544"/>
                        <a:pt x="11689" y="1386"/>
                        <a:pt x="11532" y="1386"/>
                      </a:cubicBezTo>
                      <a:lnTo>
                        <a:pt x="8381" y="1386"/>
                      </a:lnTo>
                      <a:lnTo>
                        <a:pt x="8381" y="378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7" name="Google Shape;9299;p73">
                  <a:extLst>
                    <a:ext uri="{FF2B5EF4-FFF2-40B4-BE49-F238E27FC236}">
                      <a16:creationId xmlns:a16="http://schemas.microsoft.com/office/drawing/2014/main" id="{BD19671C-DEC7-A68F-2540-4184CC9D4166}"/>
                    </a:ext>
                  </a:extLst>
                </p:cNvPr>
                <p:cNvSpPr/>
                <p:nvPr/>
              </p:nvSpPr>
              <p:spPr>
                <a:xfrm>
                  <a:off x="4051000" y="2683025"/>
                  <a:ext cx="122100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5546" extrusionOk="0">
                      <a:moveTo>
                        <a:pt x="2426" y="662"/>
                      </a:moveTo>
                      <a:cubicBezTo>
                        <a:pt x="2804" y="662"/>
                        <a:pt x="3120" y="977"/>
                        <a:pt x="3120" y="1387"/>
                      </a:cubicBezTo>
                      <a:cubicBezTo>
                        <a:pt x="3120" y="1765"/>
                        <a:pt x="2804" y="2080"/>
                        <a:pt x="2426" y="2080"/>
                      </a:cubicBezTo>
                      <a:cubicBezTo>
                        <a:pt x="2017" y="2080"/>
                        <a:pt x="1702" y="1765"/>
                        <a:pt x="1702" y="1387"/>
                      </a:cubicBezTo>
                      <a:cubicBezTo>
                        <a:pt x="1702" y="977"/>
                        <a:pt x="2017" y="662"/>
                        <a:pt x="2426" y="662"/>
                      </a:cubicBezTo>
                      <a:close/>
                      <a:moveTo>
                        <a:pt x="2426" y="2742"/>
                      </a:moveTo>
                      <a:cubicBezTo>
                        <a:pt x="3340" y="2742"/>
                        <a:pt x="4128" y="3529"/>
                        <a:pt x="4128" y="4474"/>
                      </a:cubicBezTo>
                      <a:lnTo>
                        <a:pt x="4128" y="4852"/>
                      </a:lnTo>
                      <a:lnTo>
                        <a:pt x="694" y="4852"/>
                      </a:lnTo>
                      <a:lnTo>
                        <a:pt x="694" y="4474"/>
                      </a:lnTo>
                      <a:cubicBezTo>
                        <a:pt x="694" y="3498"/>
                        <a:pt x="1481" y="2742"/>
                        <a:pt x="2426" y="2742"/>
                      </a:cubicBezTo>
                      <a:close/>
                      <a:moveTo>
                        <a:pt x="2489" y="1"/>
                      </a:moveTo>
                      <a:cubicBezTo>
                        <a:pt x="1733" y="1"/>
                        <a:pt x="1103" y="631"/>
                        <a:pt x="1103" y="1387"/>
                      </a:cubicBezTo>
                      <a:cubicBezTo>
                        <a:pt x="1103" y="1733"/>
                        <a:pt x="1229" y="2049"/>
                        <a:pt x="1450" y="2269"/>
                      </a:cubicBezTo>
                      <a:cubicBezTo>
                        <a:pt x="568" y="2679"/>
                        <a:pt x="1" y="3498"/>
                        <a:pt x="1" y="4474"/>
                      </a:cubicBezTo>
                      <a:lnTo>
                        <a:pt x="1" y="5199"/>
                      </a:lnTo>
                      <a:cubicBezTo>
                        <a:pt x="1" y="5388"/>
                        <a:pt x="158" y="5546"/>
                        <a:pt x="379" y="5546"/>
                      </a:cubicBezTo>
                      <a:lnTo>
                        <a:pt x="4537" y="5546"/>
                      </a:lnTo>
                      <a:cubicBezTo>
                        <a:pt x="4726" y="5546"/>
                        <a:pt x="4884" y="5388"/>
                        <a:pt x="4884" y="5199"/>
                      </a:cubicBezTo>
                      <a:lnTo>
                        <a:pt x="4884" y="4474"/>
                      </a:lnTo>
                      <a:cubicBezTo>
                        <a:pt x="4884" y="3498"/>
                        <a:pt x="4348" y="2679"/>
                        <a:pt x="3529" y="2269"/>
                      </a:cubicBezTo>
                      <a:cubicBezTo>
                        <a:pt x="3750" y="2049"/>
                        <a:pt x="3876" y="1733"/>
                        <a:pt x="3876" y="1387"/>
                      </a:cubicBezTo>
                      <a:cubicBezTo>
                        <a:pt x="3876" y="631"/>
                        <a:pt x="3246" y="1"/>
                        <a:pt x="248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8" name="Google Shape;9300;p73">
                  <a:extLst>
                    <a:ext uri="{FF2B5EF4-FFF2-40B4-BE49-F238E27FC236}">
                      <a16:creationId xmlns:a16="http://schemas.microsoft.com/office/drawing/2014/main" id="{FD1271EC-2AFC-FB89-6820-C759C1A3226B}"/>
                    </a:ext>
                  </a:extLst>
                </p:cNvPr>
                <p:cNvSpPr/>
                <p:nvPr/>
              </p:nvSpPr>
              <p:spPr>
                <a:xfrm>
                  <a:off x="4084875" y="2873200"/>
                  <a:ext cx="52800" cy="69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791" extrusionOk="0">
                      <a:moveTo>
                        <a:pt x="1095" y="0"/>
                      </a:moveTo>
                      <a:cubicBezTo>
                        <a:pt x="1001" y="0"/>
                        <a:pt x="903" y="28"/>
                        <a:pt x="819" y="112"/>
                      </a:cubicBezTo>
                      <a:lnTo>
                        <a:pt x="126" y="805"/>
                      </a:lnTo>
                      <a:cubicBezTo>
                        <a:pt x="0" y="931"/>
                        <a:pt x="0" y="1184"/>
                        <a:pt x="126" y="1278"/>
                      </a:cubicBezTo>
                      <a:cubicBezTo>
                        <a:pt x="205" y="1341"/>
                        <a:pt x="292" y="1373"/>
                        <a:pt x="378" y="1373"/>
                      </a:cubicBezTo>
                      <a:cubicBezTo>
                        <a:pt x="465" y="1373"/>
                        <a:pt x="552" y="1341"/>
                        <a:pt x="630" y="1278"/>
                      </a:cubicBezTo>
                      <a:lnTo>
                        <a:pt x="756" y="1184"/>
                      </a:lnTo>
                      <a:lnTo>
                        <a:pt x="756" y="2066"/>
                      </a:lnTo>
                      <a:lnTo>
                        <a:pt x="378" y="2066"/>
                      </a:lnTo>
                      <a:cubicBezTo>
                        <a:pt x="189" y="2066"/>
                        <a:pt x="32" y="2223"/>
                        <a:pt x="32" y="2444"/>
                      </a:cubicBezTo>
                      <a:cubicBezTo>
                        <a:pt x="32" y="2633"/>
                        <a:pt x="189" y="2790"/>
                        <a:pt x="378" y="2790"/>
                      </a:cubicBezTo>
                      <a:lnTo>
                        <a:pt x="1765" y="2790"/>
                      </a:lnTo>
                      <a:cubicBezTo>
                        <a:pt x="1954" y="2790"/>
                        <a:pt x="2111" y="2633"/>
                        <a:pt x="2111" y="2444"/>
                      </a:cubicBezTo>
                      <a:cubicBezTo>
                        <a:pt x="2111" y="2223"/>
                        <a:pt x="1954" y="2066"/>
                        <a:pt x="1765" y="2066"/>
                      </a:cubicBezTo>
                      <a:lnTo>
                        <a:pt x="1418" y="2066"/>
                      </a:lnTo>
                      <a:lnTo>
                        <a:pt x="1418" y="333"/>
                      </a:lnTo>
                      <a:cubicBezTo>
                        <a:pt x="1418" y="175"/>
                        <a:pt x="1323" y="81"/>
                        <a:pt x="1229" y="18"/>
                      </a:cubicBezTo>
                      <a:cubicBezTo>
                        <a:pt x="1187" y="7"/>
                        <a:pt x="1141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15" name="Google Shape;9301;p73">
                <a:extLst>
                  <a:ext uri="{FF2B5EF4-FFF2-40B4-BE49-F238E27FC236}">
                    <a16:creationId xmlns:a16="http://schemas.microsoft.com/office/drawing/2014/main" id="{14DA1911-5FD4-7075-5C5A-8EB22ADBC316}"/>
                  </a:ext>
                </a:extLst>
              </p:cNvPr>
              <p:cNvSpPr/>
              <p:nvPr/>
            </p:nvSpPr>
            <p:spPr>
              <a:xfrm>
                <a:off x="9643409" y="1688548"/>
                <a:ext cx="507290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2005" h="11815" extrusionOk="0">
                    <a:moveTo>
                      <a:pt x="6003" y="693"/>
                    </a:moveTo>
                    <a:cubicBezTo>
                      <a:pt x="6089" y="693"/>
                      <a:pt x="6176" y="725"/>
                      <a:pt x="6239" y="788"/>
                    </a:cubicBezTo>
                    <a:lnTo>
                      <a:pt x="8444" y="2993"/>
                    </a:lnTo>
                    <a:lnTo>
                      <a:pt x="7972" y="3466"/>
                    </a:lnTo>
                    <a:lnTo>
                      <a:pt x="7751" y="3214"/>
                    </a:lnTo>
                    <a:cubicBezTo>
                      <a:pt x="7562" y="3025"/>
                      <a:pt x="7279" y="2899"/>
                      <a:pt x="6995" y="2899"/>
                    </a:cubicBezTo>
                    <a:cubicBezTo>
                      <a:pt x="6711" y="2899"/>
                      <a:pt x="6459" y="3025"/>
                      <a:pt x="6239" y="3214"/>
                    </a:cubicBezTo>
                    <a:cubicBezTo>
                      <a:pt x="5861" y="3623"/>
                      <a:pt x="5861" y="4285"/>
                      <a:pt x="6239" y="4663"/>
                    </a:cubicBezTo>
                    <a:lnTo>
                      <a:pt x="6491" y="4915"/>
                    </a:lnTo>
                    <a:lnTo>
                      <a:pt x="6018" y="5388"/>
                    </a:lnTo>
                    <a:lnTo>
                      <a:pt x="5262" y="4631"/>
                    </a:lnTo>
                    <a:cubicBezTo>
                      <a:pt x="5199" y="4568"/>
                      <a:pt x="5113" y="4537"/>
                      <a:pt x="5026" y="4537"/>
                    </a:cubicBezTo>
                    <a:cubicBezTo>
                      <a:pt x="4939" y="4537"/>
                      <a:pt x="4853" y="4568"/>
                      <a:pt x="4790" y="4631"/>
                    </a:cubicBezTo>
                    <a:lnTo>
                      <a:pt x="4317" y="5104"/>
                    </a:lnTo>
                    <a:cubicBezTo>
                      <a:pt x="4254" y="5167"/>
                      <a:pt x="4167" y="5198"/>
                      <a:pt x="4081" y="5198"/>
                    </a:cubicBezTo>
                    <a:cubicBezTo>
                      <a:pt x="3994" y="5198"/>
                      <a:pt x="3907" y="5167"/>
                      <a:pt x="3844" y="5104"/>
                    </a:cubicBezTo>
                    <a:cubicBezTo>
                      <a:pt x="3718" y="4978"/>
                      <a:pt x="3718" y="4757"/>
                      <a:pt x="3844" y="4631"/>
                    </a:cubicBezTo>
                    <a:lnTo>
                      <a:pt x="4317" y="4159"/>
                    </a:lnTo>
                    <a:cubicBezTo>
                      <a:pt x="4443" y="4033"/>
                      <a:pt x="4443" y="3812"/>
                      <a:pt x="4317" y="3686"/>
                    </a:cubicBezTo>
                    <a:lnTo>
                      <a:pt x="3624" y="2993"/>
                    </a:lnTo>
                    <a:lnTo>
                      <a:pt x="5766" y="788"/>
                    </a:lnTo>
                    <a:cubicBezTo>
                      <a:pt x="5829" y="725"/>
                      <a:pt x="5916" y="693"/>
                      <a:pt x="6003" y="693"/>
                    </a:cubicBezTo>
                    <a:close/>
                    <a:moveTo>
                      <a:pt x="3088" y="3466"/>
                    </a:moveTo>
                    <a:lnTo>
                      <a:pt x="3561" y="3938"/>
                    </a:lnTo>
                    <a:lnTo>
                      <a:pt x="3340" y="4159"/>
                    </a:lnTo>
                    <a:cubicBezTo>
                      <a:pt x="2931" y="4568"/>
                      <a:pt x="2931" y="5230"/>
                      <a:pt x="3340" y="5608"/>
                    </a:cubicBezTo>
                    <a:cubicBezTo>
                      <a:pt x="3529" y="5813"/>
                      <a:pt x="3797" y="5915"/>
                      <a:pt x="4065" y="5915"/>
                    </a:cubicBezTo>
                    <a:cubicBezTo>
                      <a:pt x="4333" y="5915"/>
                      <a:pt x="4601" y="5813"/>
                      <a:pt x="4790" y="5608"/>
                    </a:cubicBezTo>
                    <a:lnTo>
                      <a:pt x="5042" y="5388"/>
                    </a:lnTo>
                    <a:lnTo>
                      <a:pt x="5514" y="5860"/>
                    </a:lnTo>
                    <a:lnTo>
                      <a:pt x="4758" y="6616"/>
                    </a:lnTo>
                    <a:cubicBezTo>
                      <a:pt x="4632" y="6711"/>
                      <a:pt x="4632" y="6963"/>
                      <a:pt x="4758" y="7089"/>
                    </a:cubicBezTo>
                    <a:lnTo>
                      <a:pt x="5231" y="7561"/>
                    </a:lnTo>
                    <a:cubicBezTo>
                      <a:pt x="5357" y="7656"/>
                      <a:pt x="5357" y="7908"/>
                      <a:pt x="5231" y="8002"/>
                    </a:cubicBezTo>
                    <a:cubicBezTo>
                      <a:pt x="5168" y="8065"/>
                      <a:pt x="5081" y="8097"/>
                      <a:pt x="4994" y="8097"/>
                    </a:cubicBezTo>
                    <a:cubicBezTo>
                      <a:pt x="4908" y="8097"/>
                      <a:pt x="4821" y="8065"/>
                      <a:pt x="4758" y="8002"/>
                    </a:cubicBezTo>
                    <a:lnTo>
                      <a:pt x="4286" y="7561"/>
                    </a:lnTo>
                    <a:cubicBezTo>
                      <a:pt x="4223" y="7498"/>
                      <a:pt x="4136" y="7467"/>
                      <a:pt x="4049" y="7467"/>
                    </a:cubicBezTo>
                    <a:cubicBezTo>
                      <a:pt x="3963" y="7467"/>
                      <a:pt x="3876" y="7498"/>
                      <a:pt x="3813" y="7561"/>
                    </a:cubicBezTo>
                    <a:lnTo>
                      <a:pt x="3088" y="8254"/>
                    </a:lnTo>
                    <a:lnTo>
                      <a:pt x="883" y="6049"/>
                    </a:lnTo>
                    <a:cubicBezTo>
                      <a:pt x="789" y="6018"/>
                      <a:pt x="789" y="5829"/>
                      <a:pt x="883" y="5671"/>
                    </a:cubicBezTo>
                    <a:lnTo>
                      <a:pt x="3088" y="3466"/>
                    </a:lnTo>
                    <a:close/>
                    <a:moveTo>
                      <a:pt x="8917" y="3529"/>
                    </a:moveTo>
                    <a:lnTo>
                      <a:pt x="11122" y="5671"/>
                    </a:lnTo>
                    <a:cubicBezTo>
                      <a:pt x="11248" y="5766"/>
                      <a:pt x="11248" y="6018"/>
                      <a:pt x="11122" y="6144"/>
                    </a:cubicBezTo>
                    <a:lnTo>
                      <a:pt x="8917" y="8349"/>
                    </a:lnTo>
                    <a:lnTo>
                      <a:pt x="8444" y="7876"/>
                    </a:lnTo>
                    <a:lnTo>
                      <a:pt x="8696" y="7624"/>
                    </a:lnTo>
                    <a:cubicBezTo>
                      <a:pt x="9074" y="7246"/>
                      <a:pt x="9074" y="6553"/>
                      <a:pt x="8696" y="6175"/>
                    </a:cubicBezTo>
                    <a:cubicBezTo>
                      <a:pt x="8491" y="5970"/>
                      <a:pt x="8224" y="5868"/>
                      <a:pt x="7956" y="5868"/>
                    </a:cubicBezTo>
                    <a:cubicBezTo>
                      <a:pt x="7688" y="5868"/>
                      <a:pt x="7420" y="5970"/>
                      <a:pt x="7216" y="6175"/>
                    </a:cubicBezTo>
                    <a:lnTo>
                      <a:pt x="6995" y="6396"/>
                    </a:lnTo>
                    <a:lnTo>
                      <a:pt x="6522" y="5923"/>
                    </a:lnTo>
                    <a:lnTo>
                      <a:pt x="7279" y="5198"/>
                    </a:lnTo>
                    <a:cubicBezTo>
                      <a:pt x="7373" y="5072"/>
                      <a:pt x="7373" y="4820"/>
                      <a:pt x="7279" y="4726"/>
                    </a:cubicBezTo>
                    <a:lnTo>
                      <a:pt x="6806" y="4222"/>
                    </a:lnTo>
                    <a:cubicBezTo>
                      <a:pt x="6680" y="4127"/>
                      <a:pt x="6680" y="3875"/>
                      <a:pt x="6806" y="3749"/>
                    </a:cubicBezTo>
                    <a:cubicBezTo>
                      <a:pt x="6869" y="3686"/>
                      <a:pt x="6963" y="3655"/>
                      <a:pt x="7026" y="3655"/>
                    </a:cubicBezTo>
                    <a:cubicBezTo>
                      <a:pt x="7121" y="3655"/>
                      <a:pt x="7216" y="3686"/>
                      <a:pt x="7279" y="3749"/>
                    </a:cubicBezTo>
                    <a:lnTo>
                      <a:pt x="7751" y="4222"/>
                    </a:lnTo>
                    <a:cubicBezTo>
                      <a:pt x="7798" y="4285"/>
                      <a:pt x="7885" y="4316"/>
                      <a:pt x="7976" y="4316"/>
                    </a:cubicBezTo>
                    <a:cubicBezTo>
                      <a:pt x="8066" y="4316"/>
                      <a:pt x="8161" y="4285"/>
                      <a:pt x="8224" y="4222"/>
                    </a:cubicBezTo>
                    <a:lnTo>
                      <a:pt x="8917" y="3529"/>
                    </a:lnTo>
                    <a:close/>
                    <a:moveTo>
                      <a:pt x="5987" y="6396"/>
                    </a:moveTo>
                    <a:lnTo>
                      <a:pt x="6711" y="7152"/>
                    </a:lnTo>
                    <a:cubicBezTo>
                      <a:pt x="6774" y="7215"/>
                      <a:pt x="6869" y="7246"/>
                      <a:pt x="6960" y="7246"/>
                    </a:cubicBezTo>
                    <a:cubicBezTo>
                      <a:pt x="7050" y="7246"/>
                      <a:pt x="7137" y="7215"/>
                      <a:pt x="7184" y="7152"/>
                    </a:cubicBezTo>
                    <a:lnTo>
                      <a:pt x="7657" y="6679"/>
                    </a:lnTo>
                    <a:cubicBezTo>
                      <a:pt x="7720" y="6616"/>
                      <a:pt x="7814" y="6585"/>
                      <a:pt x="7905" y="6585"/>
                    </a:cubicBezTo>
                    <a:cubicBezTo>
                      <a:pt x="7995" y="6585"/>
                      <a:pt x="8082" y="6616"/>
                      <a:pt x="8129" y="6679"/>
                    </a:cubicBezTo>
                    <a:cubicBezTo>
                      <a:pt x="8255" y="6805"/>
                      <a:pt x="8255" y="7026"/>
                      <a:pt x="8129" y="7152"/>
                    </a:cubicBezTo>
                    <a:lnTo>
                      <a:pt x="7657" y="7624"/>
                    </a:lnTo>
                    <a:cubicBezTo>
                      <a:pt x="7562" y="7750"/>
                      <a:pt x="7562" y="7971"/>
                      <a:pt x="7657" y="8097"/>
                    </a:cubicBezTo>
                    <a:lnTo>
                      <a:pt x="8381" y="8822"/>
                    </a:lnTo>
                    <a:lnTo>
                      <a:pt x="6239" y="11027"/>
                    </a:lnTo>
                    <a:cubicBezTo>
                      <a:pt x="6192" y="11074"/>
                      <a:pt x="6105" y="11098"/>
                      <a:pt x="6014" y="11098"/>
                    </a:cubicBezTo>
                    <a:cubicBezTo>
                      <a:pt x="5924" y="11098"/>
                      <a:pt x="5829" y="11074"/>
                      <a:pt x="5766" y="11027"/>
                    </a:cubicBezTo>
                    <a:lnTo>
                      <a:pt x="3561" y="8822"/>
                    </a:lnTo>
                    <a:lnTo>
                      <a:pt x="4034" y="8349"/>
                    </a:lnTo>
                    <a:lnTo>
                      <a:pt x="4286" y="8570"/>
                    </a:lnTo>
                    <a:cubicBezTo>
                      <a:pt x="4475" y="8774"/>
                      <a:pt x="4742" y="8877"/>
                      <a:pt x="5010" y="8877"/>
                    </a:cubicBezTo>
                    <a:cubicBezTo>
                      <a:pt x="5278" y="8877"/>
                      <a:pt x="5546" y="8774"/>
                      <a:pt x="5735" y="8570"/>
                    </a:cubicBezTo>
                    <a:cubicBezTo>
                      <a:pt x="6144" y="8191"/>
                      <a:pt x="6144" y="7498"/>
                      <a:pt x="5735" y="7120"/>
                    </a:cubicBezTo>
                    <a:lnTo>
                      <a:pt x="5514" y="6868"/>
                    </a:lnTo>
                    <a:lnTo>
                      <a:pt x="5987" y="6396"/>
                    </a:lnTo>
                    <a:close/>
                    <a:moveTo>
                      <a:pt x="5999" y="0"/>
                    </a:moveTo>
                    <a:cubicBezTo>
                      <a:pt x="5735" y="0"/>
                      <a:pt x="5467" y="95"/>
                      <a:pt x="5262" y="284"/>
                    </a:cubicBezTo>
                    <a:lnTo>
                      <a:pt x="379" y="5167"/>
                    </a:lnTo>
                    <a:cubicBezTo>
                      <a:pt x="1" y="5577"/>
                      <a:pt x="1" y="6238"/>
                      <a:pt x="379" y="6648"/>
                    </a:cubicBezTo>
                    <a:lnTo>
                      <a:pt x="5262" y="11531"/>
                    </a:lnTo>
                    <a:cubicBezTo>
                      <a:pt x="5467" y="11720"/>
                      <a:pt x="5735" y="11814"/>
                      <a:pt x="5999" y="11814"/>
                    </a:cubicBezTo>
                    <a:cubicBezTo>
                      <a:pt x="6262" y="11814"/>
                      <a:pt x="6522" y="11720"/>
                      <a:pt x="6711" y="11531"/>
                    </a:cubicBezTo>
                    <a:lnTo>
                      <a:pt x="11595" y="6648"/>
                    </a:lnTo>
                    <a:cubicBezTo>
                      <a:pt x="12004" y="6238"/>
                      <a:pt x="12004" y="5577"/>
                      <a:pt x="11595" y="5167"/>
                    </a:cubicBezTo>
                    <a:lnTo>
                      <a:pt x="6711" y="284"/>
                    </a:lnTo>
                    <a:cubicBezTo>
                      <a:pt x="6522" y="95"/>
                      <a:pt x="6262" y="0"/>
                      <a:pt x="59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716" name="Google Shape;9302;p73">
                <a:extLst>
                  <a:ext uri="{FF2B5EF4-FFF2-40B4-BE49-F238E27FC236}">
                    <a16:creationId xmlns:a16="http://schemas.microsoft.com/office/drawing/2014/main" id="{60881AC9-BD18-E5F0-7B17-5FB02523783E}"/>
                  </a:ext>
                </a:extLst>
              </p:cNvPr>
              <p:cNvGrpSpPr/>
              <p:nvPr/>
            </p:nvGrpSpPr>
            <p:grpSpPr>
              <a:xfrm>
                <a:off x="9647501" y="2281645"/>
                <a:ext cx="499261" cy="499261"/>
                <a:chOff x="5775900" y="2308125"/>
                <a:chExt cx="295375" cy="295375"/>
              </a:xfrm>
              <a:grpFill/>
            </p:grpSpPr>
            <p:sp>
              <p:nvSpPr>
                <p:cNvPr id="17721" name="Google Shape;9303;p73">
                  <a:extLst>
                    <a:ext uri="{FF2B5EF4-FFF2-40B4-BE49-F238E27FC236}">
                      <a16:creationId xmlns:a16="http://schemas.microsoft.com/office/drawing/2014/main" id="{C315BE69-2D51-3986-520F-2B3F46A5DBCE}"/>
                    </a:ext>
                  </a:extLst>
                </p:cNvPr>
                <p:cNvSpPr/>
                <p:nvPr/>
              </p:nvSpPr>
              <p:spPr>
                <a:xfrm>
                  <a:off x="5984625" y="2482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cubicBezTo>
                        <a:pt x="567" y="725"/>
                        <a:pt x="725" y="568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2" name="Google Shape;9304;p73">
                  <a:extLst>
                    <a:ext uri="{FF2B5EF4-FFF2-40B4-BE49-F238E27FC236}">
                      <a16:creationId xmlns:a16="http://schemas.microsoft.com/office/drawing/2014/main" id="{8EA4FAFB-6124-ADED-0FCB-5127B8608600}"/>
                    </a:ext>
                  </a:extLst>
                </p:cNvPr>
                <p:cNvSpPr/>
                <p:nvPr/>
              </p:nvSpPr>
              <p:spPr>
                <a:xfrm>
                  <a:off x="5775900" y="2308125"/>
                  <a:ext cx="2953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815" extrusionOk="0">
                      <a:moveTo>
                        <a:pt x="7845" y="725"/>
                      </a:moveTo>
                      <a:cubicBezTo>
                        <a:pt x="7719" y="914"/>
                        <a:pt x="7656" y="1166"/>
                        <a:pt x="7656" y="1450"/>
                      </a:cubicBezTo>
                      <a:cubicBezTo>
                        <a:pt x="7656" y="1670"/>
                        <a:pt x="7719" y="1922"/>
                        <a:pt x="7845" y="2143"/>
                      </a:cubicBezTo>
                      <a:lnTo>
                        <a:pt x="1387" y="2143"/>
                      </a:lnTo>
                      <a:cubicBezTo>
                        <a:pt x="1009" y="2143"/>
                        <a:pt x="694" y="1828"/>
                        <a:pt x="694" y="1450"/>
                      </a:cubicBezTo>
                      <a:cubicBezTo>
                        <a:pt x="694" y="1040"/>
                        <a:pt x="1009" y="725"/>
                        <a:pt x="1387" y="725"/>
                      </a:cubicBezTo>
                      <a:close/>
                      <a:moveTo>
                        <a:pt x="6112" y="6994"/>
                      </a:moveTo>
                      <a:cubicBezTo>
                        <a:pt x="5955" y="7183"/>
                        <a:pt x="5829" y="7436"/>
                        <a:pt x="5766" y="7719"/>
                      </a:cubicBezTo>
                      <a:lnTo>
                        <a:pt x="3466" y="7719"/>
                      </a:lnTo>
                      <a:lnTo>
                        <a:pt x="3466" y="6994"/>
                      </a:lnTo>
                      <a:close/>
                      <a:moveTo>
                        <a:pt x="694" y="2678"/>
                      </a:moveTo>
                      <a:cubicBezTo>
                        <a:pt x="883" y="2773"/>
                        <a:pt x="1103" y="2867"/>
                        <a:pt x="1387" y="2867"/>
                      </a:cubicBezTo>
                      <a:lnTo>
                        <a:pt x="1387" y="10460"/>
                      </a:lnTo>
                      <a:cubicBezTo>
                        <a:pt x="1009" y="10460"/>
                        <a:pt x="694" y="10145"/>
                        <a:pt x="694" y="9767"/>
                      </a:cubicBezTo>
                      <a:lnTo>
                        <a:pt x="694" y="2678"/>
                      </a:lnTo>
                      <a:close/>
                      <a:moveTo>
                        <a:pt x="8381" y="2836"/>
                      </a:moveTo>
                      <a:lnTo>
                        <a:pt x="8381" y="5608"/>
                      </a:lnTo>
                      <a:cubicBezTo>
                        <a:pt x="7814" y="5703"/>
                        <a:pt x="7247" y="5923"/>
                        <a:pt x="6774" y="6301"/>
                      </a:cubicBezTo>
                      <a:lnTo>
                        <a:pt x="3151" y="6301"/>
                      </a:lnTo>
                      <a:cubicBezTo>
                        <a:pt x="2962" y="6301"/>
                        <a:pt x="2804" y="6459"/>
                        <a:pt x="2804" y="6648"/>
                      </a:cubicBezTo>
                      <a:lnTo>
                        <a:pt x="2804" y="8034"/>
                      </a:lnTo>
                      <a:cubicBezTo>
                        <a:pt x="2804" y="8223"/>
                        <a:pt x="2962" y="8381"/>
                        <a:pt x="3151" y="8381"/>
                      </a:cubicBezTo>
                      <a:lnTo>
                        <a:pt x="5640" y="8381"/>
                      </a:lnTo>
                      <a:lnTo>
                        <a:pt x="5640" y="8727"/>
                      </a:lnTo>
                      <a:cubicBezTo>
                        <a:pt x="5640" y="9357"/>
                        <a:pt x="5829" y="9956"/>
                        <a:pt x="6144" y="10492"/>
                      </a:cubicBezTo>
                      <a:lnTo>
                        <a:pt x="2080" y="10492"/>
                      </a:lnTo>
                      <a:lnTo>
                        <a:pt x="2080" y="10460"/>
                      </a:lnTo>
                      <a:lnTo>
                        <a:pt x="2080" y="2836"/>
                      </a:lnTo>
                      <a:close/>
                      <a:moveTo>
                        <a:pt x="8727" y="6301"/>
                      </a:moveTo>
                      <a:cubicBezTo>
                        <a:pt x="10050" y="6301"/>
                        <a:pt x="11153" y="7404"/>
                        <a:pt x="11153" y="8727"/>
                      </a:cubicBezTo>
                      <a:cubicBezTo>
                        <a:pt x="11153" y="10082"/>
                        <a:pt x="10050" y="11216"/>
                        <a:pt x="8727" y="11216"/>
                      </a:cubicBezTo>
                      <a:cubicBezTo>
                        <a:pt x="7373" y="11216"/>
                        <a:pt x="6270" y="10113"/>
                        <a:pt x="6270" y="8727"/>
                      </a:cubicBezTo>
                      <a:cubicBezTo>
                        <a:pt x="6270" y="7373"/>
                        <a:pt x="7373" y="6301"/>
                        <a:pt x="8727" y="6301"/>
                      </a:cubicBezTo>
                      <a:close/>
                      <a:moveTo>
                        <a:pt x="1387" y="0"/>
                      </a:moveTo>
                      <a:cubicBezTo>
                        <a:pt x="630" y="0"/>
                        <a:pt x="0" y="630"/>
                        <a:pt x="0" y="1355"/>
                      </a:cubicBezTo>
                      <a:lnTo>
                        <a:pt x="0" y="9704"/>
                      </a:lnTo>
                      <a:cubicBezTo>
                        <a:pt x="0" y="10460"/>
                        <a:pt x="630" y="11090"/>
                        <a:pt x="1387" y="11090"/>
                      </a:cubicBezTo>
                      <a:lnTo>
                        <a:pt x="6742" y="11090"/>
                      </a:lnTo>
                      <a:cubicBezTo>
                        <a:pt x="7310" y="11563"/>
                        <a:pt x="8003" y="11815"/>
                        <a:pt x="8727" y="11815"/>
                      </a:cubicBezTo>
                      <a:cubicBezTo>
                        <a:pt x="10460" y="11815"/>
                        <a:pt x="11815" y="10334"/>
                        <a:pt x="11815" y="8664"/>
                      </a:cubicBezTo>
                      <a:cubicBezTo>
                        <a:pt x="11815" y="7120"/>
                        <a:pt x="10618" y="5829"/>
                        <a:pt x="9074" y="5608"/>
                      </a:cubicBezTo>
                      <a:lnTo>
                        <a:pt x="9074" y="2458"/>
                      </a:lnTo>
                      <a:cubicBezTo>
                        <a:pt x="9074" y="2269"/>
                        <a:pt x="9042" y="2143"/>
                        <a:pt x="8822" y="2080"/>
                      </a:cubicBezTo>
                      <a:cubicBezTo>
                        <a:pt x="8538" y="1985"/>
                        <a:pt x="8349" y="1733"/>
                        <a:pt x="8349" y="1418"/>
                      </a:cubicBezTo>
                      <a:cubicBezTo>
                        <a:pt x="8349" y="1135"/>
                        <a:pt x="8538" y="851"/>
                        <a:pt x="8822" y="725"/>
                      </a:cubicBezTo>
                      <a:cubicBezTo>
                        <a:pt x="8979" y="694"/>
                        <a:pt x="9074" y="536"/>
                        <a:pt x="9074" y="410"/>
                      </a:cubicBezTo>
                      <a:lnTo>
                        <a:pt x="9074" y="347"/>
                      </a:lnTo>
                      <a:cubicBezTo>
                        <a:pt x="9074" y="158"/>
                        <a:pt x="8916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3" name="Google Shape;9305;p73">
                  <a:extLst>
                    <a:ext uri="{FF2B5EF4-FFF2-40B4-BE49-F238E27FC236}">
                      <a16:creationId xmlns:a16="http://schemas.microsoft.com/office/drawing/2014/main" id="{969F07C5-887C-FB3F-279F-7867412849D8}"/>
                    </a:ext>
                  </a:extLst>
                </p:cNvPr>
                <p:cNvSpPr/>
                <p:nvPr/>
              </p:nvSpPr>
              <p:spPr>
                <a:xfrm>
                  <a:off x="5984625" y="2508975"/>
                  <a:ext cx="18125" cy="6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2458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2111"/>
                      </a:lnTo>
                      <a:cubicBezTo>
                        <a:pt x="0" y="2300"/>
                        <a:pt x="158" y="2458"/>
                        <a:pt x="378" y="2458"/>
                      </a:cubicBezTo>
                      <a:cubicBezTo>
                        <a:pt x="567" y="2458"/>
                        <a:pt x="725" y="2300"/>
                        <a:pt x="725" y="2111"/>
                      </a:cubicBezTo>
                      <a:lnTo>
                        <a:pt x="725" y="347"/>
                      </a:ln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4" name="Google Shape;9306;p73">
                  <a:extLst>
                    <a:ext uri="{FF2B5EF4-FFF2-40B4-BE49-F238E27FC236}">
                      <a16:creationId xmlns:a16="http://schemas.microsoft.com/office/drawing/2014/main" id="{52646B94-04D6-D82D-2DEA-F89E0F52965E}"/>
                    </a:ext>
                  </a:extLst>
                </p:cNvPr>
                <p:cNvSpPr/>
                <p:nvPr/>
              </p:nvSpPr>
              <p:spPr>
                <a:xfrm>
                  <a:off x="5845200" y="239555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694"/>
                        <a:pt x="347" y="694"/>
                      </a:cubicBezTo>
                      <a:lnTo>
                        <a:pt x="4569" y="694"/>
                      </a:lnTo>
                      <a:cubicBezTo>
                        <a:pt x="4758" y="694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5" name="Google Shape;9307;p73">
                  <a:extLst>
                    <a:ext uri="{FF2B5EF4-FFF2-40B4-BE49-F238E27FC236}">
                      <a16:creationId xmlns:a16="http://schemas.microsoft.com/office/drawing/2014/main" id="{278BE2AC-7EB9-3087-0EA6-0582E9A943CB}"/>
                    </a:ext>
                  </a:extLst>
                </p:cNvPr>
                <p:cNvSpPr/>
                <p:nvPr/>
              </p:nvSpPr>
              <p:spPr>
                <a:xfrm>
                  <a:off x="5845200" y="2431000"/>
                  <a:ext cx="1229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569" y="693"/>
                      </a:lnTo>
                      <a:cubicBezTo>
                        <a:pt x="4758" y="693"/>
                        <a:pt x="4916" y="536"/>
                        <a:pt x="4916" y="347"/>
                      </a:cubicBezTo>
                      <a:cubicBezTo>
                        <a:pt x="4916" y="158"/>
                        <a:pt x="4758" y="0"/>
                        <a:pt x="45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717" name="Google Shape;9308;p73">
                <a:extLst>
                  <a:ext uri="{FF2B5EF4-FFF2-40B4-BE49-F238E27FC236}">
                    <a16:creationId xmlns:a16="http://schemas.microsoft.com/office/drawing/2014/main" id="{C7B4293F-CFA1-CC0E-B1A1-63DF61C0214C}"/>
                  </a:ext>
                </a:extLst>
              </p:cNvPr>
              <p:cNvGrpSpPr/>
              <p:nvPr/>
            </p:nvGrpSpPr>
            <p:grpSpPr>
              <a:xfrm>
                <a:off x="9677461" y="2924641"/>
                <a:ext cx="439341" cy="500612"/>
                <a:chOff x="5794025" y="2673575"/>
                <a:chExt cx="259925" cy="296175"/>
              </a:xfrm>
              <a:grpFill/>
            </p:grpSpPr>
            <p:sp>
              <p:nvSpPr>
                <p:cNvPr id="17719" name="Google Shape;9309;p73">
                  <a:extLst>
                    <a:ext uri="{FF2B5EF4-FFF2-40B4-BE49-F238E27FC236}">
                      <a16:creationId xmlns:a16="http://schemas.microsoft.com/office/drawing/2014/main" id="{10C723F2-4B1A-FD8C-E163-53E7CFB1607D}"/>
                    </a:ext>
                  </a:extLst>
                </p:cNvPr>
                <p:cNvSpPr/>
                <p:nvPr/>
              </p:nvSpPr>
              <p:spPr>
                <a:xfrm>
                  <a:off x="5794025" y="2673575"/>
                  <a:ext cx="259925" cy="296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47" extrusionOk="0">
                      <a:moveTo>
                        <a:pt x="5860" y="694"/>
                      </a:moveTo>
                      <a:cubicBezTo>
                        <a:pt x="7089" y="694"/>
                        <a:pt x="8097" y="1639"/>
                        <a:pt x="8254" y="2805"/>
                      </a:cubicBezTo>
                      <a:cubicBezTo>
                        <a:pt x="8160" y="2773"/>
                        <a:pt x="8065" y="2773"/>
                        <a:pt x="7939" y="2773"/>
                      </a:cubicBezTo>
                      <a:lnTo>
                        <a:pt x="7561" y="2773"/>
                      </a:lnTo>
                      <a:cubicBezTo>
                        <a:pt x="7404" y="1985"/>
                        <a:pt x="6679" y="1387"/>
                        <a:pt x="5860" y="1387"/>
                      </a:cubicBezTo>
                      <a:lnTo>
                        <a:pt x="4474" y="1387"/>
                      </a:lnTo>
                      <a:cubicBezTo>
                        <a:pt x="3655" y="1387"/>
                        <a:pt x="2930" y="1985"/>
                        <a:pt x="2804" y="2773"/>
                      </a:cubicBezTo>
                      <a:lnTo>
                        <a:pt x="2394" y="2773"/>
                      </a:lnTo>
                      <a:cubicBezTo>
                        <a:pt x="2268" y="2773"/>
                        <a:pt x="2142" y="2773"/>
                        <a:pt x="2079" y="2805"/>
                      </a:cubicBezTo>
                      <a:cubicBezTo>
                        <a:pt x="2237" y="1639"/>
                        <a:pt x="3277" y="694"/>
                        <a:pt x="4474" y="694"/>
                      </a:cubicBezTo>
                      <a:close/>
                      <a:moveTo>
                        <a:pt x="6206" y="2143"/>
                      </a:moveTo>
                      <a:cubicBezTo>
                        <a:pt x="6616" y="2300"/>
                        <a:pt x="6931" y="2647"/>
                        <a:pt x="6931" y="3120"/>
                      </a:cubicBezTo>
                      <a:lnTo>
                        <a:pt x="6931" y="3403"/>
                      </a:lnTo>
                      <a:cubicBezTo>
                        <a:pt x="6522" y="3246"/>
                        <a:pt x="6206" y="2899"/>
                        <a:pt x="6206" y="2427"/>
                      </a:cubicBezTo>
                      <a:lnTo>
                        <a:pt x="6206" y="2143"/>
                      </a:lnTo>
                      <a:close/>
                      <a:moveTo>
                        <a:pt x="5513" y="2080"/>
                      </a:moveTo>
                      <a:lnTo>
                        <a:pt x="5513" y="2427"/>
                      </a:lnTo>
                      <a:cubicBezTo>
                        <a:pt x="5513" y="3025"/>
                        <a:pt x="5041" y="3435"/>
                        <a:pt x="4474" y="3435"/>
                      </a:cubicBezTo>
                      <a:lnTo>
                        <a:pt x="3466" y="3435"/>
                      </a:lnTo>
                      <a:lnTo>
                        <a:pt x="3466" y="3088"/>
                      </a:lnTo>
                      <a:cubicBezTo>
                        <a:pt x="3466" y="2490"/>
                        <a:pt x="3938" y="2080"/>
                        <a:pt x="4474" y="2080"/>
                      </a:cubicBezTo>
                      <a:close/>
                      <a:moveTo>
                        <a:pt x="2741" y="3435"/>
                      </a:moveTo>
                      <a:lnTo>
                        <a:pt x="2741" y="5451"/>
                      </a:lnTo>
                      <a:cubicBezTo>
                        <a:pt x="2363" y="5293"/>
                        <a:pt x="2048" y="4947"/>
                        <a:pt x="2048" y="4474"/>
                      </a:cubicBezTo>
                      <a:lnTo>
                        <a:pt x="2048" y="3813"/>
                      </a:lnTo>
                      <a:cubicBezTo>
                        <a:pt x="2048" y="3592"/>
                        <a:pt x="2205" y="3435"/>
                        <a:pt x="2394" y="3435"/>
                      </a:cubicBezTo>
                      <a:close/>
                      <a:moveTo>
                        <a:pt x="7939" y="3498"/>
                      </a:moveTo>
                      <a:cubicBezTo>
                        <a:pt x="8160" y="3498"/>
                        <a:pt x="8317" y="3655"/>
                        <a:pt x="8317" y="3844"/>
                      </a:cubicBezTo>
                      <a:lnTo>
                        <a:pt x="8317" y="4506"/>
                      </a:lnTo>
                      <a:cubicBezTo>
                        <a:pt x="8317" y="4947"/>
                        <a:pt x="8034" y="5325"/>
                        <a:pt x="7593" y="5482"/>
                      </a:cubicBezTo>
                      <a:lnTo>
                        <a:pt x="7593" y="3498"/>
                      </a:lnTo>
                      <a:close/>
                      <a:moveTo>
                        <a:pt x="5891" y="3435"/>
                      </a:moveTo>
                      <a:cubicBezTo>
                        <a:pt x="6143" y="3750"/>
                        <a:pt x="6522" y="4033"/>
                        <a:pt x="6931" y="4128"/>
                      </a:cubicBezTo>
                      <a:lnTo>
                        <a:pt x="6931" y="5892"/>
                      </a:lnTo>
                      <a:cubicBezTo>
                        <a:pt x="6931" y="6491"/>
                        <a:pt x="6459" y="6900"/>
                        <a:pt x="5891" y="6900"/>
                      </a:cubicBezTo>
                      <a:lnTo>
                        <a:pt x="4505" y="6900"/>
                      </a:lnTo>
                      <a:cubicBezTo>
                        <a:pt x="3938" y="6900"/>
                        <a:pt x="3497" y="6428"/>
                        <a:pt x="3497" y="5892"/>
                      </a:cubicBezTo>
                      <a:lnTo>
                        <a:pt x="3497" y="4159"/>
                      </a:lnTo>
                      <a:lnTo>
                        <a:pt x="4505" y="4159"/>
                      </a:lnTo>
                      <a:cubicBezTo>
                        <a:pt x="5072" y="4159"/>
                        <a:pt x="5576" y="3876"/>
                        <a:pt x="5891" y="3435"/>
                      </a:cubicBezTo>
                      <a:close/>
                      <a:moveTo>
                        <a:pt x="6238" y="7593"/>
                      </a:moveTo>
                      <a:cubicBezTo>
                        <a:pt x="6333" y="7782"/>
                        <a:pt x="6459" y="7971"/>
                        <a:pt x="6616" y="8097"/>
                      </a:cubicBezTo>
                      <a:lnTo>
                        <a:pt x="5198" y="9547"/>
                      </a:lnTo>
                      <a:lnTo>
                        <a:pt x="3718" y="8097"/>
                      </a:lnTo>
                      <a:cubicBezTo>
                        <a:pt x="3875" y="7971"/>
                        <a:pt x="4033" y="7782"/>
                        <a:pt x="4096" y="7593"/>
                      </a:cubicBezTo>
                      <a:cubicBezTo>
                        <a:pt x="4190" y="7625"/>
                        <a:pt x="4379" y="7625"/>
                        <a:pt x="4474" y="7625"/>
                      </a:cubicBezTo>
                      <a:lnTo>
                        <a:pt x="5860" y="7625"/>
                      </a:lnTo>
                      <a:cubicBezTo>
                        <a:pt x="5986" y="7625"/>
                        <a:pt x="6143" y="7625"/>
                        <a:pt x="6238" y="7593"/>
                      </a:cubicBezTo>
                      <a:close/>
                      <a:moveTo>
                        <a:pt x="2961" y="8318"/>
                      </a:moveTo>
                      <a:lnTo>
                        <a:pt x="4852" y="10177"/>
                      </a:lnTo>
                      <a:lnTo>
                        <a:pt x="4852" y="11122"/>
                      </a:lnTo>
                      <a:lnTo>
                        <a:pt x="662" y="11122"/>
                      </a:lnTo>
                      <a:lnTo>
                        <a:pt x="662" y="9358"/>
                      </a:lnTo>
                      <a:cubicBezTo>
                        <a:pt x="662" y="8759"/>
                        <a:pt x="1134" y="8318"/>
                        <a:pt x="1701" y="8318"/>
                      </a:cubicBezTo>
                      <a:close/>
                      <a:moveTo>
                        <a:pt x="8664" y="8318"/>
                      </a:moveTo>
                      <a:cubicBezTo>
                        <a:pt x="9262" y="8318"/>
                        <a:pt x="9672" y="8790"/>
                        <a:pt x="9672" y="9358"/>
                      </a:cubicBezTo>
                      <a:lnTo>
                        <a:pt x="9672" y="11122"/>
                      </a:lnTo>
                      <a:lnTo>
                        <a:pt x="5513" y="11122"/>
                      </a:lnTo>
                      <a:lnTo>
                        <a:pt x="5513" y="10177"/>
                      </a:lnTo>
                      <a:lnTo>
                        <a:pt x="7404" y="8318"/>
                      </a:lnTo>
                      <a:close/>
                      <a:moveTo>
                        <a:pt x="4537" y="1"/>
                      </a:moveTo>
                      <a:cubicBezTo>
                        <a:pt x="2804" y="1"/>
                        <a:pt x="1418" y="1418"/>
                        <a:pt x="1418" y="3120"/>
                      </a:cubicBezTo>
                      <a:lnTo>
                        <a:pt x="1418" y="4506"/>
                      </a:lnTo>
                      <a:cubicBezTo>
                        <a:pt x="1418" y="5356"/>
                        <a:pt x="2048" y="6050"/>
                        <a:pt x="2835" y="6207"/>
                      </a:cubicBezTo>
                      <a:cubicBezTo>
                        <a:pt x="2898" y="6648"/>
                        <a:pt x="3151" y="7026"/>
                        <a:pt x="3497" y="7278"/>
                      </a:cubicBezTo>
                      <a:cubicBezTo>
                        <a:pt x="3466" y="7467"/>
                        <a:pt x="3308" y="7625"/>
                        <a:pt x="3119" y="7625"/>
                      </a:cubicBezTo>
                      <a:lnTo>
                        <a:pt x="1733" y="7625"/>
                      </a:lnTo>
                      <a:cubicBezTo>
                        <a:pt x="788" y="7625"/>
                        <a:pt x="0" y="8412"/>
                        <a:pt x="0" y="9358"/>
                      </a:cubicBezTo>
                      <a:lnTo>
                        <a:pt x="0" y="11468"/>
                      </a:lnTo>
                      <a:cubicBezTo>
                        <a:pt x="0" y="11689"/>
                        <a:pt x="158" y="11846"/>
                        <a:pt x="347" y="11846"/>
                      </a:cubicBezTo>
                      <a:lnTo>
                        <a:pt x="10050" y="11846"/>
                      </a:lnTo>
                      <a:cubicBezTo>
                        <a:pt x="10239" y="11846"/>
                        <a:pt x="10397" y="11689"/>
                        <a:pt x="10397" y="11468"/>
                      </a:cubicBezTo>
                      <a:lnTo>
                        <a:pt x="10397" y="9358"/>
                      </a:lnTo>
                      <a:cubicBezTo>
                        <a:pt x="10397" y="8412"/>
                        <a:pt x="9609" y="7625"/>
                        <a:pt x="8664" y="7625"/>
                      </a:cubicBezTo>
                      <a:lnTo>
                        <a:pt x="7278" y="7625"/>
                      </a:lnTo>
                      <a:cubicBezTo>
                        <a:pt x="7089" y="7625"/>
                        <a:pt x="6931" y="7467"/>
                        <a:pt x="6931" y="7278"/>
                      </a:cubicBezTo>
                      <a:cubicBezTo>
                        <a:pt x="7278" y="7026"/>
                        <a:pt x="7530" y="6648"/>
                        <a:pt x="7593" y="6207"/>
                      </a:cubicBezTo>
                      <a:cubicBezTo>
                        <a:pt x="8380" y="6050"/>
                        <a:pt x="9010" y="5325"/>
                        <a:pt x="9010" y="4506"/>
                      </a:cubicBezTo>
                      <a:lnTo>
                        <a:pt x="9010" y="3120"/>
                      </a:lnTo>
                      <a:cubicBezTo>
                        <a:pt x="9010" y="1387"/>
                        <a:pt x="7593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720" name="Google Shape;9310;p73">
                  <a:extLst>
                    <a:ext uri="{FF2B5EF4-FFF2-40B4-BE49-F238E27FC236}">
                      <a16:creationId xmlns:a16="http://schemas.microsoft.com/office/drawing/2014/main" id="{B05CCFA3-48D8-7480-099E-A806562AF8A5}"/>
                    </a:ext>
                  </a:extLst>
                </p:cNvPr>
                <p:cNvSpPr/>
                <p:nvPr/>
              </p:nvSpPr>
              <p:spPr>
                <a:xfrm>
                  <a:off x="5967300" y="2915375"/>
                  <a:ext cx="35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lnTo>
                        <a:pt x="1040" y="694"/>
                      </a:lnTo>
                      <a:cubicBezTo>
                        <a:pt x="1260" y="694"/>
                        <a:pt x="1418" y="536"/>
                        <a:pt x="1418" y="347"/>
                      </a:cubicBezTo>
                      <a:cubicBezTo>
                        <a:pt x="1418" y="158"/>
                        <a:pt x="1260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718" name="Google Shape;9311;p73">
                <a:extLst>
                  <a:ext uri="{FF2B5EF4-FFF2-40B4-BE49-F238E27FC236}">
                    <a16:creationId xmlns:a16="http://schemas.microsoft.com/office/drawing/2014/main" id="{BC503502-1B9A-5BE9-42B4-C1A2596CDF50}"/>
                  </a:ext>
                </a:extLst>
              </p:cNvPr>
              <p:cNvSpPr/>
              <p:nvPr/>
            </p:nvSpPr>
            <p:spPr>
              <a:xfrm>
                <a:off x="10926070" y="2281639"/>
                <a:ext cx="500612" cy="499261"/>
              </a:xfrm>
              <a:custGeom>
                <a:avLst/>
                <a:gdLst/>
                <a:ahLst/>
                <a:cxnLst/>
                <a:rect l="l" t="t" r="r" b="b"/>
                <a:pathLst>
                  <a:path w="11847" h="11815" extrusionOk="0">
                    <a:moveTo>
                      <a:pt x="5892" y="693"/>
                    </a:moveTo>
                    <a:cubicBezTo>
                      <a:pt x="6491" y="693"/>
                      <a:pt x="6932" y="1134"/>
                      <a:pt x="6932" y="1701"/>
                    </a:cubicBezTo>
                    <a:cubicBezTo>
                      <a:pt x="6932" y="2269"/>
                      <a:pt x="6459" y="2710"/>
                      <a:pt x="5892" y="2710"/>
                    </a:cubicBezTo>
                    <a:cubicBezTo>
                      <a:pt x="5325" y="2710"/>
                      <a:pt x="4884" y="2269"/>
                      <a:pt x="4884" y="1701"/>
                    </a:cubicBezTo>
                    <a:cubicBezTo>
                      <a:pt x="4884" y="1134"/>
                      <a:pt x="5325" y="693"/>
                      <a:pt x="5892" y="693"/>
                    </a:cubicBezTo>
                    <a:close/>
                    <a:moveTo>
                      <a:pt x="5892" y="3466"/>
                    </a:moveTo>
                    <a:cubicBezTo>
                      <a:pt x="6176" y="3466"/>
                      <a:pt x="6428" y="3497"/>
                      <a:pt x="6680" y="3592"/>
                    </a:cubicBezTo>
                    <a:lnTo>
                      <a:pt x="5892" y="4631"/>
                    </a:lnTo>
                    <a:lnTo>
                      <a:pt x="5104" y="3592"/>
                    </a:lnTo>
                    <a:cubicBezTo>
                      <a:pt x="5357" y="3529"/>
                      <a:pt x="5609" y="3466"/>
                      <a:pt x="5892" y="3466"/>
                    </a:cubicBezTo>
                    <a:close/>
                    <a:moveTo>
                      <a:pt x="4222" y="2048"/>
                    </a:moveTo>
                    <a:cubicBezTo>
                      <a:pt x="4285" y="2426"/>
                      <a:pt x="4474" y="2710"/>
                      <a:pt x="4726" y="2962"/>
                    </a:cubicBezTo>
                    <a:cubicBezTo>
                      <a:pt x="4632" y="2993"/>
                      <a:pt x="4537" y="3056"/>
                      <a:pt x="4443" y="3088"/>
                    </a:cubicBezTo>
                    <a:cubicBezTo>
                      <a:pt x="4443" y="3088"/>
                      <a:pt x="4411" y="3088"/>
                      <a:pt x="4411" y="3119"/>
                    </a:cubicBezTo>
                    <a:cubicBezTo>
                      <a:pt x="3403" y="3623"/>
                      <a:pt x="2773" y="4694"/>
                      <a:pt x="2773" y="5829"/>
                    </a:cubicBezTo>
                    <a:lnTo>
                      <a:pt x="2773" y="6207"/>
                    </a:lnTo>
                    <a:lnTo>
                      <a:pt x="2143" y="6207"/>
                    </a:lnTo>
                    <a:lnTo>
                      <a:pt x="2647" y="2300"/>
                    </a:lnTo>
                    <a:cubicBezTo>
                      <a:pt x="2679" y="2174"/>
                      <a:pt x="2836" y="2048"/>
                      <a:pt x="2962" y="2048"/>
                    </a:cubicBezTo>
                    <a:close/>
                    <a:moveTo>
                      <a:pt x="4474" y="3907"/>
                    </a:moveTo>
                    <a:lnTo>
                      <a:pt x="5546" y="5325"/>
                    </a:lnTo>
                    <a:lnTo>
                      <a:pt x="5546" y="6238"/>
                    </a:lnTo>
                    <a:lnTo>
                      <a:pt x="3466" y="6238"/>
                    </a:lnTo>
                    <a:lnTo>
                      <a:pt x="3466" y="5892"/>
                    </a:lnTo>
                    <a:cubicBezTo>
                      <a:pt x="3466" y="5041"/>
                      <a:pt x="3844" y="4348"/>
                      <a:pt x="4474" y="3907"/>
                    </a:cubicBezTo>
                    <a:close/>
                    <a:moveTo>
                      <a:pt x="7278" y="3907"/>
                    </a:moveTo>
                    <a:cubicBezTo>
                      <a:pt x="7908" y="4348"/>
                      <a:pt x="8318" y="5104"/>
                      <a:pt x="8318" y="5892"/>
                    </a:cubicBezTo>
                    <a:lnTo>
                      <a:pt x="8318" y="6238"/>
                    </a:lnTo>
                    <a:lnTo>
                      <a:pt x="6207" y="6238"/>
                    </a:lnTo>
                    <a:lnTo>
                      <a:pt x="6207" y="5325"/>
                    </a:lnTo>
                    <a:lnTo>
                      <a:pt x="7278" y="3907"/>
                    </a:lnTo>
                    <a:close/>
                    <a:moveTo>
                      <a:pt x="8854" y="2048"/>
                    </a:moveTo>
                    <a:cubicBezTo>
                      <a:pt x="9011" y="2048"/>
                      <a:pt x="9137" y="2143"/>
                      <a:pt x="9169" y="2300"/>
                    </a:cubicBezTo>
                    <a:lnTo>
                      <a:pt x="9673" y="6238"/>
                    </a:lnTo>
                    <a:lnTo>
                      <a:pt x="9043" y="6238"/>
                    </a:lnTo>
                    <a:lnTo>
                      <a:pt x="9043" y="5860"/>
                    </a:lnTo>
                    <a:cubicBezTo>
                      <a:pt x="9043" y="4694"/>
                      <a:pt x="8381" y="3655"/>
                      <a:pt x="7436" y="3151"/>
                    </a:cubicBezTo>
                    <a:cubicBezTo>
                      <a:pt x="7436" y="3151"/>
                      <a:pt x="7404" y="3151"/>
                      <a:pt x="7404" y="3119"/>
                    </a:cubicBezTo>
                    <a:cubicBezTo>
                      <a:pt x="7310" y="3088"/>
                      <a:pt x="7184" y="3056"/>
                      <a:pt x="7121" y="2993"/>
                    </a:cubicBezTo>
                    <a:cubicBezTo>
                      <a:pt x="7310" y="2773"/>
                      <a:pt x="7530" y="2458"/>
                      <a:pt x="7593" y="2048"/>
                    </a:cubicBezTo>
                    <a:close/>
                    <a:moveTo>
                      <a:pt x="10744" y="6900"/>
                    </a:moveTo>
                    <a:cubicBezTo>
                      <a:pt x="10933" y="6900"/>
                      <a:pt x="11090" y="7057"/>
                      <a:pt x="11090" y="7246"/>
                    </a:cubicBezTo>
                    <a:cubicBezTo>
                      <a:pt x="11090" y="7435"/>
                      <a:pt x="10933" y="7624"/>
                      <a:pt x="10744" y="7624"/>
                    </a:cubicBezTo>
                    <a:lnTo>
                      <a:pt x="1009" y="7624"/>
                    </a:lnTo>
                    <a:cubicBezTo>
                      <a:pt x="820" y="7624"/>
                      <a:pt x="662" y="7435"/>
                      <a:pt x="662" y="7246"/>
                    </a:cubicBezTo>
                    <a:cubicBezTo>
                      <a:pt x="662" y="7057"/>
                      <a:pt x="820" y="6900"/>
                      <a:pt x="1009" y="6900"/>
                    </a:cubicBezTo>
                    <a:close/>
                    <a:moveTo>
                      <a:pt x="10397" y="8317"/>
                    </a:moveTo>
                    <a:lnTo>
                      <a:pt x="10397" y="11121"/>
                    </a:lnTo>
                    <a:lnTo>
                      <a:pt x="1387" y="11121"/>
                    </a:lnTo>
                    <a:lnTo>
                      <a:pt x="1387" y="8317"/>
                    </a:lnTo>
                    <a:close/>
                    <a:moveTo>
                      <a:pt x="5892" y="0"/>
                    </a:moveTo>
                    <a:cubicBezTo>
                      <a:pt x="5073" y="0"/>
                      <a:pt x="4380" y="599"/>
                      <a:pt x="4222" y="1386"/>
                    </a:cubicBezTo>
                    <a:lnTo>
                      <a:pt x="2962" y="1386"/>
                    </a:lnTo>
                    <a:cubicBezTo>
                      <a:pt x="2458" y="1386"/>
                      <a:pt x="2080" y="1701"/>
                      <a:pt x="1954" y="2143"/>
                    </a:cubicBezTo>
                    <a:lnTo>
                      <a:pt x="1954" y="2174"/>
                    </a:lnTo>
                    <a:lnTo>
                      <a:pt x="1450" y="6238"/>
                    </a:lnTo>
                    <a:lnTo>
                      <a:pt x="1072" y="6238"/>
                    </a:lnTo>
                    <a:cubicBezTo>
                      <a:pt x="473" y="6238"/>
                      <a:pt x="1" y="6711"/>
                      <a:pt x="1" y="7246"/>
                    </a:cubicBezTo>
                    <a:cubicBezTo>
                      <a:pt x="1" y="7719"/>
                      <a:pt x="316" y="8065"/>
                      <a:pt x="694" y="8254"/>
                    </a:cubicBezTo>
                    <a:lnTo>
                      <a:pt x="694" y="11468"/>
                    </a:lnTo>
                    <a:cubicBezTo>
                      <a:pt x="694" y="11657"/>
                      <a:pt x="851" y="11815"/>
                      <a:pt x="1040" y="11815"/>
                    </a:cubicBezTo>
                    <a:lnTo>
                      <a:pt x="10775" y="11815"/>
                    </a:lnTo>
                    <a:cubicBezTo>
                      <a:pt x="10996" y="11815"/>
                      <a:pt x="11153" y="11657"/>
                      <a:pt x="11153" y="11468"/>
                    </a:cubicBezTo>
                    <a:lnTo>
                      <a:pt x="11153" y="8254"/>
                    </a:lnTo>
                    <a:cubicBezTo>
                      <a:pt x="11531" y="8065"/>
                      <a:pt x="11847" y="7719"/>
                      <a:pt x="11847" y="7246"/>
                    </a:cubicBezTo>
                    <a:cubicBezTo>
                      <a:pt x="11815" y="6711"/>
                      <a:pt x="11342" y="6238"/>
                      <a:pt x="10744" y="6238"/>
                    </a:cubicBezTo>
                    <a:lnTo>
                      <a:pt x="10366" y="6238"/>
                    </a:lnTo>
                    <a:lnTo>
                      <a:pt x="9830" y="2174"/>
                    </a:lnTo>
                    <a:lnTo>
                      <a:pt x="9830" y="2143"/>
                    </a:lnTo>
                    <a:cubicBezTo>
                      <a:pt x="9736" y="1701"/>
                      <a:pt x="9295" y="1386"/>
                      <a:pt x="8854" y="1386"/>
                    </a:cubicBezTo>
                    <a:lnTo>
                      <a:pt x="7593" y="1386"/>
                    </a:lnTo>
                    <a:cubicBezTo>
                      <a:pt x="7436" y="599"/>
                      <a:pt x="6711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BF28B2E-3C06-80D2-FDAE-323E72DBF284}"/>
                </a:ext>
              </a:extLst>
            </p:cNvPr>
            <p:cNvGrpSpPr/>
            <p:nvPr/>
          </p:nvGrpSpPr>
          <p:grpSpPr>
            <a:xfrm>
              <a:off x="764236" y="3833082"/>
              <a:ext cx="10663528" cy="1739406"/>
              <a:chOff x="763919" y="3746993"/>
              <a:chExt cx="10663528" cy="1739406"/>
            </a:xfrm>
            <a:grpFill/>
          </p:grpSpPr>
          <p:grpSp>
            <p:nvGrpSpPr>
              <p:cNvPr id="9" name="Google Shape;9312;p73">
                <a:extLst>
                  <a:ext uri="{FF2B5EF4-FFF2-40B4-BE49-F238E27FC236}">
                    <a16:creationId xmlns:a16="http://schemas.microsoft.com/office/drawing/2014/main" id="{9035EDF4-7054-B053-C953-078502A09BD0}"/>
                  </a:ext>
                </a:extLst>
              </p:cNvPr>
              <p:cNvGrpSpPr/>
              <p:nvPr/>
            </p:nvGrpSpPr>
            <p:grpSpPr>
              <a:xfrm>
                <a:off x="765249" y="3749233"/>
                <a:ext cx="503276" cy="497908"/>
                <a:chOff x="581525" y="3254850"/>
                <a:chExt cx="297750" cy="294575"/>
              </a:xfrm>
              <a:grpFill/>
            </p:grpSpPr>
            <p:sp>
              <p:nvSpPr>
                <p:cNvPr id="17666" name="Google Shape;9313;p73">
                  <a:extLst>
                    <a:ext uri="{FF2B5EF4-FFF2-40B4-BE49-F238E27FC236}">
                      <a16:creationId xmlns:a16="http://schemas.microsoft.com/office/drawing/2014/main" id="{2CA11248-D975-92CE-A611-6FAFDD9CBDCE}"/>
                    </a:ext>
                  </a:extLst>
                </p:cNvPr>
                <p:cNvSpPr/>
                <p:nvPr/>
              </p:nvSpPr>
              <p:spPr>
                <a:xfrm>
                  <a:off x="616950" y="3358025"/>
                  <a:ext cx="890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3466" extrusionOk="0">
                      <a:moveTo>
                        <a:pt x="1797" y="0"/>
                      </a:moveTo>
                      <a:cubicBezTo>
                        <a:pt x="789" y="0"/>
                        <a:pt x="1" y="788"/>
                        <a:pt x="1" y="1733"/>
                      </a:cubicBezTo>
                      <a:cubicBezTo>
                        <a:pt x="1" y="2710"/>
                        <a:pt x="789" y="3466"/>
                        <a:pt x="1797" y="3466"/>
                      </a:cubicBezTo>
                      <a:cubicBezTo>
                        <a:pt x="2773" y="3466"/>
                        <a:pt x="3561" y="2710"/>
                        <a:pt x="3561" y="1733"/>
                      </a:cubicBezTo>
                      <a:cubicBezTo>
                        <a:pt x="3561" y="788"/>
                        <a:pt x="2773" y="0"/>
                        <a:pt x="17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7" name="Google Shape;9314;p73">
                  <a:extLst>
                    <a:ext uri="{FF2B5EF4-FFF2-40B4-BE49-F238E27FC236}">
                      <a16:creationId xmlns:a16="http://schemas.microsoft.com/office/drawing/2014/main" id="{FDDB7711-8E0C-269C-CB8E-DDDBCA66BCB2}"/>
                    </a:ext>
                  </a:extLst>
                </p:cNvPr>
                <p:cNvSpPr/>
                <p:nvPr/>
              </p:nvSpPr>
              <p:spPr>
                <a:xfrm>
                  <a:off x="721725" y="3254850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355"/>
                      </a:moveTo>
                      <a:cubicBezTo>
                        <a:pt x="3749" y="1355"/>
                        <a:pt x="4159" y="1827"/>
                        <a:pt x="4159" y="2363"/>
                      </a:cubicBezTo>
                      <a:cubicBezTo>
                        <a:pt x="4159" y="2773"/>
                        <a:pt x="3970" y="3119"/>
                        <a:pt x="3623" y="3277"/>
                      </a:cubicBezTo>
                      <a:cubicBezTo>
                        <a:pt x="3529" y="3308"/>
                        <a:pt x="3497" y="3434"/>
                        <a:pt x="3497" y="3560"/>
                      </a:cubicBezTo>
                      <a:cubicBezTo>
                        <a:pt x="3497" y="3749"/>
                        <a:pt x="3340" y="3907"/>
                        <a:pt x="3151" y="3907"/>
                      </a:cubicBezTo>
                      <a:cubicBezTo>
                        <a:pt x="2962" y="3907"/>
                        <a:pt x="2804" y="3749"/>
                        <a:pt x="2804" y="3560"/>
                      </a:cubicBezTo>
                      <a:cubicBezTo>
                        <a:pt x="2804" y="3151"/>
                        <a:pt x="2993" y="2836"/>
                        <a:pt x="3308" y="2647"/>
                      </a:cubicBezTo>
                      <a:cubicBezTo>
                        <a:pt x="3434" y="2552"/>
                        <a:pt x="3497" y="2458"/>
                        <a:pt x="3497" y="2332"/>
                      </a:cubicBezTo>
                      <a:cubicBezTo>
                        <a:pt x="3497" y="2143"/>
                        <a:pt x="3340" y="1953"/>
                        <a:pt x="3151" y="1953"/>
                      </a:cubicBezTo>
                      <a:cubicBezTo>
                        <a:pt x="2962" y="1953"/>
                        <a:pt x="2804" y="2143"/>
                        <a:pt x="2804" y="2332"/>
                      </a:cubicBezTo>
                      <a:cubicBezTo>
                        <a:pt x="2804" y="2521"/>
                        <a:pt x="2646" y="2678"/>
                        <a:pt x="2426" y="2678"/>
                      </a:cubicBezTo>
                      <a:cubicBezTo>
                        <a:pt x="2237" y="2678"/>
                        <a:pt x="2079" y="2521"/>
                        <a:pt x="2079" y="2332"/>
                      </a:cubicBezTo>
                      <a:cubicBezTo>
                        <a:pt x="2079" y="1827"/>
                        <a:pt x="2552" y="1355"/>
                        <a:pt x="3151" y="1355"/>
                      </a:cubicBezTo>
                      <a:close/>
                      <a:moveTo>
                        <a:pt x="3151" y="4096"/>
                      </a:moveTo>
                      <a:cubicBezTo>
                        <a:pt x="3340" y="4096"/>
                        <a:pt x="3497" y="4253"/>
                        <a:pt x="3497" y="4442"/>
                      </a:cubicBezTo>
                      <a:cubicBezTo>
                        <a:pt x="3497" y="4663"/>
                        <a:pt x="3340" y="4820"/>
                        <a:pt x="3151" y="4820"/>
                      </a:cubicBezTo>
                      <a:cubicBezTo>
                        <a:pt x="2962" y="4820"/>
                        <a:pt x="2804" y="4663"/>
                        <a:pt x="2804" y="4442"/>
                      </a:cubicBezTo>
                      <a:cubicBezTo>
                        <a:pt x="2804" y="4253"/>
                        <a:pt x="2962" y="4096"/>
                        <a:pt x="3151" y="4096"/>
                      </a:cubicBezTo>
                      <a:close/>
                      <a:moveTo>
                        <a:pt x="3182" y="0"/>
                      </a:moveTo>
                      <a:cubicBezTo>
                        <a:pt x="1481" y="0"/>
                        <a:pt x="63" y="1418"/>
                        <a:pt x="63" y="3119"/>
                      </a:cubicBezTo>
                      <a:cubicBezTo>
                        <a:pt x="63" y="3655"/>
                        <a:pt x="189" y="4159"/>
                        <a:pt x="473" y="4663"/>
                      </a:cubicBezTo>
                      <a:lnTo>
                        <a:pt x="32" y="5766"/>
                      </a:lnTo>
                      <a:cubicBezTo>
                        <a:pt x="0" y="5860"/>
                        <a:pt x="32" y="5986"/>
                        <a:pt x="126" y="6112"/>
                      </a:cubicBezTo>
                      <a:cubicBezTo>
                        <a:pt x="189" y="6175"/>
                        <a:pt x="347" y="6238"/>
                        <a:pt x="473" y="6238"/>
                      </a:cubicBezTo>
                      <a:lnTo>
                        <a:pt x="1764" y="5892"/>
                      </a:lnTo>
                      <a:cubicBezTo>
                        <a:pt x="2205" y="6144"/>
                        <a:pt x="2678" y="6238"/>
                        <a:pt x="3182" y="6238"/>
                      </a:cubicBezTo>
                      <a:cubicBezTo>
                        <a:pt x="4915" y="6238"/>
                        <a:pt x="6301" y="4789"/>
                        <a:pt x="6301" y="3119"/>
                      </a:cubicBezTo>
                      <a:cubicBezTo>
                        <a:pt x="6301" y="1386"/>
                        <a:pt x="4883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8" name="Google Shape;9315;p73">
                  <a:extLst>
                    <a:ext uri="{FF2B5EF4-FFF2-40B4-BE49-F238E27FC236}">
                      <a16:creationId xmlns:a16="http://schemas.microsoft.com/office/drawing/2014/main" id="{7D707936-5BC9-22F5-1282-A8C468BF59CA}"/>
                    </a:ext>
                  </a:extLst>
                </p:cNvPr>
                <p:cNvSpPr/>
                <p:nvPr/>
              </p:nvSpPr>
              <p:spPr>
                <a:xfrm>
                  <a:off x="581525" y="3440725"/>
                  <a:ext cx="1575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8" extrusionOk="0">
                      <a:moveTo>
                        <a:pt x="1355" y="0"/>
                      </a:moveTo>
                      <a:cubicBezTo>
                        <a:pt x="567" y="567"/>
                        <a:pt x="0" y="1513"/>
                        <a:pt x="0" y="2584"/>
                      </a:cubicBezTo>
                      <a:lnTo>
                        <a:pt x="0" y="4001"/>
                      </a:lnTo>
                      <a:cubicBezTo>
                        <a:pt x="63" y="4190"/>
                        <a:pt x="221" y="4348"/>
                        <a:pt x="410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1" y="4190"/>
                        <a:pt x="6301" y="4001"/>
                      </a:cubicBezTo>
                      <a:lnTo>
                        <a:pt x="6301" y="2584"/>
                      </a:lnTo>
                      <a:cubicBezTo>
                        <a:pt x="6301" y="1513"/>
                        <a:pt x="5797" y="599"/>
                        <a:pt x="4978" y="0"/>
                      </a:cubicBezTo>
                      <a:cubicBezTo>
                        <a:pt x="4537" y="536"/>
                        <a:pt x="3875" y="851"/>
                        <a:pt x="3151" y="851"/>
                      </a:cubicBezTo>
                      <a:cubicBezTo>
                        <a:pt x="2458" y="851"/>
                        <a:pt x="1796" y="536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0" name="Google Shape;9316;p73">
                <a:extLst>
                  <a:ext uri="{FF2B5EF4-FFF2-40B4-BE49-F238E27FC236}">
                    <a16:creationId xmlns:a16="http://schemas.microsoft.com/office/drawing/2014/main" id="{7D74966E-DF2B-B27A-60D5-0189C948950E}"/>
                  </a:ext>
                </a:extLst>
              </p:cNvPr>
              <p:cNvGrpSpPr/>
              <p:nvPr/>
            </p:nvGrpSpPr>
            <p:grpSpPr>
              <a:xfrm>
                <a:off x="763919" y="4376911"/>
                <a:ext cx="505937" cy="502642"/>
                <a:chOff x="580725" y="3617925"/>
                <a:chExt cx="299325" cy="297375"/>
              </a:xfrm>
              <a:grpFill/>
            </p:grpSpPr>
            <p:sp>
              <p:nvSpPr>
                <p:cNvPr id="17661" name="Google Shape;9317;p73">
                  <a:extLst>
                    <a:ext uri="{FF2B5EF4-FFF2-40B4-BE49-F238E27FC236}">
                      <a16:creationId xmlns:a16="http://schemas.microsoft.com/office/drawing/2014/main" id="{E130AB4B-8B5C-1FF4-FD60-3CC058A591DB}"/>
                    </a:ext>
                  </a:extLst>
                </p:cNvPr>
                <p:cNvSpPr/>
                <p:nvPr/>
              </p:nvSpPr>
              <p:spPr>
                <a:xfrm>
                  <a:off x="6090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1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41" y="2048"/>
                      </a:cubicBezTo>
                      <a:cubicBezTo>
                        <a:pt x="1608" y="2048"/>
                        <a:pt x="2049" y="1607"/>
                        <a:pt x="2049" y="1040"/>
                      </a:cubicBezTo>
                      <a:cubicBezTo>
                        <a:pt x="2049" y="473"/>
                        <a:pt x="160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2" name="Google Shape;9318;p73">
                  <a:extLst>
                    <a:ext uri="{FF2B5EF4-FFF2-40B4-BE49-F238E27FC236}">
                      <a16:creationId xmlns:a16="http://schemas.microsoft.com/office/drawing/2014/main" id="{CE12A510-C724-2A3A-36F1-4744E5E3B14E}"/>
                    </a:ext>
                  </a:extLst>
                </p:cNvPr>
                <p:cNvSpPr/>
                <p:nvPr/>
              </p:nvSpPr>
              <p:spPr>
                <a:xfrm>
                  <a:off x="668950" y="3617925"/>
                  <a:ext cx="122875" cy="10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5" h="4179" extrusionOk="0"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72"/>
                      </a:cubicBezTo>
                      <a:lnTo>
                        <a:pt x="0" y="1797"/>
                      </a:lnTo>
                      <a:cubicBezTo>
                        <a:pt x="0" y="2364"/>
                        <a:pt x="473" y="2805"/>
                        <a:pt x="1040" y="2805"/>
                      </a:cubicBezTo>
                      <a:lnTo>
                        <a:pt x="2300" y="2805"/>
                      </a:lnTo>
                      <a:lnTo>
                        <a:pt x="3592" y="4097"/>
                      </a:lnTo>
                      <a:cubicBezTo>
                        <a:pt x="3672" y="4156"/>
                        <a:pt x="3764" y="4178"/>
                        <a:pt x="3853" y="4178"/>
                      </a:cubicBezTo>
                      <a:cubicBezTo>
                        <a:pt x="3905" y="4178"/>
                        <a:pt x="3955" y="4171"/>
                        <a:pt x="4001" y="4160"/>
                      </a:cubicBezTo>
                      <a:cubicBezTo>
                        <a:pt x="4127" y="4097"/>
                        <a:pt x="4190" y="3939"/>
                        <a:pt x="4190" y="3844"/>
                      </a:cubicBezTo>
                      <a:lnTo>
                        <a:pt x="4190" y="2742"/>
                      </a:lnTo>
                      <a:cubicBezTo>
                        <a:pt x="4600" y="2584"/>
                        <a:pt x="4915" y="2206"/>
                        <a:pt x="4915" y="1734"/>
                      </a:cubicBezTo>
                      <a:lnTo>
                        <a:pt x="4915" y="1072"/>
                      </a:lnTo>
                      <a:cubicBezTo>
                        <a:pt x="4915" y="473"/>
                        <a:pt x="4411" y="1"/>
                        <a:pt x="38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3" name="Google Shape;9319;p73">
                  <a:extLst>
                    <a:ext uri="{FF2B5EF4-FFF2-40B4-BE49-F238E27FC236}">
                      <a16:creationId xmlns:a16="http://schemas.microsoft.com/office/drawing/2014/main" id="{678751C9-2789-5C90-187B-71940DAB10EC}"/>
                    </a:ext>
                  </a:extLst>
                </p:cNvPr>
                <p:cNvSpPr/>
                <p:nvPr/>
              </p:nvSpPr>
              <p:spPr>
                <a:xfrm>
                  <a:off x="580725" y="3721900"/>
                  <a:ext cx="141800" cy="19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681" extrusionOk="0">
                      <a:moveTo>
                        <a:pt x="3340" y="4506"/>
                      </a:moveTo>
                      <a:lnTo>
                        <a:pt x="3718" y="5577"/>
                      </a:lnTo>
                      <a:lnTo>
                        <a:pt x="1229" y="5577"/>
                      </a:lnTo>
                      <a:lnTo>
                        <a:pt x="1450" y="4600"/>
                      </a:lnTo>
                      <a:lnTo>
                        <a:pt x="1450" y="4506"/>
                      </a:lnTo>
                      <a:close/>
                      <a:moveTo>
                        <a:pt x="1450" y="1"/>
                      </a:moveTo>
                      <a:cubicBezTo>
                        <a:pt x="1135" y="1"/>
                        <a:pt x="883" y="221"/>
                        <a:pt x="788" y="505"/>
                      </a:cubicBezTo>
                      <a:lnTo>
                        <a:pt x="95" y="3624"/>
                      </a:lnTo>
                      <a:cubicBezTo>
                        <a:pt x="1" y="4096"/>
                        <a:pt x="316" y="4506"/>
                        <a:pt x="757" y="4506"/>
                      </a:cubicBezTo>
                      <a:lnTo>
                        <a:pt x="95" y="7247"/>
                      </a:lnTo>
                      <a:cubicBezTo>
                        <a:pt x="32" y="7436"/>
                        <a:pt x="158" y="7593"/>
                        <a:pt x="316" y="7656"/>
                      </a:cubicBezTo>
                      <a:cubicBezTo>
                        <a:pt x="350" y="7668"/>
                        <a:pt x="383" y="7673"/>
                        <a:pt x="415" y="7673"/>
                      </a:cubicBezTo>
                      <a:cubicBezTo>
                        <a:pt x="559" y="7673"/>
                        <a:pt x="679" y="7565"/>
                        <a:pt x="757" y="7436"/>
                      </a:cubicBezTo>
                      <a:lnTo>
                        <a:pt x="1040" y="6301"/>
                      </a:lnTo>
                      <a:lnTo>
                        <a:pt x="3939" y="6301"/>
                      </a:lnTo>
                      <a:lnTo>
                        <a:pt x="4254" y="7152"/>
                      </a:lnTo>
                      <a:cubicBezTo>
                        <a:pt x="4358" y="7492"/>
                        <a:pt x="4637" y="7680"/>
                        <a:pt x="4908" y="7680"/>
                      </a:cubicBezTo>
                      <a:cubicBezTo>
                        <a:pt x="4964" y="7680"/>
                        <a:pt x="5019" y="7672"/>
                        <a:pt x="5073" y="7656"/>
                      </a:cubicBezTo>
                      <a:cubicBezTo>
                        <a:pt x="5451" y="7593"/>
                        <a:pt x="5672" y="7184"/>
                        <a:pt x="5609" y="6837"/>
                      </a:cubicBezTo>
                      <a:lnTo>
                        <a:pt x="4569" y="3687"/>
                      </a:lnTo>
                      <a:cubicBezTo>
                        <a:pt x="4506" y="3372"/>
                        <a:pt x="4222" y="3183"/>
                        <a:pt x="3907" y="3183"/>
                      </a:cubicBezTo>
                      <a:lnTo>
                        <a:pt x="3183" y="3183"/>
                      </a:lnTo>
                      <a:cubicBezTo>
                        <a:pt x="2994" y="3183"/>
                        <a:pt x="2836" y="3025"/>
                        <a:pt x="2836" y="2836"/>
                      </a:cubicBezTo>
                      <a:cubicBezTo>
                        <a:pt x="2836" y="2615"/>
                        <a:pt x="2994" y="2458"/>
                        <a:pt x="3183" y="2458"/>
                      </a:cubicBezTo>
                      <a:lnTo>
                        <a:pt x="4222" y="2458"/>
                      </a:lnTo>
                      <a:cubicBezTo>
                        <a:pt x="4600" y="2458"/>
                        <a:pt x="4915" y="2143"/>
                        <a:pt x="4915" y="1765"/>
                      </a:cubicBezTo>
                      <a:cubicBezTo>
                        <a:pt x="4915" y="1355"/>
                        <a:pt x="4600" y="1040"/>
                        <a:pt x="4222" y="1040"/>
                      </a:cubicBezTo>
                      <a:lnTo>
                        <a:pt x="2332" y="1040"/>
                      </a:lnTo>
                      <a:lnTo>
                        <a:pt x="2080" y="379"/>
                      </a:lnTo>
                      <a:cubicBezTo>
                        <a:pt x="1985" y="158"/>
                        <a:pt x="1733" y="1"/>
                        <a:pt x="145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4" name="Google Shape;9320;p73">
                  <a:extLst>
                    <a:ext uri="{FF2B5EF4-FFF2-40B4-BE49-F238E27FC236}">
                      <a16:creationId xmlns:a16="http://schemas.microsoft.com/office/drawing/2014/main" id="{DC2A95C0-1839-374A-E941-E2C887988CD5}"/>
                    </a:ext>
                  </a:extLst>
                </p:cNvPr>
                <p:cNvSpPr/>
                <p:nvPr/>
              </p:nvSpPr>
              <p:spPr>
                <a:xfrm>
                  <a:off x="800475" y="36620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09" y="0"/>
                      </a:moveTo>
                      <a:cubicBezTo>
                        <a:pt x="442" y="0"/>
                        <a:pt x="1" y="473"/>
                        <a:pt x="1" y="1040"/>
                      </a:cubicBezTo>
                      <a:cubicBezTo>
                        <a:pt x="1" y="1607"/>
                        <a:pt x="442" y="2048"/>
                        <a:pt x="1009" y="2048"/>
                      </a:cubicBezTo>
                      <a:cubicBezTo>
                        <a:pt x="1576" y="2048"/>
                        <a:pt x="2048" y="1607"/>
                        <a:pt x="2048" y="1040"/>
                      </a:cubicBezTo>
                      <a:cubicBezTo>
                        <a:pt x="2048" y="473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5" name="Google Shape;9321;p73">
                  <a:extLst>
                    <a:ext uri="{FF2B5EF4-FFF2-40B4-BE49-F238E27FC236}">
                      <a16:creationId xmlns:a16="http://schemas.microsoft.com/office/drawing/2014/main" id="{0C969AFF-B2C6-B1DD-B57D-5339A8C908B3}"/>
                    </a:ext>
                  </a:extLst>
                </p:cNvPr>
                <p:cNvSpPr/>
                <p:nvPr/>
              </p:nvSpPr>
              <p:spPr>
                <a:xfrm>
                  <a:off x="738250" y="3722700"/>
                  <a:ext cx="141800" cy="19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72" h="7704" extrusionOk="0">
                      <a:moveTo>
                        <a:pt x="4222" y="4474"/>
                      </a:moveTo>
                      <a:lnTo>
                        <a:pt x="4222" y="4568"/>
                      </a:lnTo>
                      <a:lnTo>
                        <a:pt x="4443" y="5545"/>
                      </a:lnTo>
                      <a:lnTo>
                        <a:pt x="1985" y="5545"/>
                      </a:lnTo>
                      <a:lnTo>
                        <a:pt x="2332" y="4474"/>
                      </a:lnTo>
                      <a:close/>
                      <a:moveTo>
                        <a:pt x="4222" y="0"/>
                      </a:moveTo>
                      <a:cubicBezTo>
                        <a:pt x="3939" y="0"/>
                        <a:pt x="3718" y="158"/>
                        <a:pt x="3592" y="378"/>
                      </a:cubicBezTo>
                      <a:lnTo>
                        <a:pt x="3340" y="1071"/>
                      </a:lnTo>
                      <a:lnTo>
                        <a:pt x="1450" y="1071"/>
                      </a:lnTo>
                      <a:cubicBezTo>
                        <a:pt x="1072" y="1071"/>
                        <a:pt x="757" y="1386"/>
                        <a:pt x="757" y="1764"/>
                      </a:cubicBezTo>
                      <a:cubicBezTo>
                        <a:pt x="757" y="2174"/>
                        <a:pt x="1072" y="2489"/>
                        <a:pt x="1450" y="2489"/>
                      </a:cubicBezTo>
                      <a:lnTo>
                        <a:pt x="2490" y="2489"/>
                      </a:lnTo>
                      <a:cubicBezTo>
                        <a:pt x="2679" y="2489"/>
                        <a:pt x="2836" y="2646"/>
                        <a:pt x="2836" y="2835"/>
                      </a:cubicBezTo>
                      <a:cubicBezTo>
                        <a:pt x="2836" y="3024"/>
                        <a:pt x="2679" y="3182"/>
                        <a:pt x="2490" y="3182"/>
                      </a:cubicBezTo>
                      <a:lnTo>
                        <a:pt x="1765" y="3182"/>
                      </a:lnTo>
                      <a:cubicBezTo>
                        <a:pt x="1450" y="3182"/>
                        <a:pt x="1198" y="3371"/>
                        <a:pt x="1103" y="3686"/>
                      </a:cubicBezTo>
                      <a:lnTo>
                        <a:pt x="95" y="6837"/>
                      </a:lnTo>
                      <a:cubicBezTo>
                        <a:pt x="1" y="7215"/>
                        <a:pt x="190" y="7593"/>
                        <a:pt x="599" y="7687"/>
                      </a:cubicBezTo>
                      <a:cubicBezTo>
                        <a:pt x="643" y="7696"/>
                        <a:pt x="690" y="7701"/>
                        <a:pt x="738" y="7701"/>
                      </a:cubicBezTo>
                      <a:cubicBezTo>
                        <a:pt x="1030" y="7701"/>
                        <a:pt x="1364" y="7531"/>
                        <a:pt x="1418" y="7152"/>
                      </a:cubicBezTo>
                      <a:lnTo>
                        <a:pt x="1733" y="6301"/>
                      </a:lnTo>
                      <a:lnTo>
                        <a:pt x="4632" y="6301"/>
                      </a:lnTo>
                      <a:lnTo>
                        <a:pt x="4915" y="7435"/>
                      </a:lnTo>
                      <a:cubicBezTo>
                        <a:pt x="4967" y="7591"/>
                        <a:pt x="5104" y="7704"/>
                        <a:pt x="5257" y="7704"/>
                      </a:cubicBezTo>
                      <a:cubicBezTo>
                        <a:pt x="5290" y="7704"/>
                        <a:pt x="5323" y="7698"/>
                        <a:pt x="5356" y="7687"/>
                      </a:cubicBezTo>
                      <a:cubicBezTo>
                        <a:pt x="5546" y="7624"/>
                        <a:pt x="5672" y="7435"/>
                        <a:pt x="5577" y="7246"/>
                      </a:cubicBezTo>
                      <a:lnTo>
                        <a:pt x="4915" y="4537"/>
                      </a:lnTo>
                      <a:cubicBezTo>
                        <a:pt x="5356" y="4474"/>
                        <a:pt x="5672" y="4064"/>
                        <a:pt x="5609" y="3623"/>
                      </a:cubicBezTo>
                      <a:lnTo>
                        <a:pt x="4884" y="504"/>
                      </a:lnTo>
                      <a:cubicBezTo>
                        <a:pt x="4821" y="189"/>
                        <a:pt x="4537" y="0"/>
                        <a:pt x="42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1" name="Google Shape;9322;p73">
                <a:extLst>
                  <a:ext uri="{FF2B5EF4-FFF2-40B4-BE49-F238E27FC236}">
                    <a16:creationId xmlns:a16="http://schemas.microsoft.com/office/drawing/2014/main" id="{1689C636-6C28-A6ED-1600-69FF0CC1F4F9}"/>
                  </a:ext>
                </a:extLst>
              </p:cNvPr>
              <p:cNvGrpSpPr/>
              <p:nvPr/>
            </p:nvGrpSpPr>
            <p:grpSpPr>
              <a:xfrm>
                <a:off x="766581" y="4984646"/>
                <a:ext cx="500612" cy="500612"/>
                <a:chOff x="583100" y="3982600"/>
                <a:chExt cx="296175" cy="296175"/>
              </a:xfrm>
              <a:grpFill/>
            </p:grpSpPr>
            <p:sp>
              <p:nvSpPr>
                <p:cNvPr id="17654" name="Google Shape;9323;p73">
                  <a:extLst>
                    <a:ext uri="{FF2B5EF4-FFF2-40B4-BE49-F238E27FC236}">
                      <a16:creationId xmlns:a16="http://schemas.microsoft.com/office/drawing/2014/main" id="{2AF59FAA-0209-FA52-2946-1A97203F5BFD}"/>
                    </a:ext>
                  </a:extLst>
                </p:cNvPr>
                <p:cNvSpPr/>
                <p:nvPr/>
              </p:nvSpPr>
              <p:spPr>
                <a:xfrm>
                  <a:off x="694925" y="3982600"/>
                  <a:ext cx="709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742" extrusionOk="0">
                      <a:moveTo>
                        <a:pt x="1419" y="1"/>
                      </a:moveTo>
                      <a:cubicBezTo>
                        <a:pt x="631" y="1"/>
                        <a:pt x="1" y="599"/>
                        <a:pt x="1" y="1355"/>
                      </a:cubicBezTo>
                      <a:cubicBezTo>
                        <a:pt x="1" y="2143"/>
                        <a:pt x="631" y="2742"/>
                        <a:pt x="1419" y="2742"/>
                      </a:cubicBezTo>
                      <a:cubicBezTo>
                        <a:pt x="2206" y="2742"/>
                        <a:pt x="2836" y="2143"/>
                        <a:pt x="2836" y="1355"/>
                      </a:cubicBezTo>
                      <a:cubicBezTo>
                        <a:pt x="2836" y="599"/>
                        <a:pt x="2206" y="1"/>
                        <a:pt x="14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5" name="Google Shape;9324;p73">
                  <a:extLst>
                    <a:ext uri="{FF2B5EF4-FFF2-40B4-BE49-F238E27FC236}">
                      <a16:creationId xmlns:a16="http://schemas.microsoft.com/office/drawing/2014/main" id="{1B144750-1306-6D0C-CAD0-D27A9E4A5767}"/>
                    </a:ext>
                  </a:extLst>
                </p:cNvPr>
                <p:cNvSpPr/>
                <p:nvPr/>
              </p:nvSpPr>
              <p:spPr>
                <a:xfrm>
                  <a:off x="609075" y="4139350"/>
                  <a:ext cx="69350" cy="68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1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6" name="Google Shape;9325;p73">
                  <a:extLst>
                    <a:ext uri="{FF2B5EF4-FFF2-40B4-BE49-F238E27FC236}">
                      <a16:creationId xmlns:a16="http://schemas.microsoft.com/office/drawing/2014/main" id="{AE2C3548-ACD7-0A79-080F-5011F755BC4C}"/>
                    </a:ext>
                  </a:extLst>
                </p:cNvPr>
                <p:cNvSpPr/>
                <p:nvPr/>
              </p:nvSpPr>
              <p:spPr>
                <a:xfrm>
                  <a:off x="783925" y="4140125"/>
                  <a:ext cx="685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42" extrusionOk="0">
                      <a:moveTo>
                        <a:pt x="1356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11"/>
                        <a:pt x="631" y="2741"/>
                        <a:pt x="1356" y="2741"/>
                      </a:cubicBezTo>
                      <a:cubicBezTo>
                        <a:pt x="2112" y="2741"/>
                        <a:pt x="2742" y="2111"/>
                        <a:pt x="2742" y="1387"/>
                      </a:cubicBezTo>
                      <a:cubicBezTo>
                        <a:pt x="2742" y="631"/>
                        <a:pt x="2112" y="1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7" name="Google Shape;9326;p73">
                  <a:extLst>
                    <a:ext uri="{FF2B5EF4-FFF2-40B4-BE49-F238E27FC236}">
                      <a16:creationId xmlns:a16="http://schemas.microsoft.com/office/drawing/2014/main" id="{13519CD9-B131-CEB8-CE71-A95FF7CAC066}"/>
                    </a:ext>
                  </a:extLst>
                </p:cNvPr>
                <p:cNvSpPr/>
                <p:nvPr/>
              </p:nvSpPr>
              <p:spPr>
                <a:xfrm>
                  <a:off x="583100" y="4207075"/>
                  <a:ext cx="122100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68" extrusionOk="0">
                      <a:moveTo>
                        <a:pt x="819" y="0"/>
                      </a:moveTo>
                      <a:cubicBezTo>
                        <a:pt x="347" y="442"/>
                        <a:pt x="0" y="1072"/>
                        <a:pt x="0" y="1796"/>
                      </a:cubicBezTo>
                      <a:lnTo>
                        <a:pt x="0" y="2521"/>
                      </a:lnTo>
                      <a:cubicBezTo>
                        <a:pt x="0" y="2710"/>
                        <a:pt x="158" y="2867"/>
                        <a:pt x="347" y="2867"/>
                      </a:cubicBezTo>
                      <a:lnTo>
                        <a:pt x="4505" y="2867"/>
                      </a:lnTo>
                      <a:cubicBezTo>
                        <a:pt x="4726" y="2867"/>
                        <a:pt x="4883" y="2710"/>
                        <a:pt x="4883" y="2521"/>
                      </a:cubicBezTo>
                      <a:lnTo>
                        <a:pt x="4883" y="1796"/>
                      </a:lnTo>
                      <a:cubicBezTo>
                        <a:pt x="4883" y="1103"/>
                        <a:pt x="4568" y="442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96" y="788"/>
                        <a:pt x="1197" y="473"/>
                        <a:pt x="8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8" name="Google Shape;9327;p73">
                  <a:extLst>
                    <a:ext uri="{FF2B5EF4-FFF2-40B4-BE49-F238E27FC236}">
                      <a16:creationId xmlns:a16="http://schemas.microsoft.com/office/drawing/2014/main" id="{0E8EFEC1-A68B-DFC5-5161-DC6567013227}"/>
                    </a:ext>
                  </a:extLst>
                </p:cNvPr>
                <p:cNvSpPr/>
                <p:nvPr/>
              </p:nvSpPr>
              <p:spPr>
                <a:xfrm>
                  <a:off x="669725" y="4049550"/>
                  <a:ext cx="122900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2899" extrusionOk="0">
                      <a:moveTo>
                        <a:pt x="851" y="1"/>
                      </a:moveTo>
                      <a:cubicBezTo>
                        <a:pt x="347" y="442"/>
                        <a:pt x="1" y="1103"/>
                        <a:pt x="1" y="1796"/>
                      </a:cubicBezTo>
                      <a:lnTo>
                        <a:pt x="1" y="2552"/>
                      </a:lnTo>
                      <a:cubicBezTo>
                        <a:pt x="1" y="2741"/>
                        <a:pt x="158" y="2899"/>
                        <a:pt x="347" y="2899"/>
                      </a:cubicBezTo>
                      <a:lnTo>
                        <a:pt x="4537" y="2899"/>
                      </a:lnTo>
                      <a:cubicBezTo>
                        <a:pt x="4758" y="2899"/>
                        <a:pt x="4915" y="2741"/>
                        <a:pt x="4915" y="2552"/>
                      </a:cubicBezTo>
                      <a:lnTo>
                        <a:pt x="4915" y="1796"/>
                      </a:lnTo>
                      <a:cubicBezTo>
                        <a:pt x="4915" y="1103"/>
                        <a:pt x="4600" y="442"/>
                        <a:pt x="4065" y="1"/>
                      </a:cubicBezTo>
                      <a:cubicBezTo>
                        <a:pt x="3687" y="473"/>
                        <a:pt x="3088" y="788"/>
                        <a:pt x="2458" y="788"/>
                      </a:cubicBezTo>
                      <a:cubicBezTo>
                        <a:pt x="1828" y="788"/>
                        <a:pt x="1198" y="473"/>
                        <a:pt x="85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9" name="Google Shape;9328;p73">
                  <a:extLst>
                    <a:ext uri="{FF2B5EF4-FFF2-40B4-BE49-F238E27FC236}">
                      <a16:creationId xmlns:a16="http://schemas.microsoft.com/office/drawing/2014/main" id="{8EA19CB0-C2AE-0790-79DF-C901CC7F51EE}"/>
                    </a:ext>
                  </a:extLst>
                </p:cNvPr>
                <p:cNvSpPr/>
                <p:nvPr/>
              </p:nvSpPr>
              <p:spPr>
                <a:xfrm>
                  <a:off x="757150" y="42070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0"/>
                      </a:moveTo>
                      <a:cubicBezTo>
                        <a:pt x="316" y="442"/>
                        <a:pt x="1" y="1103"/>
                        <a:pt x="1" y="1796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7"/>
                        <a:pt x="347" y="2867"/>
                      </a:cubicBezTo>
                      <a:lnTo>
                        <a:pt x="4506" y="2867"/>
                      </a:lnTo>
                      <a:cubicBezTo>
                        <a:pt x="4727" y="2867"/>
                        <a:pt x="4884" y="2710"/>
                        <a:pt x="4884" y="2521"/>
                      </a:cubicBezTo>
                      <a:lnTo>
                        <a:pt x="4884" y="1796"/>
                      </a:lnTo>
                      <a:cubicBezTo>
                        <a:pt x="4884" y="1103"/>
                        <a:pt x="4569" y="442"/>
                        <a:pt x="4033" y="0"/>
                      </a:cubicBezTo>
                      <a:cubicBezTo>
                        <a:pt x="3655" y="473"/>
                        <a:pt x="3088" y="788"/>
                        <a:pt x="2427" y="788"/>
                      </a:cubicBezTo>
                      <a:cubicBezTo>
                        <a:pt x="1797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60" name="Google Shape;9329;p73">
                  <a:extLst>
                    <a:ext uri="{FF2B5EF4-FFF2-40B4-BE49-F238E27FC236}">
                      <a16:creationId xmlns:a16="http://schemas.microsoft.com/office/drawing/2014/main" id="{5FA1CDDF-800D-CB1F-8DFA-60DD2EB7A61B}"/>
                    </a:ext>
                  </a:extLst>
                </p:cNvPr>
                <p:cNvSpPr/>
                <p:nvPr/>
              </p:nvSpPr>
              <p:spPr>
                <a:xfrm>
                  <a:off x="691775" y="4139350"/>
                  <a:ext cx="77225" cy="64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9" h="2584" extrusionOk="0">
                      <a:moveTo>
                        <a:pt x="1198" y="0"/>
                      </a:moveTo>
                      <a:lnTo>
                        <a:pt x="1198" y="882"/>
                      </a:lnTo>
                      <a:lnTo>
                        <a:pt x="1" y="2079"/>
                      </a:lnTo>
                      <a:cubicBezTo>
                        <a:pt x="221" y="2237"/>
                        <a:pt x="284" y="2300"/>
                        <a:pt x="473" y="2583"/>
                      </a:cubicBezTo>
                      <a:lnTo>
                        <a:pt x="1545" y="1575"/>
                      </a:lnTo>
                      <a:lnTo>
                        <a:pt x="2616" y="2583"/>
                      </a:lnTo>
                      <a:cubicBezTo>
                        <a:pt x="2773" y="2394"/>
                        <a:pt x="2931" y="2237"/>
                        <a:pt x="3088" y="2111"/>
                      </a:cubicBezTo>
                      <a:lnTo>
                        <a:pt x="1891" y="882"/>
                      </a:lnTo>
                      <a:lnTo>
                        <a:pt x="189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2" name="Google Shape;9330;p73">
                <a:extLst>
                  <a:ext uri="{FF2B5EF4-FFF2-40B4-BE49-F238E27FC236}">
                    <a16:creationId xmlns:a16="http://schemas.microsoft.com/office/drawing/2014/main" id="{0BCA5616-6E47-9969-49A4-1BDA2713DBAB}"/>
                  </a:ext>
                </a:extLst>
              </p:cNvPr>
              <p:cNvGrpSpPr/>
              <p:nvPr/>
            </p:nvGrpSpPr>
            <p:grpSpPr>
              <a:xfrm>
                <a:off x="3959219" y="3748874"/>
                <a:ext cx="439341" cy="498627"/>
                <a:chOff x="2423775" y="3226875"/>
                <a:chExt cx="259925" cy="295000"/>
              </a:xfrm>
              <a:grpFill/>
            </p:grpSpPr>
            <p:sp>
              <p:nvSpPr>
                <p:cNvPr id="17651" name="Google Shape;9331;p73">
                  <a:extLst>
                    <a:ext uri="{FF2B5EF4-FFF2-40B4-BE49-F238E27FC236}">
                      <a16:creationId xmlns:a16="http://schemas.microsoft.com/office/drawing/2014/main" id="{2C2355A4-7BD5-7AB9-74F7-0D05B76C2799}"/>
                    </a:ext>
                  </a:extLst>
                </p:cNvPr>
                <p:cNvSpPr/>
                <p:nvPr/>
              </p:nvSpPr>
              <p:spPr>
                <a:xfrm>
                  <a:off x="2509625" y="3365900"/>
                  <a:ext cx="866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2080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2" name="Google Shape;9332;p73">
                  <a:extLst>
                    <a:ext uri="{FF2B5EF4-FFF2-40B4-BE49-F238E27FC236}">
                      <a16:creationId xmlns:a16="http://schemas.microsoft.com/office/drawing/2014/main" id="{57A65809-F218-F655-C8BA-EDF9A84E947D}"/>
                    </a:ext>
                  </a:extLst>
                </p:cNvPr>
                <p:cNvSpPr/>
                <p:nvPr/>
              </p:nvSpPr>
              <p:spPr>
                <a:xfrm>
                  <a:off x="2534825" y="33139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316" y="0"/>
                        <a:pt x="0" y="315"/>
                        <a:pt x="0" y="725"/>
                      </a:cubicBezTo>
                      <a:cubicBezTo>
                        <a:pt x="0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3" name="Google Shape;9333;p73">
                  <a:extLst>
                    <a:ext uri="{FF2B5EF4-FFF2-40B4-BE49-F238E27FC236}">
                      <a16:creationId xmlns:a16="http://schemas.microsoft.com/office/drawing/2014/main" id="{BF3DD045-A38E-DAE3-21F2-AB8B208CF132}"/>
                    </a:ext>
                  </a:extLst>
                </p:cNvPr>
                <p:cNvSpPr/>
                <p:nvPr/>
              </p:nvSpPr>
              <p:spPr>
                <a:xfrm>
                  <a:off x="2423775" y="3226875"/>
                  <a:ext cx="259925" cy="29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97" h="11800" extrusionOk="0">
                      <a:moveTo>
                        <a:pt x="5167" y="2757"/>
                      </a:moveTo>
                      <a:cubicBezTo>
                        <a:pt x="5923" y="2757"/>
                        <a:pt x="6553" y="3388"/>
                        <a:pt x="6553" y="4144"/>
                      </a:cubicBezTo>
                      <a:cubicBezTo>
                        <a:pt x="6553" y="4490"/>
                        <a:pt x="6396" y="4805"/>
                        <a:pt x="6175" y="5089"/>
                      </a:cubicBezTo>
                      <a:cubicBezTo>
                        <a:pt x="7026" y="5498"/>
                        <a:pt x="7593" y="6317"/>
                        <a:pt x="7593" y="7294"/>
                      </a:cubicBezTo>
                      <a:lnTo>
                        <a:pt x="7593" y="8019"/>
                      </a:lnTo>
                      <a:cubicBezTo>
                        <a:pt x="7593" y="8208"/>
                        <a:pt x="7435" y="8365"/>
                        <a:pt x="7246" y="8365"/>
                      </a:cubicBezTo>
                      <a:lnTo>
                        <a:pt x="3088" y="8365"/>
                      </a:lnTo>
                      <a:cubicBezTo>
                        <a:pt x="2867" y="8365"/>
                        <a:pt x="2710" y="8208"/>
                        <a:pt x="2710" y="8019"/>
                      </a:cubicBezTo>
                      <a:lnTo>
                        <a:pt x="2710" y="7294"/>
                      </a:lnTo>
                      <a:cubicBezTo>
                        <a:pt x="2710" y="6317"/>
                        <a:pt x="3308" y="5498"/>
                        <a:pt x="4127" y="5089"/>
                      </a:cubicBezTo>
                      <a:cubicBezTo>
                        <a:pt x="3907" y="4868"/>
                        <a:pt x="3781" y="4553"/>
                        <a:pt x="3781" y="4144"/>
                      </a:cubicBezTo>
                      <a:cubicBezTo>
                        <a:pt x="3781" y="3388"/>
                        <a:pt x="4411" y="2757"/>
                        <a:pt x="5167" y="2757"/>
                      </a:cubicBezTo>
                      <a:close/>
                      <a:moveTo>
                        <a:pt x="5183" y="1"/>
                      </a:moveTo>
                      <a:cubicBezTo>
                        <a:pt x="5128" y="1"/>
                        <a:pt x="5073" y="17"/>
                        <a:pt x="5010" y="48"/>
                      </a:cubicBezTo>
                      <a:cubicBezTo>
                        <a:pt x="3964" y="646"/>
                        <a:pt x="2946" y="940"/>
                        <a:pt x="1919" y="940"/>
                      </a:cubicBezTo>
                      <a:cubicBezTo>
                        <a:pt x="1430" y="940"/>
                        <a:pt x="939" y="873"/>
                        <a:pt x="441" y="741"/>
                      </a:cubicBezTo>
                      <a:cubicBezTo>
                        <a:pt x="402" y="722"/>
                        <a:pt x="363" y="714"/>
                        <a:pt x="326" y="714"/>
                      </a:cubicBezTo>
                      <a:cubicBezTo>
                        <a:pt x="243" y="714"/>
                        <a:pt x="170" y="751"/>
                        <a:pt x="126" y="773"/>
                      </a:cubicBezTo>
                      <a:cubicBezTo>
                        <a:pt x="32" y="836"/>
                        <a:pt x="0" y="930"/>
                        <a:pt x="0" y="1056"/>
                      </a:cubicBezTo>
                      <a:lnTo>
                        <a:pt x="0" y="5026"/>
                      </a:lnTo>
                      <a:cubicBezTo>
                        <a:pt x="0" y="8145"/>
                        <a:pt x="2080" y="10949"/>
                        <a:pt x="5104" y="11799"/>
                      </a:cubicBezTo>
                      <a:lnTo>
                        <a:pt x="5262" y="11799"/>
                      </a:lnTo>
                      <a:cubicBezTo>
                        <a:pt x="8255" y="10917"/>
                        <a:pt x="10397" y="8145"/>
                        <a:pt x="10397" y="5026"/>
                      </a:cubicBezTo>
                      <a:lnTo>
                        <a:pt x="10397" y="1056"/>
                      </a:lnTo>
                      <a:cubicBezTo>
                        <a:pt x="10397" y="930"/>
                        <a:pt x="10365" y="836"/>
                        <a:pt x="10271" y="773"/>
                      </a:cubicBezTo>
                      <a:cubicBezTo>
                        <a:pt x="10162" y="751"/>
                        <a:pt x="10084" y="714"/>
                        <a:pt x="10014" y="714"/>
                      </a:cubicBezTo>
                      <a:cubicBezTo>
                        <a:pt x="9983" y="714"/>
                        <a:pt x="9954" y="722"/>
                        <a:pt x="9924" y="741"/>
                      </a:cubicBezTo>
                      <a:cubicBezTo>
                        <a:pt x="9414" y="877"/>
                        <a:pt x="8910" y="946"/>
                        <a:pt x="8409" y="946"/>
                      </a:cubicBezTo>
                      <a:cubicBezTo>
                        <a:pt x="7395" y="946"/>
                        <a:pt x="6389" y="660"/>
                        <a:pt x="5356" y="48"/>
                      </a:cubicBezTo>
                      <a:cubicBezTo>
                        <a:pt x="5293" y="17"/>
                        <a:pt x="5238" y="1"/>
                        <a:pt x="51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3" name="Google Shape;9334;p73">
                <a:extLst>
                  <a:ext uri="{FF2B5EF4-FFF2-40B4-BE49-F238E27FC236}">
                    <a16:creationId xmlns:a16="http://schemas.microsoft.com/office/drawing/2014/main" id="{2880A604-157A-D2BE-E633-08B27D768D98}"/>
                  </a:ext>
                </a:extLst>
              </p:cNvPr>
              <p:cNvGrpSpPr/>
              <p:nvPr/>
            </p:nvGrpSpPr>
            <p:grpSpPr>
              <a:xfrm>
                <a:off x="3926595" y="4379912"/>
                <a:ext cx="504585" cy="496642"/>
                <a:chOff x="2404875" y="3592725"/>
                <a:chExt cx="298525" cy="293825"/>
              </a:xfrm>
              <a:grpFill/>
            </p:grpSpPr>
            <p:sp>
              <p:nvSpPr>
                <p:cNvPr id="17648" name="Google Shape;9335;p73">
                  <a:extLst>
                    <a:ext uri="{FF2B5EF4-FFF2-40B4-BE49-F238E27FC236}">
                      <a16:creationId xmlns:a16="http://schemas.microsoft.com/office/drawing/2014/main" id="{D09A70D7-2CFC-6D99-B488-A9634603AF50}"/>
                    </a:ext>
                  </a:extLst>
                </p:cNvPr>
                <p:cNvSpPr/>
                <p:nvPr/>
              </p:nvSpPr>
              <p:spPr>
                <a:xfrm>
                  <a:off x="2404875" y="3747900"/>
                  <a:ext cx="52775" cy="138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5546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5198"/>
                      </a:lnTo>
                      <a:cubicBezTo>
                        <a:pt x="0" y="5419"/>
                        <a:pt x="158" y="5545"/>
                        <a:pt x="378" y="5545"/>
                      </a:cubicBezTo>
                      <a:lnTo>
                        <a:pt x="1071" y="5545"/>
                      </a:lnTo>
                      <a:cubicBezTo>
                        <a:pt x="1670" y="5545"/>
                        <a:pt x="2111" y="5072"/>
                        <a:pt x="2111" y="4537"/>
                      </a:cubicBezTo>
                      <a:lnTo>
                        <a:pt x="2111" y="1040"/>
                      </a:lnTo>
                      <a:cubicBezTo>
                        <a:pt x="2111" y="441"/>
                        <a:pt x="1638" y="0"/>
                        <a:pt x="10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9" name="Google Shape;9336;p73">
                  <a:extLst>
                    <a:ext uri="{FF2B5EF4-FFF2-40B4-BE49-F238E27FC236}">
                      <a16:creationId xmlns:a16="http://schemas.microsoft.com/office/drawing/2014/main" id="{202861C0-0EB3-E3E7-C963-6010B6B6E0C4}"/>
                    </a:ext>
                  </a:extLst>
                </p:cNvPr>
                <p:cNvSpPr/>
                <p:nvPr/>
              </p:nvSpPr>
              <p:spPr>
                <a:xfrm>
                  <a:off x="2458425" y="3592725"/>
                  <a:ext cx="190625" cy="160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5" h="6428" extrusionOk="0">
                      <a:moveTo>
                        <a:pt x="3781" y="631"/>
                      </a:moveTo>
                      <a:cubicBezTo>
                        <a:pt x="3970" y="631"/>
                        <a:pt x="4128" y="788"/>
                        <a:pt x="4128" y="977"/>
                      </a:cubicBezTo>
                      <a:lnTo>
                        <a:pt x="4128" y="1418"/>
                      </a:lnTo>
                      <a:cubicBezTo>
                        <a:pt x="4380" y="1481"/>
                        <a:pt x="4569" y="1639"/>
                        <a:pt x="4758" y="1860"/>
                      </a:cubicBezTo>
                      <a:cubicBezTo>
                        <a:pt x="4884" y="2017"/>
                        <a:pt x="4884" y="2206"/>
                        <a:pt x="4726" y="2332"/>
                      </a:cubicBezTo>
                      <a:cubicBezTo>
                        <a:pt x="4657" y="2373"/>
                        <a:pt x="4583" y="2397"/>
                        <a:pt x="4510" y="2397"/>
                      </a:cubicBezTo>
                      <a:cubicBezTo>
                        <a:pt x="4416" y="2397"/>
                        <a:pt x="4325" y="2358"/>
                        <a:pt x="4254" y="2269"/>
                      </a:cubicBezTo>
                      <a:cubicBezTo>
                        <a:pt x="4114" y="2106"/>
                        <a:pt x="3957" y="2012"/>
                        <a:pt x="3821" y="2012"/>
                      </a:cubicBezTo>
                      <a:cubicBezTo>
                        <a:pt x="3773" y="2012"/>
                        <a:pt x="3728" y="2024"/>
                        <a:pt x="3687" y="2049"/>
                      </a:cubicBezTo>
                      <a:cubicBezTo>
                        <a:pt x="3592" y="2080"/>
                        <a:pt x="3466" y="2238"/>
                        <a:pt x="3466" y="2364"/>
                      </a:cubicBezTo>
                      <a:cubicBezTo>
                        <a:pt x="3466" y="2553"/>
                        <a:pt x="3624" y="2710"/>
                        <a:pt x="3813" y="2710"/>
                      </a:cubicBezTo>
                      <a:cubicBezTo>
                        <a:pt x="4411" y="2710"/>
                        <a:pt x="4852" y="3183"/>
                        <a:pt x="4852" y="3750"/>
                      </a:cubicBezTo>
                      <a:cubicBezTo>
                        <a:pt x="4852" y="4159"/>
                        <a:pt x="4600" y="4537"/>
                        <a:pt x="4222" y="4663"/>
                      </a:cubicBezTo>
                      <a:lnTo>
                        <a:pt x="4159" y="4663"/>
                      </a:lnTo>
                      <a:lnTo>
                        <a:pt x="4159" y="5073"/>
                      </a:lnTo>
                      <a:cubicBezTo>
                        <a:pt x="4159" y="5262"/>
                        <a:pt x="4002" y="5420"/>
                        <a:pt x="3813" y="5420"/>
                      </a:cubicBezTo>
                      <a:cubicBezTo>
                        <a:pt x="3624" y="5420"/>
                        <a:pt x="3466" y="5262"/>
                        <a:pt x="3466" y="5073"/>
                      </a:cubicBezTo>
                      <a:lnTo>
                        <a:pt x="3466" y="4663"/>
                      </a:lnTo>
                      <a:cubicBezTo>
                        <a:pt x="3277" y="4600"/>
                        <a:pt x="3119" y="4537"/>
                        <a:pt x="2962" y="4348"/>
                      </a:cubicBezTo>
                      <a:cubicBezTo>
                        <a:pt x="2836" y="4254"/>
                        <a:pt x="2804" y="4002"/>
                        <a:pt x="2962" y="3876"/>
                      </a:cubicBezTo>
                      <a:cubicBezTo>
                        <a:pt x="3013" y="3825"/>
                        <a:pt x="3108" y="3793"/>
                        <a:pt x="3206" y="3793"/>
                      </a:cubicBezTo>
                      <a:cubicBezTo>
                        <a:pt x="3290" y="3793"/>
                        <a:pt x="3376" y="3817"/>
                        <a:pt x="3435" y="3876"/>
                      </a:cubicBezTo>
                      <a:cubicBezTo>
                        <a:pt x="3549" y="3990"/>
                        <a:pt x="3679" y="4071"/>
                        <a:pt x="3803" y="4071"/>
                      </a:cubicBezTo>
                      <a:cubicBezTo>
                        <a:pt x="3850" y="4071"/>
                        <a:pt x="3895" y="4059"/>
                        <a:pt x="3939" y="4033"/>
                      </a:cubicBezTo>
                      <a:cubicBezTo>
                        <a:pt x="4065" y="4002"/>
                        <a:pt x="4128" y="3844"/>
                        <a:pt x="4128" y="3718"/>
                      </a:cubicBezTo>
                      <a:cubicBezTo>
                        <a:pt x="4128" y="3529"/>
                        <a:pt x="3970" y="3372"/>
                        <a:pt x="3781" y="3372"/>
                      </a:cubicBezTo>
                      <a:cubicBezTo>
                        <a:pt x="3182" y="3372"/>
                        <a:pt x="2741" y="2899"/>
                        <a:pt x="2741" y="2364"/>
                      </a:cubicBezTo>
                      <a:cubicBezTo>
                        <a:pt x="2741" y="1954"/>
                        <a:pt x="3025" y="1576"/>
                        <a:pt x="3435" y="1418"/>
                      </a:cubicBezTo>
                      <a:lnTo>
                        <a:pt x="3435" y="977"/>
                      </a:lnTo>
                      <a:cubicBezTo>
                        <a:pt x="3435" y="788"/>
                        <a:pt x="3592" y="631"/>
                        <a:pt x="3781" y="631"/>
                      </a:cubicBezTo>
                      <a:close/>
                      <a:moveTo>
                        <a:pt x="3813" y="1"/>
                      </a:moveTo>
                      <a:cubicBezTo>
                        <a:pt x="1733" y="1"/>
                        <a:pt x="0" y="1734"/>
                        <a:pt x="0" y="3813"/>
                      </a:cubicBezTo>
                      <a:cubicBezTo>
                        <a:pt x="0" y="4537"/>
                        <a:pt x="190" y="5231"/>
                        <a:pt x="536" y="5829"/>
                      </a:cubicBezTo>
                      <a:cubicBezTo>
                        <a:pt x="1009" y="5546"/>
                        <a:pt x="1544" y="5420"/>
                        <a:pt x="2080" y="5420"/>
                      </a:cubicBezTo>
                      <a:cubicBezTo>
                        <a:pt x="2146" y="5414"/>
                        <a:pt x="2213" y="5411"/>
                        <a:pt x="2279" y="5411"/>
                      </a:cubicBezTo>
                      <a:cubicBezTo>
                        <a:pt x="2936" y="5411"/>
                        <a:pt x="3587" y="5692"/>
                        <a:pt x="4159" y="6207"/>
                      </a:cubicBezTo>
                      <a:lnTo>
                        <a:pt x="5892" y="6207"/>
                      </a:lnTo>
                      <a:cubicBezTo>
                        <a:pt x="6144" y="6207"/>
                        <a:pt x="6364" y="6302"/>
                        <a:pt x="6585" y="6428"/>
                      </a:cubicBezTo>
                      <a:cubicBezTo>
                        <a:pt x="7215" y="5735"/>
                        <a:pt x="7625" y="4789"/>
                        <a:pt x="7625" y="3813"/>
                      </a:cubicBezTo>
                      <a:cubicBezTo>
                        <a:pt x="7625" y="1734"/>
                        <a:pt x="5892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50" name="Google Shape;9337;p73">
                  <a:extLst>
                    <a:ext uri="{FF2B5EF4-FFF2-40B4-BE49-F238E27FC236}">
                      <a16:creationId xmlns:a16="http://schemas.microsoft.com/office/drawing/2014/main" id="{0E484778-C7DC-3D31-B612-1C510BFD146C}"/>
                    </a:ext>
                  </a:extLst>
                </p:cNvPr>
                <p:cNvSpPr/>
                <p:nvPr/>
              </p:nvSpPr>
              <p:spPr>
                <a:xfrm>
                  <a:off x="2474975" y="3742775"/>
                  <a:ext cx="228425" cy="12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7" h="5026" extrusionOk="0">
                      <a:moveTo>
                        <a:pt x="1422" y="0"/>
                      </a:moveTo>
                      <a:cubicBezTo>
                        <a:pt x="918" y="0"/>
                        <a:pt x="416" y="160"/>
                        <a:pt x="0" y="457"/>
                      </a:cubicBezTo>
                      <a:lnTo>
                        <a:pt x="0" y="5025"/>
                      </a:lnTo>
                      <a:lnTo>
                        <a:pt x="5230" y="5025"/>
                      </a:lnTo>
                      <a:cubicBezTo>
                        <a:pt x="5923" y="5025"/>
                        <a:pt x="6490" y="4679"/>
                        <a:pt x="6900" y="4143"/>
                      </a:cubicBezTo>
                      <a:lnTo>
                        <a:pt x="8916" y="1245"/>
                      </a:lnTo>
                      <a:cubicBezTo>
                        <a:pt x="9137" y="930"/>
                        <a:pt x="9074" y="489"/>
                        <a:pt x="8727" y="268"/>
                      </a:cubicBezTo>
                      <a:cubicBezTo>
                        <a:pt x="8633" y="221"/>
                        <a:pt x="8517" y="196"/>
                        <a:pt x="8398" y="196"/>
                      </a:cubicBezTo>
                      <a:cubicBezTo>
                        <a:pt x="8196" y="196"/>
                        <a:pt x="7983" y="268"/>
                        <a:pt x="7845" y="426"/>
                      </a:cubicBezTo>
                      <a:lnTo>
                        <a:pt x="5955" y="2726"/>
                      </a:lnTo>
                      <a:cubicBezTo>
                        <a:pt x="5829" y="2883"/>
                        <a:pt x="5545" y="2978"/>
                        <a:pt x="5419" y="2978"/>
                      </a:cubicBezTo>
                      <a:lnTo>
                        <a:pt x="3119" y="2978"/>
                      </a:lnTo>
                      <a:cubicBezTo>
                        <a:pt x="2899" y="2978"/>
                        <a:pt x="2741" y="2820"/>
                        <a:pt x="2741" y="2631"/>
                      </a:cubicBezTo>
                      <a:cubicBezTo>
                        <a:pt x="2741" y="2411"/>
                        <a:pt x="2899" y="2253"/>
                        <a:pt x="3119" y="2253"/>
                      </a:cubicBezTo>
                      <a:lnTo>
                        <a:pt x="5198" y="2253"/>
                      </a:lnTo>
                      <a:cubicBezTo>
                        <a:pt x="5576" y="2253"/>
                        <a:pt x="5923" y="1938"/>
                        <a:pt x="5923" y="1560"/>
                      </a:cubicBezTo>
                      <a:cubicBezTo>
                        <a:pt x="5923" y="1150"/>
                        <a:pt x="5576" y="835"/>
                        <a:pt x="5198" y="835"/>
                      </a:cubicBezTo>
                      <a:lnTo>
                        <a:pt x="3340" y="835"/>
                      </a:lnTo>
                      <a:cubicBezTo>
                        <a:pt x="3182" y="835"/>
                        <a:pt x="3088" y="741"/>
                        <a:pt x="2962" y="615"/>
                      </a:cubicBezTo>
                      <a:cubicBezTo>
                        <a:pt x="2773" y="426"/>
                        <a:pt x="2520" y="300"/>
                        <a:pt x="2300" y="174"/>
                      </a:cubicBezTo>
                      <a:cubicBezTo>
                        <a:pt x="2019" y="56"/>
                        <a:pt x="1720" y="0"/>
                        <a:pt x="14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4" name="Google Shape;9338;p73">
                <a:extLst>
                  <a:ext uri="{FF2B5EF4-FFF2-40B4-BE49-F238E27FC236}">
                    <a16:creationId xmlns:a16="http://schemas.microsoft.com/office/drawing/2014/main" id="{7BEE8D3E-02A2-68D1-2230-55E4906C95B5}"/>
                  </a:ext>
                </a:extLst>
              </p:cNvPr>
              <p:cNvGrpSpPr/>
              <p:nvPr/>
            </p:nvGrpSpPr>
            <p:grpSpPr>
              <a:xfrm>
                <a:off x="3927927" y="4985321"/>
                <a:ext cx="501923" cy="499261"/>
                <a:chOff x="2404875" y="3955825"/>
                <a:chExt cx="296950" cy="295375"/>
              </a:xfrm>
              <a:grpFill/>
            </p:grpSpPr>
            <p:sp>
              <p:nvSpPr>
                <p:cNvPr id="17644" name="Google Shape;9339;p73">
                  <a:extLst>
                    <a:ext uri="{FF2B5EF4-FFF2-40B4-BE49-F238E27FC236}">
                      <a16:creationId xmlns:a16="http://schemas.microsoft.com/office/drawing/2014/main" id="{7B9C8547-914E-9A98-EB96-6C42E0364FA0}"/>
                    </a:ext>
                  </a:extLst>
                </p:cNvPr>
                <p:cNvSpPr/>
                <p:nvPr/>
              </p:nvSpPr>
              <p:spPr>
                <a:xfrm>
                  <a:off x="2404875" y="3955825"/>
                  <a:ext cx="21977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91" h="8980" extrusionOk="0">
                      <a:moveTo>
                        <a:pt x="4537" y="0"/>
                      </a:moveTo>
                      <a:cubicBezTo>
                        <a:pt x="2048" y="0"/>
                        <a:pt x="0" y="2017"/>
                        <a:pt x="0" y="4506"/>
                      </a:cubicBezTo>
                      <a:cubicBezTo>
                        <a:pt x="0" y="6963"/>
                        <a:pt x="2048" y="8979"/>
                        <a:pt x="4537" y="8979"/>
                      </a:cubicBezTo>
                      <a:cubicBezTo>
                        <a:pt x="6459" y="8979"/>
                        <a:pt x="8160" y="7719"/>
                        <a:pt x="8790" y="5986"/>
                      </a:cubicBezTo>
                      <a:cubicBezTo>
                        <a:pt x="8633" y="5860"/>
                        <a:pt x="8443" y="5640"/>
                        <a:pt x="8286" y="5514"/>
                      </a:cubicBezTo>
                      <a:lnTo>
                        <a:pt x="7498" y="5514"/>
                      </a:lnTo>
                      <a:cubicBezTo>
                        <a:pt x="7057" y="6742"/>
                        <a:pt x="5923" y="7593"/>
                        <a:pt x="4568" y="7593"/>
                      </a:cubicBezTo>
                      <a:cubicBezTo>
                        <a:pt x="2836" y="7593"/>
                        <a:pt x="1481" y="6175"/>
                        <a:pt x="1481" y="4506"/>
                      </a:cubicBezTo>
                      <a:cubicBezTo>
                        <a:pt x="1481" y="2804"/>
                        <a:pt x="2867" y="1387"/>
                        <a:pt x="4568" y="1387"/>
                      </a:cubicBezTo>
                      <a:cubicBezTo>
                        <a:pt x="5923" y="1387"/>
                        <a:pt x="7057" y="2237"/>
                        <a:pt x="7498" y="3466"/>
                      </a:cubicBezTo>
                      <a:lnTo>
                        <a:pt x="8286" y="3466"/>
                      </a:lnTo>
                      <a:cubicBezTo>
                        <a:pt x="8443" y="3308"/>
                        <a:pt x="8633" y="3088"/>
                        <a:pt x="8790" y="2993"/>
                      </a:cubicBezTo>
                      <a:cubicBezTo>
                        <a:pt x="8160" y="1261"/>
                        <a:pt x="6522" y="0"/>
                        <a:pt x="453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5" name="Google Shape;9340;p73">
                  <a:extLst>
                    <a:ext uri="{FF2B5EF4-FFF2-40B4-BE49-F238E27FC236}">
                      <a16:creationId xmlns:a16="http://schemas.microsoft.com/office/drawing/2014/main" id="{79D32FA3-5FD1-3027-BD13-D4D05A9234C5}"/>
                    </a:ext>
                  </a:extLst>
                </p:cNvPr>
                <p:cNvSpPr/>
                <p:nvPr/>
              </p:nvSpPr>
              <p:spPr>
                <a:xfrm>
                  <a:off x="2510400" y="4024075"/>
                  <a:ext cx="191425" cy="8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3503" extrusionOk="0">
                      <a:moveTo>
                        <a:pt x="7260" y="0"/>
                      </a:moveTo>
                      <a:cubicBezTo>
                        <a:pt x="7232" y="0"/>
                        <a:pt x="7206" y="4"/>
                        <a:pt x="7184" y="11"/>
                      </a:cubicBezTo>
                      <a:lnTo>
                        <a:pt x="5073" y="736"/>
                      </a:lnTo>
                      <a:cubicBezTo>
                        <a:pt x="5042" y="736"/>
                        <a:pt x="5010" y="767"/>
                        <a:pt x="4947" y="799"/>
                      </a:cubicBezTo>
                      <a:lnTo>
                        <a:pt x="4380" y="1398"/>
                      </a:lnTo>
                      <a:lnTo>
                        <a:pt x="347" y="1398"/>
                      </a:lnTo>
                      <a:cubicBezTo>
                        <a:pt x="158" y="1398"/>
                        <a:pt x="1" y="1555"/>
                        <a:pt x="1" y="1744"/>
                      </a:cubicBezTo>
                      <a:cubicBezTo>
                        <a:pt x="1" y="1965"/>
                        <a:pt x="158" y="2122"/>
                        <a:pt x="347" y="2122"/>
                      </a:cubicBezTo>
                      <a:lnTo>
                        <a:pt x="4380" y="2122"/>
                      </a:lnTo>
                      <a:lnTo>
                        <a:pt x="4947" y="2689"/>
                      </a:lnTo>
                      <a:cubicBezTo>
                        <a:pt x="5010" y="2752"/>
                        <a:pt x="5042" y="2784"/>
                        <a:pt x="5073" y="2784"/>
                      </a:cubicBezTo>
                      <a:lnTo>
                        <a:pt x="7184" y="3477"/>
                      </a:lnTo>
                      <a:cubicBezTo>
                        <a:pt x="7210" y="3494"/>
                        <a:pt x="7242" y="3502"/>
                        <a:pt x="7275" y="3502"/>
                      </a:cubicBezTo>
                      <a:cubicBezTo>
                        <a:pt x="7362" y="3502"/>
                        <a:pt x="7462" y="3451"/>
                        <a:pt x="7531" y="3382"/>
                      </a:cubicBezTo>
                      <a:cubicBezTo>
                        <a:pt x="7594" y="3256"/>
                        <a:pt x="7657" y="3099"/>
                        <a:pt x="7562" y="2973"/>
                      </a:cubicBezTo>
                      <a:lnTo>
                        <a:pt x="6932" y="1744"/>
                      </a:lnTo>
                      <a:lnTo>
                        <a:pt x="7562" y="547"/>
                      </a:lnTo>
                      <a:cubicBezTo>
                        <a:pt x="7657" y="389"/>
                        <a:pt x="7594" y="232"/>
                        <a:pt x="7531" y="137"/>
                      </a:cubicBezTo>
                      <a:cubicBezTo>
                        <a:pt x="7458" y="41"/>
                        <a:pt x="7349" y="0"/>
                        <a:pt x="726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6" name="Google Shape;9341;p73">
                  <a:extLst>
                    <a:ext uri="{FF2B5EF4-FFF2-40B4-BE49-F238E27FC236}">
                      <a16:creationId xmlns:a16="http://schemas.microsoft.com/office/drawing/2014/main" id="{6B2F5F68-A0A0-31D1-E294-653B0079809A}"/>
                    </a:ext>
                  </a:extLst>
                </p:cNvPr>
                <p:cNvSpPr/>
                <p:nvPr/>
              </p:nvSpPr>
              <p:spPr>
                <a:xfrm>
                  <a:off x="2424550" y="4188175"/>
                  <a:ext cx="189050" cy="6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2521" extrusionOk="0">
                      <a:moveTo>
                        <a:pt x="1828" y="0"/>
                      </a:moveTo>
                      <a:lnTo>
                        <a:pt x="1482" y="1135"/>
                      </a:lnTo>
                      <a:lnTo>
                        <a:pt x="1040" y="1135"/>
                      </a:lnTo>
                      <a:cubicBezTo>
                        <a:pt x="442" y="1135"/>
                        <a:pt x="1" y="1607"/>
                        <a:pt x="1" y="2174"/>
                      </a:cubicBezTo>
                      <a:cubicBezTo>
                        <a:pt x="1" y="2363"/>
                        <a:pt x="158" y="2521"/>
                        <a:pt x="379" y="2521"/>
                      </a:cubicBezTo>
                      <a:lnTo>
                        <a:pt x="7310" y="2521"/>
                      </a:lnTo>
                      <a:cubicBezTo>
                        <a:pt x="7404" y="2489"/>
                        <a:pt x="7562" y="2363"/>
                        <a:pt x="7562" y="2174"/>
                      </a:cubicBezTo>
                      <a:cubicBezTo>
                        <a:pt x="7562" y="1576"/>
                        <a:pt x="7089" y="1135"/>
                        <a:pt x="6554" y="1135"/>
                      </a:cubicBezTo>
                      <a:lnTo>
                        <a:pt x="6113" y="1135"/>
                      </a:lnTo>
                      <a:lnTo>
                        <a:pt x="5766" y="0"/>
                      </a:lnTo>
                      <a:cubicBezTo>
                        <a:pt x="5168" y="252"/>
                        <a:pt x="4506" y="410"/>
                        <a:pt x="3781" y="410"/>
                      </a:cubicBezTo>
                      <a:cubicBezTo>
                        <a:pt x="3088" y="410"/>
                        <a:pt x="2427" y="252"/>
                        <a:pt x="18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7" name="Google Shape;9342;p73">
                  <a:extLst>
                    <a:ext uri="{FF2B5EF4-FFF2-40B4-BE49-F238E27FC236}">
                      <a16:creationId xmlns:a16="http://schemas.microsoft.com/office/drawing/2014/main" id="{6B852E53-75A7-33CD-1665-5411490CE9EA}"/>
                    </a:ext>
                  </a:extLst>
                </p:cNvPr>
                <p:cNvSpPr/>
                <p:nvPr/>
              </p:nvSpPr>
              <p:spPr>
                <a:xfrm>
                  <a:off x="2457625" y="4007025"/>
                  <a:ext cx="115025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01" h="4884" extrusionOk="0">
                      <a:moveTo>
                        <a:pt x="2427" y="0"/>
                      </a:moveTo>
                      <a:cubicBezTo>
                        <a:pt x="1104" y="0"/>
                        <a:pt x="1" y="1103"/>
                        <a:pt x="1" y="2458"/>
                      </a:cubicBezTo>
                      <a:cubicBezTo>
                        <a:pt x="1" y="3781"/>
                        <a:pt x="1104" y="4884"/>
                        <a:pt x="2427" y="4884"/>
                      </a:cubicBezTo>
                      <a:cubicBezTo>
                        <a:pt x="3404" y="4884"/>
                        <a:pt x="4254" y="4348"/>
                        <a:pt x="4601" y="3497"/>
                      </a:cubicBezTo>
                      <a:lnTo>
                        <a:pt x="2427" y="3497"/>
                      </a:lnTo>
                      <a:cubicBezTo>
                        <a:pt x="1828" y="3497"/>
                        <a:pt x="1419" y="3025"/>
                        <a:pt x="1419" y="2489"/>
                      </a:cubicBezTo>
                      <a:cubicBezTo>
                        <a:pt x="1356" y="1859"/>
                        <a:pt x="1828" y="1386"/>
                        <a:pt x="2427" y="1386"/>
                      </a:cubicBezTo>
                      <a:lnTo>
                        <a:pt x="4601" y="1386"/>
                      </a:lnTo>
                      <a:cubicBezTo>
                        <a:pt x="4191" y="567"/>
                        <a:pt x="3372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5" name="Google Shape;9343;p73">
                <a:extLst>
                  <a:ext uri="{FF2B5EF4-FFF2-40B4-BE49-F238E27FC236}">
                    <a16:creationId xmlns:a16="http://schemas.microsoft.com/office/drawing/2014/main" id="{B5BF2ADC-839E-859A-C448-DAAA4EF9317B}"/>
                  </a:ext>
                </a:extLst>
              </p:cNvPr>
              <p:cNvGrpSpPr/>
              <p:nvPr/>
            </p:nvGrpSpPr>
            <p:grpSpPr>
              <a:xfrm>
                <a:off x="7112857" y="3747882"/>
                <a:ext cx="499303" cy="500612"/>
                <a:chOff x="4263650" y="3235150"/>
                <a:chExt cx="295400" cy="296175"/>
              </a:xfrm>
              <a:grpFill/>
            </p:grpSpPr>
            <p:sp>
              <p:nvSpPr>
                <p:cNvPr id="17639" name="Google Shape;9344;p73">
                  <a:extLst>
                    <a:ext uri="{FF2B5EF4-FFF2-40B4-BE49-F238E27FC236}">
                      <a16:creationId xmlns:a16="http://schemas.microsoft.com/office/drawing/2014/main" id="{C098E9C2-2384-1C97-B71B-3100C39912D0}"/>
                    </a:ext>
                  </a:extLst>
                </p:cNvPr>
                <p:cNvSpPr/>
                <p:nvPr/>
              </p:nvSpPr>
              <p:spPr>
                <a:xfrm>
                  <a:off x="4393625" y="3391100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cubicBezTo>
                        <a:pt x="63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0" name="Google Shape;9345;p73">
                  <a:extLst>
                    <a:ext uri="{FF2B5EF4-FFF2-40B4-BE49-F238E27FC236}">
                      <a16:creationId xmlns:a16="http://schemas.microsoft.com/office/drawing/2014/main" id="{806C3D01-27A4-6593-73B8-50B2AFB9FA1B}"/>
                    </a:ext>
                  </a:extLst>
                </p:cNvPr>
                <p:cNvSpPr/>
                <p:nvPr/>
              </p:nvSpPr>
              <p:spPr>
                <a:xfrm>
                  <a:off x="4377075" y="3443875"/>
                  <a:ext cx="70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805" y="1387"/>
                      </a:lnTo>
                      <a:cubicBezTo>
                        <a:pt x="2805" y="630"/>
                        <a:pt x="2174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1" name="Google Shape;9346;p73">
                  <a:extLst>
                    <a:ext uri="{FF2B5EF4-FFF2-40B4-BE49-F238E27FC236}">
                      <a16:creationId xmlns:a16="http://schemas.microsoft.com/office/drawing/2014/main" id="{ACE04FB1-65EA-9D42-2EF6-F8F709F30A90}"/>
                    </a:ext>
                  </a:extLst>
                </p:cNvPr>
                <p:cNvSpPr/>
                <p:nvPr/>
              </p:nvSpPr>
              <p:spPr>
                <a:xfrm>
                  <a:off x="4333750" y="3357225"/>
                  <a:ext cx="156775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1" h="6964" extrusionOk="0">
                      <a:moveTo>
                        <a:pt x="3088" y="725"/>
                      </a:moveTo>
                      <a:cubicBezTo>
                        <a:pt x="3813" y="725"/>
                        <a:pt x="4506" y="1356"/>
                        <a:pt x="4506" y="2080"/>
                      </a:cubicBezTo>
                      <a:cubicBezTo>
                        <a:pt x="4506" y="2458"/>
                        <a:pt x="4348" y="2805"/>
                        <a:pt x="4096" y="3025"/>
                      </a:cubicBezTo>
                      <a:cubicBezTo>
                        <a:pt x="4727" y="3372"/>
                        <a:pt x="5168" y="4065"/>
                        <a:pt x="5168" y="4853"/>
                      </a:cubicBezTo>
                      <a:lnTo>
                        <a:pt x="5168" y="5199"/>
                      </a:lnTo>
                      <a:cubicBezTo>
                        <a:pt x="5168" y="5388"/>
                        <a:pt x="5010" y="5546"/>
                        <a:pt x="4821" y="5546"/>
                      </a:cubicBezTo>
                      <a:lnTo>
                        <a:pt x="1293" y="5546"/>
                      </a:lnTo>
                      <a:cubicBezTo>
                        <a:pt x="1103" y="5546"/>
                        <a:pt x="946" y="5388"/>
                        <a:pt x="946" y="5199"/>
                      </a:cubicBezTo>
                      <a:lnTo>
                        <a:pt x="946" y="4853"/>
                      </a:lnTo>
                      <a:lnTo>
                        <a:pt x="1040" y="4853"/>
                      </a:lnTo>
                      <a:cubicBezTo>
                        <a:pt x="1040" y="4065"/>
                        <a:pt x="1450" y="3403"/>
                        <a:pt x="2080" y="3025"/>
                      </a:cubicBezTo>
                      <a:cubicBezTo>
                        <a:pt x="1860" y="2805"/>
                        <a:pt x="1702" y="2458"/>
                        <a:pt x="1702" y="2080"/>
                      </a:cubicBezTo>
                      <a:cubicBezTo>
                        <a:pt x="1702" y="1356"/>
                        <a:pt x="2332" y="725"/>
                        <a:pt x="3088" y="725"/>
                      </a:cubicBezTo>
                      <a:close/>
                      <a:moveTo>
                        <a:pt x="1" y="1"/>
                      </a:moveTo>
                      <a:lnTo>
                        <a:pt x="1" y="6617"/>
                      </a:lnTo>
                      <a:cubicBezTo>
                        <a:pt x="1" y="6806"/>
                        <a:pt x="158" y="6963"/>
                        <a:pt x="347" y="6963"/>
                      </a:cubicBezTo>
                      <a:lnTo>
                        <a:pt x="5924" y="6963"/>
                      </a:lnTo>
                      <a:cubicBezTo>
                        <a:pt x="6113" y="6963"/>
                        <a:pt x="6270" y="6806"/>
                        <a:pt x="6270" y="6617"/>
                      </a:cubicBezTo>
                      <a:lnTo>
                        <a:pt x="62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2" name="Google Shape;9347;p73">
                  <a:extLst>
                    <a:ext uri="{FF2B5EF4-FFF2-40B4-BE49-F238E27FC236}">
                      <a16:creationId xmlns:a16="http://schemas.microsoft.com/office/drawing/2014/main" id="{16E9D48B-FC26-F9F5-E912-FD5AE52A0D7A}"/>
                    </a:ext>
                  </a:extLst>
                </p:cNvPr>
                <p:cNvSpPr/>
                <p:nvPr/>
              </p:nvSpPr>
              <p:spPr>
                <a:xfrm>
                  <a:off x="4316425" y="3235150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1418"/>
                      </a:lnTo>
                      <a:lnTo>
                        <a:pt x="7625" y="1418"/>
                      </a:lnTo>
                      <a:lnTo>
                        <a:pt x="7625" y="347"/>
                      </a:lnTo>
                      <a:lnTo>
                        <a:pt x="7656" y="347"/>
                      </a:lnTo>
                      <a:cubicBezTo>
                        <a:pt x="7656" y="158"/>
                        <a:pt x="7499" y="1"/>
                        <a:pt x="731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43" name="Google Shape;9348;p73">
                  <a:extLst>
                    <a:ext uri="{FF2B5EF4-FFF2-40B4-BE49-F238E27FC236}">
                      <a16:creationId xmlns:a16="http://schemas.microsoft.com/office/drawing/2014/main" id="{E440A9DE-CB79-60A4-5A04-6C73795B3CA8}"/>
                    </a:ext>
                  </a:extLst>
                </p:cNvPr>
                <p:cNvSpPr/>
                <p:nvPr/>
              </p:nvSpPr>
              <p:spPr>
                <a:xfrm>
                  <a:off x="4263650" y="3288700"/>
                  <a:ext cx="295400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5515" extrusionOk="0">
                      <a:moveTo>
                        <a:pt x="10082" y="662"/>
                      </a:moveTo>
                      <a:cubicBezTo>
                        <a:pt x="10303" y="662"/>
                        <a:pt x="10461" y="820"/>
                        <a:pt x="10461" y="1009"/>
                      </a:cubicBezTo>
                      <a:cubicBezTo>
                        <a:pt x="10461" y="1198"/>
                        <a:pt x="10303" y="1356"/>
                        <a:pt x="10082" y="1356"/>
                      </a:cubicBezTo>
                      <a:cubicBezTo>
                        <a:pt x="9893" y="1356"/>
                        <a:pt x="9736" y="1198"/>
                        <a:pt x="9736" y="1009"/>
                      </a:cubicBezTo>
                      <a:cubicBezTo>
                        <a:pt x="9767" y="820"/>
                        <a:pt x="9893" y="662"/>
                        <a:pt x="10082" y="662"/>
                      </a:cubicBezTo>
                      <a:close/>
                      <a:moveTo>
                        <a:pt x="1041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4475"/>
                      </a:lnTo>
                      <a:cubicBezTo>
                        <a:pt x="1" y="5073"/>
                        <a:pt x="473" y="5514"/>
                        <a:pt x="1041" y="5514"/>
                      </a:cubicBezTo>
                      <a:lnTo>
                        <a:pt x="2112" y="5514"/>
                      </a:lnTo>
                      <a:lnTo>
                        <a:pt x="2112" y="2395"/>
                      </a:lnTo>
                      <a:cubicBezTo>
                        <a:pt x="2112" y="2206"/>
                        <a:pt x="2269" y="2049"/>
                        <a:pt x="2458" y="2049"/>
                      </a:cubicBezTo>
                      <a:lnTo>
                        <a:pt x="9421" y="2049"/>
                      </a:lnTo>
                      <a:cubicBezTo>
                        <a:pt x="9610" y="2049"/>
                        <a:pt x="9767" y="2206"/>
                        <a:pt x="9767" y="2395"/>
                      </a:cubicBezTo>
                      <a:lnTo>
                        <a:pt x="9767" y="5514"/>
                      </a:lnTo>
                      <a:lnTo>
                        <a:pt x="10807" y="5514"/>
                      </a:lnTo>
                      <a:cubicBezTo>
                        <a:pt x="11406" y="5514"/>
                        <a:pt x="11815" y="5042"/>
                        <a:pt x="11815" y="4475"/>
                      </a:cubicBezTo>
                      <a:lnTo>
                        <a:pt x="11815" y="1009"/>
                      </a:lnTo>
                      <a:cubicBezTo>
                        <a:pt x="11815" y="410"/>
                        <a:pt x="11343" y="1"/>
                        <a:pt x="1080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6" name="Google Shape;9349;p73">
                <a:extLst>
                  <a:ext uri="{FF2B5EF4-FFF2-40B4-BE49-F238E27FC236}">
                    <a16:creationId xmlns:a16="http://schemas.microsoft.com/office/drawing/2014/main" id="{A53DB0AD-C77F-C0A0-D8FD-E6EA4C56A750}"/>
                  </a:ext>
                </a:extLst>
              </p:cNvPr>
              <p:cNvGrpSpPr/>
              <p:nvPr/>
            </p:nvGrpSpPr>
            <p:grpSpPr>
              <a:xfrm>
                <a:off x="7109540" y="4393899"/>
                <a:ext cx="505937" cy="468667"/>
                <a:chOff x="4266025" y="3609275"/>
                <a:chExt cx="299325" cy="277275"/>
              </a:xfrm>
              <a:grpFill/>
            </p:grpSpPr>
            <p:sp>
              <p:nvSpPr>
                <p:cNvPr id="17637" name="Google Shape;9350;p73">
                  <a:extLst>
                    <a:ext uri="{FF2B5EF4-FFF2-40B4-BE49-F238E27FC236}">
                      <a16:creationId xmlns:a16="http://schemas.microsoft.com/office/drawing/2014/main" id="{FD628F08-F74C-1A1B-DCB9-FE4CF1CC98CC}"/>
                    </a:ext>
                  </a:extLst>
                </p:cNvPr>
                <p:cNvSpPr/>
                <p:nvPr/>
              </p:nvSpPr>
              <p:spPr>
                <a:xfrm>
                  <a:off x="4266025" y="3609275"/>
                  <a:ext cx="299325" cy="22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73" h="8980" extrusionOk="0">
                      <a:moveTo>
                        <a:pt x="2017" y="3749"/>
                      </a:moveTo>
                      <a:lnTo>
                        <a:pt x="3119" y="5514"/>
                      </a:lnTo>
                      <a:lnTo>
                        <a:pt x="914" y="5514"/>
                      </a:lnTo>
                      <a:lnTo>
                        <a:pt x="2017" y="3749"/>
                      </a:lnTo>
                      <a:close/>
                      <a:moveTo>
                        <a:pt x="9641" y="3749"/>
                      </a:moveTo>
                      <a:lnTo>
                        <a:pt x="10744" y="5514"/>
                      </a:lnTo>
                      <a:lnTo>
                        <a:pt x="8538" y="5514"/>
                      </a:lnTo>
                      <a:lnTo>
                        <a:pt x="9641" y="3749"/>
                      </a:lnTo>
                      <a:close/>
                      <a:moveTo>
                        <a:pt x="5892" y="0"/>
                      </a:moveTo>
                      <a:cubicBezTo>
                        <a:pt x="5325" y="0"/>
                        <a:pt x="4852" y="473"/>
                        <a:pt x="4852" y="1040"/>
                      </a:cubicBezTo>
                      <a:lnTo>
                        <a:pt x="4852" y="1166"/>
                      </a:lnTo>
                      <a:lnTo>
                        <a:pt x="4537" y="1324"/>
                      </a:lnTo>
                      <a:cubicBezTo>
                        <a:pt x="3812" y="1733"/>
                        <a:pt x="3529" y="1891"/>
                        <a:pt x="3025" y="1954"/>
                      </a:cubicBezTo>
                      <a:cubicBezTo>
                        <a:pt x="2867" y="1607"/>
                        <a:pt x="2521" y="1324"/>
                        <a:pt x="2080" y="1324"/>
                      </a:cubicBezTo>
                      <a:cubicBezTo>
                        <a:pt x="1702" y="1324"/>
                        <a:pt x="1324" y="1576"/>
                        <a:pt x="1166" y="1922"/>
                      </a:cubicBezTo>
                      <a:cubicBezTo>
                        <a:pt x="946" y="1891"/>
                        <a:pt x="693" y="1796"/>
                        <a:pt x="504" y="1733"/>
                      </a:cubicBezTo>
                      <a:cubicBezTo>
                        <a:pt x="454" y="1708"/>
                        <a:pt x="403" y="1696"/>
                        <a:pt x="355" y="1696"/>
                      </a:cubicBezTo>
                      <a:cubicBezTo>
                        <a:pt x="223" y="1696"/>
                        <a:pt x="110" y="1784"/>
                        <a:pt x="63" y="1922"/>
                      </a:cubicBezTo>
                      <a:cubicBezTo>
                        <a:pt x="0" y="2111"/>
                        <a:pt x="63" y="2332"/>
                        <a:pt x="252" y="2363"/>
                      </a:cubicBezTo>
                      <a:cubicBezTo>
                        <a:pt x="536" y="2489"/>
                        <a:pt x="820" y="2552"/>
                        <a:pt x="1135" y="2615"/>
                      </a:cubicBezTo>
                      <a:cubicBezTo>
                        <a:pt x="1198" y="2867"/>
                        <a:pt x="1387" y="3119"/>
                        <a:pt x="1607" y="3277"/>
                      </a:cubicBezTo>
                      <a:lnTo>
                        <a:pt x="95" y="5671"/>
                      </a:lnTo>
                      <a:cubicBezTo>
                        <a:pt x="95" y="5703"/>
                        <a:pt x="63" y="5829"/>
                        <a:pt x="63" y="5860"/>
                      </a:cubicBezTo>
                      <a:lnTo>
                        <a:pt x="63" y="6238"/>
                      </a:lnTo>
                      <a:cubicBezTo>
                        <a:pt x="63" y="7372"/>
                        <a:pt x="1009" y="8318"/>
                        <a:pt x="2143" y="8318"/>
                      </a:cubicBezTo>
                      <a:cubicBezTo>
                        <a:pt x="3308" y="8318"/>
                        <a:pt x="4254" y="7372"/>
                        <a:pt x="4254" y="6238"/>
                      </a:cubicBezTo>
                      <a:lnTo>
                        <a:pt x="4254" y="5860"/>
                      </a:lnTo>
                      <a:cubicBezTo>
                        <a:pt x="4254" y="5829"/>
                        <a:pt x="4191" y="5703"/>
                        <a:pt x="4191" y="5671"/>
                      </a:cubicBezTo>
                      <a:lnTo>
                        <a:pt x="2710" y="3277"/>
                      </a:lnTo>
                      <a:cubicBezTo>
                        <a:pt x="2930" y="3151"/>
                        <a:pt x="3088" y="2930"/>
                        <a:pt x="3182" y="2647"/>
                      </a:cubicBezTo>
                      <a:cubicBezTo>
                        <a:pt x="3844" y="2521"/>
                        <a:pt x="4191" y="2363"/>
                        <a:pt x="4947" y="1922"/>
                      </a:cubicBezTo>
                      <a:lnTo>
                        <a:pt x="4947" y="8979"/>
                      </a:lnTo>
                      <a:lnTo>
                        <a:pt x="7089" y="8979"/>
                      </a:lnTo>
                      <a:lnTo>
                        <a:pt x="7089" y="1922"/>
                      </a:lnTo>
                      <a:cubicBezTo>
                        <a:pt x="7814" y="2332"/>
                        <a:pt x="8192" y="2521"/>
                        <a:pt x="8853" y="2647"/>
                      </a:cubicBezTo>
                      <a:cubicBezTo>
                        <a:pt x="8916" y="2899"/>
                        <a:pt x="9074" y="3119"/>
                        <a:pt x="9326" y="3277"/>
                      </a:cubicBezTo>
                      <a:lnTo>
                        <a:pt x="7814" y="5671"/>
                      </a:lnTo>
                      <a:cubicBezTo>
                        <a:pt x="7814" y="5703"/>
                        <a:pt x="7782" y="5829"/>
                        <a:pt x="7782" y="5860"/>
                      </a:cubicBezTo>
                      <a:lnTo>
                        <a:pt x="7782" y="6238"/>
                      </a:lnTo>
                      <a:cubicBezTo>
                        <a:pt x="7782" y="7372"/>
                        <a:pt x="8727" y="8318"/>
                        <a:pt x="9861" y="8318"/>
                      </a:cubicBezTo>
                      <a:cubicBezTo>
                        <a:pt x="11027" y="8318"/>
                        <a:pt x="11972" y="7372"/>
                        <a:pt x="11972" y="6238"/>
                      </a:cubicBezTo>
                      <a:lnTo>
                        <a:pt x="11972" y="5860"/>
                      </a:lnTo>
                      <a:cubicBezTo>
                        <a:pt x="11972" y="5829"/>
                        <a:pt x="11909" y="5703"/>
                        <a:pt x="11909" y="5671"/>
                      </a:cubicBezTo>
                      <a:lnTo>
                        <a:pt x="10429" y="3277"/>
                      </a:lnTo>
                      <a:cubicBezTo>
                        <a:pt x="10429" y="3151"/>
                        <a:pt x="10618" y="2930"/>
                        <a:pt x="10681" y="2615"/>
                      </a:cubicBezTo>
                      <a:cubicBezTo>
                        <a:pt x="10933" y="2521"/>
                        <a:pt x="11248" y="2458"/>
                        <a:pt x="11531" y="2363"/>
                      </a:cubicBezTo>
                      <a:cubicBezTo>
                        <a:pt x="11720" y="2300"/>
                        <a:pt x="11815" y="2080"/>
                        <a:pt x="11720" y="1922"/>
                      </a:cubicBezTo>
                      <a:cubicBezTo>
                        <a:pt x="11674" y="1784"/>
                        <a:pt x="11560" y="1696"/>
                        <a:pt x="11429" y="1696"/>
                      </a:cubicBezTo>
                      <a:cubicBezTo>
                        <a:pt x="11380" y="1696"/>
                        <a:pt x="11330" y="1708"/>
                        <a:pt x="11279" y="1733"/>
                      </a:cubicBezTo>
                      <a:cubicBezTo>
                        <a:pt x="11059" y="1796"/>
                        <a:pt x="10870" y="1891"/>
                        <a:pt x="10618" y="1922"/>
                      </a:cubicBezTo>
                      <a:cubicBezTo>
                        <a:pt x="10460" y="1576"/>
                        <a:pt x="10113" y="1324"/>
                        <a:pt x="9704" y="1324"/>
                      </a:cubicBezTo>
                      <a:cubicBezTo>
                        <a:pt x="9294" y="1324"/>
                        <a:pt x="8916" y="1576"/>
                        <a:pt x="8790" y="1954"/>
                      </a:cubicBezTo>
                      <a:cubicBezTo>
                        <a:pt x="8255" y="1891"/>
                        <a:pt x="8003" y="1733"/>
                        <a:pt x="7278" y="1324"/>
                      </a:cubicBezTo>
                      <a:lnTo>
                        <a:pt x="6963" y="1166"/>
                      </a:lnTo>
                      <a:lnTo>
                        <a:pt x="6963" y="1040"/>
                      </a:lnTo>
                      <a:cubicBezTo>
                        <a:pt x="6963" y="441"/>
                        <a:pt x="6490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8" name="Google Shape;9351;p73">
                  <a:extLst>
                    <a:ext uri="{FF2B5EF4-FFF2-40B4-BE49-F238E27FC236}">
                      <a16:creationId xmlns:a16="http://schemas.microsoft.com/office/drawing/2014/main" id="{FBB0ACE1-D13C-F133-FF0A-0467C8ECF9B6}"/>
                    </a:ext>
                  </a:extLst>
                </p:cNvPr>
                <p:cNvSpPr/>
                <p:nvPr/>
              </p:nvSpPr>
              <p:spPr>
                <a:xfrm>
                  <a:off x="4332975" y="3851850"/>
                  <a:ext cx="157550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1388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1040"/>
                      </a:lnTo>
                      <a:cubicBezTo>
                        <a:pt x="0" y="1261"/>
                        <a:pt x="158" y="1387"/>
                        <a:pt x="347" y="1387"/>
                      </a:cubicBezTo>
                      <a:lnTo>
                        <a:pt x="5955" y="1387"/>
                      </a:lnTo>
                      <a:cubicBezTo>
                        <a:pt x="6144" y="1356"/>
                        <a:pt x="6301" y="1198"/>
                        <a:pt x="6301" y="1040"/>
                      </a:cubicBezTo>
                      <a:lnTo>
                        <a:pt x="6301" y="694"/>
                      </a:lnTo>
                      <a:cubicBezTo>
                        <a:pt x="6301" y="316"/>
                        <a:pt x="5986" y="1"/>
                        <a:pt x="55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" name="Google Shape;9352;p73">
                <a:extLst>
                  <a:ext uri="{FF2B5EF4-FFF2-40B4-BE49-F238E27FC236}">
                    <a16:creationId xmlns:a16="http://schemas.microsoft.com/office/drawing/2014/main" id="{22DF14BE-FCA8-5FE1-9C8D-7BCBAC18854B}"/>
                  </a:ext>
                </a:extLst>
              </p:cNvPr>
              <p:cNvGrpSpPr/>
              <p:nvPr/>
            </p:nvGrpSpPr>
            <p:grpSpPr>
              <a:xfrm>
                <a:off x="7110195" y="4985321"/>
                <a:ext cx="504627" cy="499261"/>
                <a:chOff x="4263650" y="3963700"/>
                <a:chExt cx="298550" cy="295375"/>
              </a:xfrm>
              <a:grpFill/>
            </p:grpSpPr>
            <p:sp>
              <p:nvSpPr>
                <p:cNvPr id="17630" name="Google Shape;9353;p73">
                  <a:extLst>
                    <a:ext uri="{FF2B5EF4-FFF2-40B4-BE49-F238E27FC236}">
                      <a16:creationId xmlns:a16="http://schemas.microsoft.com/office/drawing/2014/main" id="{CE12B7CC-42EB-7CD7-50F9-BCBDC197DC73}"/>
                    </a:ext>
                  </a:extLst>
                </p:cNvPr>
                <p:cNvSpPr/>
                <p:nvPr/>
              </p:nvSpPr>
              <p:spPr>
                <a:xfrm>
                  <a:off x="4384950" y="3963700"/>
                  <a:ext cx="535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2049" extrusionOk="0">
                      <a:moveTo>
                        <a:pt x="1072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cubicBezTo>
                        <a:pt x="1" y="1607"/>
                        <a:pt x="473" y="2048"/>
                        <a:pt x="1072" y="2048"/>
                      </a:cubicBezTo>
                      <a:cubicBezTo>
                        <a:pt x="1670" y="2048"/>
                        <a:pt x="2143" y="1576"/>
                        <a:pt x="2143" y="1040"/>
                      </a:cubicBezTo>
                      <a:cubicBezTo>
                        <a:pt x="2143" y="442"/>
                        <a:pt x="1670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1" name="Google Shape;9354;p73">
                  <a:extLst>
                    <a:ext uri="{FF2B5EF4-FFF2-40B4-BE49-F238E27FC236}">
                      <a16:creationId xmlns:a16="http://schemas.microsoft.com/office/drawing/2014/main" id="{E85AE841-DF29-78CB-4CC8-EE8AA27A4051}"/>
                    </a:ext>
                  </a:extLst>
                </p:cNvPr>
                <p:cNvSpPr/>
                <p:nvPr/>
              </p:nvSpPr>
              <p:spPr>
                <a:xfrm>
                  <a:off x="43156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607" y="2048"/>
                        <a:pt x="2048" y="1576"/>
                        <a:pt x="2048" y="1040"/>
                      </a:cubicBezTo>
                      <a:cubicBezTo>
                        <a:pt x="2048" y="473"/>
                        <a:pt x="1607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2" name="Google Shape;9355;p73">
                  <a:extLst>
                    <a:ext uri="{FF2B5EF4-FFF2-40B4-BE49-F238E27FC236}">
                      <a16:creationId xmlns:a16="http://schemas.microsoft.com/office/drawing/2014/main" id="{EB6206C5-A6C6-D760-65F6-62EBC383F674}"/>
                    </a:ext>
                  </a:extLst>
                </p:cNvPr>
                <p:cNvSpPr/>
                <p:nvPr/>
              </p:nvSpPr>
              <p:spPr>
                <a:xfrm>
                  <a:off x="4455850" y="4136975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3" name="Google Shape;9356;p73">
                  <a:extLst>
                    <a:ext uri="{FF2B5EF4-FFF2-40B4-BE49-F238E27FC236}">
                      <a16:creationId xmlns:a16="http://schemas.microsoft.com/office/drawing/2014/main" id="{9493EE88-A472-9356-B7BC-4FD4EAB1D03A}"/>
                    </a:ext>
                  </a:extLst>
                </p:cNvPr>
                <p:cNvSpPr/>
                <p:nvPr/>
              </p:nvSpPr>
              <p:spPr>
                <a:xfrm>
                  <a:off x="4263650" y="4085000"/>
                  <a:ext cx="298550" cy="122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2" h="4884" extrusionOk="0">
                      <a:moveTo>
                        <a:pt x="1545" y="0"/>
                      </a:moveTo>
                      <a:cubicBezTo>
                        <a:pt x="1041" y="0"/>
                        <a:pt x="599" y="347"/>
                        <a:pt x="505" y="851"/>
                      </a:cubicBezTo>
                      <a:lnTo>
                        <a:pt x="64" y="3655"/>
                      </a:lnTo>
                      <a:cubicBezTo>
                        <a:pt x="1" y="3970"/>
                        <a:pt x="95" y="4253"/>
                        <a:pt x="284" y="4474"/>
                      </a:cubicBezTo>
                      <a:cubicBezTo>
                        <a:pt x="410" y="4631"/>
                        <a:pt x="599" y="4757"/>
                        <a:pt x="788" y="4789"/>
                      </a:cubicBezTo>
                      <a:cubicBezTo>
                        <a:pt x="1009" y="4442"/>
                        <a:pt x="1324" y="4127"/>
                        <a:pt x="1639" y="3938"/>
                      </a:cubicBezTo>
                      <a:cubicBezTo>
                        <a:pt x="1513" y="3686"/>
                        <a:pt x="1419" y="3434"/>
                        <a:pt x="1419" y="3151"/>
                      </a:cubicBezTo>
                      <a:cubicBezTo>
                        <a:pt x="1419" y="2206"/>
                        <a:pt x="2206" y="1418"/>
                        <a:pt x="3151" y="1418"/>
                      </a:cubicBezTo>
                      <a:cubicBezTo>
                        <a:pt x="4097" y="1418"/>
                        <a:pt x="4884" y="2206"/>
                        <a:pt x="4884" y="3151"/>
                      </a:cubicBezTo>
                      <a:cubicBezTo>
                        <a:pt x="4884" y="3434"/>
                        <a:pt x="4821" y="3686"/>
                        <a:pt x="4695" y="3938"/>
                      </a:cubicBezTo>
                      <a:cubicBezTo>
                        <a:pt x="5042" y="4159"/>
                        <a:pt x="5325" y="4474"/>
                        <a:pt x="5577" y="4883"/>
                      </a:cubicBezTo>
                      <a:lnTo>
                        <a:pt x="6396" y="4883"/>
                      </a:lnTo>
                      <a:cubicBezTo>
                        <a:pt x="6585" y="4537"/>
                        <a:pt x="6900" y="4159"/>
                        <a:pt x="7247" y="3938"/>
                      </a:cubicBezTo>
                      <a:cubicBezTo>
                        <a:pt x="7152" y="3686"/>
                        <a:pt x="7058" y="3434"/>
                        <a:pt x="7058" y="3151"/>
                      </a:cubicBezTo>
                      <a:cubicBezTo>
                        <a:pt x="7058" y="2206"/>
                        <a:pt x="7846" y="1418"/>
                        <a:pt x="8791" y="1418"/>
                      </a:cubicBezTo>
                      <a:cubicBezTo>
                        <a:pt x="9736" y="1418"/>
                        <a:pt x="10524" y="2206"/>
                        <a:pt x="10524" y="3151"/>
                      </a:cubicBezTo>
                      <a:cubicBezTo>
                        <a:pt x="10524" y="3434"/>
                        <a:pt x="10461" y="3686"/>
                        <a:pt x="10334" y="3938"/>
                      </a:cubicBezTo>
                      <a:cubicBezTo>
                        <a:pt x="10681" y="4159"/>
                        <a:pt x="10965" y="4442"/>
                        <a:pt x="11154" y="4789"/>
                      </a:cubicBezTo>
                      <a:cubicBezTo>
                        <a:pt x="11343" y="4757"/>
                        <a:pt x="11563" y="4631"/>
                        <a:pt x="11658" y="4474"/>
                      </a:cubicBezTo>
                      <a:cubicBezTo>
                        <a:pt x="11878" y="4253"/>
                        <a:pt x="11941" y="3938"/>
                        <a:pt x="11910" y="3655"/>
                      </a:cubicBezTo>
                      <a:lnTo>
                        <a:pt x="11343" y="851"/>
                      </a:lnTo>
                      <a:cubicBezTo>
                        <a:pt x="11280" y="347"/>
                        <a:pt x="10839" y="0"/>
                        <a:pt x="103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4" name="Google Shape;9357;p73">
                  <a:extLst>
                    <a:ext uri="{FF2B5EF4-FFF2-40B4-BE49-F238E27FC236}">
                      <a16:creationId xmlns:a16="http://schemas.microsoft.com/office/drawing/2014/main" id="{C45D9313-DB7C-C43D-1E9B-5CEF847A27F7}"/>
                    </a:ext>
                  </a:extLst>
                </p:cNvPr>
                <p:cNvSpPr/>
                <p:nvPr/>
              </p:nvSpPr>
              <p:spPr>
                <a:xfrm>
                  <a:off x="4431425" y="4196825"/>
                  <a:ext cx="104000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490" extrusionOk="0">
                      <a:moveTo>
                        <a:pt x="977" y="1"/>
                      </a:moveTo>
                      <a:cubicBezTo>
                        <a:pt x="536" y="284"/>
                        <a:pt x="189" y="694"/>
                        <a:pt x="63" y="1198"/>
                      </a:cubicBezTo>
                      <a:cubicBezTo>
                        <a:pt x="32" y="1387"/>
                        <a:pt x="0" y="1576"/>
                        <a:pt x="0" y="1797"/>
                      </a:cubicBezTo>
                      <a:lnTo>
                        <a:pt x="0" y="2143"/>
                      </a:lnTo>
                      <a:cubicBezTo>
                        <a:pt x="0" y="2332"/>
                        <a:pt x="158" y="2490"/>
                        <a:pt x="347" y="2490"/>
                      </a:cubicBezTo>
                      <a:lnTo>
                        <a:pt x="3813" y="2490"/>
                      </a:lnTo>
                      <a:cubicBezTo>
                        <a:pt x="4002" y="2490"/>
                        <a:pt x="4159" y="2332"/>
                        <a:pt x="4159" y="2143"/>
                      </a:cubicBezTo>
                      <a:lnTo>
                        <a:pt x="4159" y="1797"/>
                      </a:lnTo>
                      <a:cubicBezTo>
                        <a:pt x="4096" y="1576"/>
                        <a:pt x="4065" y="1356"/>
                        <a:pt x="4002" y="1198"/>
                      </a:cubicBezTo>
                      <a:cubicBezTo>
                        <a:pt x="3844" y="694"/>
                        <a:pt x="3529" y="284"/>
                        <a:pt x="3119" y="1"/>
                      </a:cubicBezTo>
                      <a:cubicBezTo>
                        <a:pt x="2804" y="253"/>
                        <a:pt x="2426" y="410"/>
                        <a:pt x="2048" y="410"/>
                      </a:cubicBezTo>
                      <a:cubicBezTo>
                        <a:pt x="1639" y="410"/>
                        <a:pt x="1261" y="253"/>
                        <a:pt x="97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5" name="Google Shape;9358;p73">
                  <a:extLst>
                    <a:ext uri="{FF2B5EF4-FFF2-40B4-BE49-F238E27FC236}">
                      <a16:creationId xmlns:a16="http://schemas.microsoft.com/office/drawing/2014/main" id="{D4F3474D-C890-1A83-3A70-23E7A8C3A172}"/>
                    </a:ext>
                  </a:extLst>
                </p:cNvPr>
                <p:cNvSpPr/>
                <p:nvPr/>
              </p:nvSpPr>
              <p:spPr>
                <a:xfrm>
                  <a:off x="4359750" y="4022775"/>
                  <a:ext cx="104775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1765" extrusionOk="0">
                      <a:moveTo>
                        <a:pt x="1009" y="0"/>
                      </a:moveTo>
                      <a:cubicBezTo>
                        <a:pt x="379" y="347"/>
                        <a:pt x="0" y="1040"/>
                        <a:pt x="0" y="1765"/>
                      </a:cubicBezTo>
                      <a:lnTo>
                        <a:pt x="4191" y="1765"/>
                      </a:lnTo>
                      <a:cubicBezTo>
                        <a:pt x="4191" y="1040"/>
                        <a:pt x="3813" y="347"/>
                        <a:pt x="3214" y="0"/>
                      </a:cubicBezTo>
                      <a:cubicBezTo>
                        <a:pt x="2899" y="252"/>
                        <a:pt x="2521" y="378"/>
                        <a:pt x="2111" y="378"/>
                      </a:cubicBezTo>
                      <a:cubicBezTo>
                        <a:pt x="1733" y="378"/>
                        <a:pt x="1324" y="252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36" name="Google Shape;9359;p73">
                  <a:extLst>
                    <a:ext uri="{FF2B5EF4-FFF2-40B4-BE49-F238E27FC236}">
                      <a16:creationId xmlns:a16="http://schemas.microsoft.com/office/drawing/2014/main" id="{38E58DFF-7F27-C4DB-0ECD-1C449449B39F}"/>
                    </a:ext>
                  </a:extLst>
                </p:cNvPr>
                <p:cNvSpPr/>
                <p:nvPr/>
              </p:nvSpPr>
              <p:spPr>
                <a:xfrm>
                  <a:off x="4291225" y="4196825"/>
                  <a:ext cx="102425" cy="62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2490" extrusionOk="0">
                      <a:moveTo>
                        <a:pt x="1009" y="1"/>
                      </a:moveTo>
                      <a:cubicBezTo>
                        <a:pt x="568" y="284"/>
                        <a:pt x="221" y="694"/>
                        <a:pt x="95" y="1198"/>
                      </a:cubicBezTo>
                      <a:cubicBezTo>
                        <a:pt x="64" y="1387"/>
                        <a:pt x="1" y="1576"/>
                        <a:pt x="1" y="1797"/>
                      </a:cubicBezTo>
                      <a:lnTo>
                        <a:pt x="1" y="2143"/>
                      </a:lnTo>
                      <a:cubicBezTo>
                        <a:pt x="1" y="2332"/>
                        <a:pt x="158" y="2490"/>
                        <a:pt x="379" y="2490"/>
                      </a:cubicBezTo>
                      <a:lnTo>
                        <a:pt x="3844" y="2490"/>
                      </a:lnTo>
                      <a:cubicBezTo>
                        <a:pt x="3939" y="2490"/>
                        <a:pt x="4096" y="2332"/>
                        <a:pt x="4096" y="2143"/>
                      </a:cubicBezTo>
                      <a:lnTo>
                        <a:pt x="4096" y="1797"/>
                      </a:lnTo>
                      <a:cubicBezTo>
                        <a:pt x="4096" y="1576"/>
                        <a:pt x="4065" y="1356"/>
                        <a:pt x="4033" y="1198"/>
                      </a:cubicBezTo>
                      <a:cubicBezTo>
                        <a:pt x="3876" y="694"/>
                        <a:pt x="3561" y="284"/>
                        <a:pt x="3120" y="1"/>
                      </a:cubicBezTo>
                      <a:cubicBezTo>
                        <a:pt x="2804" y="253"/>
                        <a:pt x="2458" y="410"/>
                        <a:pt x="2048" y="410"/>
                      </a:cubicBezTo>
                      <a:cubicBezTo>
                        <a:pt x="1670" y="410"/>
                        <a:pt x="1261" y="253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6" name="Google Shape;9360;p73">
                <a:extLst>
                  <a:ext uri="{FF2B5EF4-FFF2-40B4-BE49-F238E27FC236}">
                    <a16:creationId xmlns:a16="http://schemas.microsoft.com/office/drawing/2014/main" id="{7B3C8F50-FCC3-ADDB-7ECE-B8D21341563A}"/>
                  </a:ext>
                </a:extLst>
              </p:cNvPr>
              <p:cNvGrpSpPr/>
              <p:nvPr/>
            </p:nvGrpSpPr>
            <p:grpSpPr>
              <a:xfrm>
                <a:off x="10368218" y="3747882"/>
                <a:ext cx="323559" cy="500612"/>
                <a:chOff x="6164975" y="3211525"/>
                <a:chExt cx="191425" cy="296175"/>
              </a:xfrm>
              <a:grpFill/>
            </p:grpSpPr>
            <p:sp>
              <p:nvSpPr>
                <p:cNvPr id="17623" name="Google Shape;9361;p73">
                  <a:extLst>
                    <a:ext uri="{FF2B5EF4-FFF2-40B4-BE49-F238E27FC236}">
                      <a16:creationId xmlns:a16="http://schemas.microsoft.com/office/drawing/2014/main" id="{E9B61830-08E5-DBDB-1FB0-AEF6ED29F1F2}"/>
                    </a:ext>
                  </a:extLst>
                </p:cNvPr>
                <p:cNvSpPr/>
                <p:nvPr/>
              </p:nvSpPr>
              <p:spPr>
                <a:xfrm>
                  <a:off x="6269750" y="3371400"/>
                  <a:ext cx="68525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3372" extrusionOk="0">
                      <a:moveTo>
                        <a:pt x="1670" y="1"/>
                      </a:moveTo>
                      <a:cubicBezTo>
                        <a:pt x="1166" y="316"/>
                        <a:pt x="599" y="505"/>
                        <a:pt x="0" y="568"/>
                      </a:cubicBezTo>
                      <a:lnTo>
                        <a:pt x="0" y="1482"/>
                      </a:lnTo>
                      <a:lnTo>
                        <a:pt x="1890" y="3372"/>
                      </a:lnTo>
                      <a:lnTo>
                        <a:pt x="2741" y="3372"/>
                      </a:lnTo>
                      <a:lnTo>
                        <a:pt x="2741" y="3340"/>
                      </a:lnTo>
                      <a:lnTo>
                        <a:pt x="2741" y="2301"/>
                      </a:lnTo>
                      <a:cubicBezTo>
                        <a:pt x="2741" y="1356"/>
                        <a:pt x="2300" y="536"/>
                        <a:pt x="167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4" name="Google Shape;9362;p73">
                  <a:extLst>
                    <a:ext uri="{FF2B5EF4-FFF2-40B4-BE49-F238E27FC236}">
                      <a16:creationId xmlns:a16="http://schemas.microsoft.com/office/drawing/2014/main" id="{95896AB9-CC59-DC51-453D-78FA0CEAA96D}"/>
                    </a:ext>
                  </a:extLst>
                </p:cNvPr>
                <p:cNvSpPr/>
                <p:nvPr/>
              </p:nvSpPr>
              <p:spPr>
                <a:xfrm>
                  <a:off x="6228775" y="3424175"/>
                  <a:ext cx="62250" cy="3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90" h="1230" extrusionOk="0">
                      <a:moveTo>
                        <a:pt x="1229" y="1"/>
                      </a:moveTo>
                      <a:lnTo>
                        <a:pt x="1" y="1229"/>
                      </a:lnTo>
                      <a:lnTo>
                        <a:pt x="2490" y="1229"/>
                      </a:lnTo>
                      <a:lnTo>
                        <a:pt x="122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5" name="Google Shape;9363;p73">
                  <a:extLst>
                    <a:ext uri="{FF2B5EF4-FFF2-40B4-BE49-F238E27FC236}">
                      <a16:creationId xmlns:a16="http://schemas.microsoft.com/office/drawing/2014/main" id="{6EA11231-E77C-AD7E-9223-F899A608E0DB}"/>
                    </a:ext>
                  </a:extLst>
                </p:cNvPr>
                <p:cNvSpPr/>
                <p:nvPr/>
              </p:nvSpPr>
              <p:spPr>
                <a:xfrm>
                  <a:off x="6182300" y="3369825"/>
                  <a:ext cx="6935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3404" extrusionOk="0">
                      <a:moveTo>
                        <a:pt x="1072" y="1"/>
                      </a:moveTo>
                      <a:cubicBezTo>
                        <a:pt x="411" y="599"/>
                        <a:pt x="1" y="1419"/>
                        <a:pt x="1" y="2332"/>
                      </a:cubicBezTo>
                      <a:lnTo>
                        <a:pt x="1" y="3403"/>
                      </a:lnTo>
                      <a:lnTo>
                        <a:pt x="883" y="3403"/>
                      </a:lnTo>
                      <a:lnTo>
                        <a:pt x="2773" y="1513"/>
                      </a:lnTo>
                      <a:lnTo>
                        <a:pt x="2773" y="599"/>
                      </a:lnTo>
                      <a:cubicBezTo>
                        <a:pt x="2143" y="568"/>
                        <a:pt x="1576" y="316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6" name="Google Shape;9364;p73">
                  <a:extLst>
                    <a:ext uri="{FF2B5EF4-FFF2-40B4-BE49-F238E27FC236}">
                      <a16:creationId xmlns:a16="http://schemas.microsoft.com/office/drawing/2014/main" id="{946A751B-3071-CC6E-49A6-3DD0C666A8BC}"/>
                    </a:ext>
                  </a:extLst>
                </p:cNvPr>
                <p:cNvSpPr/>
                <p:nvPr/>
              </p:nvSpPr>
              <p:spPr>
                <a:xfrm>
                  <a:off x="6164975" y="34722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316"/>
                        <a:pt x="7278" y="1"/>
                        <a:pt x="69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7" name="Google Shape;9365;p73">
                  <a:extLst>
                    <a:ext uri="{FF2B5EF4-FFF2-40B4-BE49-F238E27FC236}">
                      <a16:creationId xmlns:a16="http://schemas.microsoft.com/office/drawing/2014/main" id="{11E705B1-8D0F-BD1A-15CD-FFBD5794FB6E}"/>
                    </a:ext>
                  </a:extLst>
                </p:cNvPr>
                <p:cNvSpPr/>
                <p:nvPr/>
              </p:nvSpPr>
              <p:spPr>
                <a:xfrm>
                  <a:off x="6164975" y="3211525"/>
                  <a:ext cx="1914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57" h="1419" extrusionOk="0">
                      <a:moveTo>
                        <a:pt x="725" y="0"/>
                      </a:moveTo>
                      <a:cubicBezTo>
                        <a:pt x="316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lnTo>
                        <a:pt x="6932" y="1418"/>
                      </a:lnTo>
                      <a:cubicBezTo>
                        <a:pt x="7341" y="1418"/>
                        <a:pt x="7657" y="1103"/>
                        <a:pt x="7657" y="725"/>
                      </a:cubicBezTo>
                      <a:cubicBezTo>
                        <a:pt x="7594" y="284"/>
                        <a:pt x="7278" y="0"/>
                        <a:pt x="69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8" name="Google Shape;9366;p73">
                  <a:extLst>
                    <a:ext uri="{FF2B5EF4-FFF2-40B4-BE49-F238E27FC236}">
                      <a16:creationId xmlns:a16="http://schemas.microsoft.com/office/drawing/2014/main" id="{5040498E-F63D-9A14-3B46-15A6F3C9E136}"/>
                    </a:ext>
                  </a:extLst>
                </p:cNvPr>
                <p:cNvSpPr/>
                <p:nvPr/>
              </p:nvSpPr>
              <p:spPr>
                <a:xfrm>
                  <a:off x="6183100" y="3262725"/>
                  <a:ext cx="155175" cy="3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1426" extrusionOk="0">
                      <a:moveTo>
                        <a:pt x="0" y="0"/>
                      </a:moveTo>
                      <a:lnTo>
                        <a:pt x="0" y="441"/>
                      </a:lnTo>
                      <a:lnTo>
                        <a:pt x="568" y="788"/>
                      </a:lnTo>
                      <a:cubicBezTo>
                        <a:pt x="1355" y="1213"/>
                        <a:pt x="2237" y="1426"/>
                        <a:pt x="3112" y="1426"/>
                      </a:cubicBezTo>
                      <a:cubicBezTo>
                        <a:pt x="3986" y="1426"/>
                        <a:pt x="4852" y="1213"/>
                        <a:pt x="5608" y="788"/>
                      </a:cubicBezTo>
                      <a:lnTo>
                        <a:pt x="6207" y="441"/>
                      </a:lnTo>
                      <a:lnTo>
                        <a:pt x="620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9" name="Google Shape;9367;p73">
                  <a:extLst>
                    <a:ext uri="{FF2B5EF4-FFF2-40B4-BE49-F238E27FC236}">
                      <a16:creationId xmlns:a16="http://schemas.microsoft.com/office/drawing/2014/main" id="{B0858F6B-8EA1-D6F3-8AB3-76CB95FEC2BB}"/>
                    </a:ext>
                  </a:extLst>
                </p:cNvPr>
                <p:cNvSpPr/>
                <p:nvPr/>
              </p:nvSpPr>
              <p:spPr>
                <a:xfrm>
                  <a:off x="6181525" y="3294225"/>
                  <a:ext cx="155975" cy="74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2962" extrusionOk="0">
                      <a:moveTo>
                        <a:pt x="0" y="0"/>
                      </a:moveTo>
                      <a:cubicBezTo>
                        <a:pt x="126" y="1607"/>
                        <a:pt x="1481" y="2962"/>
                        <a:pt x="3119" y="2962"/>
                      </a:cubicBezTo>
                      <a:cubicBezTo>
                        <a:pt x="4758" y="2962"/>
                        <a:pt x="6112" y="1607"/>
                        <a:pt x="6238" y="0"/>
                      </a:cubicBezTo>
                      <a:lnTo>
                        <a:pt x="6238" y="0"/>
                      </a:lnTo>
                      <a:lnTo>
                        <a:pt x="5986" y="126"/>
                      </a:lnTo>
                      <a:cubicBezTo>
                        <a:pt x="5136" y="631"/>
                        <a:pt x="4096" y="883"/>
                        <a:pt x="3119" y="883"/>
                      </a:cubicBezTo>
                      <a:cubicBezTo>
                        <a:pt x="2143" y="883"/>
                        <a:pt x="1166" y="631"/>
                        <a:pt x="252" y="126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7" name="Google Shape;9368;p73">
                <a:extLst>
                  <a:ext uri="{FF2B5EF4-FFF2-40B4-BE49-F238E27FC236}">
                    <a16:creationId xmlns:a16="http://schemas.microsoft.com/office/drawing/2014/main" id="{0C918AD8-61B4-7C99-3D2C-56F7D691927D}"/>
                  </a:ext>
                </a:extLst>
              </p:cNvPr>
              <p:cNvGrpSpPr/>
              <p:nvPr/>
            </p:nvGrpSpPr>
            <p:grpSpPr>
              <a:xfrm>
                <a:off x="1400391" y="3747903"/>
                <a:ext cx="504627" cy="500571"/>
                <a:chOff x="946175" y="3253275"/>
                <a:chExt cx="298550" cy="296150"/>
              </a:xfrm>
              <a:grpFill/>
            </p:grpSpPr>
            <p:sp>
              <p:nvSpPr>
                <p:cNvPr id="17618" name="Google Shape;9369;p73">
                  <a:extLst>
                    <a:ext uri="{FF2B5EF4-FFF2-40B4-BE49-F238E27FC236}">
                      <a16:creationId xmlns:a16="http://schemas.microsoft.com/office/drawing/2014/main" id="{C0258E95-0A8B-A7BB-0640-2F7405AA407C}"/>
                    </a:ext>
                  </a:extLst>
                </p:cNvPr>
                <p:cNvSpPr/>
                <p:nvPr/>
              </p:nvSpPr>
              <p:spPr>
                <a:xfrm>
                  <a:off x="946175" y="3253275"/>
                  <a:ext cx="209550" cy="26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82" h="10460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10113"/>
                      </a:lnTo>
                      <a:cubicBezTo>
                        <a:pt x="1" y="10302"/>
                        <a:pt x="158" y="10460"/>
                        <a:pt x="348" y="10460"/>
                      </a:cubicBezTo>
                      <a:lnTo>
                        <a:pt x="694" y="10460"/>
                      </a:lnTo>
                      <a:lnTo>
                        <a:pt x="694" y="3875"/>
                      </a:lnTo>
                      <a:cubicBezTo>
                        <a:pt x="694" y="3623"/>
                        <a:pt x="820" y="3340"/>
                        <a:pt x="1009" y="3151"/>
                      </a:cubicBezTo>
                      <a:lnTo>
                        <a:pt x="3151" y="1008"/>
                      </a:lnTo>
                      <a:cubicBezTo>
                        <a:pt x="3340" y="819"/>
                        <a:pt x="3624" y="693"/>
                        <a:pt x="3908" y="693"/>
                      </a:cubicBezTo>
                      <a:lnTo>
                        <a:pt x="8381" y="693"/>
                      </a:lnTo>
                      <a:lnTo>
                        <a:pt x="8381" y="347"/>
                      </a:lnTo>
                      <a:cubicBezTo>
                        <a:pt x="8381" y="158"/>
                        <a:pt x="8224" y="0"/>
                        <a:pt x="80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9" name="Google Shape;9370;p73">
                  <a:extLst>
                    <a:ext uri="{FF2B5EF4-FFF2-40B4-BE49-F238E27FC236}">
                      <a16:creationId xmlns:a16="http://schemas.microsoft.com/office/drawing/2014/main" id="{6E757580-B190-2DF0-F306-FB822FC0E757}"/>
                    </a:ext>
                  </a:extLst>
                </p:cNvPr>
                <p:cNvSpPr/>
                <p:nvPr/>
              </p:nvSpPr>
              <p:spPr>
                <a:xfrm>
                  <a:off x="986350" y="3293425"/>
                  <a:ext cx="47300" cy="48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2" h="1923" extrusionOk="0">
                      <a:moveTo>
                        <a:pt x="1891" y="1"/>
                      </a:moveTo>
                      <a:lnTo>
                        <a:pt x="1" y="1923"/>
                      </a:lnTo>
                      <a:lnTo>
                        <a:pt x="1891" y="1923"/>
                      </a:lnTo>
                      <a:lnTo>
                        <a:pt x="189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0" name="Google Shape;9371;p73">
                  <a:extLst>
                    <a:ext uri="{FF2B5EF4-FFF2-40B4-BE49-F238E27FC236}">
                      <a16:creationId xmlns:a16="http://schemas.microsoft.com/office/drawing/2014/main" id="{8CD3E4A4-C9B3-A0CB-953C-9407F4A292EC}"/>
                    </a:ext>
                  </a:extLst>
                </p:cNvPr>
                <p:cNvSpPr/>
                <p:nvPr/>
              </p:nvSpPr>
              <p:spPr>
                <a:xfrm>
                  <a:off x="1051725" y="3359600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cubicBezTo>
                        <a:pt x="1" y="3749"/>
                        <a:pt x="1103" y="4852"/>
                        <a:pt x="2427" y="4852"/>
                      </a:cubicBezTo>
                      <a:cubicBezTo>
                        <a:pt x="3781" y="4852"/>
                        <a:pt x="4884" y="3749"/>
                        <a:pt x="4884" y="2426"/>
                      </a:cubicBez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1" name="Google Shape;9372;p73">
                  <a:extLst>
                    <a:ext uri="{FF2B5EF4-FFF2-40B4-BE49-F238E27FC236}">
                      <a16:creationId xmlns:a16="http://schemas.microsoft.com/office/drawing/2014/main" id="{1B0E7B84-A2B2-6B55-1E71-555BC7FC988A}"/>
                    </a:ext>
                  </a:extLst>
                </p:cNvPr>
                <p:cNvSpPr/>
                <p:nvPr/>
              </p:nvSpPr>
              <p:spPr>
                <a:xfrm>
                  <a:off x="980050" y="3289500"/>
                  <a:ext cx="192200" cy="242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9704" extrusionOk="0">
                      <a:moveTo>
                        <a:pt x="2868" y="0"/>
                      </a:moveTo>
                      <a:lnTo>
                        <a:pt x="2868" y="2426"/>
                      </a:lnTo>
                      <a:cubicBezTo>
                        <a:pt x="2868" y="2647"/>
                        <a:pt x="2679" y="2804"/>
                        <a:pt x="2490" y="2804"/>
                      </a:cubicBezTo>
                      <a:lnTo>
                        <a:pt x="1" y="2804"/>
                      </a:lnTo>
                      <a:lnTo>
                        <a:pt x="1" y="9357"/>
                      </a:lnTo>
                      <a:cubicBezTo>
                        <a:pt x="1" y="9578"/>
                        <a:pt x="190" y="9704"/>
                        <a:pt x="379" y="9704"/>
                      </a:cubicBezTo>
                      <a:lnTo>
                        <a:pt x="7341" y="9704"/>
                      </a:lnTo>
                      <a:cubicBezTo>
                        <a:pt x="7467" y="9704"/>
                        <a:pt x="7593" y="9641"/>
                        <a:pt x="7625" y="9578"/>
                      </a:cubicBezTo>
                      <a:lnTo>
                        <a:pt x="6239" y="8192"/>
                      </a:lnTo>
                      <a:cubicBezTo>
                        <a:pt x="5924" y="8318"/>
                        <a:pt x="5609" y="8349"/>
                        <a:pt x="5262" y="8349"/>
                      </a:cubicBezTo>
                      <a:cubicBezTo>
                        <a:pt x="3529" y="8349"/>
                        <a:pt x="2143" y="6931"/>
                        <a:pt x="2143" y="5230"/>
                      </a:cubicBezTo>
                      <a:cubicBezTo>
                        <a:pt x="2143" y="3529"/>
                        <a:pt x="3561" y="2111"/>
                        <a:pt x="5262" y="2111"/>
                      </a:cubicBezTo>
                      <a:cubicBezTo>
                        <a:pt x="6239" y="2111"/>
                        <a:pt x="7121" y="2584"/>
                        <a:pt x="7688" y="3308"/>
                      </a:cubicBezTo>
                      <a:lnTo>
                        <a:pt x="7688" y="347"/>
                      </a:lnTo>
                      <a:cubicBezTo>
                        <a:pt x="7688" y="158"/>
                        <a:pt x="7530" y="0"/>
                        <a:pt x="73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22" name="Google Shape;9373;p73">
                  <a:extLst>
                    <a:ext uri="{FF2B5EF4-FFF2-40B4-BE49-F238E27FC236}">
                      <a16:creationId xmlns:a16="http://schemas.microsoft.com/office/drawing/2014/main" id="{B19C946F-EA76-57F6-9342-93A30F1212A4}"/>
                    </a:ext>
                  </a:extLst>
                </p:cNvPr>
                <p:cNvSpPr/>
                <p:nvPr/>
              </p:nvSpPr>
              <p:spPr>
                <a:xfrm>
                  <a:off x="1154125" y="3460400"/>
                  <a:ext cx="90600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4" h="3561" extrusionOk="0">
                      <a:moveTo>
                        <a:pt x="977" y="1"/>
                      </a:moveTo>
                      <a:cubicBezTo>
                        <a:pt x="693" y="410"/>
                        <a:pt x="378" y="757"/>
                        <a:pt x="0" y="1009"/>
                      </a:cubicBezTo>
                      <a:lnTo>
                        <a:pt x="2363" y="3372"/>
                      </a:lnTo>
                      <a:cubicBezTo>
                        <a:pt x="2489" y="3498"/>
                        <a:pt x="2662" y="3561"/>
                        <a:pt x="2840" y="3561"/>
                      </a:cubicBezTo>
                      <a:cubicBezTo>
                        <a:pt x="3017" y="3561"/>
                        <a:pt x="3198" y="3498"/>
                        <a:pt x="3340" y="3372"/>
                      </a:cubicBezTo>
                      <a:cubicBezTo>
                        <a:pt x="3623" y="3088"/>
                        <a:pt x="3623" y="2647"/>
                        <a:pt x="3340" y="2364"/>
                      </a:cubicBezTo>
                      <a:lnTo>
                        <a:pt x="9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8" name="Google Shape;9374;p73">
                <a:extLst>
                  <a:ext uri="{FF2B5EF4-FFF2-40B4-BE49-F238E27FC236}">
                    <a16:creationId xmlns:a16="http://schemas.microsoft.com/office/drawing/2014/main" id="{A03939B5-1B4F-4864-0285-63A00761A0B9}"/>
                  </a:ext>
                </a:extLst>
              </p:cNvPr>
              <p:cNvGrpSpPr/>
              <p:nvPr/>
            </p:nvGrpSpPr>
            <p:grpSpPr>
              <a:xfrm>
                <a:off x="1401722" y="4379912"/>
                <a:ext cx="501965" cy="496642"/>
                <a:chOff x="946175" y="3619500"/>
                <a:chExt cx="296975" cy="293825"/>
              </a:xfrm>
              <a:grpFill/>
            </p:grpSpPr>
            <p:sp>
              <p:nvSpPr>
                <p:cNvPr id="17612" name="Google Shape;9375;p73">
                  <a:extLst>
                    <a:ext uri="{FF2B5EF4-FFF2-40B4-BE49-F238E27FC236}">
                      <a16:creationId xmlns:a16="http://schemas.microsoft.com/office/drawing/2014/main" id="{DF81B1FE-4969-2C09-1103-CAC977211DC5}"/>
                    </a:ext>
                  </a:extLst>
                </p:cNvPr>
                <p:cNvSpPr/>
                <p:nvPr/>
              </p:nvSpPr>
              <p:spPr>
                <a:xfrm>
                  <a:off x="963525" y="3619500"/>
                  <a:ext cx="20795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18" h="11753" extrusionOk="0">
                      <a:moveTo>
                        <a:pt x="3828" y="2742"/>
                      </a:moveTo>
                      <a:cubicBezTo>
                        <a:pt x="3915" y="2742"/>
                        <a:pt x="4001" y="2773"/>
                        <a:pt x="4064" y="2836"/>
                      </a:cubicBezTo>
                      <a:cubicBezTo>
                        <a:pt x="4253" y="2994"/>
                        <a:pt x="4253" y="3183"/>
                        <a:pt x="4096" y="3340"/>
                      </a:cubicBezTo>
                      <a:lnTo>
                        <a:pt x="2678" y="4695"/>
                      </a:lnTo>
                      <a:cubicBezTo>
                        <a:pt x="2615" y="4790"/>
                        <a:pt x="2520" y="4821"/>
                        <a:pt x="2457" y="4821"/>
                      </a:cubicBezTo>
                      <a:cubicBezTo>
                        <a:pt x="2363" y="4821"/>
                        <a:pt x="2268" y="4790"/>
                        <a:pt x="2205" y="4695"/>
                      </a:cubicBezTo>
                      <a:lnTo>
                        <a:pt x="1512" y="4002"/>
                      </a:lnTo>
                      <a:cubicBezTo>
                        <a:pt x="1386" y="3876"/>
                        <a:pt x="1386" y="3655"/>
                        <a:pt x="1512" y="3529"/>
                      </a:cubicBezTo>
                      <a:cubicBezTo>
                        <a:pt x="1575" y="3466"/>
                        <a:pt x="1662" y="3435"/>
                        <a:pt x="1749" y="3435"/>
                      </a:cubicBezTo>
                      <a:cubicBezTo>
                        <a:pt x="1835" y="3435"/>
                        <a:pt x="1922" y="3466"/>
                        <a:pt x="1985" y="3529"/>
                      </a:cubicBezTo>
                      <a:lnTo>
                        <a:pt x="2426" y="3971"/>
                      </a:lnTo>
                      <a:lnTo>
                        <a:pt x="3592" y="2836"/>
                      </a:lnTo>
                      <a:cubicBezTo>
                        <a:pt x="3655" y="2773"/>
                        <a:pt x="3741" y="2742"/>
                        <a:pt x="3828" y="2742"/>
                      </a:cubicBezTo>
                      <a:close/>
                      <a:moveTo>
                        <a:pt x="3828" y="4790"/>
                      </a:moveTo>
                      <a:cubicBezTo>
                        <a:pt x="3915" y="4790"/>
                        <a:pt x="4001" y="4821"/>
                        <a:pt x="4064" y="4884"/>
                      </a:cubicBezTo>
                      <a:cubicBezTo>
                        <a:pt x="4253" y="5042"/>
                        <a:pt x="4253" y="5262"/>
                        <a:pt x="4096" y="5388"/>
                      </a:cubicBezTo>
                      <a:lnTo>
                        <a:pt x="2678" y="6774"/>
                      </a:lnTo>
                      <a:cubicBezTo>
                        <a:pt x="2615" y="6837"/>
                        <a:pt x="2520" y="6869"/>
                        <a:pt x="2457" y="6869"/>
                      </a:cubicBezTo>
                      <a:cubicBezTo>
                        <a:pt x="2363" y="6869"/>
                        <a:pt x="2268" y="6837"/>
                        <a:pt x="2205" y="6774"/>
                      </a:cubicBezTo>
                      <a:lnTo>
                        <a:pt x="1512" y="6050"/>
                      </a:lnTo>
                      <a:cubicBezTo>
                        <a:pt x="1386" y="5924"/>
                        <a:pt x="1386" y="5703"/>
                        <a:pt x="1512" y="5577"/>
                      </a:cubicBezTo>
                      <a:cubicBezTo>
                        <a:pt x="1575" y="5514"/>
                        <a:pt x="1662" y="5483"/>
                        <a:pt x="1749" y="5483"/>
                      </a:cubicBezTo>
                      <a:cubicBezTo>
                        <a:pt x="1835" y="5483"/>
                        <a:pt x="1922" y="5514"/>
                        <a:pt x="1985" y="5577"/>
                      </a:cubicBezTo>
                      <a:lnTo>
                        <a:pt x="2426" y="6018"/>
                      </a:lnTo>
                      <a:lnTo>
                        <a:pt x="3592" y="4884"/>
                      </a:lnTo>
                      <a:cubicBezTo>
                        <a:pt x="3655" y="4821"/>
                        <a:pt x="3741" y="4790"/>
                        <a:pt x="3828" y="4790"/>
                      </a:cubicBezTo>
                      <a:close/>
                      <a:moveTo>
                        <a:pt x="3828" y="6869"/>
                      </a:moveTo>
                      <a:cubicBezTo>
                        <a:pt x="3915" y="6869"/>
                        <a:pt x="4001" y="6900"/>
                        <a:pt x="4064" y="6963"/>
                      </a:cubicBezTo>
                      <a:cubicBezTo>
                        <a:pt x="4253" y="7121"/>
                        <a:pt x="4253" y="7342"/>
                        <a:pt x="4096" y="7468"/>
                      </a:cubicBezTo>
                      <a:lnTo>
                        <a:pt x="2678" y="8854"/>
                      </a:lnTo>
                      <a:cubicBezTo>
                        <a:pt x="2615" y="8917"/>
                        <a:pt x="2520" y="8980"/>
                        <a:pt x="2457" y="8980"/>
                      </a:cubicBezTo>
                      <a:cubicBezTo>
                        <a:pt x="2363" y="8980"/>
                        <a:pt x="2268" y="8917"/>
                        <a:pt x="2205" y="8854"/>
                      </a:cubicBezTo>
                      <a:lnTo>
                        <a:pt x="1512" y="8129"/>
                      </a:lnTo>
                      <a:cubicBezTo>
                        <a:pt x="1386" y="8003"/>
                        <a:pt x="1386" y="7783"/>
                        <a:pt x="1512" y="7657"/>
                      </a:cubicBezTo>
                      <a:cubicBezTo>
                        <a:pt x="1575" y="7594"/>
                        <a:pt x="1662" y="7562"/>
                        <a:pt x="1749" y="7562"/>
                      </a:cubicBezTo>
                      <a:cubicBezTo>
                        <a:pt x="1835" y="7562"/>
                        <a:pt x="1922" y="7594"/>
                        <a:pt x="1985" y="7657"/>
                      </a:cubicBezTo>
                      <a:lnTo>
                        <a:pt x="2426" y="8098"/>
                      </a:lnTo>
                      <a:lnTo>
                        <a:pt x="3592" y="6963"/>
                      </a:lnTo>
                      <a:cubicBezTo>
                        <a:pt x="3655" y="6900"/>
                        <a:pt x="3741" y="6869"/>
                        <a:pt x="3828" y="6869"/>
                      </a:cubicBez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673"/>
                      </a:lnTo>
                      <a:lnTo>
                        <a:pt x="6301" y="9673"/>
                      </a:lnTo>
                      <a:lnTo>
                        <a:pt x="6301" y="10397"/>
                      </a:lnTo>
                      <a:lnTo>
                        <a:pt x="6301" y="10744"/>
                      </a:lnTo>
                      <a:lnTo>
                        <a:pt x="6270" y="10744"/>
                      </a:lnTo>
                      <a:cubicBezTo>
                        <a:pt x="6270" y="11343"/>
                        <a:pt x="6742" y="11752"/>
                        <a:pt x="7278" y="11752"/>
                      </a:cubicBezTo>
                      <a:cubicBezTo>
                        <a:pt x="7876" y="11752"/>
                        <a:pt x="8317" y="11280"/>
                        <a:pt x="8317" y="10744"/>
                      </a:cubicBezTo>
                      <a:lnTo>
                        <a:pt x="8317" y="7972"/>
                      </a:lnTo>
                      <a:lnTo>
                        <a:pt x="7498" y="8822"/>
                      </a:lnTo>
                      <a:lnTo>
                        <a:pt x="5608" y="9547"/>
                      </a:lnTo>
                      <a:cubicBezTo>
                        <a:pt x="5497" y="9576"/>
                        <a:pt x="5390" y="9590"/>
                        <a:pt x="5288" y="9590"/>
                      </a:cubicBezTo>
                      <a:cubicBezTo>
                        <a:pt x="4954" y="9590"/>
                        <a:pt x="4674" y="9441"/>
                        <a:pt x="4505" y="9200"/>
                      </a:cubicBezTo>
                      <a:cubicBezTo>
                        <a:pt x="4316" y="8980"/>
                        <a:pt x="4222" y="8665"/>
                        <a:pt x="4316" y="8255"/>
                      </a:cubicBezTo>
                      <a:lnTo>
                        <a:pt x="5041" y="6365"/>
                      </a:lnTo>
                      <a:lnTo>
                        <a:pt x="8317" y="3088"/>
                      </a:lnTo>
                      <a:lnTo>
                        <a:pt x="8317" y="2773"/>
                      </a:lnTo>
                      <a:lnTo>
                        <a:pt x="5891" y="2773"/>
                      </a:lnTo>
                      <a:cubicBezTo>
                        <a:pt x="5671" y="2773"/>
                        <a:pt x="5513" y="2616"/>
                        <a:pt x="5513" y="2427"/>
                      </a:cubicBezTo>
                      <a:lnTo>
                        <a:pt x="551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3" name="Google Shape;9376;p73">
                  <a:extLst>
                    <a:ext uri="{FF2B5EF4-FFF2-40B4-BE49-F238E27FC236}">
                      <a16:creationId xmlns:a16="http://schemas.microsoft.com/office/drawing/2014/main" id="{CC3C7FFD-6BF5-B164-D73C-D00A23485A25}"/>
                    </a:ext>
                  </a:extLst>
                </p:cNvPr>
                <p:cNvSpPr/>
                <p:nvPr/>
              </p:nvSpPr>
              <p:spPr>
                <a:xfrm>
                  <a:off x="1185625" y="3688025"/>
                  <a:ext cx="57525" cy="55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1" h="2238" extrusionOk="0">
                      <a:moveTo>
                        <a:pt x="1072" y="1"/>
                      </a:moveTo>
                      <a:cubicBezTo>
                        <a:pt x="890" y="1"/>
                        <a:pt x="709" y="64"/>
                        <a:pt x="568" y="190"/>
                      </a:cubicBezTo>
                      <a:lnTo>
                        <a:pt x="0" y="788"/>
                      </a:lnTo>
                      <a:lnTo>
                        <a:pt x="1450" y="2238"/>
                      </a:lnTo>
                      <a:lnTo>
                        <a:pt x="2048" y="1639"/>
                      </a:lnTo>
                      <a:cubicBezTo>
                        <a:pt x="2300" y="1387"/>
                        <a:pt x="2300" y="946"/>
                        <a:pt x="2048" y="662"/>
                      </a:cubicBezTo>
                      <a:lnTo>
                        <a:pt x="1576" y="190"/>
                      </a:lnTo>
                      <a:cubicBezTo>
                        <a:pt x="1434" y="64"/>
                        <a:pt x="1253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4" name="Google Shape;9377;p73">
                  <a:extLst>
                    <a:ext uri="{FF2B5EF4-FFF2-40B4-BE49-F238E27FC236}">
                      <a16:creationId xmlns:a16="http://schemas.microsoft.com/office/drawing/2014/main" id="{B36E0BAF-1EDF-1BA7-3065-8BEE528F7CEC}"/>
                    </a:ext>
                  </a:extLst>
                </p:cNvPr>
                <p:cNvSpPr/>
                <p:nvPr/>
              </p:nvSpPr>
              <p:spPr>
                <a:xfrm>
                  <a:off x="1088075" y="3795925"/>
                  <a:ext cx="46375" cy="45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01" extrusionOk="0">
                      <a:moveTo>
                        <a:pt x="594" y="1"/>
                      </a:moveTo>
                      <a:lnTo>
                        <a:pt x="59" y="1387"/>
                      </a:lnTo>
                      <a:cubicBezTo>
                        <a:pt x="0" y="1621"/>
                        <a:pt x="186" y="1800"/>
                        <a:pt x="414" y="1800"/>
                      </a:cubicBezTo>
                      <a:cubicBezTo>
                        <a:pt x="432" y="1800"/>
                        <a:pt x="450" y="1799"/>
                        <a:pt x="468" y="1797"/>
                      </a:cubicBezTo>
                      <a:lnTo>
                        <a:pt x="1855" y="1261"/>
                      </a:lnTo>
                      <a:lnTo>
                        <a:pt x="5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5" name="Google Shape;9378;p73">
                  <a:extLst>
                    <a:ext uri="{FF2B5EF4-FFF2-40B4-BE49-F238E27FC236}">
                      <a16:creationId xmlns:a16="http://schemas.microsoft.com/office/drawing/2014/main" id="{E8CA8052-313A-8A34-92D2-0AB933167262}"/>
                    </a:ext>
                  </a:extLst>
                </p:cNvPr>
                <p:cNvSpPr/>
                <p:nvPr/>
              </p:nvSpPr>
              <p:spPr>
                <a:xfrm>
                  <a:off x="1112375" y="3720325"/>
                  <a:ext cx="97700" cy="97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8" h="3908" extrusionOk="0">
                      <a:moveTo>
                        <a:pt x="2426" y="1"/>
                      </a:moveTo>
                      <a:lnTo>
                        <a:pt x="1" y="2458"/>
                      </a:lnTo>
                      <a:lnTo>
                        <a:pt x="1450" y="3907"/>
                      </a:lnTo>
                      <a:lnTo>
                        <a:pt x="3907" y="1481"/>
                      </a:lnTo>
                      <a:lnTo>
                        <a:pt x="242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6" name="Google Shape;9379;p73">
                  <a:extLst>
                    <a:ext uri="{FF2B5EF4-FFF2-40B4-BE49-F238E27FC236}">
                      <a16:creationId xmlns:a16="http://schemas.microsoft.com/office/drawing/2014/main" id="{D986B056-DD1D-89B2-11CD-A01E3EAC1C1C}"/>
                    </a:ext>
                  </a:extLst>
                </p:cNvPr>
                <p:cNvSpPr/>
                <p:nvPr/>
              </p:nvSpPr>
              <p:spPr>
                <a:xfrm>
                  <a:off x="1120250" y="3623450"/>
                  <a:ext cx="47275" cy="47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" h="1891" extrusionOk="0">
                      <a:moveTo>
                        <a:pt x="1" y="0"/>
                      </a:moveTo>
                      <a:lnTo>
                        <a:pt x="1" y="1891"/>
                      </a:lnTo>
                      <a:lnTo>
                        <a:pt x="1891" y="1891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7" name="Google Shape;9380;p73">
                  <a:extLst>
                    <a:ext uri="{FF2B5EF4-FFF2-40B4-BE49-F238E27FC236}">
                      <a16:creationId xmlns:a16="http://schemas.microsoft.com/office/drawing/2014/main" id="{2C44968C-6333-A6AE-6195-14AEA754B52E}"/>
                    </a:ext>
                  </a:extLst>
                </p:cNvPr>
                <p:cNvSpPr/>
                <p:nvPr/>
              </p:nvSpPr>
              <p:spPr>
                <a:xfrm>
                  <a:off x="946175" y="3879425"/>
                  <a:ext cx="166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9" h="1356" extrusionOk="0">
                      <a:moveTo>
                        <a:pt x="348" y="0"/>
                      </a:moveTo>
                      <a:cubicBezTo>
                        <a:pt x="158" y="0"/>
                        <a:pt x="1" y="190"/>
                        <a:pt x="1" y="347"/>
                      </a:cubicBezTo>
                      <a:lnTo>
                        <a:pt x="1" y="694"/>
                      </a:lnTo>
                      <a:cubicBezTo>
                        <a:pt x="1" y="1040"/>
                        <a:pt x="316" y="1355"/>
                        <a:pt x="694" y="1355"/>
                      </a:cubicBezTo>
                      <a:lnTo>
                        <a:pt x="6649" y="1355"/>
                      </a:lnTo>
                      <a:cubicBezTo>
                        <a:pt x="6428" y="1103"/>
                        <a:pt x="6302" y="725"/>
                        <a:pt x="6302" y="347"/>
                      </a:cubicBezTo>
                      <a:lnTo>
                        <a:pt x="63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oogle Shape;9381;p73">
                <a:extLst>
                  <a:ext uri="{FF2B5EF4-FFF2-40B4-BE49-F238E27FC236}">
                    <a16:creationId xmlns:a16="http://schemas.microsoft.com/office/drawing/2014/main" id="{F9DECB90-2218-E40A-BE04-87EB3188DC7A}"/>
                  </a:ext>
                </a:extLst>
              </p:cNvPr>
              <p:cNvGrpSpPr/>
              <p:nvPr/>
            </p:nvGrpSpPr>
            <p:grpSpPr>
              <a:xfrm>
                <a:off x="1401067" y="4983990"/>
                <a:ext cx="503276" cy="501923"/>
                <a:chOff x="944600" y="3981825"/>
                <a:chExt cx="297750" cy="296950"/>
              </a:xfrm>
              <a:grpFill/>
            </p:grpSpPr>
            <p:sp>
              <p:nvSpPr>
                <p:cNvPr id="17608" name="Google Shape;9382;p73">
                  <a:extLst>
                    <a:ext uri="{FF2B5EF4-FFF2-40B4-BE49-F238E27FC236}">
                      <a16:creationId xmlns:a16="http://schemas.microsoft.com/office/drawing/2014/main" id="{7508D665-116A-984D-276A-36FD9F3B5257}"/>
                    </a:ext>
                  </a:extLst>
                </p:cNvPr>
                <p:cNvSpPr/>
                <p:nvPr/>
              </p:nvSpPr>
              <p:spPr>
                <a:xfrm>
                  <a:off x="944600" y="3981825"/>
                  <a:ext cx="297750" cy="296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878" extrusionOk="0">
                      <a:moveTo>
                        <a:pt x="6333" y="1418"/>
                      </a:moveTo>
                      <a:cubicBezTo>
                        <a:pt x="8539" y="1575"/>
                        <a:pt x="10303" y="3340"/>
                        <a:pt x="10461" y="5545"/>
                      </a:cubicBezTo>
                      <a:lnTo>
                        <a:pt x="10146" y="5545"/>
                      </a:lnTo>
                      <a:cubicBezTo>
                        <a:pt x="9957" y="5545"/>
                        <a:pt x="9799" y="5702"/>
                        <a:pt x="9799" y="5892"/>
                      </a:cubicBezTo>
                      <a:cubicBezTo>
                        <a:pt x="9799" y="6081"/>
                        <a:pt x="9957" y="6238"/>
                        <a:pt x="10146" y="6238"/>
                      </a:cubicBezTo>
                      <a:lnTo>
                        <a:pt x="10461" y="6238"/>
                      </a:lnTo>
                      <a:cubicBezTo>
                        <a:pt x="10303" y="8443"/>
                        <a:pt x="8539" y="10239"/>
                        <a:pt x="6333" y="10397"/>
                      </a:cubicBezTo>
                      <a:lnTo>
                        <a:pt x="6333" y="10082"/>
                      </a:lnTo>
                      <a:cubicBezTo>
                        <a:pt x="6333" y="9861"/>
                        <a:pt x="6176" y="9704"/>
                        <a:pt x="5955" y="9704"/>
                      </a:cubicBezTo>
                      <a:cubicBezTo>
                        <a:pt x="5766" y="9704"/>
                        <a:pt x="5609" y="9861"/>
                        <a:pt x="5609" y="10082"/>
                      </a:cubicBezTo>
                      <a:lnTo>
                        <a:pt x="5609" y="10397"/>
                      </a:lnTo>
                      <a:cubicBezTo>
                        <a:pt x="3403" y="10239"/>
                        <a:pt x="1639" y="8443"/>
                        <a:pt x="1482" y="6238"/>
                      </a:cubicBezTo>
                      <a:lnTo>
                        <a:pt x="1797" y="6238"/>
                      </a:lnTo>
                      <a:cubicBezTo>
                        <a:pt x="1986" y="6238"/>
                        <a:pt x="2143" y="6081"/>
                        <a:pt x="2143" y="5892"/>
                      </a:cubicBezTo>
                      <a:cubicBezTo>
                        <a:pt x="2143" y="5702"/>
                        <a:pt x="1986" y="5545"/>
                        <a:pt x="1797" y="5545"/>
                      </a:cubicBezTo>
                      <a:lnTo>
                        <a:pt x="1482" y="5545"/>
                      </a:lnTo>
                      <a:cubicBezTo>
                        <a:pt x="1639" y="3340"/>
                        <a:pt x="3403" y="1575"/>
                        <a:pt x="5609" y="1418"/>
                      </a:cubicBezTo>
                      <a:lnTo>
                        <a:pt x="5609" y="1733"/>
                      </a:lnTo>
                      <a:cubicBezTo>
                        <a:pt x="5609" y="1922"/>
                        <a:pt x="5766" y="2079"/>
                        <a:pt x="5955" y="2079"/>
                      </a:cubicBezTo>
                      <a:cubicBezTo>
                        <a:pt x="6176" y="2079"/>
                        <a:pt x="6333" y="1922"/>
                        <a:pt x="6333" y="1733"/>
                      </a:cubicBezTo>
                      <a:lnTo>
                        <a:pt x="6333" y="1418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9" y="126"/>
                        <a:pt x="5609" y="347"/>
                      </a:cubicBezTo>
                      <a:lnTo>
                        <a:pt x="5609" y="725"/>
                      </a:lnTo>
                      <a:cubicBezTo>
                        <a:pt x="2994" y="882"/>
                        <a:pt x="946" y="2962"/>
                        <a:pt x="757" y="5576"/>
                      </a:cubicBezTo>
                      <a:lnTo>
                        <a:pt x="379" y="5576"/>
                      </a:lnTo>
                      <a:cubicBezTo>
                        <a:pt x="158" y="5576"/>
                        <a:pt x="1" y="5734"/>
                        <a:pt x="1" y="5923"/>
                      </a:cubicBezTo>
                      <a:cubicBezTo>
                        <a:pt x="1" y="6112"/>
                        <a:pt x="158" y="6270"/>
                        <a:pt x="379" y="6270"/>
                      </a:cubicBezTo>
                      <a:lnTo>
                        <a:pt x="757" y="6270"/>
                      </a:lnTo>
                      <a:cubicBezTo>
                        <a:pt x="915" y="8884"/>
                        <a:pt x="2994" y="10932"/>
                        <a:pt x="5609" y="11121"/>
                      </a:cubicBezTo>
                      <a:lnTo>
                        <a:pt x="5609" y="11531"/>
                      </a:lnTo>
                      <a:cubicBezTo>
                        <a:pt x="5609" y="11720"/>
                        <a:pt x="5766" y="11877"/>
                        <a:pt x="5955" y="11877"/>
                      </a:cubicBezTo>
                      <a:cubicBezTo>
                        <a:pt x="6176" y="11877"/>
                        <a:pt x="6333" y="11720"/>
                        <a:pt x="6333" y="11531"/>
                      </a:cubicBezTo>
                      <a:lnTo>
                        <a:pt x="6333" y="11121"/>
                      </a:lnTo>
                      <a:cubicBezTo>
                        <a:pt x="8917" y="10964"/>
                        <a:pt x="10965" y="8884"/>
                        <a:pt x="11154" y="6270"/>
                      </a:cubicBezTo>
                      <a:lnTo>
                        <a:pt x="11563" y="6270"/>
                      </a:lnTo>
                      <a:cubicBezTo>
                        <a:pt x="11752" y="6270"/>
                        <a:pt x="11910" y="6112"/>
                        <a:pt x="11910" y="5923"/>
                      </a:cubicBezTo>
                      <a:cubicBezTo>
                        <a:pt x="11910" y="5734"/>
                        <a:pt x="11752" y="5576"/>
                        <a:pt x="11563" y="5576"/>
                      </a:cubicBezTo>
                      <a:lnTo>
                        <a:pt x="11154" y="5576"/>
                      </a:lnTo>
                      <a:cubicBezTo>
                        <a:pt x="10996" y="2962"/>
                        <a:pt x="8917" y="914"/>
                        <a:pt x="6333" y="725"/>
                      </a:cubicBezTo>
                      <a:lnTo>
                        <a:pt x="6333" y="347"/>
                      </a:lnTo>
                      <a:cubicBezTo>
                        <a:pt x="6333" y="126"/>
                        <a:pt x="6176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9" name="Google Shape;9383;p73">
                  <a:extLst>
                    <a:ext uri="{FF2B5EF4-FFF2-40B4-BE49-F238E27FC236}">
                      <a16:creationId xmlns:a16="http://schemas.microsoft.com/office/drawing/2014/main" id="{CBA4BCF6-63F3-DA4F-043B-CF5F4536F3CD}"/>
                    </a:ext>
                  </a:extLst>
                </p:cNvPr>
                <p:cNvSpPr/>
                <p:nvPr/>
              </p:nvSpPr>
              <p:spPr>
                <a:xfrm>
                  <a:off x="1058025" y="4155875"/>
                  <a:ext cx="7250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0" h="2080" extrusionOk="0">
                      <a:moveTo>
                        <a:pt x="1418" y="1"/>
                      </a:moveTo>
                      <a:cubicBezTo>
                        <a:pt x="851" y="1"/>
                        <a:pt x="316" y="347"/>
                        <a:pt x="127" y="914"/>
                      </a:cubicBezTo>
                      <a:cubicBezTo>
                        <a:pt x="1" y="1166"/>
                        <a:pt x="1" y="1450"/>
                        <a:pt x="95" y="1765"/>
                      </a:cubicBezTo>
                      <a:cubicBezTo>
                        <a:pt x="473" y="1954"/>
                        <a:pt x="946" y="2080"/>
                        <a:pt x="1418" y="2080"/>
                      </a:cubicBezTo>
                      <a:cubicBezTo>
                        <a:pt x="1891" y="2080"/>
                        <a:pt x="2332" y="1954"/>
                        <a:pt x="2773" y="1765"/>
                      </a:cubicBezTo>
                      <a:cubicBezTo>
                        <a:pt x="2899" y="1387"/>
                        <a:pt x="2805" y="946"/>
                        <a:pt x="2616" y="599"/>
                      </a:cubicBezTo>
                      <a:cubicBezTo>
                        <a:pt x="2332" y="221"/>
                        <a:pt x="1891" y="1"/>
                        <a:pt x="14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0" name="Google Shape;9384;p73">
                  <a:extLst>
                    <a:ext uri="{FF2B5EF4-FFF2-40B4-BE49-F238E27FC236}">
                      <a16:creationId xmlns:a16="http://schemas.microsoft.com/office/drawing/2014/main" id="{A0574817-49EC-2C65-AA3C-FE304C3D3326}"/>
                    </a:ext>
                  </a:extLst>
                </p:cNvPr>
                <p:cNvSpPr/>
                <p:nvPr/>
              </p:nvSpPr>
              <p:spPr>
                <a:xfrm>
                  <a:off x="1076150" y="4103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3" y="0"/>
                      </a:moveTo>
                      <a:cubicBezTo>
                        <a:pt x="315" y="0"/>
                        <a:pt x="0" y="315"/>
                        <a:pt x="0" y="693"/>
                      </a:cubicBezTo>
                      <a:cubicBezTo>
                        <a:pt x="0" y="1103"/>
                        <a:pt x="315" y="1418"/>
                        <a:pt x="693" y="1418"/>
                      </a:cubicBezTo>
                      <a:cubicBezTo>
                        <a:pt x="1103" y="1355"/>
                        <a:pt x="1418" y="1040"/>
                        <a:pt x="1418" y="693"/>
                      </a:cubicBezTo>
                      <a:cubicBezTo>
                        <a:pt x="1418" y="315"/>
                        <a:pt x="1103" y="0"/>
                        <a:pt x="69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11" name="Google Shape;9385;p73">
                  <a:extLst>
                    <a:ext uri="{FF2B5EF4-FFF2-40B4-BE49-F238E27FC236}">
                      <a16:creationId xmlns:a16="http://schemas.microsoft.com/office/drawing/2014/main" id="{63866283-49A4-0652-5C75-5CC7A3C66A0A}"/>
                    </a:ext>
                  </a:extLst>
                </p:cNvPr>
                <p:cNvSpPr/>
                <p:nvPr/>
              </p:nvSpPr>
              <p:spPr>
                <a:xfrm>
                  <a:off x="1016275" y="4051125"/>
                  <a:ext cx="155975" cy="137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5483" extrusionOk="0">
                      <a:moveTo>
                        <a:pt x="3088" y="1"/>
                      </a:moveTo>
                      <a:cubicBezTo>
                        <a:pt x="1356" y="1"/>
                        <a:pt x="1" y="1387"/>
                        <a:pt x="1" y="3120"/>
                      </a:cubicBezTo>
                      <a:cubicBezTo>
                        <a:pt x="1" y="4033"/>
                        <a:pt x="379" y="4852"/>
                        <a:pt x="1041" y="5451"/>
                      </a:cubicBezTo>
                      <a:cubicBezTo>
                        <a:pt x="1041" y="5262"/>
                        <a:pt x="1104" y="5041"/>
                        <a:pt x="1167" y="4852"/>
                      </a:cubicBezTo>
                      <a:cubicBezTo>
                        <a:pt x="1324" y="4380"/>
                        <a:pt x="1671" y="4002"/>
                        <a:pt x="2112" y="3750"/>
                      </a:cubicBezTo>
                      <a:cubicBezTo>
                        <a:pt x="1891" y="3498"/>
                        <a:pt x="1734" y="3151"/>
                        <a:pt x="1734" y="2804"/>
                      </a:cubicBezTo>
                      <a:cubicBezTo>
                        <a:pt x="1734" y="2048"/>
                        <a:pt x="2364" y="1418"/>
                        <a:pt x="3088" y="1418"/>
                      </a:cubicBezTo>
                      <a:cubicBezTo>
                        <a:pt x="3845" y="1418"/>
                        <a:pt x="4475" y="2048"/>
                        <a:pt x="4475" y="2804"/>
                      </a:cubicBezTo>
                      <a:cubicBezTo>
                        <a:pt x="4475" y="3151"/>
                        <a:pt x="4317" y="3529"/>
                        <a:pt x="4097" y="3750"/>
                      </a:cubicBezTo>
                      <a:cubicBezTo>
                        <a:pt x="4349" y="3907"/>
                        <a:pt x="4632" y="4128"/>
                        <a:pt x="4790" y="4411"/>
                      </a:cubicBezTo>
                      <a:cubicBezTo>
                        <a:pt x="4979" y="4726"/>
                        <a:pt x="5105" y="5073"/>
                        <a:pt x="5136" y="5482"/>
                      </a:cubicBezTo>
                      <a:cubicBezTo>
                        <a:pt x="5766" y="4884"/>
                        <a:pt x="6207" y="4096"/>
                        <a:pt x="6207" y="3151"/>
                      </a:cubicBezTo>
                      <a:cubicBezTo>
                        <a:pt x="6239" y="1418"/>
                        <a:pt x="4821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0" name="Google Shape;9386;p73">
                <a:extLst>
                  <a:ext uri="{FF2B5EF4-FFF2-40B4-BE49-F238E27FC236}">
                    <a16:creationId xmlns:a16="http://schemas.microsoft.com/office/drawing/2014/main" id="{DD4E5B80-BE1D-3240-D036-CCC909225059}"/>
                  </a:ext>
                </a:extLst>
              </p:cNvPr>
              <p:cNvGrpSpPr/>
              <p:nvPr/>
            </p:nvGrpSpPr>
            <p:grpSpPr>
              <a:xfrm>
                <a:off x="4571286" y="3748557"/>
                <a:ext cx="500612" cy="499261"/>
                <a:chOff x="2768750" y="3227275"/>
                <a:chExt cx="296175" cy="295375"/>
              </a:xfrm>
              <a:grpFill/>
            </p:grpSpPr>
            <p:sp>
              <p:nvSpPr>
                <p:cNvPr id="17600" name="Google Shape;9387;p73">
                  <a:extLst>
                    <a:ext uri="{FF2B5EF4-FFF2-40B4-BE49-F238E27FC236}">
                      <a16:creationId xmlns:a16="http://schemas.microsoft.com/office/drawing/2014/main" id="{4C192508-E7BA-BDE2-4BEC-BD0927BF2510}"/>
                    </a:ext>
                  </a:extLst>
                </p:cNvPr>
                <p:cNvSpPr/>
                <p:nvPr/>
              </p:nvSpPr>
              <p:spPr>
                <a:xfrm>
                  <a:off x="2882950" y="3227275"/>
                  <a:ext cx="6855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2773" extrusionOk="0">
                      <a:moveTo>
                        <a:pt x="1355" y="1"/>
                      </a:moveTo>
                      <a:cubicBezTo>
                        <a:pt x="631" y="1"/>
                        <a:pt x="1" y="631"/>
                        <a:pt x="1" y="1387"/>
                      </a:cubicBezTo>
                      <a:cubicBezTo>
                        <a:pt x="1" y="2143"/>
                        <a:pt x="631" y="2773"/>
                        <a:pt x="1355" y="2773"/>
                      </a:cubicBezTo>
                      <a:cubicBezTo>
                        <a:pt x="2111" y="2773"/>
                        <a:pt x="2742" y="2174"/>
                        <a:pt x="2742" y="1387"/>
                      </a:cubicBezTo>
                      <a:cubicBezTo>
                        <a:pt x="2742" y="631"/>
                        <a:pt x="2111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1" name="Google Shape;9388;p73">
                  <a:extLst>
                    <a:ext uri="{FF2B5EF4-FFF2-40B4-BE49-F238E27FC236}">
                      <a16:creationId xmlns:a16="http://schemas.microsoft.com/office/drawing/2014/main" id="{0C125F1A-7402-2231-A962-D783CA8FCCEE}"/>
                    </a:ext>
                  </a:extLst>
                </p:cNvPr>
                <p:cNvSpPr/>
                <p:nvPr/>
              </p:nvSpPr>
              <p:spPr>
                <a:xfrm>
                  <a:off x="285617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4" y="1386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2" name="Google Shape;9389;p73">
                  <a:extLst>
                    <a:ext uri="{FF2B5EF4-FFF2-40B4-BE49-F238E27FC236}">
                      <a16:creationId xmlns:a16="http://schemas.microsoft.com/office/drawing/2014/main" id="{E3DA08F3-5B84-0CFF-61F6-403C08F562F8}"/>
                    </a:ext>
                  </a:extLst>
                </p:cNvPr>
                <p:cNvSpPr/>
                <p:nvPr/>
              </p:nvSpPr>
              <p:spPr>
                <a:xfrm>
                  <a:off x="2890050" y="3436000"/>
                  <a:ext cx="1812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725" y="138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3" name="Google Shape;9390;p73">
                  <a:extLst>
                    <a:ext uri="{FF2B5EF4-FFF2-40B4-BE49-F238E27FC236}">
                      <a16:creationId xmlns:a16="http://schemas.microsoft.com/office/drawing/2014/main" id="{EDCFA089-47CD-1CDD-1F70-5CD1C61B9D00}"/>
                    </a:ext>
                  </a:extLst>
                </p:cNvPr>
                <p:cNvSpPr/>
                <p:nvPr/>
              </p:nvSpPr>
              <p:spPr>
                <a:xfrm>
                  <a:off x="2821525" y="3436000"/>
                  <a:ext cx="17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693" y="1386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4" name="Google Shape;9391;p73">
                  <a:extLst>
                    <a:ext uri="{FF2B5EF4-FFF2-40B4-BE49-F238E27FC236}">
                      <a16:creationId xmlns:a16="http://schemas.microsoft.com/office/drawing/2014/main" id="{1F3993A8-8454-FA3C-383F-20AA654A5404}"/>
                    </a:ext>
                  </a:extLst>
                </p:cNvPr>
                <p:cNvSpPr/>
                <p:nvPr/>
              </p:nvSpPr>
              <p:spPr>
                <a:xfrm>
                  <a:off x="2924700" y="3436000"/>
                  <a:ext cx="346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387" extrusionOk="0">
                      <a:moveTo>
                        <a:pt x="0" y="0"/>
                      </a:moveTo>
                      <a:lnTo>
                        <a:pt x="0" y="1386"/>
                      </a:lnTo>
                      <a:lnTo>
                        <a:pt x="1387" y="1386"/>
                      </a:ln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5" name="Google Shape;9392;p73">
                  <a:extLst>
                    <a:ext uri="{FF2B5EF4-FFF2-40B4-BE49-F238E27FC236}">
                      <a16:creationId xmlns:a16="http://schemas.microsoft.com/office/drawing/2014/main" id="{5C0C3367-1663-4813-95EF-1375E78C43E4}"/>
                    </a:ext>
                  </a:extLst>
                </p:cNvPr>
                <p:cNvSpPr/>
                <p:nvPr/>
              </p:nvSpPr>
              <p:spPr>
                <a:xfrm>
                  <a:off x="2768750" y="3384800"/>
                  <a:ext cx="244175" cy="137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67" h="5514" extrusionOk="0">
                      <a:moveTo>
                        <a:pt x="7971" y="1387"/>
                      </a:moveTo>
                      <a:cubicBezTo>
                        <a:pt x="8192" y="1387"/>
                        <a:pt x="8349" y="1544"/>
                        <a:pt x="8349" y="1733"/>
                      </a:cubicBezTo>
                      <a:lnTo>
                        <a:pt x="8349" y="3813"/>
                      </a:lnTo>
                      <a:cubicBezTo>
                        <a:pt x="8349" y="4033"/>
                        <a:pt x="8192" y="4191"/>
                        <a:pt x="7971" y="4191"/>
                      </a:cubicBezTo>
                      <a:lnTo>
                        <a:pt x="1765" y="4191"/>
                      </a:lnTo>
                      <a:cubicBezTo>
                        <a:pt x="1576" y="4191"/>
                        <a:pt x="1418" y="4033"/>
                        <a:pt x="1418" y="3813"/>
                      </a:cubicBezTo>
                      <a:lnTo>
                        <a:pt x="1418" y="1733"/>
                      </a:lnTo>
                      <a:cubicBezTo>
                        <a:pt x="1418" y="1544"/>
                        <a:pt x="1576" y="1387"/>
                        <a:pt x="1765" y="1387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lnTo>
                        <a:pt x="32" y="4506"/>
                      </a:lnTo>
                      <a:cubicBezTo>
                        <a:pt x="0" y="5073"/>
                        <a:pt x="473" y="5514"/>
                        <a:pt x="1040" y="5514"/>
                      </a:cubicBezTo>
                      <a:lnTo>
                        <a:pt x="8727" y="5514"/>
                      </a:lnTo>
                      <a:cubicBezTo>
                        <a:pt x="9326" y="5514"/>
                        <a:pt x="9767" y="5041"/>
                        <a:pt x="9767" y="4506"/>
                      </a:cubicBezTo>
                      <a:lnTo>
                        <a:pt x="9767" y="1040"/>
                      </a:lnTo>
                      <a:cubicBezTo>
                        <a:pt x="9767" y="442"/>
                        <a:pt x="9294" y="0"/>
                        <a:pt x="87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6" name="Google Shape;9393;p73">
                  <a:extLst>
                    <a:ext uri="{FF2B5EF4-FFF2-40B4-BE49-F238E27FC236}">
                      <a16:creationId xmlns:a16="http://schemas.microsoft.com/office/drawing/2014/main" id="{EF780235-DC18-F184-BFBB-1E7298C2B9CD}"/>
                    </a:ext>
                  </a:extLst>
                </p:cNvPr>
                <p:cNvSpPr/>
                <p:nvPr/>
              </p:nvSpPr>
              <p:spPr>
                <a:xfrm>
                  <a:off x="3030250" y="3419450"/>
                  <a:ext cx="3467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742" extrusionOk="0">
                      <a:moveTo>
                        <a:pt x="0" y="1"/>
                      </a:moveTo>
                      <a:lnTo>
                        <a:pt x="0" y="2742"/>
                      </a:lnTo>
                      <a:lnTo>
                        <a:pt x="1040" y="2742"/>
                      </a:lnTo>
                      <a:cubicBezTo>
                        <a:pt x="1229" y="2742"/>
                        <a:pt x="1386" y="2584"/>
                        <a:pt x="1386" y="2395"/>
                      </a:cubicBezTo>
                      <a:lnTo>
                        <a:pt x="1386" y="347"/>
                      </a:ln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607" name="Google Shape;9394;p73">
                  <a:extLst>
                    <a:ext uri="{FF2B5EF4-FFF2-40B4-BE49-F238E27FC236}">
                      <a16:creationId xmlns:a16="http://schemas.microsoft.com/office/drawing/2014/main" id="{16D4B60E-6AAA-ACD7-DB26-1C25322CDCCA}"/>
                    </a:ext>
                  </a:extLst>
                </p:cNvPr>
                <p:cNvSpPr/>
                <p:nvPr/>
              </p:nvSpPr>
              <p:spPr>
                <a:xfrm>
                  <a:off x="2856175" y="3294225"/>
                  <a:ext cx="1221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931" extrusionOk="0">
                      <a:moveTo>
                        <a:pt x="820" y="0"/>
                      </a:moveTo>
                      <a:cubicBezTo>
                        <a:pt x="316" y="473"/>
                        <a:pt x="0" y="1103"/>
                        <a:pt x="0" y="1828"/>
                      </a:cubicBezTo>
                      <a:lnTo>
                        <a:pt x="0" y="2552"/>
                      </a:lnTo>
                      <a:cubicBezTo>
                        <a:pt x="0" y="2773"/>
                        <a:pt x="158" y="2930"/>
                        <a:pt x="347" y="2930"/>
                      </a:cubicBezTo>
                      <a:lnTo>
                        <a:pt x="4506" y="2930"/>
                      </a:lnTo>
                      <a:cubicBezTo>
                        <a:pt x="4726" y="2930"/>
                        <a:pt x="4884" y="2773"/>
                        <a:pt x="4884" y="2552"/>
                      </a:cubicBezTo>
                      <a:lnTo>
                        <a:pt x="4884" y="1828"/>
                      </a:lnTo>
                      <a:cubicBezTo>
                        <a:pt x="4884" y="1103"/>
                        <a:pt x="4569" y="441"/>
                        <a:pt x="4033" y="0"/>
                      </a:cubicBezTo>
                      <a:cubicBezTo>
                        <a:pt x="3655" y="473"/>
                        <a:pt x="3088" y="788"/>
                        <a:pt x="2426" y="788"/>
                      </a:cubicBezTo>
                      <a:cubicBezTo>
                        <a:pt x="1765" y="788"/>
                        <a:pt x="1198" y="473"/>
                        <a:pt x="8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31" name="Google Shape;9395;p73">
                <a:extLst>
                  <a:ext uri="{FF2B5EF4-FFF2-40B4-BE49-F238E27FC236}">
                    <a16:creationId xmlns:a16="http://schemas.microsoft.com/office/drawing/2014/main" id="{F346F73C-1795-248D-E992-B9A64255D805}"/>
                  </a:ext>
                </a:extLst>
              </p:cNvPr>
              <p:cNvGrpSpPr/>
              <p:nvPr/>
            </p:nvGrpSpPr>
            <p:grpSpPr>
              <a:xfrm>
                <a:off x="4601244" y="4379003"/>
                <a:ext cx="440694" cy="498458"/>
                <a:chOff x="2786075" y="3591800"/>
                <a:chExt cx="260725" cy="294900"/>
              </a:xfrm>
              <a:grpFill/>
            </p:grpSpPr>
            <p:sp>
              <p:nvSpPr>
                <p:cNvPr id="17595" name="Google Shape;9396;p73">
                  <a:extLst>
                    <a:ext uri="{FF2B5EF4-FFF2-40B4-BE49-F238E27FC236}">
                      <a16:creationId xmlns:a16="http://schemas.microsoft.com/office/drawing/2014/main" id="{717086EE-6990-BDF1-80C9-4B3600534B73}"/>
                    </a:ext>
                  </a:extLst>
                </p:cNvPr>
                <p:cNvSpPr/>
                <p:nvPr/>
              </p:nvSpPr>
              <p:spPr>
                <a:xfrm>
                  <a:off x="2898700" y="36770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725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6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6" name="Google Shape;9397;p73">
                  <a:extLst>
                    <a:ext uri="{FF2B5EF4-FFF2-40B4-BE49-F238E27FC236}">
                      <a16:creationId xmlns:a16="http://schemas.microsoft.com/office/drawing/2014/main" id="{773F2217-EB6E-692F-9502-83192E232BF4}"/>
                    </a:ext>
                  </a:extLst>
                </p:cNvPr>
                <p:cNvSpPr/>
                <p:nvPr/>
              </p:nvSpPr>
              <p:spPr>
                <a:xfrm>
                  <a:off x="2883750" y="37297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1323" y="1"/>
                      </a:moveTo>
                      <a:cubicBezTo>
                        <a:pt x="693" y="1"/>
                        <a:pt x="189" y="379"/>
                        <a:pt x="0" y="977"/>
                      </a:cubicBezTo>
                      <a:cubicBezTo>
                        <a:pt x="378" y="1198"/>
                        <a:pt x="819" y="1355"/>
                        <a:pt x="1323" y="1355"/>
                      </a:cubicBezTo>
                      <a:cubicBezTo>
                        <a:pt x="1796" y="1355"/>
                        <a:pt x="2269" y="1198"/>
                        <a:pt x="2678" y="977"/>
                      </a:cubicBezTo>
                      <a:cubicBezTo>
                        <a:pt x="2489" y="410"/>
                        <a:pt x="1922" y="1"/>
                        <a:pt x="13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7" name="Google Shape;9398;p73">
                  <a:extLst>
                    <a:ext uri="{FF2B5EF4-FFF2-40B4-BE49-F238E27FC236}">
                      <a16:creationId xmlns:a16="http://schemas.microsoft.com/office/drawing/2014/main" id="{EB995277-A4E1-AF15-F0B6-F0320F9BB8CF}"/>
                    </a:ext>
                  </a:extLst>
                </p:cNvPr>
                <p:cNvSpPr/>
                <p:nvPr/>
              </p:nvSpPr>
              <p:spPr>
                <a:xfrm>
                  <a:off x="2855375" y="3643150"/>
                  <a:ext cx="122125" cy="98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3939" extrusionOk="0">
                      <a:moveTo>
                        <a:pt x="2458" y="0"/>
                      </a:moveTo>
                      <a:cubicBezTo>
                        <a:pt x="1198" y="0"/>
                        <a:pt x="222" y="977"/>
                        <a:pt x="64" y="2079"/>
                      </a:cubicBezTo>
                      <a:cubicBezTo>
                        <a:pt x="1" y="2741"/>
                        <a:pt x="159" y="3371"/>
                        <a:pt x="600" y="3938"/>
                      </a:cubicBezTo>
                      <a:cubicBezTo>
                        <a:pt x="820" y="3529"/>
                        <a:pt x="1135" y="3214"/>
                        <a:pt x="1482" y="3025"/>
                      </a:cubicBezTo>
                      <a:cubicBezTo>
                        <a:pt x="1230" y="2772"/>
                        <a:pt x="1072" y="2426"/>
                        <a:pt x="1072" y="2079"/>
                      </a:cubicBezTo>
                      <a:cubicBezTo>
                        <a:pt x="1072" y="1323"/>
                        <a:pt x="1734" y="693"/>
                        <a:pt x="2458" y="693"/>
                      </a:cubicBezTo>
                      <a:cubicBezTo>
                        <a:pt x="3214" y="693"/>
                        <a:pt x="3845" y="1323"/>
                        <a:pt x="3845" y="2079"/>
                      </a:cubicBezTo>
                      <a:cubicBezTo>
                        <a:pt x="3845" y="2426"/>
                        <a:pt x="3687" y="2772"/>
                        <a:pt x="3435" y="3025"/>
                      </a:cubicBezTo>
                      <a:cubicBezTo>
                        <a:pt x="3845" y="3214"/>
                        <a:pt x="4128" y="3529"/>
                        <a:pt x="4317" y="3938"/>
                      </a:cubicBezTo>
                      <a:cubicBezTo>
                        <a:pt x="4695" y="3466"/>
                        <a:pt x="4853" y="2930"/>
                        <a:pt x="4853" y="2394"/>
                      </a:cubicBezTo>
                      <a:cubicBezTo>
                        <a:pt x="4884" y="1103"/>
                        <a:pt x="3813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8" name="Google Shape;9399;p73">
                  <a:extLst>
                    <a:ext uri="{FF2B5EF4-FFF2-40B4-BE49-F238E27FC236}">
                      <a16:creationId xmlns:a16="http://schemas.microsoft.com/office/drawing/2014/main" id="{51E1ADE3-774A-EB1D-F26E-65F4112AB88B}"/>
                    </a:ext>
                  </a:extLst>
                </p:cNvPr>
                <p:cNvSpPr/>
                <p:nvPr/>
              </p:nvSpPr>
              <p:spPr>
                <a:xfrm>
                  <a:off x="2801050" y="3591800"/>
                  <a:ext cx="229225" cy="25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69" h="10340" extrusionOk="0">
                      <a:moveTo>
                        <a:pt x="4679" y="1327"/>
                      </a:moveTo>
                      <a:cubicBezTo>
                        <a:pt x="6369" y="1327"/>
                        <a:pt x="7750" y="2741"/>
                        <a:pt x="7750" y="4448"/>
                      </a:cubicBezTo>
                      <a:cubicBezTo>
                        <a:pt x="7750" y="6244"/>
                        <a:pt x="6301" y="7599"/>
                        <a:pt x="4631" y="7599"/>
                      </a:cubicBezTo>
                      <a:cubicBezTo>
                        <a:pt x="2836" y="7599"/>
                        <a:pt x="1292" y="5961"/>
                        <a:pt x="1575" y="4039"/>
                      </a:cubicBezTo>
                      <a:cubicBezTo>
                        <a:pt x="1764" y="2716"/>
                        <a:pt x="2867" y="1550"/>
                        <a:pt x="4222" y="1361"/>
                      </a:cubicBezTo>
                      <a:cubicBezTo>
                        <a:pt x="4376" y="1338"/>
                        <a:pt x="4529" y="1327"/>
                        <a:pt x="4679" y="1327"/>
                      </a:cubicBezTo>
                      <a:close/>
                      <a:moveTo>
                        <a:pt x="4597" y="0"/>
                      </a:moveTo>
                      <a:cubicBezTo>
                        <a:pt x="4401" y="0"/>
                        <a:pt x="4202" y="13"/>
                        <a:pt x="4001" y="38"/>
                      </a:cubicBezTo>
                      <a:cubicBezTo>
                        <a:pt x="1985" y="290"/>
                        <a:pt x="378" y="1928"/>
                        <a:pt x="158" y="3913"/>
                      </a:cubicBezTo>
                      <a:cubicBezTo>
                        <a:pt x="0" y="5110"/>
                        <a:pt x="315" y="6244"/>
                        <a:pt x="1008" y="7189"/>
                      </a:cubicBezTo>
                      <a:cubicBezTo>
                        <a:pt x="1197" y="7473"/>
                        <a:pt x="1449" y="7756"/>
                        <a:pt x="1670" y="7945"/>
                      </a:cubicBezTo>
                      <a:lnTo>
                        <a:pt x="4411" y="10277"/>
                      </a:lnTo>
                      <a:cubicBezTo>
                        <a:pt x="4474" y="10308"/>
                        <a:pt x="4568" y="10340"/>
                        <a:pt x="4631" y="10340"/>
                      </a:cubicBezTo>
                      <a:cubicBezTo>
                        <a:pt x="4726" y="10340"/>
                        <a:pt x="4789" y="10308"/>
                        <a:pt x="4883" y="10277"/>
                      </a:cubicBezTo>
                      <a:lnTo>
                        <a:pt x="7593" y="7945"/>
                      </a:lnTo>
                      <a:cubicBezTo>
                        <a:pt x="7845" y="7756"/>
                        <a:pt x="8065" y="7473"/>
                        <a:pt x="8254" y="7189"/>
                      </a:cubicBezTo>
                      <a:cubicBezTo>
                        <a:pt x="8853" y="6402"/>
                        <a:pt x="9168" y="5457"/>
                        <a:pt x="9168" y="4480"/>
                      </a:cubicBezTo>
                      <a:cubicBezTo>
                        <a:pt x="9139" y="1996"/>
                        <a:pt x="7104" y="0"/>
                        <a:pt x="459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9" name="Google Shape;9400;p73">
                  <a:extLst>
                    <a:ext uri="{FF2B5EF4-FFF2-40B4-BE49-F238E27FC236}">
                      <a16:creationId xmlns:a16="http://schemas.microsoft.com/office/drawing/2014/main" id="{3728BF86-F4F5-6308-6AFA-16841B562390}"/>
                    </a:ext>
                  </a:extLst>
                </p:cNvPr>
                <p:cNvSpPr/>
                <p:nvPr/>
              </p:nvSpPr>
              <p:spPr>
                <a:xfrm>
                  <a:off x="2786075" y="3800675"/>
                  <a:ext cx="260725" cy="86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3441" extrusionOk="0">
                      <a:moveTo>
                        <a:pt x="1702" y="0"/>
                      </a:moveTo>
                      <a:cubicBezTo>
                        <a:pt x="1576" y="0"/>
                        <a:pt x="1513" y="63"/>
                        <a:pt x="1418" y="189"/>
                      </a:cubicBezTo>
                      <a:lnTo>
                        <a:pt x="32" y="2930"/>
                      </a:lnTo>
                      <a:cubicBezTo>
                        <a:pt x="1" y="3056"/>
                        <a:pt x="1" y="3213"/>
                        <a:pt x="32" y="3308"/>
                      </a:cubicBezTo>
                      <a:cubicBezTo>
                        <a:pt x="95" y="3371"/>
                        <a:pt x="190" y="3434"/>
                        <a:pt x="316" y="3434"/>
                      </a:cubicBezTo>
                      <a:lnTo>
                        <a:pt x="10019" y="3434"/>
                      </a:lnTo>
                      <a:cubicBezTo>
                        <a:pt x="10045" y="3438"/>
                        <a:pt x="10070" y="3440"/>
                        <a:pt x="10093" y="3440"/>
                      </a:cubicBezTo>
                      <a:cubicBezTo>
                        <a:pt x="10241" y="3440"/>
                        <a:pt x="10338" y="3362"/>
                        <a:pt x="10366" y="3308"/>
                      </a:cubicBezTo>
                      <a:cubicBezTo>
                        <a:pt x="10429" y="3182"/>
                        <a:pt x="10429" y="3056"/>
                        <a:pt x="10366" y="2930"/>
                      </a:cubicBezTo>
                      <a:lnTo>
                        <a:pt x="8979" y="189"/>
                      </a:lnTo>
                      <a:cubicBezTo>
                        <a:pt x="8948" y="63"/>
                        <a:pt x="8822" y="32"/>
                        <a:pt x="8696" y="0"/>
                      </a:cubicBezTo>
                      <a:lnTo>
                        <a:pt x="8601" y="95"/>
                      </a:lnTo>
                      <a:lnTo>
                        <a:pt x="5860" y="2426"/>
                      </a:lnTo>
                      <a:cubicBezTo>
                        <a:pt x="5671" y="2583"/>
                        <a:pt x="5451" y="2678"/>
                        <a:pt x="5199" y="2678"/>
                      </a:cubicBezTo>
                      <a:cubicBezTo>
                        <a:pt x="4978" y="2678"/>
                        <a:pt x="4726" y="2583"/>
                        <a:pt x="4537" y="2426"/>
                      </a:cubicBezTo>
                      <a:lnTo>
                        <a:pt x="1828" y="95"/>
                      </a:lnTo>
                      <a:lnTo>
                        <a:pt x="170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08" name="Google Shape;9401;p73">
                <a:extLst>
                  <a:ext uri="{FF2B5EF4-FFF2-40B4-BE49-F238E27FC236}">
                    <a16:creationId xmlns:a16="http://schemas.microsoft.com/office/drawing/2014/main" id="{69B8C2F5-ECBA-5843-7856-6BE40B0E80F3}"/>
                  </a:ext>
                </a:extLst>
              </p:cNvPr>
              <p:cNvGrpSpPr/>
              <p:nvPr/>
            </p:nvGrpSpPr>
            <p:grpSpPr>
              <a:xfrm>
                <a:off x="4659158" y="4984646"/>
                <a:ext cx="324868" cy="500612"/>
                <a:chOff x="2819150" y="3955025"/>
                <a:chExt cx="192200" cy="296175"/>
              </a:xfrm>
              <a:grpFill/>
            </p:grpSpPr>
            <p:sp>
              <p:nvSpPr>
                <p:cNvPr id="17591" name="Google Shape;9402;p73">
                  <a:extLst>
                    <a:ext uri="{FF2B5EF4-FFF2-40B4-BE49-F238E27FC236}">
                      <a16:creationId xmlns:a16="http://schemas.microsoft.com/office/drawing/2014/main" id="{C7CCD5FC-6155-BEB5-8785-AE18A0FD0887}"/>
                    </a:ext>
                  </a:extLst>
                </p:cNvPr>
                <p:cNvSpPr/>
                <p:nvPr/>
              </p:nvSpPr>
              <p:spPr>
                <a:xfrm>
                  <a:off x="2856175" y="40070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1324" y="0"/>
                      </a:moveTo>
                      <a:cubicBezTo>
                        <a:pt x="631" y="0"/>
                        <a:pt x="127" y="725"/>
                        <a:pt x="347" y="1386"/>
                      </a:cubicBezTo>
                      <a:lnTo>
                        <a:pt x="599" y="2080"/>
                      </a:lnTo>
                      <a:lnTo>
                        <a:pt x="379" y="2080"/>
                      </a:lnTo>
                      <a:cubicBezTo>
                        <a:pt x="158" y="2080"/>
                        <a:pt x="0" y="2237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4506" y="2804"/>
                      </a:lnTo>
                      <a:cubicBezTo>
                        <a:pt x="4726" y="2804"/>
                        <a:pt x="4884" y="2647"/>
                        <a:pt x="4884" y="2458"/>
                      </a:cubicBezTo>
                      <a:cubicBezTo>
                        <a:pt x="4884" y="2237"/>
                        <a:pt x="4726" y="2080"/>
                        <a:pt x="4506" y="2080"/>
                      </a:cubicBezTo>
                      <a:lnTo>
                        <a:pt x="4317" y="2080"/>
                      </a:lnTo>
                      <a:lnTo>
                        <a:pt x="4569" y="1386"/>
                      </a:lnTo>
                      <a:cubicBezTo>
                        <a:pt x="4789" y="725"/>
                        <a:pt x="4285" y="0"/>
                        <a:pt x="35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2" name="Google Shape;9403;p73">
                  <a:extLst>
                    <a:ext uri="{FF2B5EF4-FFF2-40B4-BE49-F238E27FC236}">
                      <a16:creationId xmlns:a16="http://schemas.microsoft.com/office/drawing/2014/main" id="{B0A99FA1-8B8D-6B48-113B-FB133EF1581C}"/>
                    </a:ext>
                  </a:extLst>
                </p:cNvPr>
                <p:cNvSpPr/>
                <p:nvPr/>
              </p:nvSpPr>
              <p:spPr>
                <a:xfrm>
                  <a:off x="2819150" y="4180300"/>
                  <a:ext cx="192200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88" h="2836" extrusionOk="0">
                      <a:moveTo>
                        <a:pt x="1418" y="0"/>
                      </a:moveTo>
                      <a:cubicBezTo>
                        <a:pt x="1040" y="0"/>
                        <a:pt x="725" y="315"/>
                        <a:pt x="725" y="725"/>
                      </a:cubicBezTo>
                      <a:lnTo>
                        <a:pt x="725" y="1418"/>
                      </a:lnTo>
                      <a:cubicBezTo>
                        <a:pt x="316" y="1418"/>
                        <a:pt x="1" y="1733"/>
                        <a:pt x="1" y="2143"/>
                      </a:cubicBezTo>
                      <a:lnTo>
                        <a:pt x="1" y="2489"/>
                      </a:lnTo>
                      <a:cubicBezTo>
                        <a:pt x="1" y="2678"/>
                        <a:pt x="158" y="2836"/>
                        <a:pt x="379" y="2836"/>
                      </a:cubicBezTo>
                      <a:lnTo>
                        <a:pt x="7310" y="2836"/>
                      </a:lnTo>
                      <a:cubicBezTo>
                        <a:pt x="7530" y="2804"/>
                        <a:pt x="7688" y="2678"/>
                        <a:pt x="7688" y="2489"/>
                      </a:cubicBezTo>
                      <a:lnTo>
                        <a:pt x="7688" y="2143"/>
                      </a:lnTo>
                      <a:cubicBezTo>
                        <a:pt x="7688" y="1733"/>
                        <a:pt x="7373" y="1418"/>
                        <a:pt x="6995" y="1418"/>
                      </a:cubicBezTo>
                      <a:lnTo>
                        <a:pt x="6995" y="725"/>
                      </a:lnTo>
                      <a:cubicBezTo>
                        <a:pt x="6995" y="315"/>
                        <a:pt x="6680" y="0"/>
                        <a:pt x="62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3" name="Google Shape;9404;p73">
                  <a:extLst>
                    <a:ext uri="{FF2B5EF4-FFF2-40B4-BE49-F238E27FC236}">
                      <a16:creationId xmlns:a16="http://schemas.microsoft.com/office/drawing/2014/main" id="{CA318002-F839-B056-947C-BADBE9621506}"/>
                    </a:ext>
                  </a:extLst>
                </p:cNvPr>
                <p:cNvSpPr/>
                <p:nvPr/>
              </p:nvSpPr>
              <p:spPr>
                <a:xfrm>
                  <a:off x="2882950" y="3955025"/>
                  <a:ext cx="685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1419" extrusionOk="0">
                      <a:moveTo>
                        <a:pt x="1355" y="1"/>
                      </a:moveTo>
                      <a:cubicBezTo>
                        <a:pt x="1166" y="1"/>
                        <a:pt x="1009" y="158"/>
                        <a:pt x="1009" y="348"/>
                      </a:cubicBezTo>
                      <a:lnTo>
                        <a:pt x="1009" y="726"/>
                      </a:lnTo>
                      <a:cubicBezTo>
                        <a:pt x="568" y="820"/>
                        <a:pt x="221" y="1072"/>
                        <a:pt x="1" y="1419"/>
                      </a:cubicBezTo>
                      <a:lnTo>
                        <a:pt x="2742" y="1419"/>
                      </a:lnTo>
                      <a:cubicBezTo>
                        <a:pt x="2521" y="1104"/>
                        <a:pt x="2111" y="852"/>
                        <a:pt x="1733" y="726"/>
                      </a:cubicBezTo>
                      <a:lnTo>
                        <a:pt x="1733" y="348"/>
                      </a:lnTo>
                      <a:cubicBezTo>
                        <a:pt x="1670" y="158"/>
                        <a:pt x="1513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4" name="Google Shape;9405;p73">
                  <a:extLst>
                    <a:ext uri="{FF2B5EF4-FFF2-40B4-BE49-F238E27FC236}">
                      <a16:creationId xmlns:a16="http://schemas.microsoft.com/office/drawing/2014/main" id="{0E5F19B2-8574-9229-DF45-19720659BCC7}"/>
                    </a:ext>
                  </a:extLst>
                </p:cNvPr>
                <p:cNvSpPr/>
                <p:nvPr/>
              </p:nvSpPr>
              <p:spPr>
                <a:xfrm>
                  <a:off x="2856975" y="4093650"/>
                  <a:ext cx="11895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58" h="2805" extrusionOk="0">
                      <a:moveTo>
                        <a:pt x="473" y="1"/>
                      </a:moveTo>
                      <a:lnTo>
                        <a:pt x="0" y="2805"/>
                      </a:lnTo>
                      <a:lnTo>
                        <a:pt x="4757" y="2805"/>
                      </a:lnTo>
                      <a:lnTo>
                        <a:pt x="428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09" name="Google Shape;9406;p73">
                <a:extLst>
                  <a:ext uri="{FF2B5EF4-FFF2-40B4-BE49-F238E27FC236}">
                    <a16:creationId xmlns:a16="http://schemas.microsoft.com/office/drawing/2014/main" id="{871CBE50-1A22-E037-B246-0BAF9DD1F9F4}"/>
                  </a:ext>
                </a:extLst>
              </p:cNvPr>
              <p:cNvGrpSpPr/>
              <p:nvPr/>
            </p:nvGrpSpPr>
            <p:grpSpPr>
              <a:xfrm>
                <a:off x="7743692" y="3749212"/>
                <a:ext cx="499261" cy="497951"/>
                <a:chOff x="4629125" y="3235150"/>
                <a:chExt cx="295375" cy="294600"/>
              </a:xfrm>
              <a:grpFill/>
            </p:grpSpPr>
            <p:sp>
              <p:nvSpPr>
                <p:cNvPr id="17586" name="Google Shape;9407;p73">
                  <a:extLst>
                    <a:ext uri="{FF2B5EF4-FFF2-40B4-BE49-F238E27FC236}">
                      <a16:creationId xmlns:a16="http://schemas.microsoft.com/office/drawing/2014/main" id="{3543AA37-583C-0CF0-4B49-AC685A3CC28C}"/>
                    </a:ext>
                  </a:extLst>
                </p:cNvPr>
                <p:cNvSpPr/>
                <p:nvPr/>
              </p:nvSpPr>
              <p:spPr>
                <a:xfrm>
                  <a:off x="4696850" y="33911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64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7" name="Google Shape;9408;p73">
                  <a:extLst>
                    <a:ext uri="{FF2B5EF4-FFF2-40B4-BE49-F238E27FC236}">
                      <a16:creationId xmlns:a16="http://schemas.microsoft.com/office/drawing/2014/main" id="{751A7304-FB16-696C-88BB-2D8E7F01FC3D}"/>
                    </a:ext>
                  </a:extLst>
                </p:cNvPr>
                <p:cNvSpPr/>
                <p:nvPr/>
              </p:nvSpPr>
              <p:spPr>
                <a:xfrm>
                  <a:off x="4680300" y="3443875"/>
                  <a:ext cx="693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87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87"/>
                      </a:cubicBezTo>
                      <a:lnTo>
                        <a:pt x="2773" y="1387"/>
                      </a:lnTo>
                      <a:cubicBezTo>
                        <a:pt x="2773" y="630"/>
                        <a:pt x="2175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8" name="Google Shape;9409;p73">
                  <a:extLst>
                    <a:ext uri="{FF2B5EF4-FFF2-40B4-BE49-F238E27FC236}">
                      <a16:creationId xmlns:a16="http://schemas.microsoft.com/office/drawing/2014/main" id="{3EEBF074-F609-A403-0A01-40E4FE895FE8}"/>
                    </a:ext>
                  </a:extLst>
                </p:cNvPr>
                <p:cNvSpPr/>
                <p:nvPr/>
              </p:nvSpPr>
              <p:spPr>
                <a:xfrm>
                  <a:off x="4629125" y="3339900"/>
                  <a:ext cx="295375" cy="189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7594" extrusionOk="0">
                      <a:moveTo>
                        <a:pt x="10050" y="2080"/>
                      </a:moveTo>
                      <a:cubicBezTo>
                        <a:pt x="10239" y="2080"/>
                        <a:pt x="10397" y="2238"/>
                        <a:pt x="10397" y="2427"/>
                      </a:cubicBezTo>
                      <a:cubicBezTo>
                        <a:pt x="10397" y="2616"/>
                        <a:pt x="10239" y="2773"/>
                        <a:pt x="10050" y="2773"/>
                      </a:cubicBezTo>
                      <a:lnTo>
                        <a:pt x="6553" y="2773"/>
                      </a:lnTo>
                      <a:cubicBezTo>
                        <a:pt x="6333" y="2773"/>
                        <a:pt x="6175" y="2616"/>
                        <a:pt x="6175" y="2427"/>
                      </a:cubicBezTo>
                      <a:cubicBezTo>
                        <a:pt x="6175" y="2238"/>
                        <a:pt x="6333" y="2080"/>
                        <a:pt x="6553" y="2080"/>
                      </a:cubicBezTo>
                      <a:close/>
                      <a:moveTo>
                        <a:pt x="10050" y="3466"/>
                      </a:moveTo>
                      <a:cubicBezTo>
                        <a:pt x="10239" y="3466"/>
                        <a:pt x="10397" y="3624"/>
                        <a:pt x="10397" y="3813"/>
                      </a:cubicBezTo>
                      <a:cubicBezTo>
                        <a:pt x="10397" y="4002"/>
                        <a:pt x="10239" y="4159"/>
                        <a:pt x="10050" y="4159"/>
                      </a:cubicBezTo>
                      <a:lnTo>
                        <a:pt x="6553" y="4159"/>
                      </a:lnTo>
                      <a:cubicBezTo>
                        <a:pt x="6333" y="4159"/>
                        <a:pt x="6175" y="4002"/>
                        <a:pt x="6175" y="3813"/>
                      </a:cubicBezTo>
                      <a:cubicBezTo>
                        <a:pt x="6175" y="3624"/>
                        <a:pt x="6333" y="3466"/>
                        <a:pt x="6553" y="3466"/>
                      </a:cubicBezTo>
                      <a:close/>
                      <a:moveTo>
                        <a:pt x="10050" y="4821"/>
                      </a:moveTo>
                      <a:cubicBezTo>
                        <a:pt x="10239" y="4821"/>
                        <a:pt x="10397" y="4978"/>
                        <a:pt x="10397" y="5199"/>
                      </a:cubicBezTo>
                      <a:cubicBezTo>
                        <a:pt x="10397" y="5388"/>
                        <a:pt x="10239" y="5546"/>
                        <a:pt x="10050" y="5546"/>
                      </a:cubicBezTo>
                      <a:lnTo>
                        <a:pt x="6553" y="5546"/>
                      </a:lnTo>
                      <a:cubicBezTo>
                        <a:pt x="6333" y="5546"/>
                        <a:pt x="6175" y="5388"/>
                        <a:pt x="6175" y="5199"/>
                      </a:cubicBezTo>
                      <a:cubicBezTo>
                        <a:pt x="6175" y="4978"/>
                        <a:pt x="6333" y="4821"/>
                        <a:pt x="6553" y="4821"/>
                      </a:cubicBezTo>
                      <a:close/>
                      <a:moveTo>
                        <a:pt x="3403" y="1418"/>
                      </a:moveTo>
                      <a:cubicBezTo>
                        <a:pt x="4127" y="1418"/>
                        <a:pt x="4757" y="2049"/>
                        <a:pt x="4757" y="2773"/>
                      </a:cubicBezTo>
                      <a:cubicBezTo>
                        <a:pt x="4757" y="3151"/>
                        <a:pt x="4600" y="3498"/>
                        <a:pt x="4379" y="3718"/>
                      </a:cubicBezTo>
                      <a:cubicBezTo>
                        <a:pt x="5009" y="4065"/>
                        <a:pt x="5451" y="4758"/>
                        <a:pt x="5451" y="5546"/>
                      </a:cubicBezTo>
                      <a:lnTo>
                        <a:pt x="5451" y="5892"/>
                      </a:lnTo>
                      <a:lnTo>
                        <a:pt x="5514" y="5892"/>
                      </a:lnTo>
                      <a:cubicBezTo>
                        <a:pt x="5514" y="6081"/>
                        <a:pt x="5356" y="6239"/>
                        <a:pt x="5167" y="6239"/>
                      </a:cubicBezTo>
                      <a:lnTo>
                        <a:pt x="1701" y="6239"/>
                      </a:lnTo>
                      <a:cubicBezTo>
                        <a:pt x="1512" y="6239"/>
                        <a:pt x="1355" y="6081"/>
                        <a:pt x="1355" y="5892"/>
                      </a:cubicBezTo>
                      <a:lnTo>
                        <a:pt x="1355" y="5546"/>
                      </a:lnTo>
                      <a:cubicBezTo>
                        <a:pt x="1355" y="4758"/>
                        <a:pt x="1764" y="4096"/>
                        <a:pt x="2395" y="3718"/>
                      </a:cubicBezTo>
                      <a:cubicBezTo>
                        <a:pt x="2174" y="3498"/>
                        <a:pt x="2016" y="3151"/>
                        <a:pt x="2016" y="2773"/>
                      </a:cubicBezTo>
                      <a:cubicBezTo>
                        <a:pt x="2016" y="2049"/>
                        <a:pt x="2647" y="1418"/>
                        <a:pt x="3403" y="1418"/>
                      </a:cubicBezTo>
                      <a:close/>
                      <a:moveTo>
                        <a:pt x="1040" y="1"/>
                      </a:moveTo>
                      <a:cubicBezTo>
                        <a:pt x="441" y="1"/>
                        <a:pt x="0" y="473"/>
                        <a:pt x="0" y="1009"/>
                      </a:cubicBezTo>
                      <a:lnTo>
                        <a:pt x="0" y="6554"/>
                      </a:lnTo>
                      <a:cubicBezTo>
                        <a:pt x="0" y="7152"/>
                        <a:pt x="473" y="7593"/>
                        <a:pt x="1040" y="7593"/>
                      </a:cubicBezTo>
                      <a:lnTo>
                        <a:pt x="10806" y="7593"/>
                      </a:lnTo>
                      <a:cubicBezTo>
                        <a:pt x="11373" y="7593"/>
                        <a:pt x="11815" y="7121"/>
                        <a:pt x="11815" y="6554"/>
                      </a:cubicBezTo>
                      <a:lnTo>
                        <a:pt x="11815" y="1009"/>
                      </a:lnTo>
                      <a:cubicBezTo>
                        <a:pt x="11783" y="473"/>
                        <a:pt x="11310" y="1"/>
                        <a:pt x="10743" y="1"/>
                      </a:cubicBezTo>
                      <a:lnTo>
                        <a:pt x="7593" y="1"/>
                      </a:lnTo>
                      <a:lnTo>
                        <a:pt x="7593" y="347"/>
                      </a:lnTo>
                      <a:cubicBezTo>
                        <a:pt x="7593" y="946"/>
                        <a:pt x="7120" y="1355"/>
                        <a:pt x="6585" y="1355"/>
                      </a:cubicBezTo>
                      <a:lnTo>
                        <a:pt x="5198" y="1355"/>
                      </a:lnTo>
                      <a:cubicBezTo>
                        <a:pt x="4600" y="1355"/>
                        <a:pt x="4190" y="883"/>
                        <a:pt x="4190" y="347"/>
                      </a:cubicBezTo>
                      <a:lnTo>
                        <a:pt x="419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9" name="Google Shape;9410;p73">
                  <a:extLst>
                    <a:ext uri="{FF2B5EF4-FFF2-40B4-BE49-F238E27FC236}">
                      <a16:creationId xmlns:a16="http://schemas.microsoft.com/office/drawing/2014/main" id="{45E78B23-702F-30BF-1F0D-A3726ACCB546}"/>
                    </a:ext>
                  </a:extLst>
                </p:cNvPr>
                <p:cNvSpPr/>
                <p:nvPr/>
              </p:nvSpPr>
              <p:spPr>
                <a:xfrm>
                  <a:off x="4714975" y="3287125"/>
                  <a:ext cx="122100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805" extrusionOk="0">
                      <a:moveTo>
                        <a:pt x="693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4"/>
                        <a:pt x="315" y="1419"/>
                        <a:pt x="693" y="1419"/>
                      </a:cubicBezTo>
                      <a:lnTo>
                        <a:pt x="1418" y="1419"/>
                      </a:lnTo>
                      <a:lnTo>
                        <a:pt x="1418" y="2458"/>
                      </a:lnTo>
                      <a:cubicBezTo>
                        <a:pt x="1386" y="2647"/>
                        <a:pt x="1544" y="2805"/>
                        <a:pt x="1733" y="2805"/>
                      </a:cubicBezTo>
                      <a:lnTo>
                        <a:pt x="3119" y="2805"/>
                      </a:lnTo>
                      <a:cubicBezTo>
                        <a:pt x="3308" y="2805"/>
                        <a:pt x="3466" y="2647"/>
                        <a:pt x="3466" y="2458"/>
                      </a:cubicBezTo>
                      <a:lnTo>
                        <a:pt x="3466" y="1419"/>
                      </a:lnTo>
                      <a:lnTo>
                        <a:pt x="4159" y="1419"/>
                      </a:lnTo>
                      <a:cubicBezTo>
                        <a:pt x="4568" y="1419"/>
                        <a:pt x="4883" y="1104"/>
                        <a:pt x="4883" y="725"/>
                      </a:cubicBezTo>
                      <a:cubicBezTo>
                        <a:pt x="4883" y="316"/>
                        <a:pt x="4568" y="1"/>
                        <a:pt x="415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90" name="Google Shape;9411;p73">
                  <a:extLst>
                    <a:ext uri="{FF2B5EF4-FFF2-40B4-BE49-F238E27FC236}">
                      <a16:creationId xmlns:a16="http://schemas.microsoft.com/office/drawing/2014/main" id="{2F08716E-9465-D9F8-06A9-F0AA8252315A}"/>
                    </a:ext>
                  </a:extLst>
                </p:cNvPr>
                <p:cNvSpPr/>
                <p:nvPr/>
              </p:nvSpPr>
              <p:spPr>
                <a:xfrm>
                  <a:off x="4732300" y="3235150"/>
                  <a:ext cx="866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419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lnTo>
                        <a:pt x="3466" y="1418"/>
                      </a:lnTo>
                      <a:lnTo>
                        <a:pt x="3466" y="347"/>
                      </a:lnTo>
                      <a:cubicBezTo>
                        <a:pt x="3466" y="158"/>
                        <a:pt x="3308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2" name="Google Shape;9412;p73">
                <a:extLst>
                  <a:ext uri="{FF2B5EF4-FFF2-40B4-BE49-F238E27FC236}">
                    <a16:creationId xmlns:a16="http://schemas.microsoft.com/office/drawing/2014/main" id="{365451BA-E846-9934-BED2-8228672F590F}"/>
                  </a:ext>
                </a:extLst>
              </p:cNvPr>
              <p:cNvGrpSpPr/>
              <p:nvPr/>
            </p:nvGrpSpPr>
            <p:grpSpPr>
              <a:xfrm>
                <a:off x="7743671" y="4378602"/>
                <a:ext cx="499303" cy="499261"/>
                <a:chOff x="4628325" y="3599825"/>
                <a:chExt cx="295400" cy="295375"/>
              </a:xfrm>
              <a:grpFill/>
            </p:grpSpPr>
            <p:sp>
              <p:nvSpPr>
                <p:cNvPr id="17574" name="Google Shape;9413;p73">
                  <a:extLst>
                    <a:ext uri="{FF2B5EF4-FFF2-40B4-BE49-F238E27FC236}">
                      <a16:creationId xmlns:a16="http://schemas.microsoft.com/office/drawing/2014/main" id="{209BAE0A-2C99-93E4-3BD4-78C91E52276B}"/>
                    </a:ext>
                  </a:extLst>
                </p:cNvPr>
                <p:cNvSpPr/>
                <p:nvPr/>
              </p:nvSpPr>
              <p:spPr>
                <a:xfrm>
                  <a:off x="4679525" y="3686450"/>
                  <a:ext cx="173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694" y="3466"/>
                      </a:lnTo>
                      <a:lnTo>
                        <a:pt x="69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5" name="Google Shape;9414;p73">
                  <a:extLst>
                    <a:ext uri="{FF2B5EF4-FFF2-40B4-BE49-F238E27FC236}">
                      <a16:creationId xmlns:a16="http://schemas.microsoft.com/office/drawing/2014/main" id="{C68C2759-A659-4F2D-04E7-DE9720FDE9AF}"/>
                    </a:ext>
                  </a:extLst>
                </p:cNvPr>
                <p:cNvSpPr/>
                <p:nvPr/>
              </p:nvSpPr>
              <p:spPr>
                <a:xfrm>
                  <a:off x="4854375" y="3686450"/>
                  <a:ext cx="181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3467" extrusionOk="0">
                      <a:moveTo>
                        <a:pt x="1" y="1"/>
                      </a:moveTo>
                      <a:lnTo>
                        <a:pt x="1" y="3466"/>
                      </a:lnTo>
                      <a:lnTo>
                        <a:pt x="725" y="3466"/>
                      </a:lnTo>
                      <a:lnTo>
                        <a:pt x="725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6" name="Google Shape;9415;p73">
                  <a:extLst>
                    <a:ext uri="{FF2B5EF4-FFF2-40B4-BE49-F238E27FC236}">
                      <a16:creationId xmlns:a16="http://schemas.microsoft.com/office/drawing/2014/main" id="{6DAE875E-C6A8-5179-C47B-B695A9E52B48}"/>
                    </a:ext>
                  </a:extLst>
                </p:cNvPr>
                <p:cNvSpPr/>
                <p:nvPr/>
              </p:nvSpPr>
              <p:spPr>
                <a:xfrm>
                  <a:off x="4679525" y="3790425"/>
                  <a:ext cx="173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694" y="4159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7" name="Google Shape;9416;p73">
                  <a:extLst>
                    <a:ext uri="{FF2B5EF4-FFF2-40B4-BE49-F238E27FC236}">
                      <a16:creationId xmlns:a16="http://schemas.microsoft.com/office/drawing/2014/main" id="{75816142-384D-F899-058F-963DF4A3D6C1}"/>
                    </a:ext>
                  </a:extLst>
                </p:cNvPr>
                <p:cNvSpPr/>
                <p:nvPr/>
              </p:nvSpPr>
              <p:spPr>
                <a:xfrm>
                  <a:off x="4854375" y="3790425"/>
                  <a:ext cx="1815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4160" extrusionOk="0">
                      <a:moveTo>
                        <a:pt x="1" y="0"/>
                      </a:moveTo>
                      <a:lnTo>
                        <a:pt x="1" y="4159"/>
                      </a:lnTo>
                      <a:lnTo>
                        <a:pt x="725" y="4159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8" name="Google Shape;9417;p73">
                  <a:extLst>
                    <a:ext uri="{FF2B5EF4-FFF2-40B4-BE49-F238E27FC236}">
                      <a16:creationId xmlns:a16="http://schemas.microsoft.com/office/drawing/2014/main" id="{D3CB09C9-13C5-5968-C301-FB8A0C8A3AEE}"/>
                    </a:ext>
                  </a:extLst>
                </p:cNvPr>
                <p:cNvSpPr/>
                <p:nvPr/>
              </p:nvSpPr>
              <p:spPr>
                <a:xfrm>
                  <a:off x="4628325" y="3686450"/>
                  <a:ext cx="34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3467" extrusionOk="0">
                      <a:moveTo>
                        <a:pt x="1009" y="1"/>
                      </a:moveTo>
                      <a:cubicBezTo>
                        <a:pt x="442" y="1"/>
                        <a:pt x="1" y="442"/>
                        <a:pt x="1" y="1009"/>
                      </a:cubicBezTo>
                      <a:lnTo>
                        <a:pt x="1" y="2049"/>
                      </a:lnTo>
                      <a:cubicBezTo>
                        <a:pt x="1" y="2427"/>
                        <a:pt x="158" y="2773"/>
                        <a:pt x="442" y="3025"/>
                      </a:cubicBezTo>
                      <a:cubicBezTo>
                        <a:pt x="662" y="3340"/>
                        <a:pt x="1009" y="3466"/>
                        <a:pt x="1387" y="3466"/>
                      </a:cubicBezTo>
                      <a:lnTo>
                        <a:pt x="138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9" name="Google Shape;9418;p73">
                  <a:extLst>
                    <a:ext uri="{FF2B5EF4-FFF2-40B4-BE49-F238E27FC236}">
                      <a16:creationId xmlns:a16="http://schemas.microsoft.com/office/drawing/2014/main" id="{4C408F22-2649-AD07-00AF-474CA64AC285}"/>
                    </a:ext>
                  </a:extLst>
                </p:cNvPr>
                <p:cNvSpPr/>
                <p:nvPr/>
              </p:nvSpPr>
              <p:spPr>
                <a:xfrm>
                  <a:off x="4714975" y="3686450"/>
                  <a:ext cx="1221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67" extrusionOk="0">
                      <a:moveTo>
                        <a:pt x="0" y="1"/>
                      </a:moveTo>
                      <a:lnTo>
                        <a:pt x="0" y="3466"/>
                      </a:lnTo>
                      <a:lnTo>
                        <a:pt x="4883" y="3466"/>
                      </a:lnTo>
                      <a:lnTo>
                        <a:pt x="488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0" name="Google Shape;9419;p73">
                  <a:extLst>
                    <a:ext uri="{FF2B5EF4-FFF2-40B4-BE49-F238E27FC236}">
                      <a16:creationId xmlns:a16="http://schemas.microsoft.com/office/drawing/2014/main" id="{A909F068-FEB1-2DBB-58A4-1086B7FC9F2C}"/>
                    </a:ext>
                  </a:extLst>
                </p:cNvPr>
                <p:cNvSpPr/>
                <p:nvPr/>
              </p:nvSpPr>
              <p:spPr>
                <a:xfrm>
                  <a:off x="4889025" y="3777825"/>
                  <a:ext cx="34700" cy="1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4695" extrusionOk="0">
                      <a:moveTo>
                        <a:pt x="1387" y="0"/>
                      </a:moveTo>
                      <a:cubicBezTo>
                        <a:pt x="977" y="315"/>
                        <a:pt x="505" y="504"/>
                        <a:pt x="1" y="504"/>
                      </a:cubicBezTo>
                      <a:lnTo>
                        <a:pt x="1" y="4695"/>
                      </a:lnTo>
                      <a:lnTo>
                        <a:pt x="347" y="4695"/>
                      </a:lnTo>
                      <a:cubicBezTo>
                        <a:pt x="946" y="4695"/>
                        <a:pt x="1387" y="4222"/>
                        <a:pt x="1387" y="3655"/>
                      </a:cubicBezTo>
                      <a:lnTo>
                        <a:pt x="1387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1" name="Google Shape;9420;p73">
                  <a:extLst>
                    <a:ext uri="{FF2B5EF4-FFF2-40B4-BE49-F238E27FC236}">
                      <a16:creationId xmlns:a16="http://schemas.microsoft.com/office/drawing/2014/main" id="{1D3BFB6C-70A8-2CC5-E779-C2F5F4C63D4C}"/>
                    </a:ext>
                  </a:extLst>
                </p:cNvPr>
                <p:cNvSpPr/>
                <p:nvPr/>
              </p:nvSpPr>
              <p:spPr>
                <a:xfrm>
                  <a:off x="4628325" y="3777825"/>
                  <a:ext cx="3467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4664" extrusionOk="0">
                      <a:moveTo>
                        <a:pt x="1" y="0"/>
                      </a:moveTo>
                      <a:lnTo>
                        <a:pt x="1" y="3655"/>
                      </a:lnTo>
                      <a:cubicBezTo>
                        <a:pt x="1" y="4222"/>
                        <a:pt x="442" y="4663"/>
                        <a:pt x="1009" y="4663"/>
                      </a:cubicBezTo>
                      <a:lnTo>
                        <a:pt x="1387" y="4663"/>
                      </a:lnTo>
                      <a:lnTo>
                        <a:pt x="1387" y="504"/>
                      </a:lnTo>
                      <a:cubicBezTo>
                        <a:pt x="851" y="504"/>
                        <a:pt x="379" y="31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2" name="Google Shape;9421;p73">
                  <a:extLst>
                    <a:ext uri="{FF2B5EF4-FFF2-40B4-BE49-F238E27FC236}">
                      <a16:creationId xmlns:a16="http://schemas.microsoft.com/office/drawing/2014/main" id="{A658E1BC-9DE2-27B8-C83F-B1706847E3E8}"/>
                    </a:ext>
                  </a:extLst>
                </p:cNvPr>
                <p:cNvSpPr/>
                <p:nvPr/>
              </p:nvSpPr>
              <p:spPr>
                <a:xfrm>
                  <a:off x="4766950" y="37904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1" y="0"/>
                      </a:moveTo>
                      <a:lnTo>
                        <a:pt x="1" y="347"/>
                      </a:lnTo>
                      <a:cubicBezTo>
                        <a:pt x="1" y="568"/>
                        <a:pt x="158" y="725"/>
                        <a:pt x="347" y="725"/>
                      </a:cubicBezTo>
                      <a:cubicBezTo>
                        <a:pt x="568" y="725"/>
                        <a:pt x="694" y="568"/>
                        <a:pt x="694" y="347"/>
                      </a:cubicBez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3" name="Google Shape;9422;p73">
                  <a:extLst>
                    <a:ext uri="{FF2B5EF4-FFF2-40B4-BE49-F238E27FC236}">
                      <a16:creationId xmlns:a16="http://schemas.microsoft.com/office/drawing/2014/main" id="{846A7FF2-ACB0-D400-1E5E-CC355664392D}"/>
                    </a:ext>
                  </a:extLst>
                </p:cNvPr>
                <p:cNvSpPr/>
                <p:nvPr/>
              </p:nvSpPr>
              <p:spPr>
                <a:xfrm>
                  <a:off x="4889025" y="3686450"/>
                  <a:ext cx="3470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3467" extrusionOk="0">
                      <a:moveTo>
                        <a:pt x="1" y="1"/>
                      </a:moveTo>
                      <a:lnTo>
                        <a:pt x="1" y="3466"/>
                      </a:lnTo>
                      <a:cubicBezTo>
                        <a:pt x="347" y="3466"/>
                        <a:pt x="662" y="3340"/>
                        <a:pt x="946" y="3088"/>
                      </a:cubicBezTo>
                      <a:cubicBezTo>
                        <a:pt x="1229" y="2836"/>
                        <a:pt x="1387" y="2458"/>
                        <a:pt x="1387" y="2080"/>
                      </a:cubicBezTo>
                      <a:lnTo>
                        <a:pt x="1387" y="1040"/>
                      </a:lnTo>
                      <a:cubicBezTo>
                        <a:pt x="1387" y="442"/>
                        <a:pt x="91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4" name="Google Shape;9423;p73">
                  <a:extLst>
                    <a:ext uri="{FF2B5EF4-FFF2-40B4-BE49-F238E27FC236}">
                      <a16:creationId xmlns:a16="http://schemas.microsoft.com/office/drawing/2014/main" id="{E6DDD124-976D-1F6C-AF77-F6AF72684250}"/>
                    </a:ext>
                  </a:extLst>
                </p:cNvPr>
                <p:cNvSpPr/>
                <p:nvPr/>
              </p:nvSpPr>
              <p:spPr>
                <a:xfrm>
                  <a:off x="4714975" y="3790425"/>
                  <a:ext cx="1221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160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4883" y="4159"/>
                      </a:lnTo>
                      <a:lnTo>
                        <a:pt x="4883" y="0"/>
                      </a:lnTo>
                      <a:lnTo>
                        <a:pt x="3466" y="0"/>
                      </a:lnTo>
                      <a:lnTo>
                        <a:pt x="3466" y="347"/>
                      </a:lnTo>
                      <a:cubicBezTo>
                        <a:pt x="3466" y="946"/>
                        <a:pt x="2993" y="1387"/>
                        <a:pt x="2426" y="1387"/>
                      </a:cubicBezTo>
                      <a:cubicBezTo>
                        <a:pt x="1827" y="1387"/>
                        <a:pt x="1418" y="914"/>
                        <a:pt x="1418" y="347"/>
                      </a:cubicBez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85" name="Google Shape;9424;p73">
                  <a:extLst>
                    <a:ext uri="{FF2B5EF4-FFF2-40B4-BE49-F238E27FC236}">
                      <a16:creationId xmlns:a16="http://schemas.microsoft.com/office/drawing/2014/main" id="{9882AE84-2CF9-3B86-5939-D3B4F16BC5C7}"/>
                    </a:ext>
                  </a:extLst>
                </p:cNvPr>
                <p:cNvSpPr/>
                <p:nvPr/>
              </p:nvSpPr>
              <p:spPr>
                <a:xfrm>
                  <a:off x="4714175" y="3599825"/>
                  <a:ext cx="122100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2773" extrusionOk="0">
                      <a:moveTo>
                        <a:pt x="2427" y="0"/>
                      </a:moveTo>
                      <a:cubicBezTo>
                        <a:pt x="1103" y="0"/>
                        <a:pt x="1" y="1103"/>
                        <a:pt x="1" y="2426"/>
                      </a:cubicBezTo>
                      <a:lnTo>
                        <a:pt x="1" y="2773"/>
                      </a:lnTo>
                      <a:lnTo>
                        <a:pt x="1355" y="2773"/>
                      </a:lnTo>
                      <a:lnTo>
                        <a:pt x="1355" y="2426"/>
                      </a:lnTo>
                      <a:cubicBezTo>
                        <a:pt x="1355" y="1828"/>
                        <a:pt x="1828" y="1418"/>
                        <a:pt x="2395" y="1418"/>
                      </a:cubicBezTo>
                      <a:cubicBezTo>
                        <a:pt x="2994" y="1418"/>
                        <a:pt x="3403" y="1891"/>
                        <a:pt x="3403" y="2426"/>
                      </a:cubicBezTo>
                      <a:lnTo>
                        <a:pt x="3403" y="2773"/>
                      </a:lnTo>
                      <a:lnTo>
                        <a:pt x="4884" y="2773"/>
                      </a:lnTo>
                      <a:lnTo>
                        <a:pt x="4884" y="2426"/>
                      </a:lnTo>
                      <a:cubicBezTo>
                        <a:pt x="4884" y="1103"/>
                        <a:pt x="3781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3" name="Google Shape;9425;p73">
                <a:extLst>
                  <a:ext uri="{FF2B5EF4-FFF2-40B4-BE49-F238E27FC236}">
                    <a16:creationId xmlns:a16="http://schemas.microsoft.com/office/drawing/2014/main" id="{CA9FF8C8-5FD8-CD69-D904-CB5DD56DA91D}"/>
                  </a:ext>
                </a:extLst>
              </p:cNvPr>
              <p:cNvGrpSpPr/>
              <p:nvPr/>
            </p:nvGrpSpPr>
            <p:grpSpPr>
              <a:xfrm>
                <a:off x="7773631" y="4984646"/>
                <a:ext cx="439383" cy="500612"/>
                <a:chOff x="4645650" y="3962900"/>
                <a:chExt cx="259950" cy="296175"/>
              </a:xfrm>
              <a:grpFill/>
            </p:grpSpPr>
            <p:sp>
              <p:nvSpPr>
                <p:cNvPr id="17568" name="Google Shape;9426;p73">
                  <a:extLst>
                    <a:ext uri="{FF2B5EF4-FFF2-40B4-BE49-F238E27FC236}">
                      <a16:creationId xmlns:a16="http://schemas.microsoft.com/office/drawing/2014/main" id="{5FCC2BB8-FE8E-D49F-6844-9563A945476D}"/>
                    </a:ext>
                  </a:extLst>
                </p:cNvPr>
                <p:cNvSpPr/>
                <p:nvPr/>
              </p:nvSpPr>
              <p:spPr>
                <a:xfrm>
                  <a:off x="4853600" y="4155100"/>
                  <a:ext cx="52000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159" extrusionOk="0">
                      <a:moveTo>
                        <a:pt x="0" y="0"/>
                      </a:moveTo>
                      <a:lnTo>
                        <a:pt x="0" y="4159"/>
                      </a:lnTo>
                      <a:lnTo>
                        <a:pt x="1733" y="4159"/>
                      </a:lnTo>
                      <a:cubicBezTo>
                        <a:pt x="1922" y="4159"/>
                        <a:pt x="2079" y="4001"/>
                        <a:pt x="2079" y="3812"/>
                      </a:cubicBezTo>
                      <a:lnTo>
                        <a:pt x="2079" y="1733"/>
                      </a:lnTo>
                      <a:cubicBezTo>
                        <a:pt x="2079" y="788"/>
                        <a:pt x="1292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9" name="Google Shape;9427;p73">
                  <a:extLst>
                    <a:ext uri="{FF2B5EF4-FFF2-40B4-BE49-F238E27FC236}">
                      <a16:creationId xmlns:a16="http://schemas.microsoft.com/office/drawing/2014/main" id="{909913F7-7A29-381D-BE3F-C7A8D813922E}"/>
                    </a:ext>
                  </a:extLst>
                </p:cNvPr>
                <p:cNvSpPr/>
                <p:nvPr/>
              </p:nvSpPr>
              <p:spPr>
                <a:xfrm>
                  <a:off x="4714975" y="4155100"/>
                  <a:ext cx="121300" cy="50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2025" extrusionOk="0">
                      <a:moveTo>
                        <a:pt x="0" y="0"/>
                      </a:moveTo>
                      <a:lnTo>
                        <a:pt x="0" y="1481"/>
                      </a:lnTo>
                      <a:cubicBezTo>
                        <a:pt x="772" y="1843"/>
                        <a:pt x="1599" y="2024"/>
                        <a:pt x="2426" y="2024"/>
                      </a:cubicBezTo>
                      <a:cubicBezTo>
                        <a:pt x="3253" y="2024"/>
                        <a:pt x="4080" y="1843"/>
                        <a:pt x="4852" y="1481"/>
                      </a:cubicBezTo>
                      <a:lnTo>
                        <a:pt x="4852" y="0"/>
                      </a:lnTo>
                      <a:lnTo>
                        <a:pt x="4789" y="0"/>
                      </a:lnTo>
                      <a:cubicBezTo>
                        <a:pt x="4348" y="410"/>
                        <a:pt x="3781" y="693"/>
                        <a:pt x="3119" y="693"/>
                      </a:cubicBezTo>
                      <a:lnTo>
                        <a:pt x="1733" y="693"/>
                      </a:lnTo>
                      <a:cubicBezTo>
                        <a:pt x="1071" y="693"/>
                        <a:pt x="473" y="410"/>
                        <a:pt x="3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0" name="Google Shape;9428;p73">
                  <a:extLst>
                    <a:ext uri="{FF2B5EF4-FFF2-40B4-BE49-F238E27FC236}">
                      <a16:creationId xmlns:a16="http://schemas.microsoft.com/office/drawing/2014/main" id="{51A808E4-A639-DA3D-A654-F23829E9B70F}"/>
                    </a:ext>
                  </a:extLst>
                </p:cNvPr>
                <p:cNvSpPr/>
                <p:nvPr/>
              </p:nvSpPr>
              <p:spPr>
                <a:xfrm>
                  <a:off x="4714975" y="4211025"/>
                  <a:ext cx="121300" cy="4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1922" extrusionOk="0">
                      <a:moveTo>
                        <a:pt x="0" y="0"/>
                      </a:moveTo>
                      <a:lnTo>
                        <a:pt x="0" y="1922"/>
                      </a:lnTo>
                      <a:lnTo>
                        <a:pt x="4852" y="1922"/>
                      </a:lnTo>
                      <a:lnTo>
                        <a:pt x="4852" y="0"/>
                      </a:lnTo>
                      <a:cubicBezTo>
                        <a:pt x="4080" y="315"/>
                        <a:pt x="3253" y="473"/>
                        <a:pt x="2426" y="473"/>
                      </a:cubicBezTo>
                      <a:cubicBezTo>
                        <a:pt x="1599" y="473"/>
                        <a:pt x="772" y="31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1" name="Google Shape;9429;p73">
                  <a:extLst>
                    <a:ext uri="{FF2B5EF4-FFF2-40B4-BE49-F238E27FC236}">
                      <a16:creationId xmlns:a16="http://schemas.microsoft.com/office/drawing/2014/main" id="{AAD9F809-EFB2-F088-BBEC-277661503745}"/>
                    </a:ext>
                  </a:extLst>
                </p:cNvPr>
                <p:cNvSpPr/>
                <p:nvPr/>
              </p:nvSpPr>
              <p:spPr>
                <a:xfrm>
                  <a:off x="4645650" y="4154300"/>
                  <a:ext cx="520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4191" extrusionOk="0">
                      <a:moveTo>
                        <a:pt x="1734" y="1"/>
                      </a:moveTo>
                      <a:cubicBezTo>
                        <a:pt x="757" y="32"/>
                        <a:pt x="1" y="757"/>
                        <a:pt x="1" y="1765"/>
                      </a:cubicBezTo>
                      <a:lnTo>
                        <a:pt x="1" y="3844"/>
                      </a:lnTo>
                      <a:cubicBezTo>
                        <a:pt x="1" y="4033"/>
                        <a:pt x="158" y="4191"/>
                        <a:pt x="379" y="4191"/>
                      </a:cubicBezTo>
                      <a:lnTo>
                        <a:pt x="2080" y="4191"/>
                      </a:ln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2" name="Google Shape;9430;p73">
                  <a:extLst>
                    <a:ext uri="{FF2B5EF4-FFF2-40B4-BE49-F238E27FC236}">
                      <a16:creationId xmlns:a16="http://schemas.microsoft.com/office/drawing/2014/main" id="{F20FE083-6335-F04E-0FA3-3CA3D403483A}"/>
                    </a:ext>
                  </a:extLst>
                </p:cNvPr>
                <p:cNvSpPr/>
                <p:nvPr/>
              </p:nvSpPr>
              <p:spPr>
                <a:xfrm>
                  <a:off x="4722850" y="4049550"/>
                  <a:ext cx="103975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223" extrusionOk="0">
                      <a:moveTo>
                        <a:pt x="2080" y="1"/>
                      </a:moveTo>
                      <a:cubicBezTo>
                        <a:pt x="1765" y="442"/>
                        <a:pt x="1260" y="694"/>
                        <a:pt x="693" y="694"/>
                      </a:cubicBezTo>
                      <a:lnTo>
                        <a:pt x="0" y="694"/>
                      </a:lnTo>
                      <a:lnTo>
                        <a:pt x="0" y="3498"/>
                      </a:lnTo>
                      <a:cubicBezTo>
                        <a:pt x="347" y="3939"/>
                        <a:pt x="851" y="4222"/>
                        <a:pt x="1418" y="4222"/>
                      </a:cubicBezTo>
                      <a:lnTo>
                        <a:pt x="2804" y="4222"/>
                      </a:lnTo>
                      <a:cubicBezTo>
                        <a:pt x="3340" y="4222"/>
                        <a:pt x="3844" y="3939"/>
                        <a:pt x="4159" y="3498"/>
                      </a:cubicBezTo>
                      <a:lnTo>
                        <a:pt x="4159" y="694"/>
                      </a:lnTo>
                      <a:lnTo>
                        <a:pt x="3466" y="694"/>
                      </a:lnTo>
                      <a:cubicBezTo>
                        <a:pt x="2899" y="694"/>
                        <a:pt x="2395" y="442"/>
                        <a:pt x="208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73" name="Google Shape;9431;p73">
                  <a:extLst>
                    <a:ext uri="{FF2B5EF4-FFF2-40B4-BE49-F238E27FC236}">
                      <a16:creationId xmlns:a16="http://schemas.microsoft.com/office/drawing/2014/main" id="{B74C58FC-8B62-A93C-3B11-AB80C294B175}"/>
                    </a:ext>
                  </a:extLst>
                </p:cNvPr>
                <p:cNvSpPr/>
                <p:nvPr/>
              </p:nvSpPr>
              <p:spPr>
                <a:xfrm>
                  <a:off x="4678725" y="3962900"/>
                  <a:ext cx="190650" cy="17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26" h="6964" extrusionOk="0">
                      <a:moveTo>
                        <a:pt x="3813" y="1"/>
                      </a:moveTo>
                      <a:cubicBezTo>
                        <a:pt x="1734" y="1"/>
                        <a:pt x="1" y="1702"/>
                        <a:pt x="1" y="3813"/>
                      </a:cubicBezTo>
                      <a:lnTo>
                        <a:pt x="1" y="5955"/>
                      </a:lnTo>
                      <a:lnTo>
                        <a:pt x="64" y="5955"/>
                      </a:lnTo>
                      <a:cubicBezTo>
                        <a:pt x="64" y="6522"/>
                        <a:pt x="537" y="6964"/>
                        <a:pt x="1104" y="6964"/>
                      </a:cubicBezTo>
                      <a:lnTo>
                        <a:pt x="1104" y="3813"/>
                      </a:lnTo>
                      <a:cubicBezTo>
                        <a:pt x="1104" y="3624"/>
                        <a:pt x="1261" y="3467"/>
                        <a:pt x="1450" y="3467"/>
                      </a:cubicBezTo>
                      <a:lnTo>
                        <a:pt x="2458" y="3467"/>
                      </a:lnTo>
                      <a:cubicBezTo>
                        <a:pt x="3057" y="3467"/>
                        <a:pt x="3498" y="2994"/>
                        <a:pt x="3498" y="2427"/>
                      </a:cubicBezTo>
                      <a:lnTo>
                        <a:pt x="3498" y="1734"/>
                      </a:lnTo>
                      <a:cubicBezTo>
                        <a:pt x="3498" y="1545"/>
                        <a:pt x="3656" y="1387"/>
                        <a:pt x="3845" y="1387"/>
                      </a:cubicBezTo>
                      <a:cubicBezTo>
                        <a:pt x="4034" y="1387"/>
                        <a:pt x="4191" y="1545"/>
                        <a:pt x="4191" y="1734"/>
                      </a:cubicBezTo>
                      <a:lnTo>
                        <a:pt x="4191" y="2427"/>
                      </a:lnTo>
                      <a:cubicBezTo>
                        <a:pt x="4191" y="3025"/>
                        <a:pt x="4664" y="3467"/>
                        <a:pt x="5231" y="3467"/>
                      </a:cubicBezTo>
                      <a:lnTo>
                        <a:pt x="6239" y="3467"/>
                      </a:lnTo>
                      <a:cubicBezTo>
                        <a:pt x="6459" y="3467"/>
                        <a:pt x="6617" y="3624"/>
                        <a:pt x="6617" y="3813"/>
                      </a:cubicBezTo>
                      <a:lnTo>
                        <a:pt x="6617" y="6964"/>
                      </a:lnTo>
                      <a:cubicBezTo>
                        <a:pt x="7184" y="6964"/>
                        <a:pt x="7625" y="6491"/>
                        <a:pt x="7625" y="5955"/>
                      </a:cubicBezTo>
                      <a:lnTo>
                        <a:pt x="7625" y="3813"/>
                      </a:lnTo>
                      <a:cubicBezTo>
                        <a:pt x="7625" y="1734"/>
                        <a:pt x="5924" y="1"/>
                        <a:pt x="38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4" name="Google Shape;9432;p73">
                <a:extLst>
                  <a:ext uri="{FF2B5EF4-FFF2-40B4-BE49-F238E27FC236}">
                    <a16:creationId xmlns:a16="http://schemas.microsoft.com/office/drawing/2014/main" id="{8FE7A288-1F55-37A0-DD67-99C1A7C90108}"/>
                  </a:ext>
                </a:extLst>
              </p:cNvPr>
              <p:cNvGrpSpPr/>
              <p:nvPr/>
            </p:nvGrpSpPr>
            <p:grpSpPr>
              <a:xfrm>
                <a:off x="10280367" y="4379278"/>
                <a:ext cx="499261" cy="497908"/>
                <a:chOff x="6143725" y="3582500"/>
                <a:chExt cx="295375" cy="294575"/>
              </a:xfrm>
              <a:grpFill/>
            </p:grpSpPr>
            <p:sp>
              <p:nvSpPr>
                <p:cNvPr id="17561" name="Google Shape;9433;p73">
                  <a:extLst>
                    <a:ext uri="{FF2B5EF4-FFF2-40B4-BE49-F238E27FC236}">
                      <a16:creationId xmlns:a16="http://schemas.microsoft.com/office/drawing/2014/main" id="{72C0D6E0-2DCB-AD7E-B5CD-3E07FE38565A}"/>
                    </a:ext>
                  </a:extLst>
                </p:cNvPr>
                <p:cNvSpPr/>
                <p:nvPr/>
              </p:nvSpPr>
              <p:spPr>
                <a:xfrm>
                  <a:off x="6143725" y="3720325"/>
                  <a:ext cx="295375" cy="156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6270" extrusionOk="0">
                      <a:moveTo>
                        <a:pt x="7309" y="1418"/>
                      </a:moveTo>
                      <a:cubicBezTo>
                        <a:pt x="7908" y="1418"/>
                        <a:pt x="8349" y="1891"/>
                        <a:pt x="8349" y="2458"/>
                      </a:cubicBezTo>
                      <a:cubicBezTo>
                        <a:pt x="8349" y="2993"/>
                        <a:pt x="7845" y="3466"/>
                        <a:pt x="7309" y="3466"/>
                      </a:cubicBezTo>
                      <a:lnTo>
                        <a:pt x="4474" y="3466"/>
                      </a:lnTo>
                      <a:cubicBezTo>
                        <a:pt x="3875" y="3466"/>
                        <a:pt x="3434" y="2993"/>
                        <a:pt x="3434" y="2458"/>
                      </a:cubicBezTo>
                      <a:cubicBezTo>
                        <a:pt x="3434" y="1859"/>
                        <a:pt x="3907" y="1418"/>
                        <a:pt x="4474" y="1418"/>
                      </a:cubicBezTo>
                      <a:close/>
                      <a:moveTo>
                        <a:pt x="1008" y="1"/>
                      </a:moveTo>
                      <a:cubicBezTo>
                        <a:pt x="410" y="1"/>
                        <a:pt x="0" y="473"/>
                        <a:pt x="0" y="1040"/>
                      </a:cubicBezTo>
                      <a:lnTo>
                        <a:pt x="0" y="5262"/>
                      </a:lnTo>
                      <a:cubicBezTo>
                        <a:pt x="0" y="5829"/>
                        <a:pt x="473" y="6270"/>
                        <a:pt x="1008" y="6270"/>
                      </a:cubicBezTo>
                      <a:lnTo>
                        <a:pt x="10775" y="6270"/>
                      </a:lnTo>
                      <a:cubicBezTo>
                        <a:pt x="11373" y="6270"/>
                        <a:pt x="11815" y="5797"/>
                        <a:pt x="11815" y="5262"/>
                      </a:cubicBezTo>
                      <a:lnTo>
                        <a:pt x="11815" y="1040"/>
                      </a:lnTo>
                      <a:cubicBezTo>
                        <a:pt x="11783" y="473"/>
                        <a:pt x="11342" y="1"/>
                        <a:pt x="1077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2" name="Google Shape;9434;p73">
                  <a:extLst>
                    <a:ext uri="{FF2B5EF4-FFF2-40B4-BE49-F238E27FC236}">
                      <a16:creationId xmlns:a16="http://schemas.microsoft.com/office/drawing/2014/main" id="{33655F89-2388-42FB-2BFA-166A3AB855B4}"/>
                    </a:ext>
                  </a:extLst>
                </p:cNvPr>
                <p:cNvSpPr/>
                <p:nvPr/>
              </p:nvSpPr>
              <p:spPr>
                <a:xfrm>
                  <a:off x="6246900" y="3773100"/>
                  <a:ext cx="882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694" extrusionOk="0">
                      <a:moveTo>
                        <a:pt x="347" y="0"/>
                      </a:moveTo>
                      <a:cubicBezTo>
                        <a:pt x="158" y="0"/>
                        <a:pt x="0" y="126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82" y="693"/>
                      </a:lnTo>
                      <a:cubicBezTo>
                        <a:pt x="3371" y="693"/>
                        <a:pt x="3529" y="536"/>
                        <a:pt x="3529" y="347"/>
                      </a:cubicBezTo>
                      <a:cubicBezTo>
                        <a:pt x="3529" y="126"/>
                        <a:pt x="3371" y="0"/>
                        <a:pt x="31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3" name="Google Shape;9435;p73">
                  <a:extLst>
                    <a:ext uri="{FF2B5EF4-FFF2-40B4-BE49-F238E27FC236}">
                      <a16:creationId xmlns:a16="http://schemas.microsoft.com/office/drawing/2014/main" id="{52E6953E-BDCD-8431-F6DC-D7931CA3022E}"/>
                    </a:ext>
                  </a:extLst>
                </p:cNvPr>
                <p:cNvSpPr/>
                <p:nvPr/>
              </p:nvSpPr>
              <p:spPr>
                <a:xfrm>
                  <a:off x="6161050" y="3582500"/>
                  <a:ext cx="8665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1387" extrusionOk="0">
                      <a:moveTo>
                        <a:pt x="1008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3466" y="1386"/>
                      </a:lnTo>
                      <a:lnTo>
                        <a:pt x="3466" y="1040"/>
                      </a:lnTo>
                      <a:lnTo>
                        <a:pt x="3434" y="1040"/>
                      </a:lnTo>
                      <a:cubicBezTo>
                        <a:pt x="3434" y="441"/>
                        <a:pt x="2962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4" name="Google Shape;9436;p73">
                  <a:extLst>
                    <a:ext uri="{FF2B5EF4-FFF2-40B4-BE49-F238E27FC236}">
                      <a16:creationId xmlns:a16="http://schemas.microsoft.com/office/drawing/2014/main" id="{AC78BBB0-39F8-99D3-9EDB-1DDC9DD4C409}"/>
                    </a:ext>
                  </a:extLst>
                </p:cNvPr>
                <p:cNvSpPr/>
                <p:nvPr/>
              </p:nvSpPr>
              <p:spPr>
                <a:xfrm>
                  <a:off x="6160250" y="3633675"/>
                  <a:ext cx="866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4" extrusionOk="0">
                      <a:moveTo>
                        <a:pt x="2112" y="726"/>
                      </a:moveTo>
                      <a:cubicBezTo>
                        <a:pt x="2332" y="726"/>
                        <a:pt x="2458" y="883"/>
                        <a:pt x="2458" y="1072"/>
                      </a:cubicBezTo>
                      <a:cubicBezTo>
                        <a:pt x="2458" y="1261"/>
                        <a:pt x="2332" y="1419"/>
                        <a:pt x="2112" y="1419"/>
                      </a:cubicBezTo>
                      <a:lnTo>
                        <a:pt x="1419" y="1419"/>
                      </a:lnTo>
                      <a:cubicBezTo>
                        <a:pt x="1230" y="1419"/>
                        <a:pt x="1072" y="1261"/>
                        <a:pt x="1072" y="1072"/>
                      </a:cubicBezTo>
                      <a:cubicBezTo>
                        <a:pt x="1072" y="883"/>
                        <a:pt x="1230" y="726"/>
                        <a:pt x="1419" y="726"/>
                      </a:cubicBezTo>
                      <a:close/>
                      <a:moveTo>
                        <a:pt x="1" y="1"/>
                      </a:move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5" name="Google Shape;9437;p73">
                  <a:extLst>
                    <a:ext uri="{FF2B5EF4-FFF2-40B4-BE49-F238E27FC236}">
                      <a16:creationId xmlns:a16="http://schemas.microsoft.com/office/drawing/2014/main" id="{F8B21E28-2094-9FE4-C580-E5A286240D67}"/>
                    </a:ext>
                  </a:extLst>
                </p:cNvPr>
                <p:cNvSpPr/>
                <p:nvPr/>
              </p:nvSpPr>
              <p:spPr>
                <a:xfrm>
                  <a:off x="6336675" y="3599025"/>
                  <a:ext cx="85875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2774" extrusionOk="0">
                      <a:moveTo>
                        <a:pt x="1986" y="1387"/>
                      </a:moveTo>
                      <a:cubicBezTo>
                        <a:pt x="2206" y="1387"/>
                        <a:pt x="2364" y="1545"/>
                        <a:pt x="2364" y="1765"/>
                      </a:cubicBezTo>
                      <a:cubicBezTo>
                        <a:pt x="2364" y="1954"/>
                        <a:pt x="2206" y="2112"/>
                        <a:pt x="1986" y="2112"/>
                      </a:cubicBezTo>
                      <a:lnTo>
                        <a:pt x="1293" y="2112"/>
                      </a:lnTo>
                      <a:cubicBezTo>
                        <a:pt x="1104" y="2112"/>
                        <a:pt x="946" y="1954"/>
                        <a:pt x="946" y="1765"/>
                      </a:cubicBezTo>
                      <a:cubicBezTo>
                        <a:pt x="946" y="1545"/>
                        <a:pt x="1104" y="1387"/>
                        <a:pt x="1293" y="1387"/>
                      </a:cubicBezTo>
                      <a:close/>
                      <a:moveTo>
                        <a:pt x="1009" y="1"/>
                      </a:moveTo>
                      <a:cubicBezTo>
                        <a:pt x="410" y="1"/>
                        <a:pt x="1" y="473"/>
                        <a:pt x="1" y="1040"/>
                      </a:cubicBezTo>
                      <a:lnTo>
                        <a:pt x="1" y="2773"/>
                      </a:lnTo>
                      <a:lnTo>
                        <a:pt x="3435" y="2773"/>
                      </a:lnTo>
                      <a:lnTo>
                        <a:pt x="3435" y="1040"/>
                      </a:lnTo>
                      <a:lnTo>
                        <a:pt x="3403" y="1040"/>
                      </a:lnTo>
                      <a:cubicBezTo>
                        <a:pt x="3403" y="442"/>
                        <a:pt x="2931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6" name="Google Shape;9438;p73">
                  <a:extLst>
                    <a:ext uri="{FF2B5EF4-FFF2-40B4-BE49-F238E27FC236}">
                      <a16:creationId xmlns:a16="http://schemas.microsoft.com/office/drawing/2014/main" id="{D11781E8-C313-914B-E0E1-FA7EFC88CDE5}"/>
                    </a:ext>
                  </a:extLst>
                </p:cNvPr>
                <p:cNvSpPr/>
                <p:nvPr/>
              </p:nvSpPr>
              <p:spPr>
                <a:xfrm>
                  <a:off x="6335100" y="3686450"/>
                  <a:ext cx="866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3466" y="694"/>
                      </a:lnTo>
                      <a:lnTo>
                        <a:pt x="346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7" name="Google Shape;9439;p73">
                  <a:extLst>
                    <a:ext uri="{FF2B5EF4-FFF2-40B4-BE49-F238E27FC236}">
                      <a16:creationId xmlns:a16="http://schemas.microsoft.com/office/drawing/2014/main" id="{68D33169-8CDB-5828-08EF-4F808ADA2296}"/>
                    </a:ext>
                  </a:extLst>
                </p:cNvPr>
                <p:cNvSpPr/>
                <p:nvPr/>
              </p:nvSpPr>
              <p:spPr>
                <a:xfrm>
                  <a:off x="6264225" y="3617150"/>
                  <a:ext cx="5357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66" extrusionOk="0">
                      <a:moveTo>
                        <a:pt x="1072" y="0"/>
                      </a:moveTo>
                      <a:cubicBezTo>
                        <a:pt x="473" y="0"/>
                        <a:pt x="0" y="441"/>
                        <a:pt x="0" y="1040"/>
                      </a:cubicBezTo>
                      <a:lnTo>
                        <a:pt x="0" y="3466"/>
                      </a:lnTo>
                      <a:lnTo>
                        <a:pt x="2143" y="3466"/>
                      </a:lnTo>
                      <a:lnTo>
                        <a:pt x="2143" y="1040"/>
                      </a:lnTo>
                      <a:cubicBezTo>
                        <a:pt x="2143" y="441"/>
                        <a:pt x="1670" y="0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5" name="Google Shape;9440;p73">
                <a:extLst>
                  <a:ext uri="{FF2B5EF4-FFF2-40B4-BE49-F238E27FC236}">
                    <a16:creationId xmlns:a16="http://schemas.microsoft.com/office/drawing/2014/main" id="{50CDE981-A05B-4B9A-9C03-91FA6F089CE8}"/>
                  </a:ext>
                </a:extLst>
              </p:cNvPr>
              <p:cNvGrpSpPr/>
              <p:nvPr/>
            </p:nvGrpSpPr>
            <p:grpSpPr>
              <a:xfrm>
                <a:off x="2037247" y="3747903"/>
                <a:ext cx="501923" cy="500571"/>
                <a:chOff x="1310075" y="3253275"/>
                <a:chExt cx="296950" cy="296150"/>
              </a:xfrm>
              <a:grpFill/>
            </p:grpSpPr>
            <p:sp>
              <p:nvSpPr>
                <p:cNvPr id="17558" name="Google Shape;9441;p73">
                  <a:extLst>
                    <a:ext uri="{FF2B5EF4-FFF2-40B4-BE49-F238E27FC236}">
                      <a16:creationId xmlns:a16="http://schemas.microsoft.com/office/drawing/2014/main" id="{7E72AA58-F23E-9C2F-6B4E-BDEAD3037002}"/>
                    </a:ext>
                  </a:extLst>
                </p:cNvPr>
                <p:cNvSpPr/>
                <p:nvPr/>
              </p:nvSpPr>
              <p:spPr>
                <a:xfrm>
                  <a:off x="1423475" y="33596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0"/>
                      </a:moveTo>
                      <a:cubicBezTo>
                        <a:pt x="631" y="0"/>
                        <a:pt x="1" y="630"/>
                        <a:pt x="1" y="1355"/>
                      </a:cubicBezTo>
                      <a:cubicBezTo>
                        <a:pt x="1" y="2111"/>
                        <a:pt x="631" y="2741"/>
                        <a:pt x="1387" y="2741"/>
                      </a:cubicBezTo>
                      <a:cubicBezTo>
                        <a:pt x="2143" y="2741"/>
                        <a:pt x="2773" y="2111"/>
                        <a:pt x="2773" y="1355"/>
                      </a:cubicBezTo>
                      <a:cubicBezTo>
                        <a:pt x="2773" y="630"/>
                        <a:pt x="2143" y="0"/>
                        <a:pt x="138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9" name="Google Shape;9442;p73">
                  <a:extLst>
                    <a:ext uri="{FF2B5EF4-FFF2-40B4-BE49-F238E27FC236}">
                      <a16:creationId xmlns:a16="http://schemas.microsoft.com/office/drawing/2014/main" id="{62F007EA-4447-7922-F36F-841929C02451}"/>
                    </a:ext>
                  </a:extLst>
                </p:cNvPr>
                <p:cNvSpPr/>
                <p:nvPr/>
              </p:nvSpPr>
              <p:spPr>
                <a:xfrm>
                  <a:off x="1310075" y="3253275"/>
                  <a:ext cx="296950" cy="296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8" h="11846" extrusionOk="0">
                      <a:moveTo>
                        <a:pt x="5923" y="2111"/>
                      </a:moveTo>
                      <a:cubicBezTo>
                        <a:pt x="8003" y="2111"/>
                        <a:pt x="9735" y="3812"/>
                        <a:pt x="9735" y="5923"/>
                      </a:cubicBezTo>
                      <a:cubicBezTo>
                        <a:pt x="9735" y="8034"/>
                        <a:pt x="8034" y="9767"/>
                        <a:pt x="5923" y="9767"/>
                      </a:cubicBezTo>
                      <a:cubicBezTo>
                        <a:pt x="3844" y="9767"/>
                        <a:pt x="2080" y="8065"/>
                        <a:pt x="2080" y="5923"/>
                      </a:cubicBezTo>
                      <a:cubicBezTo>
                        <a:pt x="2111" y="3844"/>
                        <a:pt x="3844" y="2111"/>
                        <a:pt x="5923" y="2111"/>
                      </a:cubicBezTo>
                      <a:close/>
                      <a:moveTo>
                        <a:pt x="5262" y="0"/>
                      </a:moveTo>
                      <a:cubicBezTo>
                        <a:pt x="5104" y="0"/>
                        <a:pt x="4947" y="95"/>
                        <a:pt x="4884" y="252"/>
                      </a:cubicBezTo>
                      <a:lnTo>
                        <a:pt x="4726" y="1166"/>
                      </a:lnTo>
                      <a:cubicBezTo>
                        <a:pt x="4253" y="1292"/>
                        <a:pt x="3844" y="1481"/>
                        <a:pt x="3434" y="1733"/>
                      </a:cubicBezTo>
                      <a:lnTo>
                        <a:pt x="2678" y="1197"/>
                      </a:lnTo>
                      <a:cubicBezTo>
                        <a:pt x="2641" y="1160"/>
                        <a:pt x="2584" y="1142"/>
                        <a:pt x="2523" y="1142"/>
                      </a:cubicBezTo>
                      <a:cubicBezTo>
                        <a:pt x="2429" y="1142"/>
                        <a:pt x="2326" y="1184"/>
                        <a:pt x="2269" y="1260"/>
                      </a:cubicBezTo>
                      <a:lnTo>
                        <a:pt x="1260" y="2237"/>
                      </a:lnTo>
                      <a:cubicBezTo>
                        <a:pt x="1166" y="2363"/>
                        <a:pt x="1166" y="2552"/>
                        <a:pt x="1229" y="2678"/>
                      </a:cubicBezTo>
                      <a:lnTo>
                        <a:pt x="1733" y="3403"/>
                      </a:lnTo>
                      <a:cubicBezTo>
                        <a:pt x="1512" y="3812"/>
                        <a:pt x="1323" y="4253"/>
                        <a:pt x="1197" y="4726"/>
                      </a:cubicBezTo>
                      <a:lnTo>
                        <a:pt x="284" y="4883"/>
                      </a:lnTo>
                      <a:cubicBezTo>
                        <a:pt x="126" y="4915"/>
                        <a:pt x="0" y="5041"/>
                        <a:pt x="0" y="5230"/>
                      </a:cubicBezTo>
                      <a:lnTo>
                        <a:pt x="0" y="6616"/>
                      </a:lnTo>
                      <a:cubicBezTo>
                        <a:pt x="0" y="6805"/>
                        <a:pt x="126" y="6963"/>
                        <a:pt x="284" y="6963"/>
                      </a:cubicBezTo>
                      <a:lnTo>
                        <a:pt x="1197" y="7120"/>
                      </a:lnTo>
                      <a:cubicBezTo>
                        <a:pt x="1292" y="7593"/>
                        <a:pt x="1512" y="8002"/>
                        <a:pt x="1733" y="8412"/>
                      </a:cubicBezTo>
                      <a:lnTo>
                        <a:pt x="1229" y="9168"/>
                      </a:lnTo>
                      <a:cubicBezTo>
                        <a:pt x="1103" y="9263"/>
                        <a:pt x="1166" y="9483"/>
                        <a:pt x="1260" y="9578"/>
                      </a:cubicBezTo>
                      <a:lnTo>
                        <a:pt x="2269" y="10586"/>
                      </a:lnTo>
                      <a:cubicBezTo>
                        <a:pt x="2321" y="10638"/>
                        <a:pt x="2411" y="10661"/>
                        <a:pt x="2497" y="10661"/>
                      </a:cubicBezTo>
                      <a:cubicBezTo>
                        <a:pt x="2568" y="10661"/>
                        <a:pt x="2636" y="10646"/>
                        <a:pt x="2678" y="10617"/>
                      </a:cubicBezTo>
                      <a:lnTo>
                        <a:pt x="3434" y="10113"/>
                      </a:lnTo>
                      <a:cubicBezTo>
                        <a:pt x="3844" y="10334"/>
                        <a:pt x="4253" y="10554"/>
                        <a:pt x="4726" y="10649"/>
                      </a:cubicBezTo>
                      <a:lnTo>
                        <a:pt x="4884" y="11562"/>
                      </a:lnTo>
                      <a:cubicBezTo>
                        <a:pt x="4947" y="11720"/>
                        <a:pt x="5041" y="11846"/>
                        <a:pt x="5262" y="11846"/>
                      </a:cubicBezTo>
                      <a:lnTo>
                        <a:pt x="6616" y="11846"/>
                      </a:lnTo>
                      <a:cubicBezTo>
                        <a:pt x="6774" y="11846"/>
                        <a:pt x="6931" y="11720"/>
                        <a:pt x="6994" y="11562"/>
                      </a:cubicBezTo>
                      <a:lnTo>
                        <a:pt x="7152" y="10649"/>
                      </a:lnTo>
                      <a:cubicBezTo>
                        <a:pt x="7624" y="10523"/>
                        <a:pt x="8034" y="10334"/>
                        <a:pt x="8444" y="10113"/>
                      </a:cubicBezTo>
                      <a:lnTo>
                        <a:pt x="9200" y="10617"/>
                      </a:lnTo>
                      <a:cubicBezTo>
                        <a:pt x="9242" y="10646"/>
                        <a:pt x="9310" y="10661"/>
                        <a:pt x="9381" y="10661"/>
                      </a:cubicBezTo>
                      <a:cubicBezTo>
                        <a:pt x="9467" y="10661"/>
                        <a:pt x="9557" y="10638"/>
                        <a:pt x="9609" y="10586"/>
                      </a:cubicBezTo>
                      <a:lnTo>
                        <a:pt x="10617" y="9578"/>
                      </a:lnTo>
                      <a:cubicBezTo>
                        <a:pt x="10712" y="9483"/>
                        <a:pt x="10712" y="9263"/>
                        <a:pt x="10649" y="9168"/>
                      </a:cubicBezTo>
                      <a:lnTo>
                        <a:pt x="10145" y="8412"/>
                      </a:lnTo>
                      <a:cubicBezTo>
                        <a:pt x="10365" y="8002"/>
                        <a:pt x="10554" y="7593"/>
                        <a:pt x="10680" y="7120"/>
                      </a:cubicBezTo>
                      <a:lnTo>
                        <a:pt x="11594" y="6963"/>
                      </a:lnTo>
                      <a:cubicBezTo>
                        <a:pt x="11752" y="6900"/>
                        <a:pt x="11878" y="6805"/>
                        <a:pt x="11878" y="6616"/>
                      </a:cubicBezTo>
                      <a:lnTo>
                        <a:pt x="11878" y="5230"/>
                      </a:lnTo>
                      <a:cubicBezTo>
                        <a:pt x="11878" y="5072"/>
                        <a:pt x="11752" y="4915"/>
                        <a:pt x="11594" y="4883"/>
                      </a:cubicBezTo>
                      <a:lnTo>
                        <a:pt x="10680" y="4726"/>
                      </a:lnTo>
                      <a:cubicBezTo>
                        <a:pt x="10554" y="4253"/>
                        <a:pt x="10365" y="3812"/>
                        <a:pt x="10145" y="3403"/>
                      </a:cubicBezTo>
                      <a:lnTo>
                        <a:pt x="10649" y="2678"/>
                      </a:lnTo>
                      <a:cubicBezTo>
                        <a:pt x="10775" y="2552"/>
                        <a:pt x="10712" y="2363"/>
                        <a:pt x="10617" y="2237"/>
                      </a:cubicBezTo>
                      <a:lnTo>
                        <a:pt x="9609" y="1260"/>
                      </a:lnTo>
                      <a:cubicBezTo>
                        <a:pt x="9554" y="1187"/>
                        <a:pt x="9455" y="1156"/>
                        <a:pt x="9364" y="1156"/>
                      </a:cubicBezTo>
                      <a:cubicBezTo>
                        <a:pt x="9300" y="1156"/>
                        <a:pt x="9239" y="1171"/>
                        <a:pt x="9200" y="1197"/>
                      </a:cubicBezTo>
                      <a:lnTo>
                        <a:pt x="8444" y="1733"/>
                      </a:lnTo>
                      <a:cubicBezTo>
                        <a:pt x="8034" y="1481"/>
                        <a:pt x="7624" y="1292"/>
                        <a:pt x="7152" y="1166"/>
                      </a:cubicBezTo>
                      <a:lnTo>
                        <a:pt x="6994" y="252"/>
                      </a:lnTo>
                      <a:cubicBezTo>
                        <a:pt x="6931" y="95"/>
                        <a:pt x="6837" y="0"/>
                        <a:pt x="661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60" name="Google Shape;9443;p73">
                  <a:extLst>
                    <a:ext uri="{FF2B5EF4-FFF2-40B4-BE49-F238E27FC236}">
                      <a16:creationId xmlns:a16="http://schemas.microsoft.com/office/drawing/2014/main" id="{5DC2AB05-1B56-FEA0-8BC0-B10CC05CCE4B}"/>
                    </a:ext>
                  </a:extLst>
                </p:cNvPr>
                <p:cNvSpPr/>
                <p:nvPr/>
              </p:nvSpPr>
              <p:spPr>
                <a:xfrm>
                  <a:off x="1399850" y="3426550"/>
                  <a:ext cx="1166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4" h="2112" extrusionOk="0">
                      <a:moveTo>
                        <a:pt x="725" y="0"/>
                      </a:moveTo>
                      <a:cubicBezTo>
                        <a:pt x="410" y="252"/>
                        <a:pt x="127" y="662"/>
                        <a:pt x="1" y="1103"/>
                      </a:cubicBezTo>
                      <a:cubicBezTo>
                        <a:pt x="599" y="1733"/>
                        <a:pt x="1387" y="2111"/>
                        <a:pt x="2332" y="2111"/>
                      </a:cubicBezTo>
                      <a:cubicBezTo>
                        <a:pt x="3246" y="2111"/>
                        <a:pt x="4065" y="1733"/>
                        <a:pt x="4664" y="1103"/>
                      </a:cubicBezTo>
                      <a:cubicBezTo>
                        <a:pt x="4538" y="662"/>
                        <a:pt x="4254" y="252"/>
                        <a:pt x="3939" y="0"/>
                      </a:cubicBezTo>
                      <a:cubicBezTo>
                        <a:pt x="3561" y="473"/>
                        <a:pt x="2994" y="788"/>
                        <a:pt x="2332" y="788"/>
                      </a:cubicBezTo>
                      <a:cubicBezTo>
                        <a:pt x="1702" y="788"/>
                        <a:pt x="1103" y="473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16" name="Google Shape;9444;p73">
                <a:extLst>
                  <a:ext uri="{FF2B5EF4-FFF2-40B4-BE49-F238E27FC236}">
                    <a16:creationId xmlns:a16="http://schemas.microsoft.com/office/drawing/2014/main" id="{1640DDD4-D4D4-E6DF-6B37-4329B975E335}"/>
                  </a:ext>
                </a:extLst>
              </p:cNvPr>
              <p:cNvSpPr/>
              <p:nvPr/>
            </p:nvSpPr>
            <p:spPr>
              <a:xfrm>
                <a:off x="2039216" y="4379924"/>
                <a:ext cx="497951" cy="496599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52" extrusionOk="0">
                    <a:moveTo>
                      <a:pt x="1040" y="0"/>
                    </a:moveTo>
                    <a:cubicBezTo>
                      <a:pt x="441" y="0"/>
                      <a:pt x="0" y="473"/>
                      <a:pt x="0" y="1040"/>
                    </a:cubicBezTo>
                    <a:cubicBezTo>
                      <a:pt x="0" y="1639"/>
                      <a:pt x="473" y="2048"/>
                      <a:pt x="1040" y="2048"/>
                    </a:cubicBezTo>
                    <a:lnTo>
                      <a:pt x="1386" y="2048"/>
                    </a:lnTo>
                    <a:lnTo>
                      <a:pt x="1386" y="2426"/>
                    </a:lnTo>
                    <a:cubicBezTo>
                      <a:pt x="1386" y="2993"/>
                      <a:pt x="1859" y="3434"/>
                      <a:pt x="2426" y="3434"/>
                    </a:cubicBezTo>
                    <a:lnTo>
                      <a:pt x="5577" y="3434"/>
                    </a:lnTo>
                    <a:lnTo>
                      <a:pt x="5577" y="4159"/>
                    </a:lnTo>
                    <a:lnTo>
                      <a:pt x="4537" y="4159"/>
                    </a:lnTo>
                    <a:cubicBezTo>
                      <a:pt x="3938" y="4159"/>
                      <a:pt x="3466" y="4632"/>
                      <a:pt x="3466" y="5167"/>
                    </a:cubicBezTo>
                    <a:lnTo>
                      <a:pt x="3466" y="6585"/>
                    </a:lnTo>
                    <a:cubicBezTo>
                      <a:pt x="3466" y="7183"/>
                      <a:pt x="3938" y="7625"/>
                      <a:pt x="4537" y="7625"/>
                    </a:cubicBezTo>
                    <a:lnTo>
                      <a:pt x="5577" y="7625"/>
                    </a:lnTo>
                    <a:lnTo>
                      <a:pt x="5577" y="8318"/>
                    </a:lnTo>
                    <a:lnTo>
                      <a:pt x="2426" y="8318"/>
                    </a:lnTo>
                    <a:cubicBezTo>
                      <a:pt x="1828" y="8318"/>
                      <a:pt x="1386" y="8790"/>
                      <a:pt x="1386" y="9357"/>
                    </a:cubicBezTo>
                    <a:lnTo>
                      <a:pt x="1386" y="9704"/>
                    </a:lnTo>
                    <a:lnTo>
                      <a:pt x="1040" y="9704"/>
                    </a:lnTo>
                    <a:cubicBezTo>
                      <a:pt x="441" y="9704"/>
                      <a:pt x="0" y="10176"/>
                      <a:pt x="0" y="10744"/>
                    </a:cubicBezTo>
                    <a:cubicBezTo>
                      <a:pt x="0" y="11311"/>
                      <a:pt x="473" y="11752"/>
                      <a:pt x="1040" y="11752"/>
                    </a:cubicBezTo>
                    <a:lnTo>
                      <a:pt x="2426" y="11752"/>
                    </a:lnTo>
                    <a:cubicBezTo>
                      <a:pt x="2993" y="11752"/>
                      <a:pt x="3434" y="11279"/>
                      <a:pt x="3434" y="10744"/>
                    </a:cubicBezTo>
                    <a:cubicBezTo>
                      <a:pt x="3434" y="10145"/>
                      <a:pt x="2962" y="9704"/>
                      <a:pt x="2426" y="9704"/>
                    </a:cubicBezTo>
                    <a:lnTo>
                      <a:pt x="2048" y="9704"/>
                    </a:lnTo>
                    <a:lnTo>
                      <a:pt x="2048" y="9357"/>
                    </a:lnTo>
                    <a:cubicBezTo>
                      <a:pt x="2048" y="9168"/>
                      <a:pt x="2206" y="9011"/>
                      <a:pt x="2426" y="9011"/>
                    </a:cubicBezTo>
                    <a:lnTo>
                      <a:pt x="5577" y="9011"/>
                    </a:lnTo>
                    <a:lnTo>
                      <a:pt x="5577" y="9704"/>
                    </a:lnTo>
                    <a:lnTo>
                      <a:pt x="5199" y="9704"/>
                    </a:lnTo>
                    <a:cubicBezTo>
                      <a:pt x="4631" y="9704"/>
                      <a:pt x="4190" y="10176"/>
                      <a:pt x="4190" y="10744"/>
                    </a:cubicBezTo>
                    <a:cubicBezTo>
                      <a:pt x="4190" y="11311"/>
                      <a:pt x="4663" y="11752"/>
                      <a:pt x="5199" y="11752"/>
                    </a:cubicBezTo>
                    <a:lnTo>
                      <a:pt x="6585" y="11752"/>
                    </a:lnTo>
                    <a:cubicBezTo>
                      <a:pt x="7183" y="11752"/>
                      <a:pt x="7593" y="11279"/>
                      <a:pt x="7593" y="10744"/>
                    </a:cubicBezTo>
                    <a:cubicBezTo>
                      <a:pt x="7593" y="10145"/>
                      <a:pt x="7120" y="9704"/>
                      <a:pt x="6585" y="9704"/>
                    </a:cubicBezTo>
                    <a:lnTo>
                      <a:pt x="6238" y="9704"/>
                    </a:lnTo>
                    <a:lnTo>
                      <a:pt x="6238" y="9011"/>
                    </a:lnTo>
                    <a:lnTo>
                      <a:pt x="9389" y="9011"/>
                    </a:lnTo>
                    <a:cubicBezTo>
                      <a:pt x="9578" y="9011"/>
                      <a:pt x="9735" y="9168"/>
                      <a:pt x="9735" y="9357"/>
                    </a:cubicBezTo>
                    <a:lnTo>
                      <a:pt x="9735" y="9704"/>
                    </a:lnTo>
                    <a:lnTo>
                      <a:pt x="9389" y="9704"/>
                    </a:lnTo>
                    <a:cubicBezTo>
                      <a:pt x="8790" y="9704"/>
                      <a:pt x="8349" y="10176"/>
                      <a:pt x="8349" y="10744"/>
                    </a:cubicBezTo>
                    <a:cubicBezTo>
                      <a:pt x="8349" y="11311"/>
                      <a:pt x="8822" y="11752"/>
                      <a:pt x="9389" y="11752"/>
                    </a:cubicBezTo>
                    <a:lnTo>
                      <a:pt x="10743" y="11752"/>
                    </a:lnTo>
                    <a:cubicBezTo>
                      <a:pt x="11342" y="11752"/>
                      <a:pt x="11783" y="11279"/>
                      <a:pt x="11783" y="10744"/>
                    </a:cubicBezTo>
                    <a:cubicBezTo>
                      <a:pt x="11783" y="10145"/>
                      <a:pt x="11311" y="9704"/>
                      <a:pt x="10743" y="9704"/>
                    </a:cubicBezTo>
                    <a:lnTo>
                      <a:pt x="10397" y="9704"/>
                    </a:lnTo>
                    <a:lnTo>
                      <a:pt x="10397" y="9357"/>
                    </a:lnTo>
                    <a:cubicBezTo>
                      <a:pt x="10397" y="8759"/>
                      <a:pt x="9924" y="8318"/>
                      <a:pt x="9389" y="8318"/>
                    </a:cubicBezTo>
                    <a:lnTo>
                      <a:pt x="6238" y="8318"/>
                    </a:lnTo>
                    <a:lnTo>
                      <a:pt x="6238" y="7625"/>
                    </a:lnTo>
                    <a:lnTo>
                      <a:pt x="7246" y="7625"/>
                    </a:lnTo>
                    <a:cubicBezTo>
                      <a:pt x="7845" y="7625"/>
                      <a:pt x="8318" y="7152"/>
                      <a:pt x="8318" y="6585"/>
                    </a:cubicBezTo>
                    <a:lnTo>
                      <a:pt x="8318" y="5167"/>
                    </a:lnTo>
                    <a:cubicBezTo>
                      <a:pt x="8318" y="4569"/>
                      <a:pt x="7845" y="4159"/>
                      <a:pt x="7246" y="4159"/>
                    </a:cubicBezTo>
                    <a:lnTo>
                      <a:pt x="6238" y="4159"/>
                    </a:lnTo>
                    <a:lnTo>
                      <a:pt x="6238" y="3434"/>
                    </a:lnTo>
                    <a:lnTo>
                      <a:pt x="9389" y="3434"/>
                    </a:lnTo>
                    <a:cubicBezTo>
                      <a:pt x="9956" y="3434"/>
                      <a:pt x="10397" y="2962"/>
                      <a:pt x="10397" y="2426"/>
                    </a:cubicBezTo>
                    <a:lnTo>
                      <a:pt x="10397" y="2048"/>
                    </a:lnTo>
                    <a:lnTo>
                      <a:pt x="10743" y="2048"/>
                    </a:lnTo>
                    <a:cubicBezTo>
                      <a:pt x="11342" y="2048"/>
                      <a:pt x="11783" y="1576"/>
                      <a:pt x="11783" y="1040"/>
                    </a:cubicBezTo>
                    <a:cubicBezTo>
                      <a:pt x="11783" y="441"/>
                      <a:pt x="11311" y="0"/>
                      <a:pt x="10743" y="0"/>
                    </a:cubicBezTo>
                    <a:lnTo>
                      <a:pt x="9389" y="0"/>
                    </a:lnTo>
                    <a:cubicBezTo>
                      <a:pt x="8790" y="0"/>
                      <a:pt x="8349" y="473"/>
                      <a:pt x="8349" y="1040"/>
                    </a:cubicBezTo>
                    <a:cubicBezTo>
                      <a:pt x="8349" y="1639"/>
                      <a:pt x="8822" y="2048"/>
                      <a:pt x="9389" y="2048"/>
                    </a:cubicBezTo>
                    <a:lnTo>
                      <a:pt x="9735" y="2048"/>
                    </a:lnTo>
                    <a:lnTo>
                      <a:pt x="9735" y="2426"/>
                    </a:lnTo>
                    <a:cubicBezTo>
                      <a:pt x="9735" y="2615"/>
                      <a:pt x="9578" y="2773"/>
                      <a:pt x="9389" y="2773"/>
                    </a:cubicBezTo>
                    <a:lnTo>
                      <a:pt x="6238" y="2773"/>
                    </a:lnTo>
                    <a:lnTo>
                      <a:pt x="6238" y="2048"/>
                    </a:lnTo>
                    <a:lnTo>
                      <a:pt x="6585" y="2048"/>
                    </a:lnTo>
                    <a:cubicBezTo>
                      <a:pt x="7183" y="2048"/>
                      <a:pt x="7593" y="1576"/>
                      <a:pt x="7593" y="1040"/>
                    </a:cubicBezTo>
                    <a:cubicBezTo>
                      <a:pt x="7593" y="441"/>
                      <a:pt x="7120" y="0"/>
                      <a:pt x="6585" y="0"/>
                    </a:cubicBezTo>
                    <a:lnTo>
                      <a:pt x="5199" y="0"/>
                    </a:lnTo>
                    <a:cubicBezTo>
                      <a:pt x="4631" y="0"/>
                      <a:pt x="4190" y="473"/>
                      <a:pt x="4190" y="1040"/>
                    </a:cubicBezTo>
                    <a:cubicBezTo>
                      <a:pt x="4190" y="1639"/>
                      <a:pt x="4663" y="2048"/>
                      <a:pt x="5199" y="2048"/>
                    </a:cubicBezTo>
                    <a:lnTo>
                      <a:pt x="5577" y="2048"/>
                    </a:lnTo>
                    <a:lnTo>
                      <a:pt x="5577" y="2773"/>
                    </a:lnTo>
                    <a:lnTo>
                      <a:pt x="2426" y="2773"/>
                    </a:lnTo>
                    <a:cubicBezTo>
                      <a:pt x="2206" y="2773"/>
                      <a:pt x="2048" y="2615"/>
                      <a:pt x="2048" y="2426"/>
                    </a:cubicBezTo>
                    <a:lnTo>
                      <a:pt x="2048" y="2048"/>
                    </a:lnTo>
                    <a:lnTo>
                      <a:pt x="2426" y="2048"/>
                    </a:lnTo>
                    <a:cubicBezTo>
                      <a:pt x="2993" y="2048"/>
                      <a:pt x="3434" y="1576"/>
                      <a:pt x="3434" y="1040"/>
                    </a:cubicBezTo>
                    <a:cubicBezTo>
                      <a:pt x="3434" y="441"/>
                      <a:pt x="2962" y="0"/>
                      <a:pt x="24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417" name="Google Shape;9445;p73">
                <a:extLst>
                  <a:ext uri="{FF2B5EF4-FFF2-40B4-BE49-F238E27FC236}">
                    <a16:creationId xmlns:a16="http://schemas.microsoft.com/office/drawing/2014/main" id="{50062B59-8207-7100-5398-7543C221B95D}"/>
                  </a:ext>
                </a:extLst>
              </p:cNvPr>
              <p:cNvGrpSpPr/>
              <p:nvPr/>
            </p:nvGrpSpPr>
            <p:grpSpPr>
              <a:xfrm>
                <a:off x="2036572" y="4983505"/>
                <a:ext cx="503276" cy="502894"/>
                <a:chOff x="1310075" y="3980250"/>
                <a:chExt cx="297750" cy="297525"/>
              </a:xfrm>
              <a:grpFill/>
            </p:grpSpPr>
            <p:sp>
              <p:nvSpPr>
                <p:cNvPr id="17554" name="Google Shape;9446;p73">
                  <a:extLst>
                    <a:ext uri="{FF2B5EF4-FFF2-40B4-BE49-F238E27FC236}">
                      <a16:creationId xmlns:a16="http://schemas.microsoft.com/office/drawing/2014/main" id="{E7989AFD-6E6A-2002-19AD-1B821B152171}"/>
                    </a:ext>
                  </a:extLst>
                </p:cNvPr>
                <p:cNvSpPr/>
                <p:nvPr/>
              </p:nvSpPr>
              <p:spPr>
                <a:xfrm>
                  <a:off x="1310075" y="3980250"/>
                  <a:ext cx="297750" cy="297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11901" extrusionOk="0">
                      <a:moveTo>
                        <a:pt x="3844" y="4946"/>
                      </a:moveTo>
                      <a:cubicBezTo>
                        <a:pt x="4033" y="4946"/>
                        <a:pt x="4190" y="5104"/>
                        <a:pt x="4190" y="5293"/>
                      </a:cubicBezTo>
                      <a:lnTo>
                        <a:pt x="4190" y="6679"/>
                      </a:lnTo>
                      <a:cubicBezTo>
                        <a:pt x="4190" y="6868"/>
                        <a:pt x="4033" y="7026"/>
                        <a:pt x="3844" y="7026"/>
                      </a:cubicBezTo>
                      <a:lnTo>
                        <a:pt x="2458" y="7026"/>
                      </a:lnTo>
                      <a:cubicBezTo>
                        <a:pt x="2269" y="7026"/>
                        <a:pt x="2111" y="6868"/>
                        <a:pt x="2111" y="6679"/>
                      </a:cubicBezTo>
                      <a:lnTo>
                        <a:pt x="2111" y="5293"/>
                      </a:lnTo>
                      <a:cubicBezTo>
                        <a:pt x="2111" y="5104"/>
                        <a:pt x="2269" y="4946"/>
                        <a:pt x="2458" y="4946"/>
                      </a:cubicBezTo>
                      <a:close/>
                      <a:moveTo>
                        <a:pt x="6616" y="3560"/>
                      </a:moveTo>
                      <a:cubicBezTo>
                        <a:pt x="6837" y="3560"/>
                        <a:pt x="6994" y="3718"/>
                        <a:pt x="6994" y="3907"/>
                      </a:cubicBezTo>
                      <a:lnTo>
                        <a:pt x="6994" y="6679"/>
                      </a:lnTo>
                      <a:cubicBezTo>
                        <a:pt x="6994" y="6868"/>
                        <a:pt x="6837" y="7026"/>
                        <a:pt x="6616" y="7026"/>
                      </a:cubicBezTo>
                      <a:lnTo>
                        <a:pt x="5262" y="7026"/>
                      </a:lnTo>
                      <a:cubicBezTo>
                        <a:pt x="5041" y="7026"/>
                        <a:pt x="4884" y="6868"/>
                        <a:pt x="4884" y="6679"/>
                      </a:cubicBezTo>
                      <a:lnTo>
                        <a:pt x="4884" y="3907"/>
                      </a:lnTo>
                      <a:cubicBezTo>
                        <a:pt x="4884" y="3718"/>
                        <a:pt x="5041" y="3560"/>
                        <a:pt x="5262" y="3560"/>
                      </a:cubicBezTo>
                      <a:close/>
                      <a:moveTo>
                        <a:pt x="9389" y="2174"/>
                      </a:moveTo>
                      <a:cubicBezTo>
                        <a:pt x="9578" y="2174"/>
                        <a:pt x="9735" y="2331"/>
                        <a:pt x="9735" y="2520"/>
                      </a:cubicBezTo>
                      <a:lnTo>
                        <a:pt x="9735" y="6679"/>
                      </a:lnTo>
                      <a:cubicBezTo>
                        <a:pt x="9735" y="6868"/>
                        <a:pt x="9578" y="7026"/>
                        <a:pt x="9389" y="7026"/>
                      </a:cubicBezTo>
                      <a:lnTo>
                        <a:pt x="8003" y="7026"/>
                      </a:lnTo>
                      <a:cubicBezTo>
                        <a:pt x="7813" y="7026"/>
                        <a:pt x="7656" y="6868"/>
                        <a:pt x="7656" y="6679"/>
                      </a:cubicBezTo>
                      <a:lnTo>
                        <a:pt x="7656" y="2520"/>
                      </a:lnTo>
                      <a:cubicBezTo>
                        <a:pt x="7656" y="2331"/>
                        <a:pt x="7813" y="2174"/>
                        <a:pt x="8003" y="2174"/>
                      </a:cubicBezTo>
                      <a:close/>
                      <a:moveTo>
                        <a:pt x="5577" y="8412"/>
                      </a:moveTo>
                      <a:lnTo>
                        <a:pt x="5577" y="9105"/>
                      </a:lnTo>
                      <a:lnTo>
                        <a:pt x="5167" y="9105"/>
                      </a:lnTo>
                      <a:lnTo>
                        <a:pt x="5451" y="8412"/>
                      </a:lnTo>
                      <a:close/>
                      <a:moveTo>
                        <a:pt x="6396" y="8412"/>
                      </a:moveTo>
                      <a:lnTo>
                        <a:pt x="6679" y="9105"/>
                      </a:lnTo>
                      <a:lnTo>
                        <a:pt x="6270" y="9105"/>
                      </a:lnTo>
                      <a:lnTo>
                        <a:pt x="6270" y="8412"/>
                      </a:lnTo>
                      <a:close/>
                      <a:moveTo>
                        <a:pt x="5955" y="0"/>
                      </a:moveTo>
                      <a:cubicBezTo>
                        <a:pt x="5766" y="0"/>
                        <a:pt x="5608" y="158"/>
                        <a:pt x="5608" y="378"/>
                      </a:cubicBezTo>
                      <a:lnTo>
                        <a:pt x="5608" y="725"/>
                      </a:lnTo>
                      <a:lnTo>
                        <a:pt x="347" y="725"/>
                      </a:lnTo>
                      <a:cubicBezTo>
                        <a:pt x="158" y="725"/>
                        <a:pt x="0" y="882"/>
                        <a:pt x="0" y="1071"/>
                      </a:cubicBezTo>
                      <a:cubicBezTo>
                        <a:pt x="0" y="1260"/>
                        <a:pt x="158" y="1418"/>
                        <a:pt x="347" y="1418"/>
                      </a:cubicBezTo>
                      <a:lnTo>
                        <a:pt x="725" y="1418"/>
                      </a:lnTo>
                      <a:lnTo>
                        <a:pt x="725" y="7719"/>
                      </a:lnTo>
                      <a:lnTo>
                        <a:pt x="378" y="7719"/>
                      </a:lnTo>
                      <a:cubicBezTo>
                        <a:pt x="158" y="7719"/>
                        <a:pt x="0" y="7876"/>
                        <a:pt x="0" y="8097"/>
                      </a:cubicBezTo>
                      <a:cubicBezTo>
                        <a:pt x="0" y="8286"/>
                        <a:pt x="158" y="8443"/>
                        <a:pt x="378" y="8443"/>
                      </a:cubicBezTo>
                      <a:lnTo>
                        <a:pt x="4726" y="8443"/>
                      </a:lnTo>
                      <a:lnTo>
                        <a:pt x="3560" y="11436"/>
                      </a:lnTo>
                      <a:cubicBezTo>
                        <a:pt x="3466" y="11625"/>
                        <a:pt x="3560" y="11814"/>
                        <a:pt x="3749" y="11877"/>
                      </a:cubicBezTo>
                      <a:cubicBezTo>
                        <a:pt x="3788" y="11893"/>
                        <a:pt x="3831" y="11901"/>
                        <a:pt x="3876" y="11901"/>
                      </a:cubicBezTo>
                      <a:cubicBezTo>
                        <a:pt x="4016" y="11901"/>
                        <a:pt x="4167" y="11824"/>
                        <a:pt x="4190" y="11657"/>
                      </a:cubicBezTo>
                      <a:lnTo>
                        <a:pt x="4947" y="9830"/>
                      </a:lnTo>
                      <a:lnTo>
                        <a:pt x="5608" y="9830"/>
                      </a:lnTo>
                      <a:lnTo>
                        <a:pt x="5608" y="10838"/>
                      </a:lnTo>
                      <a:cubicBezTo>
                        <a:pt x="5608" y="11027"/>
                        <a:pt x="5766" y="11184"/>
                        <a:pt x="5955" y="11184"/>
                      </a:cubicBezTo>
                      <a:cubicBezTo>
                        <a:pt x="6144" y="11184"/>
                        <a:pt x="6301" y="11027"/>
                        <a:pt x="6301" y="10838"/>
                      </a:cubicBezTo>
                      <a:lnTo>
                        <a:pt x="6301" y="9830"/>
                      </a:lnTo>
                      <a:lnTo>
                        <a:pt x="6994" y="9830"/>
                      </a:lnTo>
                      <a:lnTo>
                        <a:pt x="7719" y="11657"/>
                      </a:lnTo>
                      <a:cubicBezTo>
                        <a:pt x="7791" y="11824"/>
                        <a:pt x="7916" y="11901"/>
                        <a:pt x="8042" y="11901"/>
                      </a:cubicBezTo>
                      <a:cubicBezTo>
                        <a:pt x="8082" y="11901"/>
                        <a:pt x="8122" y="11893"/>
                        <a:pt x="8160" y="11877"/>
                      </a:cubicBezTo>
                      <a:cubicBezTo>
                        <a:pt x="8349" y="11783"/>
                        <a:pt x="8444" y="11594"/>
                        <a:pt x="8349" y="11436"/>
                      </a:cubicBezTo>
                      <a:lnTo>
                        <a:pt x="7183" y="8443"/>
                      </a:lnTo>
                      <a:lnTo>
                        <a:pt x="11531" y="8443"/>
                      </a:lnTo>
                      <a:cubicBezTo>
                        <a:pt x="11752" y="8443"/>
                        <a:pt x="11909" y="8286"/>
                        <a:pt x="11909" y="8097"/>
                      </a:cubicBezTo>
                      <a:cubicBezTo>
                        <a:pt x="11909" y="7876"/>
                        <a:pt x="11752" y="7719"/>
                        <a:pt x="11531" y="7719"/>
                      </a:cubicBezTo>
                      <a:lnTo>
                        <a:pt x="11185" y="7719"/>
                      </a:lnTo>
                      <a:lnTo>
                        <a:pt x="11185" y="1418"/>
                      </a:lnTo>
                      <a:lnTo>
                        <a:pt x="11531" y="1418"/>
                      </a:lnTo>
                      <a:cubicBezTo>
                        <a:pt x="11752" y="1418"/>
                        <a:pt x="11909" y="1260"/>
                        <a:pt x="11909" y="1071"/>
                      </a:cubicBezTo>
                      <a:cubicBezTo>
                        <a:pt x="11909" y="882"/>
                        <a:pt x="11752" y="725"/>
                        <a:pt x="11531" y="725"/>
                      </a:cubicBezTo>
                      <a:lnTo>
                        <a:pt x="6301" y="725"/>
                      </a:lnTo>
                      <a:lnTo>
                        <a:pt x="6301" y="378"/>
                      </a:lnTo>
                      <a:cubicBezTo>
                        <a:pt x="6301" y="158"/>
                        <a:pt x="6144" y="0"/>
                        <a:pt x="59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5" name="Google Shape;9447;p73">
                  <a:extLst>
                    <a:ext uri="{FF2B5EF4-FFF2-40B4-BE49-F238E27FC236}">
                      <a16:creationId xmlns:a16="http://schemas.microsoft.com/office/drawing/2014/main" id="{CBAC00B8-657D-2FF1-9E18-D2419B1B075B}"/>
                    </a:ext>
                  </a:extLst>
                </p:cNvPr>
                <p:cNvSpPr/>
                <p:nvPr/>
              </p:nvSpPr>
              <p:spPr>
                <a:xfrm>
                  <a:off x="1449475" y="4086575"/>
                  <a:ext cx="173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2080" extrusionOk="0">
                      <a:moveTo>
                        <a:pt x="1" y="0"/>
                      </a:moveTo>
                      <a:lnTo>
                        <a:pt x="1" y="2080"/>
                      </a:lnTo>
                      <a:lnTo>
                        <a:pt x="694" y="2080"/>
                      </a:lnTo>
                      <a:lnTo>
                        <a:pt x="69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6" name="Google Shape;9448;p73">
                  <a:extLst>
                    <a:ext uri="{FF2B5EF4-FFF2-40B4-BE49-F238E27FC236}">
                      <a16:creationId xmlns:a16="http://schemas.microsoft.com/office/drawing/2014/main" id="{6BD7CC99-76BE-6C4A-87DB-A2447996DEAA}"/>
                    </a:ext>
                  </a:extLst>
                </p:cNvPr>
                <p:cNvSpPr/>
                <p:nvPr/>
              </p:nvSpPr>
              <p:spPr>
                <a:xfrm>
                  <a:off x="1380175" y="412122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0" y="0"/>
                      </a:moveTo>
                      <a:lnTo>
                        <a:pt x="0" y="694"/>
                      </a:lnTo>
                      <a:lnTo>
                        <a:pt x="693" y="694"/>
                      </a:lnTo>
                      <a:lnTo>
                        <a:pt x="6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7" name="Google Shape;9449;p73">
                  <a:extLst>
                    <a:ext uri="{FF2B5EF4-FFF2-40B4-BE49-F238E27FC236}">
                      <a16:creationId xmlns:a16="http://schemas.microsoft.com/office/drawing/2014/main" id="{B49C7A6F-2437-888F-C977-AF9853C45148}"/>
                    </a:ext>
                  </a:extLst>
                </p:cNvPr>
                <p:cNvSpPr/>
                <p:nvPr/>
              </p:nvSpPr>
              <p:spPr>
                <a:xfrm>
                  <a:off x="1518800" y="4051925"/>
                  <a:ext cx="18125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3466" extrusionOk="0">
                      <a:moveTo>
                        <a:pt x="0" y="0"/>
                      </a:moveTo>
                      <a:lnTo>
                        <a:pt x="0" y="3466"/>
                      </a:lnTo>
                      <a:lnTo>
                        <a:pt x="725" y="3466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18" name="Google Shape;9450;p73">
                <a:extLst>
                  <a:ext uri="{FF2B5EF4-FFF2-40B4-BE49-F238E27FC236}">
                    <a16:creationId xmlns:a16="http://schemas.microsoft.com/office/drawing/2014/main" id="{D524502A-B9FE-2776-E963-98D23817776B}"/>
                  </a:ext>
                </a:extLst>
              </p:cNvPr>
              <p:cNvGrpSpPr/>
              <p:nvPr/>
            </p:nvGrpSpPr>
            <p:grpSpPr>
              <a:xfrm>
                <a:off x="5275218" y="3748557"/>
                <a:ext cx="380816" cy="499261"/>
                <a:chOff x="3167275" y="3227275"/>
                <a:chExt cx="225300" cy="295375"/>
              </a:xfrm>
              <a:grpFill/>
            </p:grpSpPr>
            <p:sp>
              <p:nvSpPr>
                <p:cNvPr id="17549" name="Google Shape;9451;p73">
                  <a:extLst>
                    <a:ext uri="{FF2B5EF4-FFF2-40B4-BE49-F238E27FC236}">
                      <a16:creationId xmlns:a16="http://schemas.microsoft.com/office/drawing/2014/main" id="{F296B486-AC8B-58E9-8B10-FBB208094B5E}"/>
                    </a:ext>
                  </a:extLst>
                </p:cNvPr>
                <p:cNvSpPr/>
                <p:nvPr/>
              </p:nvSpPr>
              <p:spPr>
                <a:xfrm>
                  <a:off x="3167275" y="3227275"/>
                  <a:ext cx="2253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12" h="8318" extrusionOk="0">
                      <a:moveTo>
                        <a:pt x="4538" y="1"/>
                      </a:moveTo>
                      <a:cubicBezTo>
                        <a:pt x="2112" y="1"/>
                        <a:pt x="1" y="1985"/>
                        <a:pt x="32" y="4537"/>
                      </a:cubicBezTo>
                      <a:cubicBezTo>
                        <a:pt x="32" y="5860"/>
                        <a:pt x="631" y="7184"/>
                        <a:pt x="1797" y="8066"/>
                      </a:cubicBezTo>
                      <a:cubicBezTo>
                        <a:pt x="1923" y="8192"/>
                        <a:pt x="2017" y="8223"/>
                        <a:pt x="2049" y="8318"/>
                      </a:cubicBezTo>
                      <a:lnTo>
                        <a:pt x="4160" y="8318"/>
                      </a:lnTo>
                      <a:lnTo>
                        <a:pt x="4160" y="6900"/>
                      </a:lnTo>
                      <a:lnTo>
                        <a:pt x="2427" y="6900"/>
                      </a:lnTo>
                      <a:cubicBezTo>
                        <a:pt x="2238" y="6900"/>
                        <a:pt x="2080" y="6743"/>
                        <a:pt x="2080" y="6554"/>
                      </a:cubicBezTo>
                      <a:lnTo>
                        <a:pt x="2080" y="5829"/>
                      </a:lnTo>
                      <a:cubicBezTo>
                        <a:pt x="2080" y="4852"/>
                        <a:pt x="2679" y="4033"/>
                        <a:pt x="3498" y="3624"/>
                      </a:cubicBezTo>
                      <a:cubicBezTo>
                        <a:pt x="3277" y="3403"/>
                        <a:pt x="3151" y="3088"/>
                        <a:pt x="3151" y="2678"/>
                      </a:cubicBezTo>
                      <a:cubicBezTo>
                        <a:pt x="3151" y="1922"/>
                        <a:pt x="3782" y="1292"/>
                        <a:pt x="4538" y="1292"/>
                      </a:cubicBezTo>
                      <a:cubicBezTo>
                        <a:pt x="5262" y="1292"/>
                        <a:pt x="5892" y="1922"/>
                        <a:pt x="5892" y="2678"/>
                      </a:cubicBezTo>
                      <a:cubicBezTo>
                        <a:pt x="5892" y="3025"/>
                        <a:pt x="5735" y="3340"/>
                        <a:pt x="5546" y="3624"/>
                      </a:cubicBezTo>
                      <a:cubicBezTo>
                        <a:pt x="6365" y="4033"/>
                        <a:pt x="6964" y="4852"/>
                        <a:pt x="6964" y="5829"/>
                      </a:cubicBezTo>
                      <a:lnTo>
                        <a:pt x="6964" y="6554"/>
                      </a:lnTo>
                      <a:cubicBezTo>
                        <a:pt x="6964" y="6743"/>
                        <a:pt x="6806" y="6900"/>
                        <a:pt x="6617" y="6900"/>
                      </a:cubicBezTo>
                      <a:lnTo>
                        <a:pt x="4884" y="6900"/>
                      </a:lnTo>
                      <a:lnTo>
                        <a:pt x="4884" y="8318"/>
                      </a:lnTo>
                      <a:lnTo>
                        <a:pt x="6995" y="8318"/>
                      </a:lnTo>
                      <a:cubicBezTo>
                        <a:pt x="7027" y="8286"/>
                        <a:pt x="7121" y="8192"/>
                        <a:pt x="7247" y="8129"/>
                      </a:cubicBezTo>
                      <a:cubicBezTo>
                        <a:pt x="8413" y="7184"/>
                        <a:pt x="9011" y="5829"/>
                        <a:pt x="9011" y="4506"/>
                      </a:cubicBezTo>
                      <a:cubicBezTo>
                        <a:pt x="9011" y="2017"/>
                        <a:pt x="6995" y="1"/>
                        <a:pt x="45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0" name="Google Shape;9452;p73">
                  <a:extLst>
                    <a:ext uri="{FF2B5EF4-FFF2-40B4-BE49-F238E27FC236}">
                      <a16:creationId xmlns:a16="http://schemas.microsoft.com/office/drawing/2014/main" id="{4746372A-60C7-AD2F-D91D-1CC5BEB13867}"/>
                    </a:ext>
                  </a:extLst>
                </p:cNvPr>
                <p:cNvSpPr/>
                <p:nvPr/>
              </p:nvSpPr>
              <p:spPr>
                <a:xfrm>
                  <a:off x="3262600" y="3278475"/>
                  <a:ext cx="3545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419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1" name="Google Shape;9453;p73">
                  <a:extLst>
                    <a:ext uri="{FF2B5EF4-FFF2-40B4-BE49-F238E27FC236}">
                      <a16:creationId xmlns:a16="http://schemas.microsoft.com/office/drawing/2014/main" id="{B85A67F4-8864-3121-8401-D992B08F1AD2}"/>
                    </a:ext>
                  </a:extLst>
                </p:cNvPr>
                <p:cNvSpPr/>
                <p:nvPr/>
              </p:nvSpPr>
              <p:spPr>
                <a:xfrm>
                  <a:off x="3220050" y="3452525"/>
                  <a:ext cx="12132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1419" extrusionOk="0">
                      <a:moveTo>
                        <a:pt x="1" y="1"/>
                      </a:moveTo>
                      <a:lnTo>
                        <a:pt x="1" y="347"/>
                      </a:lnTo>
                      <a:cubicBezTo>
                        <a:pt x="1" y="946"/>
                        <a:pt x="473" y="1419"/>
                        <a:pt x="1040" y="1419"/>
                      </a:cubicBezTo>
                      <a:lnTo>
                        <a:pt x="3781" y="1419"/>
                      </a:lnTo>
                      <a:cubicBezTo>
                        <a:pt x="4380" y="1419"/>
                        <a:pt x="4853" y="946"/>
                        <a:pt x="4853" y="347"/>
                      </a:cubicBezTo>
                      <a:lnTo>
                        <a:pt x="485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2" name="Google Shape;9454;p73">
                  <a:extLst>
                    <a:ext uri="{FF2B5EF4-FFF2-40B4-BE49-F238E27FC236}">
                      <a16:creationId xmlns:a16="http://schemas.microsoft.com/office/drawing/2014/main" id="{5C8CC359-1B65-A7BA-5653-0F741F706387}"/>
                    </a:ext>
                  </a:extLst>
                </p:cNvPr>
                <p:cNvSpPr/>
                <p:nvPr/>
              </p:nvSpPr>
              <p:spPr>
                <a:xfrm>
                  <a:off x="3237375" y="3332025"/>
                  <a:ext cx="86675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080" extrusionOk="0">
                      <a:moveTo>
                        <a:pt x="1734" y="1"/>
                      </a:moveTo>
                      <a:cubicBezTo>
                        <a:pt x="789" y="1"/>
                        <a:pt x="1" y="725"/>
                        <a:pt x="1" y="1733"/>
                      </a:cubicBezTo>
                      <a:lnTo>
                        <a:pt x="1" y="2080"/>
                      </a:lnTo>
                      <a:lnTo>
                        <a:pt x="3466" y="2080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53" name="Google Shape;9455;p73">
                  <a:extLst>
                    <a:ext uri="{FF2B5EF4-FFF2-40B4-BE49-F238E27FC236}">
                      <a16:creationId xmlns:a16="http://schemas.microsoft.com/office/drawing/2014/main" id="{CAB09941-E853-A04C-D3FC-E41125E5E887}"/>
                    </a:ext>
                  </a:extLst>
                </p:cNvPr>
                <p:cNvSpPr/>
                <p:nvPr/>
              </p:nvSpPr>
              <p:spPr>
                <a:xfrm>
                  <a:off x="3237375" y="3505300"/>
                  <a:ext cx="874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8" h="694" extrusionOk="0">
                      <a:moveTo>
                        <a:pt x="32" y="1"/>
                      </a:moveTo>
                      <a:cubicBezTo>
                        <a:pt x="1" y="379"/>
                        <a:pt x="284" y="694"/>
                        <a:pt x="694" y="694"/>
                      </a:cubicBezTo>
                      <a:lnTo>
                        <a:pt x="2773" y="694"/>
                      </a:lnTo>
                      <a:cubicBezTo>
                        <a:pt x="3183" y="694"/>
                        <a:pt x="3498" y="379"/>
                        <a:pt x="34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419" name="Google Shape;9456;p73">
                <a:extLst>
                  <a:ext uri="{FF2B5EF4-FFF2-40B4-BE49-F238E27FC236}">
                    <a16:creationId xmlns:a16="http://schemas.microsoft.com/office/drawing/2014/main" id="{F69B2378-0AE2-BC3E-FD29-2E716F623885}"/>
                  </a:ext>
                </a:extLst>
              </p:cNvPr>
              <p:cNvSpPr/>
              <p:nvPr/>
            </p:nvSpPr>
            <p:spPr>
              <a:xfrm>
                <a:off x="5202621" y="4377430"/>
                <a:ext cx="525925" cy="501585"/>
              </a:xfrm>
              <a:custGeom>
                <a:avLst/>
                <a:gdLst/>
                <a:ahLst/>
                <a:cxnLst/>
                <a:rect l="l" t="t" r="r" b="b"/>
                <a:pathLst>
                  <a:path w="12446" h="11870" extrusionOk="0">
                    <a:moveTo>
                      <a:pt x="9421" y="1410"/>
                    </a:moveTo>
                    <a:cubicBezTo>
                      <a:pt x="9775" y="1410"/>
                      <a:pt x="10130" y="1544"/>
                      <a:pt x="10397" y="1812"/>
                    </a:cubicBezTo>
                    <a:cubicBezTo>
                      <a:pt x="10901" y="2316"/>
                      <a:pt x="10901" y="3198"/>
                      <a:pt x="10366" y="3734"/>
                    </a:cubicBezTo>
                    <a:lnTo>
                      <a:pt x="9169" y="4931"/>
                    </a:lnTo>
                    <a:cubicBezTo>
                      <a:pt x="8948" y="5152"/>
                      <a:pt x="8633" y="5278"/>
                      <a:pt x="8318" y="5309"/>
                    </a:cubicBezTo>
                    <a:lnTo>
                      <a:pt x="8476" y="5152"/>
                    </a:lnTo>
                    <a:cubicBezTo>
                      <a:pt x="8854" y="4773"/>
                      <a:pt x="8854" y="4112"/>
                      <a:pt x="8476" y="3702"/>
                    </a:cubicBezTo>
                    <a:cubicBezTo>
                      <a:pt x="8271" y="3513"/>
                      <a:pt x="8003" y="3419"/>
                      <a:pt x="7739" y="3419"/>
                    </a:cubicBezTo>
                    <a:cubicBezTo>
                      <a:pt x="7475" y="3419"/>
                      <a:pt x="7215" y="3513"/>
                      <a:pt x="7026" y="3702"/>
                    </a:cubicBezTo>
                    <a:lnTo>
                      <a:pt x="6869" y="3860"/>
                    </a:lnTo>
                    <a:cubicBezTo>
                      <a:pt x="6900" y="3545"/>
                      <a:pt x="7026" y="3230"/>
                      <a:pt x="7247" y="3009"/>
                    </a:cubicBezTo>
                    <a:lnTo>
                      <a:pt x="8444" y="1812"/>
                    </a:lnTo>
                    <a:cubicBezTo>
                      <a:pt x="8712" y="1544"/>
                      <a:pt x="9066" y="1410"/>
                      <a:pt x="9421" y="1410"/>
                    </a:cubicBezTo>
                    <a:close/>
                    <a:moveTo>
                      <a:pt x="4128" y="6475"/>
                    </a:moveTo>
                    <a:lnTo>
                      <a:pt x="3970" y="6601"/>
                    </a:lnTo>
                    <a:cubicBezTo>
                      <a:pt x="3592" y="7010"/>
                      <a:pt x="3592" y="7672"/>
                      <a:pt x="3970" y="8081"/>
                    </a:cubicBezTo>
                    <a:cubicBezTo>
                      <a:pt x="4175" y="8270"/>
                      <a:pt x="4443" y="8365"/>
                      <a:pt x="4711" y="8365"/>
                    </a:cubicBezTo>
                    <a:cubicBezTo>
                      <a:pt x="4978" y="8365"/>
                      <a:pt x="5246" y="8270"/>
                      <a:pt x="5451" y="8081"/>
                    </a:cubicBezTo>
                    <a:lnTo>
                      <a:pt x="5577" y="7924"/>
                    </a:lnTo>
                    <a:lnTo>
                      <a:pt x="5577" y="7924"/>
                    </a:lnTo>
                    <a:cubicBezTo>
                      <a:pt x="5640" y="8270"/>
                      <a:pt x="5483" y="8586"/>
                      <a:pt x="5231" y="8838"/>
                    </a:cubicBezTo>
                    <a:lnTo>
                      <a:pt x="4065" y="10003"/>
                    </a:lnTo>
                    <a:cubicBezTo>
                      <a:pt x="3781" y="10271"/>
                      <a:pt x="3427" y="10405"/>
                      <a:pt x="3072" y="10405"/>
                    </a:cubicBezTo>
                    <a:cubicBezTo>
                      <a:pt x="2718" y="10405"/>
                      <a:pt x="2364" y="10271"/>
                      <a:pt x="2080" y="10003"/>
                    </a:cubicBezTo>
                    <a:cubicBezTo>
                      <a:pt x="1544" y="9468"/>
                      <a:pt x="1544" y="8586"/>
                      <a:pt x="2080" y="8050"/>
                    </a:cubicBezTo>
                    <a:lnTo>
                      <a:pt x="3277" y="6853"/>
                    </a:lnTo>
                    <a:cubicBezTo>
                      <a:pt x="3498" y="6601"/>
                      <a:pt x="3813" y="6506"/>
                      <a:pt x="4128" y="6475"/>
                    </a:cubicBezTo>
                    <a:close/>
                    <a:moveTo>
                      <a:pt x="9373" y="0"/>
                    </a:moveTo>
                    <a:cubicBezTo>
                      <a:pt x="8665" y="0"/>
                      <a:pt x="7956" y="268"/>
                      <a:pt x="7404" y="804"/>
                    </a:cubicBezTo>
                    <a:lnTo>
                      <a:pt x="6239" y="1970"/>
                    </a:lnTo>
                    <a:cubicBezTo>
                      <a:pt x="5451" y="2757"/>
                      <a:pt x="5199" y="3986"/>
                      <a:pt x="5640" y="4994"/>
                    </a:cubicBezTo>
                    <a:lnTo>
                      <a:pt x="5325" y="5309"/>
                    </a:lnTo>
                    <a:cubicBezTo>
                      <a:pt x="4994" y="5170"/>
                      <a:pt x="4634" y="5100"/>
                      <a:pt x="4270" y="5100"/>
                    </a:cubicBezTo>
                    <a:cubicBezTo>
                      <a:pt x="3562" y="5100"/>
                      <a:pt x="2842" y="5366"/>
                      <a:pt x="2301" y="5908"/>
                    </a:cubicBezTo>
                    <a:lnTo>
                      <a:pt x="1103" y="7105"/>
                    </a:lnTo>
                    <a:cubicBezTo>
                      <a:pt x="1" y="8144"/>
                      <a:pt x="1" y="9940"/>
                      <a:pt x="1103" y="11043"/>
                    </a:cubicBezTo>
                    <a:cubicBezTo>
                      <a:pt x="1655" y="11594"/>
                      <a:pt x="2364" y="11870"/>
                      <a:pt x="3072" y="11870"/>
                    </a:cubicBezTo>
                    <a:cubicBezTo>
                      <a:pt x="3781" y="11870"/>
                      <a:pt x="4490" y="11594"/>
                      <a:pt x="5041" y="11043"/>
                    </a:cubicBezTo>
                    <a:lnTo>
                      <a:pt x="6239" y="9846"/>
                    </a:lnTo>
                    <a:cubicBezTo>
                      <a:pt x="7026" y="9058"/>
                      <a:pt x="7247" y="7829"/>
                      <a:pt x="6806" y="6821"/>
                    </a:cubicBezTo>
                    <a:lnTo>
                      <a:pt x="7121" y="6506"/>
                    </a:lnTo>
                    <a:cubicBezTo>
                      <a:pt x="7473" y="6656"/>
                      <a:pt x="7840" y="6729"/>
                      <a:pt x="8204" y="6729"/>
                    </a:cubicBezTo>
                    <a:cubicBezTo>
                      <a:pt x="8914" y="6729"/>
                      <a:pt x="9614" y="6449"/>
                      <a:pt x="10177" y="5908"/>
                    </a:cubicBezTo>
                    <a:lnTo>
                      <a:pt x="11342" y="4742"/>
                    </a:lnTo>
                    <a:cubicBezTo>
                      <a:pt x="12445" y="3639"/>
                      <a:pt x="12445" y="1907"/>
                      <a:pt x="11342" y="804"/>
                    </a:cubicBezTo>
                    <a:cubicBezTo>
                      <a:pt x="10791" y="268"/>
                      <a:pt x="10082" y="0"/>
                      <a:pt x="93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17420" name="Google Shape;9457;p73">
                <a:extLst>
                  <a:ext uri="{FF2B5EF4-FFF2-40B4-BE49-F238E27FC236}">
                    <a16:creationId xmlns:a16="http://schemas.microsoft.com/office/drawing/2014/main" id="{28EC3719-B00B-AB18-1E7C-ADD81100BFEC}"/>
                  </a:ext>
                </a:extLst>
              </p:cNvPr>
              <p:cNvGrpSpPr/>
              <p:nvPr/>
            </p:nvGrpSpPr>
            <p:grpSpPr>
              <a:xfrm>
                <a:off x="5213987" y="4985299"/>
                <a:ext cx="503276" cy="499303"/>
                <a:chOff x="3133425" y="3955025"/>
                <a:chExt cx="297750" cy="295400"/>
              </a:xfrm>
              <a:grpFill/>
            </p:grpSpPr>
            <p:sp>
              <p:nvSpPr>
                <p:cNvPr id="17546" name="Google Shape;9458;p73">
                  <a:extLst>
                    <a:ext uri="{FF2B5EF4-FFF2-40B4-BE49-F238E27FC236}">
                      <a16:creationId xmlns:a16="http://schemas.microsoft.com/office/drawing/2014/main" id="{43F2E8D9-6484-438A-8499-ED54D76C78ED}"/>
                    </a:ext>
                  </a:extLst>
                </p:cNvPr>
                <p:cNvSpPr/>
                <p:nvPr/>
              </p:nvSpPr>
              <p:spPr>
                <a:xfrm>
                  <a:off x="3133425" y="4058225"/>
                  <a:ext cx="297750" cy="192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688" extrusionOk="0">
                      <a:moveTo>
                        <a:pt x="5923" y="0"/>
                      </a:moveTo>
                      <a:cubicBezTo>
                        <a:pt x="5325" y="0"/>
                        <a:pt x="4821" y="347"/>
                        <a:pt x="4631" y="914"/>
                      </a:cubicBezTo>
                      <a:cubicBezTo>
                        <a:pt x="4505" y="1166"/>
                        <a:pt x="4505" y="1449"/>
                        <a:pt x="4568" y="1764"/>
                      </a:cubicBezTo>
                      <a:cubicBezTo>
                        <a:pt x="4884" y="1922"/>
                        <a:pt x="5199" y="2016"/>
                        <a:pt x="5577" y="2048"/>
                      </a:cubicBezTo>
                      <a:lnTo>
                        <a:pt x="5577" y="2741"/>
                      </a:lnTo>
                      <a:lnTo>
                        <a:pt x="2458" y="2741"/>
                      </a:lnTo>
                      <a:cubicBezTo>
                        <a:pt x="1859" y="2741"/>
                        <a:pt x="1418" y="3214"/>
                        <a:pt x="1418" y="3781"/>
                      </a:cubicBezTo>
                      <a:lnTo>
                        <a:pt x="1418" y="4190"/>
                      </a:lnTo>
                      <a:cubicBezTo>
                        <a:pt x="630" y="4316"/>
                        <a:pt x="0" y="5041"/>
                        <a:pt x="0" y="5891"/>
                      </a:cubicBezTo>
                      <a:cubicBezTo>
                        <a:pt x="0" y="6837"/>
                        <a:pt x="788" y="7687"/>
                        <a:pt x="1765" y="7687"/>
                      </a:cubicBezTo>
                      <a:cubicBezTo>
                        <a:pt x="2710" y="7687"/>
                        <a:pt x="3497" y="6900"/>
                        <a:pt x="3497" y="5891"/>
                      </a:cubicBezTo>
                      <a:cubicBezTo>
                        <a:pt x="3497" y="5072"/>
                        <a:pt x="2930" y="4316"/>
                        <a:pt x="2143" y="4190"/>
                      </a:cubicBezTo>
                      <a:lnTo>
                        <a:pt x="2143" y="3781"/>
                      </a:lnTo>
                      <a:cubicBezTo>
                        <a:pt x="2143" y="3592"/>
                        <a:pt x="2300" y="3434"/>
                        <a:pt x="2489" y="3434"/>
                      </a:cubicBezTo>
                      <a:lnTo>
                        <a:pt x="5608" y="3434"/>
                      </a:lnTo>
                      <a:lnTo>
                        <a:pt x="5608" y="4127"/>
                      </a:lnTo>
                      <a:cubicBezTo>
                        <a:pt x="4821" y="4285"/>
                        <a:pt x="4222" y="5009"/>
                        <a:pt x="4222" y="5860"/>
                      </a:cubicBezTo>
                      <a:cubicBezTo>
                        <a:pt x="4222" y="6805"/>
                        <a:pt x="5010" y="7656"/>
                        <a:pt x="5955" y="7656"/>
                      </a:cubicBezTo>
                      <a:cubicBezTo>
                        <a:pt x="6900" y="7656"/>
                        <a:pt x="7687" y="6868"/>
                        <a:pt x="7687" y="5860"/>
                      </a:cubicBezTo>
                      <a:cubicBezTo>
                        <a:pt x="7687" y="5041"/>
                        <a:pt x="7089" y="4285"/>
                        <a:pt x="6301" y="4127"/>
                      </a:cubicBezTo>
                      <a:lnTo>
                        <a:pt x="6301" y="3434"/>
                      </a:lnTo>
                      <a:lnTo>
                        <a:pt x="9452" y="3434"/>
                      </a:lnTo>
                      <a:cubicBezTo>
                        <a:pt x="9641" y="3434"/>
                        <a:pt x="9798" y="3592"/>
                        <a:pt x="9798" y="3781"/>
                      </a:cubicBezTo>
                      <a:lnTo>
                        <a:pt x="9798" y="4190"/>
                      </a:lnTo>
                      <a:cubicBezTo>
                        <a:pt x="9011" y="4316"/>
                        <a:pt x="8444" y="5041"/>
                        <a:pt x="8444" y="5891"/>
                      </a:cubicBezTo>
                      <a:cubicBezTo>
                        <a:pt x="8444" y="6837"/>
                        <a:pt x="9231" y="7687"/>
                        <a:pt x="10176" y="7687"/>
                      </a:cubicBezTo>
                      <a:cubicBezTo>
                        <a:pt x="11121" y="7687"/>
                        <a:pt x="11909" y="6900"/>
                        <a:pt x="11909" y="5891"/>
                      </a:cubicBezTo>
                      <a:cubicBezTo>
                        <a:pt x="11783" y="5135"/>
                        <a:pt x="11185" y="4379"/>
                        <a:pt x="10397" y="4222"/>
                      </a:cubicBezTo>
                      <a:lnTo>
                        <a:pt x="10397" y="3812"/>
                      </a:lnTo>
                      <a:cubicBezTo>
                        <a:pt x="10397" y="3245"/>
                        <a:pt x="9924" y="2804"/>
                        <a:pt x="9389" y="2804"/>
                      </a:cubicBezTo>
                      <a:lnTo>
                        <a:pt x="6238" y="2804"/>
                      </a:lnTo>
                      <a:lnTo>
                        <a:pt x="6238" y="2079"/>
                      </a:lnTo>
                      <a:cubicBezTo>
                        <a:pt x="6585" y="2048"/>
                        <a:pt x="6900" y="1922"/>
                        <a:pt x="7215" y="1827"/>
                      </a:cubicBezTo>
                      <a:cubicBezTo>
                        <a:pt x="7341" y="1418"/>
                        <a:pt x="7246" y="977"/>
                        <a:pt x="7057" y="630"/>
                      </a:cubicBezTo>
                      <a:cubicBezTo>
                        <a:pt x="6774" y="221"/>
                        <a:pt x="6396" y="0"/>
                        <a:pt x="59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7" name="Google Shape;9459;p73">
                  <a:extLst>
                    <a:ext uri="{FF2B5EF4-FFF2-40B4-BE49-F238E27FC236}">
                      <a16:creationId xmlns:a16="http://schemas.microsoft.com/office/drawing/2014/main" id="{EBE77CC2-A888-677D-BEC0-1663DE4E183A}"/>
                    </a:ext>
                  </a:extLst>
                </p:cNvPr>
                <p:cNvSpPr/>
                <p:nvPr/>
              </p:nvSpPr>
              <p:spPr>
                <a:xfrm>
                  <a:off x="3263375" y="4007025"/>
                  <a:ext cx="3547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8" extrusionOk="0">
                      <a:moveTo>
                        <a:pt x="725" y="0"/>
                      </a:moveTo>
                      <a:cubicBezTo>
                        <a:pt x="284" y="0"/>
                        <a:pt x="1" y="315"/>
                        <a:pt x="1" y="725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5"/>
                        <a:pt x="1103" y="0"/>
                        <a:pt x="72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8" name="Google Shape;9460;p73">
                  <a:extLst>
                    <a:ext uri="{FF2B5EF4-FFF2-40B4-BE49-F238E27FC236}">
                      <a16:creationId xmlns:a16="http://schemas.microsoft.com/office/drawing/2014/main" id="{6D55C2A5-D71B-64CF-5DAA-8DA768213113}"/>
                    </a:ext>
                  </a:extLst>
                </p:cNvPr>
                <p:cNvSpPr/>
                <p:nvPr/>
              </p:nvSpPr>
              <p:spPr>
                <a:xfrm>
                  <a:off x="3203525" y="3955025"/>
                  <a:ext cx="155175" cy="135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7" h="5420" extrusionOk="0">
                      <a:moveTo>
                        <a:pt x="3119" y="1"/>
                      </a:moveTo>
                      <a:cubicBezTo>
                        <a:pt x="1386" y="1"/>
                        <a:pt x="0" y="1387"/>
                        <a:pt x="0" y="3120"/>
                      </a:cubicBezTo>
                      <a:cubicBezTo>
                        <a:pt x="0" y="4002"/>
                        <a:pt x="410" y="4853"/>
                        <a:pt x="1071" y="5420"/>
                      </a:cubicBezTo>
                      <a:cubicBezTo>
                        <a:pt x="1071" y="5231"/>
                        <a:pt x="1103" y="5042"/>
                        <a:pt x="1197" y="4853"/>
                      </a:cubicBezTo>
                      <a:cubicBezTo>
                        <a:pt x="1323" y="4380"/>
                        <a:pt x="1701" y="3971"/>
                        <a:pt x="2111" y="3750"/>
                      </a:cubicBezTo>
                      <a:cubicBezTo>
                        <a:pt x="1890" y="3498"/>
                        <a:pt x="1733" y="3151"/>
                        <a:pt x="1733" y="2805"/>
                      </a:cubicBezTo>
                      <a:cubicBezTo>
                        <a:pt x="1733" y="2049"/>
                        <a:pt x="2363" y="1419"/>
                        <a:pt x="3119" y="1419"/>
                      </a:cubicBezTo>
                      <a:cubicBezTo>
                        <a:pt x="3844" y="1419"/>
                        <a:pt x="4474" y="2049"/>
                        <a:pt x="4474" y="2805"/>
                      </a:cubicBezTo>
                      <a:cubicBezTo>
                        <a:pt x="4474" y="3151"/>
                        <a:pt x="4348" y="3498"/>
                        <a:pt x="4096" y="3750"/>
                      </a:cubicBezTo>
                      <a:cubicBezTo>
                        <a:pt x="4379" y="3876"/>
                        <a:pt x="4600" y="4097"/>
                        <a:pt x="4789" y="4380"/>
                      </a:cubicBezTo>
                      <a:cubicBezTo>
                        <a:pt x="5009" y="4695"/>
                        <a:pt x="5135" y="5042"/>
                        <a:pt x="5167" y="5420"/>
                      </a:cubicBezTo>
                      <a:cubicBezTo>
                        <a:pt x="5797" y="4853"/>
                        <a:pt x="6207" y="4065"/>
                        <a:pt x="6207" y="3120"/>
                      </a:cubicBezTo>
                      <a:cubicBezTo>
                        <a:pt x="6207" y="1387"/>
                        <a:pt x="4852" y="1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1" name="Google Shape;9461;p73">
                <a:extLst>
                  <a:ext uri="{FF2B5EF4-FFF2-40B4-BE49-F238E27FC236}">
                    <a16:creationId xmlns:a16="http://schemas.microsoft.com/office/drawing/2014/main" id="{D13DAC0F-61B5-DB93-3052-24C5C14B1760}"/>
                  </a:ext>
                </a:extLst>
              </p:cNvPr>
              <p:cNvGrpSpPr/>
              <p:nvPr/>
            </p:nvGrpSpPr>
            <p:grpSpPr>
              <a:xfrm>
                <a:off x="8379176" y="3746993"/>
                <a:ext cx="500612" cy="502387"/>
                <a:chOff x="4991425" y="3234750"/>
                <a:chExt cx="296175" cy="297225"/>
              </a:xfrm>
              <a:grpFill/>
            </p:grpSpPr>
            <p:sp>
              <p:nvSpPr>
                <p:cNvPr id="17540" name="Google Shape;9462;p73">
                  <a:extLst>
                    <a:ext uri="{FF2B5EF4-FFF2-40B4-BE49-F238E27FC236}">
                      <a16:creationId xmlns:a16="http://schemas.microsoft.com/office/drawing/2014/main" id="{FA1209A9-0681-8DCA-EC5A-2FD8230C67AE}"/>
                    </a:ext>
                  </a:extLst>
                </p:cNvPr>
                <p:cNvSpPr/>
                <p:nvPr/>
              </p:nvSpPr>
              <p:spPr>
                <a:xfrm>
                  <a:off x="5077275" y="3304450"/>
                  <a:ext cx="122100" cy="99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971" extrusionOk="0">
                      <a:moveTo>
                        <a:pt x="2426" y="1"/>
                      </a:moveTo>
                      <a:cubicBezTo>
                        <a:pt x="1103" y="1"/>
                        <a:pt x="0" y="1104"/>
                        <a:pt x="0" y="2427"/>
                      </a:cubicBezTo>
                      <a:cubicBezTo>
                        <a:pt x="0" y="3025"/>
                        <a:pt x="190" y="3530"/>
                        <a:pt x="536" y="3971"/>
                      </a:cubicBezTo>
                      <a:cubicBezTo>
                        <a:pt x="820" y="3624"/>
                        <a:pt x="1103" y="3309"/>
                        <a:pt x="1481" y="3057"/>
                      </a:cubicBezTo>
                      <a:cubicBezTo>
                        <a:pt x="1261" y="2805"/>
                        <a:pt x="1103" y="2458"/>
                        <a:pt x="1103" y="2112"/>
                      </a:cubicBezTo>
                      <a:cubicBezTo>
                        <a:pt x="1103" y="1356"/>
                        <a:pt x="1733" y="726"/>
                        <a:pt x="2489" y="726"/>
                      </a:cubicBezTo>
                      <a:cubicBezTo>
                        <a:pt x="3214" y="726"/>
                        <a:pt x="3844" y="1356"/>
                        <a:pt x="3844" y="2112"/>
                      </a:cubicBezTo>
                      <a:cubicBezTo>
                        <a:pt x="3844" y="2458"/>
                        <a:pt x="3687" y="2805"/>
                        <a:pt x="3466" y="3057"/>
                      </a:cubicBezTo>
                      <a:cubicBezTo>
                        <a:pt x="3844" y="3246"/>
                        <a:pt x="4128" y="3561"/>
                        <a:pt x="4317" y="3971"/>
                      </a:cubicBezTo>
                      <a:cubicBezTo>
                        <a:pt x="4695" y="3530"/>
                        <a:pt x="4884" y="3025"/>
                        <a:pt x="4884" y="2427"/>
                      </a:cubicBezTo>
                      <a:cubicBezTo>
                        <a:pt x="4884" y="1104"/>
                        <a:pt x="3781" y="1"/>
                        <a:pt x="242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1" name="Google Shape;9463;p73">
                  <a:extLst>
                    <a:ext uri="{FF2B5EF4-FFF2-40B4-BE49-F238E27FC236}">
                      <a16:creationId xmlns:a16="http://schemas.microsoft.com/office/drawing/2014/main" id="{CAE176C9-D707-E52B-8DC2-417C3E521E77}"/>
                    </a:ext>
                  </a:extLst>
                </p:cNvPr>
                <p:cNvSpPr/>
                <p:nvPr/>
              </p:nvSpPr>
              <p:spPr>
                <a:xfrm>
                  <a:off x="5121375" y="3339900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725" y="1418"/>
                      </a:cubicBezTo>
                      <a:cubicBezTo>
                        <a:pt x="1103" y="1418"/>
                        <a:pt x="1418" y="1103"/>
                        <a:pt x="1418" y="694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2" name="Google Shape;9464;p73">
                  <a:extLst>
                    <a:ext uri="{FF2B5EF4-FFF2-40B4-BE49-F238E27FC236}">
                      <a16:creationId xmlns:a16="http://schemas.microsoft.com/office/drawing/2014/main" id="{27CB0D91-0D94-618E-94BF-AA43EB6157C5}"/>
                    </a:ext>
                  </a:extLst>
                </p:cNvPr>
                <p:cNvSpPr/>
                <p:nvPr/>
              </p:nvSpPr>
              <p:spPr>
                <a:xfrm>
                  <a:off x="5009550" y="3234750"/>
                  <a:ext cx="259150" cy="261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66" h="10445" extrusionOk="0">
                      <a:moveTo>
                        <a:pt x="5198" y="2159"/>
                      </a:moveTo>
                      <a:cubicBezTo>
                        <a:pt x="6931" y="2159"/>
                        <a:pt x="8286" y="3514"/>
                        <a:pt x="8286" y="5246"/>
                      </a:cubicBezTo>
                      <a:cubicBezTo>
                        <a:pt x="8286" y="6916"/>
                        <a:pt x="6931" y="8365"/>
                        <a:pt x="5198" y="8365"/>
                      </a:cubicBezTo>
                      <a:cubicBezTo>
                        <a:pt x="3340" y="8365"/>
                        <a:pt x="2079" y="6822"/>
                        <a:pt x="2079" y="5246"/>
                      </a:cubicBezTo>
                      <a:cubicBezTo>
                        <a:pt x="2079" y="3514"/>
                        <a:pt x="3497" y="2159"/>
                        <a:pt x="5198" y="2159"/>
                      </a:cubicBezTo>
                      <a:close/>
                      <a:moveTo>
                        <a:pt x="5167" y="1"/>
                      </a:moveTo>
                      <a:cubicBezTo>
                        <a:pt x="5088" y="1"/>
                        <a:pt x="5009" y="17"/>
                        <a:pt x="4946" y="48"/>
                      </a:cubicBezTo>
                      <a:lnTo>
                        <a:pt x="4001" y="836"/>
                      </a:lnTo>
                      <a:lnTo>
                        <a:pt x="2773" y="678"/>
                      </a:lnTo>
                      <a:cubicBezTo>
                        <a:pt x="2756" y="675"/>
                        <a:pt x="2739" y="673"/>
                        <a:pt x="2723" y="673"/>
                      </a:cubicBezTo>
                      <a:cubicBezTo>
                        <a:pt x="2583" y="673"/>
                        <a:pt x="2454" y="786"/>
                        <a:pt x="2426" y="899"/>
                      </a:cubicBezTo>
                      <a:lnTo>
                        <a:pt x="1953" y="2033"/>
                      </a:lnTo>
                      <a:lnTo>
                        <a:pt x="819" y="2505"/>
                      </a:lnTo>
                      <a:cubicBezTo>
                        <a:pt x="662" y="2568"/>
                        <a:pt x="567" y="2694"/>
                        <a:pt x="630" y="2852"/>
                      </a:cubicBezTo>
                      <a:lnTo>
                        <a:pt x="788" y="4081"/>
                      </a:lnTo>
                      <a:lnTo>
                        <a:pt x="32" y="5026"/>
                      </a:lnTo>
                      <a:cubicBezTo>
                        <a:pt x="0" y="5183"/>
                        <a:pt x="0" y="5341"/>
                        <a:pt x="63" y="5467"/>
                      </a:cubicBezTo>
                      <a:lnTo>
                        <a:pt x="819" y="6381"/>
                      </a:lnTo>
                      <a:lnTo>
                        <a:pt x="662" y="7609"/>
                      </a:lnTo>
                      <a:cubicBezTo>
                        <a:pt x="630" y="7767"/>
                        <a:pt x="725" y="7924"/>
                        <a:pt x="851" y="7956"/>
                      </a:cubicBezTo>
                      <a:lnTo>
                        <a:pt x="1985" y="8428"/>
                      </a:lnTo>
                      <a:lnTo>
                        <a:pt x="2457" y="9594"/>
                      </a:lnTo>
                      <a:cubicBezTo>
                        <a:pt x="2536" y="9725"/>
                        <a:pt x="2637" y="9791"/>
                        <a:pt x="2741" y="9791"/>
                      </a:cubicBezTo>
                      <a:cubicBezTo>
                        <a:pt x="2762" y="9791"/>
                        <a:pt x="2783" y="9788"/>
                        <a:pt x="2804" y="9783"/>
                      </a:cubicBezTo>
                      <a:lnTo>
                        <a:pt x="4033" y="9626"/>
                      </a:lnTo>
                      <a:lnTo>
                        <a:pt x="4978" y="10382"/>
                      </a:lnTo>
                      <a:cubicBezTo>
                        <a:pt x="5072" y="10413"/>
                        <a:pt x="5104" y="10445"/>
                        <a:pt x="5167" y="10445"/>
                      </a:cubicBezTo>
                      <a:cubicBezTo>
                        <a:pt x="5261" y="10445"/>
                        <a:pt x="5324" y="10413"/>
                        <a:pt x="5387" y="10382"/>
                      </a:cubicBezTo>
                      <a:lnTo>
                        <a:pt x="6333" y="9626"/>
                      </a:lnTo>
                      <a:lnTo>
                        <a:pt x="7530" y="9783"/>
                      </a:lnTo>
                      <a:cubicBezTo>
                        <a:pt x="7687" y="9783"/>
                        <a:pt x="7876" y="9689"/>
                        <a:pt x="7908" y="9594"/>
                      </a:cubicBezTo>
                      <a:lnTo>
                        <a:pt x="8380" y="8428"/>
                      </a:lnTo>
                      <a:lnTo>
                        <a:pt x="9515" y="7956"/>
                      </a:lnTo>
                      <a:cubicBezTo>
                        <a:pt x="9672" y="7893"/>
                        <a:pt x="9735" y="7767"/>
                        <a:pt x="9704" y="7609"/>
                      </a:cubicBezTo>
                      <a:lnTo>
                        <a:pt x="9546" y="6381"/>
                      </a:lnTo>
                      <a:lnTo>
                        <a:pt x="10302" y="5467"/>
                      </a:lnTo>
                      <a:cubicBezTo>
                        <a:pt x="10365" y="5341"/>
                        <a:pt x="10365" y="5120"/>
                        <a:pt x="10302" y="5026"/>
                      </a:cubicBezTo>
                      <a:lnTo>
                        <a:pt x="9546" y="4081"/>
                      </a:lnTo>
                      <a:lnTo>
                        <a:pt x="9704" y="2852"/>
                      </a:lnTo>
                      <a:cubicBezTo>
                        <a:pt x="9735" y="2694"/>
                        <a:pt x="9641" y="2537"/>
                        <a:pt x="9515" y="2505"/>
                      </a:cubicBezTo>
                      <a:lnTo>
                        <a:pt x="8380" y="2033"/>
                      </a:lnTo>
                      <a:lnTo>
                        <a:pt x="7908" y="899"/>
                      </a:lnTo>
                      <a:cubicBezTo>
                        <a:pt x="7826" y="762"/>
                        <a:pt x="7719" y="672"/>
                        <a:pt x="7589" y="672"/>
                      </a:cubicBezTo>
                      <a:cubicBezTo>
                        <a:pt x="7570" y="672"/>
                        <a:pt x="7550" y="674"/>
                        <a:pt x="7530" y="678"/>
                      </a:cubicBezTo>
                      <a:lnTo>
                        <a:pt x="6333" y="836"/>
                      </a:lnTo>
                      <a:lnTo>
                        <a:pt x="5387" y="48"/>
                      </a:lnTo>
                      <a:cubicBezTo>
                        <a:pt x="5324" y="17"/>
                        <a:pt x="524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3" name="Google Shape;9465;p73">
                  <a:extLst>
                    <a:ext uri="{FF2B5EF4-FFF2-40B4-BE49-F238E27FC236}">
                      <a16:creationId xmlns:a16="http://schemas.microsoft.com/office/drawing/2014/main" id="{0D53A7C0-8EB3-F416-922A-85FE6C9CC01B}"/>
                    </a:ext>
                  </a:extLst>
                </p:cNvPr>
                <p:cNvSpPr/>
                <p:nvPr/>
              </p:nvSpPr>
              <p:spPr>
                <a:xfrm>
                  <a:off x="5105625" y="3391900"/>
                  <a:ext cx="66975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87" extrusionOk="0">
                      <a:moveTo>
                        <a:pt x="1355" y="0"/>
                      </a:moveTo>
                      <a:cubicBezTo>
                        <a:pt x="725" y="0"/>
                        <a:pt x="190" y="441"/>
                        <a:pt x="1" y="977"/>
                      </a:cubicBezTo>
                      <a:cubicBezTo>
                        <a:pt x="410" y="1229"/>
                        <a:pt x="820" y="1386"/>
                        <a:pt x="1355" y="1386"/>
                      </a:cubicBezTo>
                      <a:cubicBezTo>
                        <a:pt x="1859" y="1386"/>
                        <a:pt x="2301" y="1229"/>
                        <a:pt x="2679" y="977"/>
                      </a:cubicBezTo>
                      <a:cubicBezTo>
                        <a:pt x="2521" y="410"/>
                        <a:pt x="1985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4" name="Google Shape;9466;p73">
                  <a:extLst>
                    <a:ext uri="{FF2B5EF4-FFF2-40B4-BE49-F238E27FC236}">
                      <a16:creationId xmlns:a16="http://schemas.microsoft.com/office/drawing/2014/main" id="{0B59C257-B4EA-91F5-73A4-7A0716566738}"/>
                    </a:ext>
                  </a:extLst>
                </p:cNvPr>
                <p:cNvSpPr/>
                <p:nvPr/>
              </p:nvSpPr>
              <p:spPr>
                <a:xfrm>
                  <a:off x="5192275" y="3443075"/>
                  <a:ext cx="95325" cy="86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79" extrusionOk="0">
                      <a:moveTo>
                        <a:pt x="2867" y="1"/>
                      </a:moveTo>
                      <a:cubicBezTo>
                        <a:pt x="2741" y="127"/>
                        <a:pt x="2647" y="221"/>
                        <a:pt x="2489" y="284"/>
                      </a:cubicBezTo>
                      <a:lnTo>
                        <a:pt x="1607" y="631"/>
                      </a:lnTo>
                      <a:lnTo>
                        <a:pt x="1260" y="1482"/>
                      </a:lnTo>
                      <a:cubicBezTo>
                        <a:pt x="1103" y="1891"/>
                        <a:pt x="693" y="2112"/>
                        <a:pt x="284" y="2112"/>
                      </a:cubicBezTo>
                      <a:lnTo>
                        <a:pt x="158" y="2112"/>
                      </a:lnTo>
                      <a:lnTo>
                        <a:pt x="0" y="2080"/>
                      </a:lnTo>
                      <a:lnTo>
                        <a:pt x="1166" y="3372"/>
                      </a:lnTo>
                      <a:cubicBezTo>
                        <a:pt x="1237" y="3443"/>
                        <a:pt x="1343" y="3478"/>
                        <a:pt x="1445" y="3478"/>
                      </a:cubicBezTo>
                      <a:cubicBezTo>
                        <a:pt x="1479" y="3478"/>
                        <a:pt x="1512" y="3474"/>
                        <a:pt x="1544" y="3466"/>
                      </a:cubicBezTo>
                      <a:cubicBezTo>
                        <a:pt x="1638" y="3403"/>
                        <a:pt x="1764" y="3340"/>
                        <a:pt x="1764" y="3183"/>
                      </a:cubicBezTo>
                      <a:lnTo>
                        <a:pt x="2080" y="1639"/>
                      </a:lnTo>
                      <a:lnTo>
                        <a:pt x="3497" y="1324"/>
                      </a:lnTo>
                      <a:cubicBezTo>
                        <a:pt x="3532" y="1338"/>
                        <a:pt x="3563" y="1344"/>
                        <a:pt x="3592" y="1344"/>
                      </a:cubicBezTo>
                      <a:cubicBezTo>
                        <a:pt x="3693" y="1344"/>
                        <a:pt x="3756" y="1265"/>
                        <a:pt x="3781" y="1167"/>
                      </a:cubicBezTo>
                      <a:cubicBezTo>
                        <a:pt x="3812" y="1072"/>
                        <a:pt x="3781" y="946"/>
                        <a:pt x="3686" y="820"/>
                      </a:cubicBezTo>
                      <a:lnTo>
                        <a:pt x="286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45" name="Google Shape;9467;p73">
                  <a:extLst>
                    <a:ext uri="{FF2B5EF4-FFF2-40B4-BE49-F238E27FC236}">
                      <a16:creationId xmlns:a16="http://schemas.microsoft.com/office/drawing/2014/main" id="{9AA0EFC0-A8C3-22AD-6E7F-CBA320C805CD}"/>
                    </a:ext>
                  </a:extLst>
                </p:cNvPr>
                <p:cNvSpPr/>
                <p:nvPr/>
              </p:nvSpPr>
              <p:spPr>
                <a:xfrm>
                  <a:off x="4991425" y="3444650"/>
                  <a:ext cx="95325" cy="87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13" h="3493" extrusionOk="0">
                      <a:moveTo>
                        <a:pt x="946" y="1"/>
                      </a:moveTo>
                      <a:lnTo>
                        <a:pt x="126" y="851"/>
                      </a:lnTo>
                      <a:cubicBezTo>
                        <a:pt x="0" y="851"/>
                        <a:pt x="0" y="1009"/>
                        <a:pt x="32" y="1104"/>
                      </a:cubicBezTo>
                      <a:cubicBezTo>
                        <a:pt x="95" y="1230"/>
                        <a:pt x="158" y="1324"/>
                        <a:pt x="315" y="1356"/>
                      </a:cubicBezTo>
                      <a:lnTo>
                        <a:pt x="1733" y="1671"/>
                      </a:lnTo>
                      <a:lnTo>
                        <a:pt x="2048" y="3214"/>
                      </a:lnTo>
                      <a:cubicBezTo>
                        <a:pt x="2080" y="3309"/>
                        <a:pt x="2174" y="3435"/>
                        <a:pt x="2300" y="3466"/>
                      </a:cubicBezTo>
                      <a:cubicBezTo>
                        <a:pt x="2328" y="3485"/>
                        <a:pt x="2361" y="3492"/>
                        <a:pt x="2396" y="3492"/>
                      </a:cubicBezTo>
                      <a:cubicBezTo>
                        <a:pt x="2482" y="3492"/>
                        <a:pt x="2580" y="3448"/>
                        <a:pt x="2647" y="3403"/>
                      </a:cubicBezTo>
                      <a:lnTo>
                        <a:pt x="3813" y="2112"/>
                      </a:lnTo>
                      <a:lnTo>
                        <a:pt x="3813" y="2112"/>
                      </a:lnTo>
                      <a:lnTo>
                        <a:pt x="3624" y="2143"/>
                      </a:lnTo>
                      <a:lnTo>
                        <a:pt x="3561" y="2143"/>
                      </a:lnTo>
                      <a:cubicBezTo>
                        <a:pt x="3119" y="2143"/>
                        <a:pt x="2773" y="1891"/>
                        <a:pt x="2552" y="1513"/>
                      </a:cubicBezTo>
                      <a:lnTo>
                        <a:pt x="2206" y="631"/>
                      </a:lnTo>
                      <a:lnTo>
                        <a:pt x="1355" y="284"/>
                      </a:lnTo>
                      <a:cubicBezTo>
                        <a:pt x="1198" y="221"/>
                        <a:pt x="1072" y="127"/>
                        <a:pt x="9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2" name="Google Shape;9468;p73">
                <a:extLst>
                  <a:ext uri="{FF2B5EF4-FFF2-40B4-BE49-F238E27FC236}">
                    <a16:creationId xmlns:a16="http://schemas.microsoft.com/office/drawing/2014/main" id="{2FA5463A-55CF-6803-BA84-49302C464277}"/>
                  </a:ext>
                </a:extLst>
              </p:cNvPr>
              <p:cNvGrpSpPr/>
              <p:nvPr/>
            </p:nvGrpSpPr>
            <p:grpSpPr>
              <a:xfrm>
                <a:off x="8379176" y="4407885"/>
                <a:ext cx="500612" cy="440694"/>
                <a:chOff x="4991425" y="3617150"/>
                <a:chExt cx="296175" cy="260725"/>
              </a:xfrm>
              <a:grpFill/>
            </p:grpSpPr>
            <p:sp>
              <p:nvSpPr>
                <p:cNvPr id="17533" name="Google Shape;9469;p73">
                  <a:extLst>
                    <a:ext uri="{FF2B5EF4-FFF2-40B4-BE49-F238E27FC236}">
                      <a16:creationId xmlns:a16="http://schemas.microsoft.com/office/drawing/2014/main" id="{BB304AF2-3EBC-1407-AA68-FE2E54AF26B2}"/>
                    </a:ext>
                  </a:extLst>
                </p:cNvPr>
                <p:cNvSpPr/>
                <p:nvPr/>
              </p:nvSpPr>
              <p:spPr>
                <a:xfrm>
                  <a:off x="5069400" y="3738450"/>
                  <a:ext cx="1394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77" h="5577" extrusionOk="0">
                      <a:moveTo>
                        <a:pt x="2804" y="0"/>
                      </a:moveTo>
                      <a:cubicBezTo>
                        <a:pt x="1607" y="0"/>
                        <a:pt x="1450" y="725"/>
                        <a:pt x="1009" y="3308"/>
                      </a:cubicBezTo>
                      <a:cubicBezTo>
                        <a:pt x="946" y="3749"/>
                        <a:pt x="851" y="4285"/>
                        <a:pt x="757" y="4883"/>
                      </a:cubicBezTo>
                      <a:lnTo>
                        <a:pt x="347" y="4883"/>
                      </a:lnTo>
                      <a:cubicBezTo>
                        <a:pt x="158" y="4883"/>
                        <a:pt x="0" y="5041"/>
                        <a:pt x="0" y="5230"/>
                      </a:cubicBezTo>
                      <a:cubicBezTo>
                        <a:pt x="0" y="5419"/>
                        <a:pt x="158" y="5576"/>
                        <a:pt x="347" y="5576"/>
                      </a:cubicBezTo>
                      <a:lnTo>
                        <a:pt x="5230" y="5576"/>
                      </a:lnTo>
                      <a:cubicBezTo>
                        <a:pt x="5419" y="5545"/>
                        <a:pt x="5577" y="5387"/>
                        <a:pt x="5577" y="5198"/>
                      </a:cubicBezTo>
                      <a:cubicBezTo>
                        <a:pt x="5577" y="5009"/>
                        <a:pt x="5419" y="4852"/>
                        <a:pt x="5230" y="4852"/>
                      </a:cubicBezTo>
                      <a:lnTo>
                        <a:pt x="4852" y="4852"/>
                      </a:lnTo>
                      <a:cubicBezTo>
                        <a:pt x="4726" y="4253"/>
                        <a:pt x="4632" y="3749"/>
                        <a:pt x="4569" y="3277"/>
                      </a:cubicBezTo>
                      <a:cubicBezTo>
                        <a:pt x="4128" y="756"/>
                        <a:pt x="3970" y="0"/>
                        <a:pt x="28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4" name="Google Shape;9470;p73">
                  <a:extLst>
                    <a:ext uri="{FF2B5EF4-FFF2-40B4-BE49-F238E27FC236}">
                      <a16:creationId xmlns:a16="http://schemas.microsoft.com/office/drawing/2014/main" id="{A1C0B796-F903-E2CD-1D5F-E60446A8788D}"/>
                    </a:ext>
                  </a:extLst>
                </p:cNvPr>
                <p:cNvSpPr/>
                <p:nvPr/>
              </p:nvSpPr>
              <p:spPr>
                <a:xfrm>
                  <a:off x="5200150" y="3617150"/>
                  <a:ext cx="693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73" extrusionOk="0">
                      <a:moveTo>
                        <a:pt x="1386" y="0"/>
                      </a:moveTo>
                      <a:cubicBezTo>
                        <a:pt x="630" y="0"/>
                        <a:pt x="0" y="630"/>
                        <a:pt x="0" y="1387"/>
                      </a:cubicBezTo>
                      <a:cubicBezTo>
                        <a:pt x="0" y="2111"/>
                        <a:pt x="630" y="2773"/>
                        <a:pt x="1386" y="2773"/>
                      </a:cubicBezTo>
                      <a:cubicBezTo>
                        <a:pt x="2143" y="2773"/>
                        <a:pt x="2773" y="2111"/>
                        <a:pt x="2773" y="1387"/>
                      </a:cubicBezTo>
                      <a:cubicBezTo>
                        <a:pt x="2773" y="630"/>
                        <a:pt x="2143" y="0"/>
                        <a:pt x="13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5" name="Google Shape;9471;p73">
                  <a:extLst>
                    <a:ext uri="{FF2B5EF4-FFF2-40B4-BE49-F238E27FC236}">
                      <a16:creationId xmlns:a16="http://schemas.microsoft.com/office/drawing/2014/main" id="{C3BAFDCF-90EA-8860-F823-024FA6EEB4F1}"/>
                    </a:ext>
                  </a:extLst>
                </p:cNvPr>
                <p:cNvSpPr/>
                <p:nvPr/>
              </p:nvSpPr>
              <p:spPr>
                <a:xfrm>
                  <a:off x="5009550" y="3617150"/>
                  <a:ext cx="685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73" extrusionOk="0">
                      <a:moveTo>
                        <a:pt x="1355" y="0"/>
                      </a:moveTo>
                      <a:cubicBezTo>
                        <a:pt x="599" y="0"/>
                        <a:pt x="0" y="630"/>
                        <a:pt x="0" y="1387"/>
                      </a:cubicBezTo>
                      <a:cubicBezTo>
                        <a:pt x="0" y="2143"/>
                        <a:pt x="599" y="2773"/>
                        <a:pt x="1355" y="2773"/>
                      </a:cubicBezTo>
                      <a:cubicBezTo>
                        <a:pt x="2111" y="2773"/>
                        <a:pt x="2741" y="2143"/>
                        <a:pt x="2741" y="1387"/>
                      </a:cubicBezTo>
                      <a:cubicBezTo>
                        <a:pt x="2741" y="630"/>
                        <a:pt x="2111" y="0"/>
                        <a:pt x="13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6" name="Google Shape;9472;p73">
                  <a:extLst>
                    <a:ext uri="{FF2B5EF4-FFF2-40B4-BE49-F238E27FC236}">
                      <a16:creationId xmlns:a16="http://schemas.microsoft.com/office/drawing/2014/main" id="{F703C58E-4DF3-42AD-DBAE-BF269AA1AC58}"/>
                    </a:ext>
                  </a:extLst>
                </p:cNvPr>
                <p:cNvSpPr/>
                <p:nvPr/>
              </p:nvSpPr>
              <p:spPr>
                <a:xfrm>
                  <a:off x="4991425" y="3686450"/>
                  <a:ext cx="10477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1" h="2081" extrusionOk="0">
                      <a:moveTo>
                        <a:pt x="568" y="1"/>
                      </a:moveTo>
                      <a:cubicBezTo>
                        <a:pt x="252" y="347"/>
                        <a:pt x="0" y="851"/>
                        <a:pt x="0" y="1356"/>
                      </a:cubicBezTo>
                      <a:lnTo>
                        <a:pt x="0" y="1734"/>
                      </a:lnTo>
                      <a:cubicBezTo>
                        <a:pt x="0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33" y="2080"/>
                        <a:pt x="4191" y="1923"/>
                        <a:pt x="4191" y="1734"/>
                      </a:cubicBezTo>
                      <a:lnTo>
                        <a:pt x="4191" y="1356"/>
                      </a:lnTo>
                      <a:cubicBezTo>
                        <a:pt x="4191" y="820"/>
                        <a:pt x="3970" y="347"/>
                        <a:pt x="3624" y="1"/>
                      </a:cubicBezTo>
                      <a:cubicBezTo>
                        <a:pt x="3245" y="410"/>
                        <a:pt x="2678" y="694"/>
                        <a:pt x="2080" y="694"/>
                      </a:cubicBezTo>
                      <a:cubicBezTo>
                        <a:pt x="1513" y="694"/>
                        <a:pt x="946" y="410"/>
                        <a:pt x="56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7" name="Google Shape;9473;p73">
                  <a:extLst>
                    <a:ext uri="{FF2B5EF4-FFF2-40B4-BE49-F238E27FC236}">
                      <a16:creationId xmlns:a16="http://schemas.microsoft.com/office/drawing/2014/main" id="{447A0F95-F988-D0A0-8EA3-3D58AECB06F2}"/>
                    </a:ext>
                  </a:extLst>
                </p:cNvPr>
                <p:cNvSpPr/>
                <p:nvPr/>
              </p:nvSpPr>
              <p:spPr>
                <a:xfrm>
                  <a:off x="5183600" y="3686450"/>
                  <a:ext cx="1040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081" extrusionOk="0">
                      <a:moveTo>
                        <a:pt x="536" y="1"/>
                      </a:moveTo>
                      <a:cubicBezTo>
                        <a:pt x="221" y="347"/>
                        <a:pt x="1" y="851"/>
                        <a:pt x="1" y="1356"/>
                      </a:cubicBezTo>
                      <a:lnTo>
                        <a:pt x="1" y="1702"/>
                      </a:lnTo>
                      <a:cubicBezTo>
                        <a:pt x="1" y="1923"/>
                        <a:pt x="158" y="2080"/>
                        <a:pt x="347" y="2080"/>
                      </a:cubicBezTo>
                      <a:lnTo>
                        <a:pt x="3813" y="2080"/>
                      </a:lnTo>
                      <a:cubicBezTo>
                        <a:pt x="4002" y="2080"/>
                        <a:pt x="4159" y="1923"/>
                        <a:pt x="4159" y="1702"/>
                      </a:cubicBezTo>
                      <a:lnTo>
                        <a:pt x="4159" y="1356"/>
                      </a:lnTo>
                      <a:cubicBezTo>
                        <a:pt x="4159" y="820"/>
                        <a:pt x="3970" y="347"/>
                        <a:pt x="3624" y="1"/>
                      </a:cubicBezTo>
                      <a:cubicBezTo>
                        <a:pt x="3214" y="410"/>
                        <a:pt x="2679" y="694"/>
                        <a:pt x="2080" y="694"/>
                      </a:cubicBezTo>
                      <a:cubicBezTo>
                        <a:pt x="1450" y="694"/>
                        <a:pt x="946" y="410"/>
                        <a:pt x="53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8" name="Google Shape;9474;p73">
                  <a:extLst>
                    <a:ext uri="{FF2B5EF4-FFF2-40B4-BE49-F238E27FC236}">
                      <a16:creationId xmlns:a16="http://schemas.microsoft.com/office/drawing/2014/main" id="{5CED08A7-3C4C-D188-9420-82A5C7771187}"/>
                    </a:ext>
                  </a:extLst>
                </p:cNvPr>
                <p:cNvSpPr/>
                <p:nvPr/>
              </p:nvSpPr>
              <p:spPr>
                <a:xfrm>
                  <a:off x="5187550" y="3755775"/>
                  <a:ext cx="10005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2112" extrusionOk="0">
                      <a:moveTo>
                        <a:pt x="0" y="0"/>
                      </a:moveTo>
                      <a:cubicBezTo>
                        <a:pt x="189" y="567"/>
                        <a:pt x="315" y="1229"/>
                        <a:pt x="473" y="2111"/>
                      </a:cubicBezTo>
                      <a:lnTo>
                        <a:pt x="3655" y="2111"/>
                      </a:lnTo>
                      <a:cubicBezTo>
                        <a:pt x="3844" y="2111"/>
                        <a:pt x="4001" y="1954"/>
                        <a:pt x="4001" y="1733"/>
                      </a:cubicBezTo>
                      <a:lnTo>
                        <a:pt x="4001" y="378"/>
                      </a:lnTo>
                      <a:cubicBezTo>
                        <a:pt x="3970" y="158"/>
                        <a:pt x="3844" y="0"/>
                        <a:pt x="365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9" name="Google Shape;9475;p73">
                  <a:extLst>
                    <a:ext uri="{FF2B5EF4-FFF2-40B4-BE49-F238E27FC236}">
                      <a16:creationId xmlns:a16="http://schemas.microsoft.com/office/drawing/2014/main" id="{0908F6F4-4246-4B67-D2AB-EC1090E59764}"/>
                    </a:ext>
                  </a:extLst>
                </p:cNvPr>
                <p:cNvSpPr/>
                <p:nvPr/>
              </p:nvSpPr>
              <p:spPr>
                <a:xfrm>
                  <a:off x="4991425" y="3755775"/>
                  <a:ext cx="100850" cy="52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4" h="2080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54"/>
                        <a:pt x="158" y="2080"/>
                        <a:pt x="347" y="2080"/>
                      </a:cubicBezTo>
                      <a:lnTo>
                        <a:pt x="3561" y="2080"/>
                      </a:lnTo>
                      <a:cubicBezTo>
                        <a:pt x="3718" y="1229"/>
                        <a:pt x="3813" y="567"/>
                        <a:pt x="40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3" name="Google Shape;9476;p73">
                <a:extLst>
                  <a:ext uri="{FF2B5EF4-FFF2-40B4-BE49-F238E27FC236}">
                    <a16:creationId xmlns:a16="http://schemas.microsoft.com/office/drawing/2014/main" id="{FF6104C2-A367-8005-02BF-2AFF6A8EF15B}"/>
                  </a:ext>
                </a:extLst>
              </p:cNvPr>
              <p:cNvGrpSpPr/>
              <p:nvPr/>
            </p:nvGrpSpPr>
            <p:grpSpPr>
              <a:xfrm>
                <a:off x="8489677" y="4985299"/>
                <a:ext cx="279612" cy="499303"/>
                <a:chOff x="5056800" y="3962900"/>
                <a:chExt cx="165425" cy="295400"/>
              </a:xfrm>
              <a:grpFill/>
            </p:grpSpPr>
            <p:sp>
              <p:nvSpPr>
                <p:cNvPr id="17530" name="Google Shape;9477;p73">
                  <a:extLst>
                    <a:ext uri="{FF2B5EF4-FFF2-40B4-BE49-F238E27FC236}">
                      <a16:creationId xmlns:a16="http://schemas.microsoft.com/office/drawing/2014/main" id="{688AF427-559B-E661-E9C7-D1CA13233767}"/>
                    </a:ext>
                  </a:extLst>
                </p:cNvPr>
                <p:cNvSpPr/>
                <p:nvPr/>
              </p:nvSpPr>
              <p:spPr>
                <a:xfrm>
                  <a:off x="5155250" y="4042450"/>
                  <a:ext cx="66975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4192" extrusionOk="0">
                      <a:moveTo>
                        <a:pt x="0" y="1"/>
                      </a:moveTo>
                      <a:lnTo>
                        <a:pt x="505" y="3467"/>
                      </a:lnTo>
                      <a:lnTo>
                        <a:pt x="1103" y="4065"/>
                      </a:lnTo>
                      <a:cubicBezTo>
                        <a:pt x="1166" y="4128"/>
                        <a:pt x="1261" y="4191"/>
                        <a:pt x="1324" y="4191"/>
                      </a:cubicBezTo>
                      <a:lnTo>
                        <a:pt x="2300" y="4191"/>
                      </a:lnTo>
                      <a:cubicBezTo>
                        <a:pt x="2521" y="4191"/>
                        <a:pt x="2678" y="4034"/>
                        <a:pt x="2678" y="3813"/>
                      </a:cubicBezTo>
                      <a:lnTo>
                        <a:pt x="2678" y="2805"/>
                      </a:lnTo>
                      <a:cubicBezTo>
                        <a:pt x="2678" y="2710"/>
                        <a:pt x="2615" y="2616"/>
                        <a:pt x="2552" y="2553"/>
                      </a:cubicBezTo>
                      <a:lnTo>
                        <a:pt x="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1" name="Google Shape;9478;p73">
                  <a:extLst>
                    <a:ext uri="{FF2B5EF4-FFF2-40B4-BE49-F238E27FC236}">
                      <a16:creationId xmlns:a16="http://schemas.microsoft.com/office/drawing/2014/main" id="{593E3FDA-AA80-3250-DF9A-3537C40B5209}"/>
                    </a:ext>
                  </a:extLst>
                </p:cNvPr>
                <p:cNvSpPr/>
                <p:nvPr/>
              </p:nvSpPr>
              <p:spPr>
                <a:xfrm>
                  <a:off x="5065450" y="3962900"/>
                  <a:ext cx="8825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0" h="2081" extrusionOk="0">
                      <a:moveTo>
                        <a:pt x="347" y="1"/>
                      </a:moveTo>
                      <a:cubicBezTo>
                        <a:pt x="221" y="1"/>
                        <a:pt x="158" y="33"/>
                        <a:pt x="64" y="159"/>
                      </a:cubicBezTo>
                      <a:cubicBezTo>
                        <a:pt x="1" y="222"/>
                        <a:pt x="1" y="348"/>
                        <a:pt x="32" y="474"/>
                      </a:cubicBezTo>
                      <a:lnTo>
                        <a:pt x="568" y="2080"/>
                      </a:lnTo>
                      <a:lnTo>
                        <a:pt x="2931" y="2080"/>
                      </a:lnTo>
                      <a:lnTo>
                        <a:pt x="3498" y="474"/>
                      </a:lnTo>
                      <a:cubicBezTo>
                        <a:pt x="3529" y="348"/>
                        <a:pt x="3498" y="222"/>
                        <a:pt x="3466" y="159"/>
                      </a:cubicBezTo>
                      <a:cubicBezTo>
                        <a:pt x="3340" y="64"/>
                        <a:pt x="3214" y="1"/>
                        <a:pt x="31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32" name="Google Shape;9479;p73">
                  <a:extLst>
                    <a:ext uri="{FF2B5EF4-FFF2-40B4-BE49-F238E27FC236}">
                      <a16:creationId xmlns:a16="http://schemas.microsoft.com/office/drawing/2014/main" id="{A46D2A10-89D4-150E-65D3-371AF4E221AD}"/>
                    </a:ext>
                  </a:extLst>
                </p:cNvPr>
                <p:cNvSpPr/>
                <p:nvPr/>
              </p:nvSpPr>
              <p:spPr>
                <a:xfrm>
                  <a:off x="5056800" y="4032225"/>
                  <a:ext cx="104000" cy="22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9043" extrusionOk="0">
                      <a:moveTo>
                        <a:pt x="977" y="0"/>
                      </a:moveTo>
                      <a:lnTo>
                        <a:pt x="0" y="6553"/>
                      </a:lnTo>
                      <a:cubicBezTo>
                        <a:pt x="0" y="6648"/>
                        <a:pt x="0" y="6742"/>
                        <a:pt x="63" y="6837"/>
                      </a:cubicBezTo>
                      <a:lnTo>
                        <a:pt x="1796" y="8916"/>
                      </a:lnTo>
                      <a:cubicBezTo>
                        <a:pt x="1859" y="9011"/>
                        <a:pt x="1954" y="9042"/>
                        <a:pt x="2080" y="9042"/>
                      </a:cubicBezTo>
                      <a:cubicBezTo>
                        <a:pt x="2174" y="9042"/>
                        <a:pt x="2269" y="9011"/>
                        <a:pt x="2332" y="8916"/>
                      </a:cubicBezTo>
                      <a:lnTo>
                        <a:pt x="4065" y="6837"/>
                      </a:lnTo>
                      <a:cubicBezTo>
                        <a:pt x="4159" y="6742"/>
                        <a:pt x="4159" y="6679"/>
                        <a:pt x="4159" y="6553"/>
                      </a:cubicBezTo>
                      <a:lnTo>
                        <a:pt x="3182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4" name="Google Shape;9480;p73">
                <a:extLst>
                  <a:ext uri="{FF2B5EF4-FFF2-40B4-BE49-F238E27FC236}">
                    <a16:creationId xmlns:a16="http://schemas.microsoft.com/office/drawing/2014/main" id="{8D5600BF-DB30-E42D-278A-BB94544FEE08}"/>
                  </a:ext>
                </a:extLst>
              </p:cNvPr>
              <p:cNvGrpSpPr/>
              <p:nvPr/>
            </p:nvGrpSpPr>
            <p:grpSpPr>
              <a:xfrm>
                <a:off x="10279035" y="4985321"/>
                <a:ext cx="501923" cy="499261"/>
                <a:chOff x="6168925" y="3936925"/>
                <a:chExt cx="296950" cy="295375"/>
              </a:xfrm>
              <a:grpFill/>
            </p:grpSpPr>
            <p:sp>
              <p:nvSpPr>
                <p:cNvPr id="17524" name="Google Shape;9481;p73">
                  <a:extLst>
                    <a:ext uri="{FF2B5EF4-FFF2-40B4-BE49-F238E27FC236}">
                      <a16:creationId xmlns:a16="http://schemas.microsoft.com/office/drawing/2014/main" id="{65260F20-2E42-F47D-4AE8-4FDD93D748B3}"/>
                    </a:ext>
                  </a:extLst>
                </p:cNvPr>
                <p:cNvSpPr/>
                <p:nvPr/>
              </p:nvSpPr>
              <p:spPr>
                <a:xfrm>
                  <a:off x="6220900" y="4164550"/>
                  <a:ext cx="18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cubicBezTo>
                        <a:pt x="568" y="725"/>
                        <a:pt x="725" y="567"/>
                        <a:pt x="725" y="347"/>
                      </a:cubicBez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5" name="Google Shape;9482;p73">
                  <a:extLst>
                    <a:ext uri="{FF2B5EF4-FFF2-40B4-BE49-F238E27FC236}">
                      <a16:creationId xmlns:a16="http://schemas.microsoft.com/office/drawing/2014/main" id="{A0E1C9B5-0197-54AC-39AE-095DF44FEC66}"/>
                    </a:ext>
                  </a:extLst>
                </p:cNvPr>
                <p:cNvSpPr/>
                <p:nvPr/>
              </p:nvSpPr>
              <p:spPr>
                <a:xfrm>
                  <a:off x="6168925" y="3972375"/>
                  <a:ext cx="227650" cy="259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06" h="10397" extrusionOk="0">
                      <a:moveTo>
                        <a:pt x="3115" y="2135"/>
                      </a:moveTo>
                      <a:cubicBezTo>
                        <a:pt x="3206" y="2135"/>
                        <a:pt x="3293" y="2158"/>
                        <a:pt x="3340" y="2205"/>
                      </a:cubicBezTo>
                      <a:cubicBezTo>
                        <a:pt x="3466" y="2331"/>
                        <a:pt x="3466" y="2583"/>
                        <a:pt x="3340" y="2678"/>
                      </a:cubicBezTo>
                      <a:lnTo>
                        <a:pt x="2930" y="3119"/>
                      </a:lnTo>
                      <a:lnTo>
                        <a:pt x="3340" y="3560"/>
                      </a:lnTo>
                      <a:cubicBezTo>
                        <a:pt x="3466" y="3686"/>
                        <a:pt x="3466" y="3907"/>
                        <a:pt x="3340" y="4033"/>
                      </a:cubicBezTo>
                      <a:cubicBezTo>
                        <a:pt x="3293" y="4096"/>
                        <a:pt x="3206" y="4127"/>
                        <a:pt x="3115" y="4127"/>
                      </a:cubicBezTo>
                      <a:cubicBezTo>
                        <a:pt x="3025" y="4127"/>
                        <a:pt x="2930" y="4096"/>
                        <a:pt x="2867" y="4033"/>
                      </a:cubicBezTo>
                      <a:lnTo>
                        <a:pt x="2458" y="3592"/>
                      </a:lnTo>
                      <a:lnTo>
                        <a:pt x="2017" y="4033"/>
                      </a:lnTo>
                      <a:cubicBezTo>
                        <a:pt x="1954" y="4096"/>
                        <a:pt x="1867" y="4127"/>
                        <a:pt x="1780" y="4127"/>
                      </a:cubicBezTo>
                      <a:cubicBezTo>
                        <a:pt x="1694" y="4127"/>
                        <a:pt x="1607" y="4096"/>
                        <a:pt x="1544" y="4033"/>
                      </a:cubicBezTo>
                      <a:cubicBezTo>
                        <a:pt x="1418" y="3907"/>
                        <a:pt x="1418" y="3686"/>
                        <a:pt x="1544" y="3560"/>
                      </a:cubicBezTo>
                      <a:lnTo>
                        <a:pt x="1985" y="3119"/>
                      </a:lnTo>
                      <a:lnTo>
                        <a:pt x="1544" y="2678"/>
                      </a:lnTo>
                      <a:cubicBezTo>
                        <a:pt x="1418" y="2583"/>
                        <a:pt x="1418" y="2331"/>
                        <a:pt x="1544" y="2205"/>
                      </a:cubicBezTo>
                      <a:cubicBezTo>
                        <a:pt x="1591" y="2158"/>
                        <a:pt x="1678" y="2135"/>
                        <a:pt x="1769" y="2135"/>
                      </a:cubicBezTo>
                      <a:cubicBezTo>
                        <a:pt x="1859" y="2135"/>
                        <a:pt x="1954" y="2158"/>
                        <a:pt x="2017" y="2205"/>
                      </a:cubicBezTo>
                      <a:lnTo>
                        <a:pt x="2458" y="2646"/>
                      </a:lnTo>
                      <a:lnTo>
                        <a:pt x="2867" y="2205"/>
                      </a:lnTo>
                      <a:cubicBezTo>
                        <a:pt x="2930" y="2158"/>
                        <a:pt x="3025" y="2135"/>
                        <a:pt x="3115" y="2135"/>
                      </a:cubicBezTo>
                      <a:close/>
                      <a:moveTo>
                        <a:pt x="6727" y="2079"/>
                      </a:moveTo>
                      <a:cubicBezTo>
                        <a:pt x="6813" y="2079"/>
                        <a:pt x="6900" y="2111"/>
                        <a:pt x="6963" y="2174"/>
                      </a:cubicBezTo>
                      <a:lnTo>
                        <a:pt x="7688" y="2898"/>
                      </a:lnTo>
                      <a:cubicBezTo>
                        <a:pt x="7719" y="2993"/>
                        <a:pt x="7719" y="3245"/>
                        <a:pt x="7593" y="3371"/>
                      </a:cubicBezTo>
                      <a:cubicBezTo>
                        <a:pt x="7546" y="3418"/>
                        <a:pt x="7459" y="3442"/>
                        <a:pt x="7369" y="3442"/>
                      </a:cubicBezTo>
                      <a:cubicBezTo>
                        <a:pt x="7278" y="3442"/>
                        <a:pt x="7183" y="3418"/>
                        <a:pt x="7120" y="3371"/>
                      </a:cubicBezTo>
                      <a:lnTo>
                        <a:pt x="7026" y="3245"/>
                      </a:lnTo>
                      <a:lnTo>
                        <a:pt x="7026" y="4505"/>
                      </a:lnTo>
                      <a:cubicBezTo>
                        <a:pt x="7026" y="5104"/>
                        <a:pt x="6553" y="5513"/>
                        <a:pt x="5986" y="5513"/>
                      </a:cubicBezTo>
                      <a:lnTo>
                        <a:pt x="3151" y="5513"/>
                      </a:lnTo>
                      <a:cubicBezTo>
                        <a:pt x="2962" y="5513"/>
                        <a:pt x="2804" y="5671"/>
                        <a:pt x="2804" y="5891"/>
                      </a:cubicBezTo>
                      <a:lnTo>
                        <a:pt x="2804" y="7026"/>
                      </a:lnTo>
                      <a:cubicBezTo>
                        <a:pt x="3182" y="7183"/>
                        <a:pt x="3497" y="7530"/>
                        <a:pt x="3497" y="8002"/>
                      </a:cubicBezTo>
                      <a:cubicBezTo>
                        <a:pt x="3497" y="8601"/>
                        <a:pt x="3025" y="9042"/>
                        <a:pt x="2489" y="9042"/>
                      </a:cubicBezTo>
                      <a:cubicBezTo>
                        <a:pt x="1922" y="9042"/>
                        <a:pt x="1450" y="8569"/>
                        <a:pt x="1450" y="8002"/>
                      </a:cubicBezTo>
                      <a:cubicBezTo>
                        <a:pt x="1450" y="7561"/>
                        <a:pt x="1733" y="7183"/>
                        <a:pt x="2174" y="7026"/>
                      </a:cubicBezTo>
                      <a:lnTo>
                        <a:pt x="2174" y="5891"/>
                      </a:lnTo>
                      <a:cubicBezTo>
                        <a:pt x="2174" y="5293"/>
                        <a:pt x="2647" y="4852"/>
                        <a:pt x="3182" y="4852"/>
                      </a:cubicBezTo>
                      <a:lnTo>
                        <a:pt x="6018" y="4852"/>
                      </a:lnTo>
                      <a:cubicBezTo>
                        <a:pt x="6207" y="4852"/>
                        <a:pt x="6364" y="4694"/>
                        <a:pt x="6364" y="4505"/>
                      </a:cubicBezTo>
                      <a:lnTo>
                        <a:pt x="6364" y="3245"/>
                      </a:lnTo>
                      <a:lnTo>
                        <a:pt x="6270" y="3371"/>
                      </a:lnTo>
                      <a:cubicBezTo>
                        <a:pt x="6207" y="3418"/>
                        <a:pt x="6120" y="3442"/>
                        <a:pt x="6034" y="3442"/>
                      </a:cubicBezTo>
                      <a:cubicBezTo>
                        <a:pt x="5947" y="3442"/>
                        <a:pt x="5860" y="3418"/>
                        <a:pt x="5797" y="3371"/>
                      </a:cubicBezTo>
                      <a:cubicBezTo>
                        <a:pt x="5671" y="3245"/>
                        <a:pt x="5671" y="2993"/>
                        <a:pt x="5797" y="2898"/>
                      </a:cubicBezTo>
                      <a:lnTo>
                        <a:pt x="6490" y="2174"/>
                      </a:lnTo>
                      <a:cubicBezTo>
                        <a:pt x="6553" y="2111"/>
                        <a:pt x="6640" y="2079"/>
                        <a:pt x="6727" y="2079"/>
                      </a:cubicBezTo>
                      <a:close/>
                      <a:moveTo>
                        <a:pt x="7369" y="7057"/>
                      </a:moveTo>
                      <a:cubicBezTo>
                        <a:pt x="7459" y="7057"/>
                        <a:pt x="7546" y="7089"/>
                        <a:pt x="7593" y="7152"/>
                      </a:cubicBezTo>
                      <a:cubicBezTo>
                        <a:pt x="7719" y="7246"/>
                        <a:pt x="7719" y="7498"/>
                        <a:pt x="7593" y="7624"/>
                      </a:cubicBezTo>
                      <a:lnTo>
                        <a:pt x="7183" y="8034"/>
                      </a:lnTo>
                      <a:lnTo>
                        <a:pt x="7593" y="8475"/>
                      </a:lnTo>
                      <a:cubicBezTo>
                        <a:pt x="7719" y="8601"/>
                        <a:pt x="7719" y="8821"/>
                        <a:pt x="7593" y="8947"/>
                      </a:cubicBezTo>
                      <a:cubicBezTo>
                        <a:pt x="7546" y="9010"/>
                        <a:pt x="7459" y="9042"/>
                        <a:pt x="7369" y="9042"/>
                      </a:cubicBezTo>
                      <a:cubicBezTo>
                        <a:pt x="7278" y="9042"/>
                        <a:pt x="7183" y="9010"/>
                        <a:pt x="7120" y="8947"/>
                      </a:cubicBezTo>
                      <a:lnTo>
                        <a:pt x="6711" y="8506"/>
                      </a:lnTo>
                      <a:lnTo>
                        <a:pt x="6270" y="8947"/>
                      </a:lnTo>
                      <a:cubicBezTo>
                        <a:pt x="6207" y="9010"/>
                        <a:pt x="6120" y="9042"/>
                        <a:pt x="6034" y="9042"/>
                      </a:cubicBezTo>
                      <a:cubicBezTo>
                        <a:pt x="5947" y="9042"/>
                        <a:pt x="5860" y="9010"/>
                        <a:pt x="5797" y="8947"/>
                      </a:cubicBezTo>
                      <a:cubicBezTo>
                        <a:pt x="5671" y="8821"/>
                        <a:pt x="5671" y="8601"/>
                        <a:pt x="5797" y="8475"/>
                      </a:cubicBezTo>
                      <a:lnTo>
                        <a:pt x="6207" y="8034"/>
                      </a:lnTo>
                      <a:lnTo>
                        <a:pt x="5797" y="7624"/>
                      </a:lnTo>
                      <a:cubicBezTo>
                        <a:pt x="5671" y="7498"/>
                        <a:pt x="5671" y="7246"/>
                        <a:pt x="5797" y="7152"/>
                      </a:cubicBezTo>
                      <a:cubicBezTo>
                        <a:pt x="5845" y="7089"/>
                        <a:pt x="5931" y="7057"/>
                        <a:pt x="6022" y="7057"/>
                      </a:cubicBezTo>
                      <a:cubicBezTo>
                        <a:pt x="6112" y="7057"/>
                        <a:pt x="6207" y="7089"/>
                        <a:pt x="6270" y="7152"/>
                      </a:cubicBezTo>
                      <a:lnTo>
                        <a:pt x="6711" y="7561"/>
                      </a:lnTo>
                      <a:lnTo>
                        <a:pt x="7120" y="7152"/>
                      </a:lnTo>
                      <a:cubicBezTo>
                        <a:pt x="7183" y="7089"/>
                        <a:pt x="7278" y="7057"/>
                        <a:pt x="7369" y="7057"/>
                      </a:cubicBezTo>
                      <a:close/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9388"/>
                      </a:lnTo>
                      <a:cubicBezTo>
                        <a:pt x="0" y="9987"/>
                        <a:pt x="473" y="10397"/>
                        <a:pt x="1040" y="10397"/>
                      </a:cubicBezTo>
                      <a:lnTo>
                        <a:pt x="8003" y="10397"/>
                      </a:lnTo>
                      <a:cubicBezTo>
                        <a:pt x="8601" y="10397"/>
                        <a:pt x="9011" y="9924"/>
                        <a:pt x="9011" y="9388"/>
                      </a:cubicBezTo>
                      <a:lnTo>
                        <a:pt x="9011" y="1040"/>
                      </a:lnTo>
                      <a:cubicBezTo>
                        <a:pt x="9105" y="473"/>
                        <a:pt x="8633" y="0"/>
                        <a:pt x="8034" y="0"/>
                      </a:cubicBezTo>
                      <a:lnTo>
                        <a:pt x="7341" y="0"/>
                      </a:lnTo>
                      <a:cubicBezTo>
                        <a:pt x="7341" y="756"/>
                        <a:pt x="6711" y="1386"/>
                        <a:pt x="5955" y="1386"/>
                      </a:cubicBezTo>
                      <a:lnTo>
                        <a:pt x="3119" y="1386"/>
                      </a:lnTo>
                      <a:cubicBezTo>
                        <a:pt x="2363" y="1386"/>
                        <a:pt x="1733" y="756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6" name="Google Shape;9483;p73">
                  <a:extLst>
                    <a:ext uri="{FF2B5EF4-FFF2-40B4-BE49-F238E27FC236}">
                      <a16:creationId xmlns:a16="http://schemas.microsoft.com/office/drawing/2014/main" id="{B77F4A19-49C5-4AD5-707A-C786BEC553E5}"/>
                    </a:ext>
                  </a:extLst>
                </p:cNvPr>
                <p:cNvSpPr/>
                <p:nvPr/>
              </p:nvSpPr>
              <p:spPr>
                <a:xfrm>
                  <a:off x="6228775" y="3936925"/>
                  <a:ext cx="106350" cy="5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143" extrusionOk="0">
                      <a:moveTo>
                        <a:pt x="2143" y="0"/>
                      </a:moveTo>
                      <a:cubicBezTo>
                        <a:pt x="1860" y="0"/>
                        <a:pt x="1576" y="221"/>
                        <a:pt x="1450" y="473"/>
                      </a:cubicBezTo>
                      <a:lnTo>
                        <a:pt x="1387" y="725"/>
                      </a:lnTo>
                      <a:lnTo>
                        <a:pt x="725" y="725"/>
                      </a:lnTo>
                      <a:cubicBezTo>
                        <a:pt x="316" y="725"/>
                        <a:pt x="1" y="1040"/>
                        <a:pt x="1" y="1418"/>
                      </a:cubicBezTo>
                      <a:cubicBezTo>
                        <a:pt x="1" y="1828"/>
                        <a:pt x="316" y="2143"/>
                        <a:pt x="725" y="2143"/>
                      </a:cubicBezTo>
                      <a:lnTo>
                        <a:pt x="3561" y="2143"/>
                      </a:lnTo>
                      <a:cubicBezTo>
                        <a:pt x="3939" y="2143"/>
                        <a:pt x="4254" y="1828"/>
                        <a:pt x="4254" y="1418"/>
                      </a:cubicBezTo>
                      <a:cubicBezTo>
                        <a:pt x="4254" y="1040"/>
                        <a:pt x="3939" y="725"/>
                        <a:pt x="3561" y="725"/>
                      </a:cubicBezTo>
                      <a:lnTo>
                        <a:pt x="2868" y="725"/>
                      </a:lnTo>
                      <a:lnTo>
                        <a:pt x="2805" y="473"/>
                      </a:lnTo>
                      <a:cubicBezTo>
                        <a:pt x="2710" y="221"/>
                        <a:pt x="2458" y="0"/>
                        <a:pt x="21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7" name="Google Shape;9484;p73">
                  <a:extLst>
                    <a:ext uri="{FF2B5EF4-FFF2-40B4-BE49-F238E27FC236}">
                      <a16:creationId xmlns:a16="http://schemas.microsoft.com/office/drawing/2014/main" id="{582176A7-AEEB-A44B-3FF7-3210D446C8C2}"/>
                    </a:ext>
                  </a:extLst>
                </p:cNvPr>
                <p:cNvSpPr/>
                <p:nvPr/>
              </p:nvSpPr>
              <p:spPr>
                <a:xfrm>
                  <a:off x="6412300" y="4059000"/>
                  <a:ext cx="52000" cy="105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223" extrusionOk="0">
                      <a:moveTo>
                        <a:pt x="0" y="1"/>
                      </a:moveTo>
                      <a:lnTo>
                        <a:pt x="0" y="4222"/>
                      </a:lnTo>
                      <a:lnTo>
                        <a:pt x="32" y="4222"/>
                      </a:lnTo>
                      <a:cubicBezTo>
                        <a:pt x="315" y="4002"/>
                        <a:pt x="662" y="3876"/>
                        <a:pt x="1072" y="3876"/>
                      </a:cubicBezTo>
                      <a:cubicBezTo>
                        <a:pt x="1450" y="3876"/>
                        <a:pt x="1796" y="4002"/>
                        <a:pt x="2080" y="4222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8" name="Google Shape;9485;p73">
                  <a:extLst>
                    <a:ext uri="{FF2B5EF4-FFF2-40B4-BE49-F238E27FC236}">
                      <a16:creationId xmlns:a16="http://schemas.microsoft.com/office/drawing/2014/main" id="{CD4C2751-EBCA-9A2F-5644-5E492CF532AB}"/>
                    </a:ext>
                  </a:extLst>
                </p:cNvPr>
                <p:cNvSpPr/>
                <p:nvPr/>
              </p:nvSpPr>
              <p:spPr>
                <a:xfrm>
                  <a:off x="6413875" y="4007025"/>
                  <a:ext cx="52000" cy="34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1387" extrusionOk="0">
                      <a:moveTo>
                        <a:pt x="1040" y="0"/>
                      </a:moveTo>
                      <a:cubicBezTo>
                        <a:pt x="441" y="0"/>
                        <a:pt x="0" y="473"/>
                        <a:pt x="0" y="1040"/>
                      </a:cubicBezTo>
                      <a:lnTo>
                        <a:pt x="0" y="1386"/>
                      </a:lnTo>
                      <a:lnTo>
                        <a:pt x="2080" y="1386"/>
                      </a:lnTo>
                      <a:lnTo>
                        <a:pt x="2080" y="1040"/>
                      </a:lnTo>
                      <a:cubicBezTo>
                        <a:pt x="2048" y="473"/>
                        <a:pt x="1576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9" name="Google Shape;9486;p73">
                  <a:extLst>
                    <a:ext uri="{FF2B5EF4-FFF2-40B4-BE49-F238E27FC236}">
                      <a16:creationId xmlns:a16="http://schemas.microsoft.com/office/drawing/2014/main" id="{05717B48-6B56-6992-F7A8-08F6BEEB34AB}"/>
                    </a:ext>
                  </a:extLst>
                </p:cNvPr>
                <p:cNvSpPr/>
                <p:nvPr/>
              </p:nvSpPr>
              <p:spPr>
                <a:xfrm>
                  <a:off x="6417800" y="4173200"/>
                  <a:ext cx="43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34" h="1734" extrusionOk="0">
                      <a:moveTo>
                        <a:pt x="883" y="1"/>
                      </a:moveTo>
                      <a:cubicBezTo>
                        <a:pt x="537" y="1"/>
                        <a:pt x="190" y="221"/>
                        <a:pt x="1" y="442"/>
                      </a:cubicBezTo>
                      <a:lnTo>
                        <a:pt x="568" y="1545"/>
                      </a:lnTo>
                      <a:cubicBezTo>
                        <a:pt x="600" y="1671"/>
                        <a:pt x="757" y="1734"/>
                        <a:pt x="883" y="1734"/>
                      </a:cubicBezTo>
                      <a:cubicBezTo>
                        <a:pt x="978" y="1734"/>
                        <a:pt x="1104" y="1671"/>
                        <a:pt x="1198" y="1545"/>
                      </a:cubicBezTo>
                      <a:lnTo>
                        <a:pt x="1734" y="442"/>
                      </a:lnTo>
                      <a:cubicBezTo>
                        <a:pt x="1545" y="158"/>
                        <a:pt x="1230" y="1"/>
                        <a:pt x="88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5" name="Google Shape;9487;p73">
                <a:extLst>
                  <a:ext uri="{FF2B5EF4-FFF2-40B4-BE49-F238E27FC236}">
                    <a16:creationId xmlns:a16="http://schemas.microsoft.com/office/drawing/2014/main" id="{9F44E99C-D019-D8B6-E4B4-E09107D9B320}"/>
                  </a:ext>
                </a:extLst>
              </p:cNvPr>
              <p:cNvGrpSpPr/>
              <p:nvPr/>
            </p:nvGrpSpPr>
            <p:grpSpPr>
              <a:xfrm>
                <a:off x="2672075" y="3748558"/>
                <a:ext cx="497908" cy="499261"/>
                <a:chOff x="1674750" y="3254050"/>
                <a:chExt cx="294575" cy="295375"/>
              </a:xfrm>
              <a:grpFill/>
            </p:grpSpPr>
            <p:sp>
              <p:nvSpPr>
                <p:cNvPr id="17521" name="Google Shape;9488;p73">
                  <a:extLst>
                    <a:ext uri="{FF2B5EF4-FFF2-40B4-BE49-F238E27FC236}">
                      <a16:creationId xmlns:a16="http://schemas.microsoft.com/office/drawing/2014/main" id="{C57E509E-4496-A7FF-25E6-B183A4F7F4DE}"/>
                    </a:ext>
                  </a:extLst>
                </p:cNvPr>
                <p:cNvSpPr/>
                <p:nvPr/>
              </p:nvSpPr>
              <p:spPr>
                <a:xfrm>
                  <a:off x="1691275" y="3351700"/>
                  <a:ext cx="278050" cy="19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122" h="7909" extrusionOk="0">
                      <a:moveTo>
                        <a:pt x="10535" y="0"/>
                      </a:moveTo>
                      <a:cubicBezTo>
                        <a:pt x="10489" y="0"/>
                        <a:pt x="10442" y="10"/>
                        <a:pt x="10397" y="33"/>
                      </a:cubicBezTo>
                      <a:cubicBezTo>
                        <a:pt x="10208" y="64"/>
                        <a:pt x="10114" y="253"/>
                        <a:pt x="10177" y="474"/>
                      </a:cubicBezTo>
                      <a:cubicBezTo>
                        <a:pt x="10334" y="978"/>
                        <a:pt x="10429" y="1482"/>
                        <a:pt x="10429" y="1986"/>
                      </a:cubicBezTo>
                      <a:cubicBezTo>
                        <a:pt x="10429" y="4885"/>
                        <a:pt x="8066" y="7247"/>
                        <a:pt x="5199" y="7247"/>
                      </a:cubicBezTo>
                      <a:cubicBezTo>
                        <a:pt x="3561" y="7247"/>
                        <a:pt x="2017" y="6397"/>
                        <a:pt x="1072" y="5137"/>
                      </a:cubicBezTo>
                      <a:lnTo>
                        <a:pt x="1733" y="5137"/>
                      </a:lnTo>
                      <a:cubicBezTo>
                        <a:pt x="1922" y="5137"/>
                        <a:pt x="2080" y="4979"/>
                        <a:pt x="2080" y="4790"/>
                      </a:cubicBezTo>
                      <a:cubicBezTo>
                        <a:pt x="2080" y="4601"/>
                        <a:pt x="1922" y="4443"/>
                        <a:pt x="1733" y="4443"/>
                      </a:cubicBezTo>
                      <a:lnTo>
                        <a:pt x="347" y="4443"/>
                      </a:lnTo>
                      <a:cubicBezTo>
                        <a:pt x="158" y="4443"/>
                        <a:pt x="1" y="4601"/>
                        <a:pt x="1" y="4790"/>
                      </a:cubicBezTo>
                      <a:lnTo>
                        <a:pt x="1" y="6176"/>
                      </a:lnTo>
                      <a:cubicBezTo>
                        <a:pt x="1" y="6365"/>
                        <a:pt x="158" y="6523"/>
                        <a:pt x="347" y="6523"/>
                      </a:cubicBezTo>
                      <a:cubicBezTo>
                        <a:pt x="536" y="6523"/>
                        <a:pt x="694" y="6365"/>
                        <a:pt x="694" y="6176"/>
                      </a:cubicBezTo>
                      <a:lnTo>
                        <a:pt x="694" y="5767"/>
                      </a:lnTo>
                      <a:cubicBezTo>
                        <a:pt x="1796" y="7090"/>
                        <a:pt x="3466" y="7909"/>
                        <a:pt x="5199" y="7909"/>
                      </a:cubicBezTo>
                      <a:cubicBezTo>
                        <a:pt x="8412" y="7909"/>
                        <a:pt x="11122" y="5231"/>
                        <a:pt x="11122" y="1986"/>
                      </a:cubicBezTo>
                      <a:cubicBezTo>
                        <a:pt x="11122" y="1419"/>
                        <a:pt x="10996" y="820"/>
                        <a:pt x="10838" y="222"/>
                      </a:cubicBezTo>
                      <a:cubicBezTo>
                        <a:pt x="10814" y="102"/>
                        <a:pt x="10681" y="0"/>
                        <a:pt x="1053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2" name="Google Shape;9489;p73">
                  <a:extLst>
                    <a:ext uri="{FF2B5EF4-FFF2-40B4-BE49-F238E27FC236}">
                      <a16:creationId xmlns:a16="http://schemas.microsoft.com/office/drawing/2014/main" id="{8D18D4B7-8499-97E3-00CE-C6875FDEC7F5}"/>
                    </a:ext>
                  </a:extLst>
                </p:cNvPr>
                <p:cNvSpPr/>
                <p:nvPr/>
              </p:nvSpPr>
              <p:spPr>
                <a:xfrm>
                  <a:off x="1674750" y="3254050"/>
                  <a:ext cx="277250" cy="197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90" h="7916" extrusionOk="0">
                      <a:moveTo>
                        <a:pt x="5891" y="1"/>
                      </a:moveTo>
                      <a:cubicBezTo>
                        <a:pt x="2678" y="1"/>
                        <a:pt x="0" y="2679"/>
                        <a:pt x="0" y="5892"/>
                      </a:cubicBezTo>
                      <a:cubicBezTo>
                        <a:pt x="0" y="6491"/>
                        <a:pt x="126" y="7089"/>
                        <a:pt x="284" y="7656"/>
                      </a:cubicBezTo>
                      <a:cubicBezTo>
                        <a:pt x="310" y="7842"/>
                        <a:pt x="448" y="7916"/>
                        <a:pt x="604" y="7916"/>
                      </a:cubicBezTo>
                      <a:cubicBezTo>
                        <a:pt x="633" y="7916"/>
                        <a:pt x="663" y="7913"/>
                        <a:pt x="693" y="7908"/>
                      </a:cubicBezTo>
                      <a:cubicBezTo>
                        <a:pt x="882" y="7877"/>
                        <a:pt x="977" y="7656"/>
                        <a:pt x="945" y="7467"/>
                      </a:cubicBezTo>
                      <a:cubicBezTo>
                        <a:pt x="788" y="6963"/>
                        <a:pt x="662" y="6459"/>
                        <a:pt x="662" y="5892"/>
                      </a:cubicBezTo>
                      <a:cubicBezTo>
                        <a:pt x="662" y="3025"/>
                        <a:pt x="3025" y="662"/>
                        <a:pt x="5891" y="662"/>
                      </a:cubicBezTo>
                      <a:cubicBezTo>
                        <a:pt x="7561" y="662"/>
                        <a:pt x="9105" y="1481"/>
                        <a:pt x="10050" y="2742"/>
                      </a:cubicBezTo>
                      <a:lnTo>
                        <a:pt x="9357" y="2742"/>
                      </a:lnTo>
                      <a:cubicBezTo>
                        <a:pt x="9168" y="2742"/>
                        <a:pt x="9010" y="2899"/>
                        <a:pt x="9010" y="3088"/>
                      </a:cubicBezTo>
                      <a:cubicBezTo>
                        <a:pt x="9010" y="3309"/>
                        <a:pt x="9168" y="3466"/>
                        <a:pt x="9357" y="3466"/>
                      </a:cubicBezTo>
                      <a:lnTo>
                        <a:pt x="10743" y="3466"/>
                      </a:lnTo>
                      <a:cubicBezTo>
                        <a:pt x="10932" y="3466"/>
                        <a:pt x="11090" y="3309"/>
                        <a:pt x="11090" y="3088"/>
                      </a:cubicBezTo>
                      <a:lnTo>
                        <a:pt x="11090" y="1733"/>
                      </a:lnTo>
                      <a:cubicBezTo>
                        <a:pt x="11090" y="1513"/>
                        <a:pt x="10932" y="1355"/>
                        <a:pt x="10743" y="1355"/>
                      </a:cubicBezTo>
                      <a:cubicBezTo>
                        <a:pt x="10554" y="1355"/>
                        <a:pt x="10397" y="1513"/>
                        <a:pt x="10397" y="1733"/>
                      </a:cubicBezTo>
                      <a:lnTo>
                        <a:pt x="10397" y="2111"/>
                      </a:lnTo>
                      <a:cubicBezTo>
                        <a:pt x="9294" y="820"/>
                        <a:pt x="7624" y="1"/>
                        <a:pt x="58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3" name="Google Shape;9490;p73">
                  <a:extLst>
                    <a:ext uri="{FF2B5EF4-FFF2-40B4-BE49-F238E27FC236}">
                      <a16:creationId xmlns:a16="http://schemas.microsoft.com/office/drawing/2014/main" id="{B1962EF9-D19C-CDA8-7FAB-178C9CB11481}"/>
                    </a:ext>
                  </a:extLst>
                </p:cNvPr>
                <p:cNvSpPr/>
                <p:nvPr/>
              </p:nvSpPr>
              <p:spPr>
                <a:xfrm>
                  <a:off x="1727500" y="3306825"/>
                  <a:ext cx="189075" cy="1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3" h="7562" extrusionOk="0">
                      <a:moveTo>
                        <a:pt x="3750" y="2048"/>
                      </a:moveTo>
                      <a:cubicBezTo>
                        <a:pt x="3939" y="2048"/>
                        <a:pt x="4097" y="2206"/>
                        <a:pt x="4097" y="2426"/>
                      </a:cubicBezTo>
                      <a:lnTo>
                        <a:pt x="4097" y="3435"/>
                      </a:lnTo>
                      <a:lnTo>
                        <a:pt x="4475" y="3435"/>
                      </a:lnTo>
                      <a:cubicBezTo>
                        <a:pt x="4664" y="3435"/>
                        <a:pt x="4821" y="3592"/>
                        <a:pt x="4821" y="3781"/>
                      </a:cubicBezTo>
                      <a:cubicBezTo>
                        <a:pt x="4821" y="4002"/>
                        <a:pt x="4664" y="4159"/>
                        <a:pt x="4475" y="4159"/>
                      </a:cubicBezTo>
                      <a:lnTo>
                        <a:pt x="3750" y="4159"/>
                      </a:lnTo>
                      <a:cubicBezTo>
                        <a:pt x="3561" y="4159"/>
                        <a:pt x="3403" y="4002"/>
                        <a:pt x="3403" y="3781"/>
                      </a:cubicBezTo>
                      <a:lnTo>
                        <a:pt x="3403" y="2426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3435" y="0"/>
                      </a:moveTo>
                      <a:cubicBezTo>
                        <a:pt x="2647" y="95"/>
                        <a:pt x="1923" y="410"/>
                        <a:pt x="1356" y="883"/>
                      </a:cubicBezTo>
                      <a:lnTo>
                        <a:pt x="2049" y="1576"/>
                      </a:lnTo>
                      <a:cubicBezTo>
                        <a:pt x="2175" y="1702"/>
                        <a:pt x="2175" y="1954"/>
                        <a:pt x="2049" y="2048"/>
                      </a:cubicBezTo>
                      <a:cubicBezTo>
                        <a:pt x="1986" y="2111"/>
                        <a:pt x="1899" y="2143"/>
                        <a:pt x="1812" y="2143"/>
                      </a:cubicBezTo>
                      <a:cubicBezTo>
                        <a:pt x="1726" y="2143"/>
                        <a:pt x="1639" y="2111"/>
                        <a:pt x="1576" y="2048"/>
                      </a:cubicBezTo>
                      <a:lnTo>
                        <a:pt x="883" y="1355"/>
                      </a:lnTo>
                      <a:cubicBezTo>
                        <a:pt x="410" y="1922"/>
                        <a:pt x="95" y="2647"/>
                        <a:pt x="1" y="3435"/>
                      </a:cubicBezTo>
                      <a:lnTo>
                        <a:pt x="1041" y="3435"/>
                      </a:lnTo>
                      <a:cubicBezTo>
                        <a:pt x="1230" y="3435"/>
                        <a:pt x="1387" y="3592"/>
                        <a:pt x="1387" y="3781"/>
                      </a:cubicBezTo>
                      <a:cubicBezTo>
                        <a:pt x="1387" y="3970"/>
                        <a:pt x="1230" y="4128"/>
                        <a:pt x="1041" y="4128"/>
                      </a:cubicBezTo>
                      <a:lnTo>
                        <a:pt x="1" y="4128"/>
                      </a:lnTo>
                      <a:cubicBezTo>
                        <a:pt x="95" y="4915"/>
                        <a:pt x="410" y="5640"/>
                        <a:pt x="883" y="6238"/>
                      </a:cubicBezTo>
                      <a:lnTo>
                        <a:pt x="1576" y="5514"/>
                      </a:lnTo>
                      <a:cubicBezTo>
                        <a:pt x="1639" y="5451"/>
                        <a:pt x="1734" y="5419"/>
                        <a:pt x="1824" y="5419"/>
                      </a:cubicBezTo>
                      <a:cubicBezTo>
                        <a:pt x="1915" y="5419"/>
                        <a:pt x="2001" y="5451"/>
                        <a:pt x="2049" y="5514"/>
                      </a:cubicBezTo>
                      <a:cubicBezTo>
                        <a:pt x="2175" y="5640"/>
                        <a:pt x="2175" y="5860"/>
                        <a:pt x="2049" y="5986"/>
                      </a:cubicBezTo>
                      <a:lnTo>
                        <a:pt x="1356" y="6711"/>
                      </a:lnTo>
                      <a:cubicBezTo>
                        <a:pt x="1923" y="7184"/>
                        <a:pt x="2647" y="7499"/>
                        <a:pt x="3435" y="7562"/>
                      </a:cubicBezTo>
                      <a:lnTo>
                        <a:pt x="3435" y="6553"/>
                      </a:lnTo>
                      <a:cubicBezTo>
                        <a:pt x="3435" y="6333"/>
                        <a:pt x="3592" y="6175"/>
                        <a:pt x="3781" y="6175"/>
                      </a:cubicBezTo>
                      <a:cubicBezTo>
                        <a:pt x="4002" y="6175"/>
                        <a:pt x="4160" y="6333"/>
                        <a:pt x="4160" y="6553"/>
                      </a:cubicBezTo>
                      <a:lnTo>
                        <a:pt x="4160" y="7562"/>
                      </a:lnTo>
                      <a:cubicBezTo>
                        <a:pt x="4947" y="7499"/>
                        <a:pt x="5640" y="7184"/>
                        <a:pt x="6239" y="6711"/>
                      </a:cubicBezTo>
                      <a:lnTo>
                        <a:pt x="5514" y="5986"/>
                      </a:lnTo>
                      <a:cubicBezTo>
                        <a:pt x="5420" y="5860"/>
                        <a:pt x="5420" y="5640"/>
                        <a:pt x="5514" y="5514"/>
                      </a:cubicBezTo>
                      <a:cubicBezTo>
                        <a:pt x="5577" y="5451"/>
                        <a:pt x="5672" y="5419"/>
                        <a:pt x="5762" y="5419"/>
                      </a:cubicBezTo>
                      <a:cubicBezTo>
                        <a:pt x="5853" y="5419"/>
                        <a:pt x="5940" y="5451"/>
                        <a:pt x="5987" y="5514"/>
                      </a:cubicBezTo>
                      <a:lnTo>
                        <a:pt x="6711" y="6238"/>
                      </a:lnTo>
                      <a:cubicBezTo>
                        <a:pt x="7184" y="5640"/>
                        <a:pt x="7499" y="4915"/>
                        <a:pt x="7562" y="4128"/>
                      </a:cubicBezTo>
                      <a:lnTo>
                        <a:pt x="6554" y="4128"/>
                      </a:lnTo>
                      <a:cubicBezTo>
                        <a:pt x="6365" y="4128"/>
                        <a:pt x="6207" y="3970"/>
                        <a:pt x="6207" y="3781"/>
                      </a:cubicBezTo>
                      <a:cubicBezTo>
                        <a:pt x="6207" y="3592"/>
                        <a:pt x="6365" y="3435"/>
                        <a:pt x="6554" y="3435"/>
                      </a:cubicBezTo>
                      <a:lnTo>
                        <a:pt x="7562" y="3435"/>
                      </a:lnTo>
                      <a:cubicBezTo>
                        <a:pt x="7499" y="2647"/>
                        <a:pt x="7184" y="1922"/>
                        <a:pt x="6711" y="1355"/>
                      </a:cubicBezTo>
                      <a:lnTo>
                        <a:pt x="5987" y="2048"/>
                      </a:lnTo>
                      <a:cubicBezTo>
                        <a:pt x="5940" y="2111"/>
                        <a:pt x="5853" y="2143"/>
                        <a:pt x="5762" y="2143"/>
                      </a:cubicBezTo>
                      <a:cubicBezTo>
                        <a:pt x="5672" y="2143"/>
                        <a:pt x="5577" y="2111"/>
                        <a:pt x="5514" y="2048"/>
                      </a:cubicBezTo>
                      <a:cubicBezTo>
                        <a:pt x="5420" y="1922"/>
                        <a:pt x="5420" y="1702"/>
                        <a:pt x="5514" y="1576"/>
                      </a:cubicBezTo>
                      <a:lnTo>
                        <a:pt x="6239" y="883"/>
                      </a:lnTo>
                      <a:cubicBezTo>
                        <a:pt x="5640" y="410"/>
                        <a:pt x="4947" y="95"/>
                        <a:pt x="4160" y="0"/>
                      </a:cubicBezTo>
                      <a:lnTo>
                        <a:pt x="4160" y="1040"/>
                      </a:lnTo>
                      <a:cubicBezTo>
                        <a:pt x="4160" y="1229"/>
                        <a:pt x="4002" y="1387"/>
                        <a:pt x="3781" y="1387"/>
                      </a:cubicBezTo>
                      <a:cubicBezTo>
                        <a:pt x="3592" y="1387"/>
                        <a:pt x="3435" y="1229"/>
                        <a:pt x="3435" y="1040"/>
                      </a:cubicBezTo>
                      <a:lnTo>
                        <a:pt x="343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6" name="Google Shape;9491;p73">
                <a:extLst>
                  <a:ext uri="{FF2B5EF4-FFF2-40B4-BE49-F238E27FC236}">
                    <a16:creationId xmlns:a16="http://schemas.microsoft.com/office/drawing/2014/main" id="{47A1DA6D-4F63-2B3F-5626-F2234BE8A939}"/>
                  </a:ext>
                </a:extLst>
              </p:cNvPr>
              <p:cNvGrpSpPr/>
              <p:nvPr/>
            </p:nvGrpSpPr>
            <p:grpSpPr>
              <a:xfrm>
                <a:off x="2692697" y="4378602"/>
                <a:ext cx="456666" cy="499261"/>
                <a:chOff x="1687350" y="3618725"/>
                <a:chExt cx="270175" cy="295375"/>
              </a:xfrm>
              <a:grpFill/>
            </p:grpSpPr>
            <p:sp>
              <p:nvSpPr>
                <p:cNvPr id="17518" name="Google Shape;9492;p73">
                  <a:extLst>
                    <a:ext uri="{FF2B5EF4-FFF2-40B4-BE49-F238E27FC236}">
                      <a16:creationId xmlns:a16="http://schemas.microsoft.com/office/drawing/2014/main" id="{451A25F2-EF0D-3687-9653-2AB76E08CD3A}"/>
                    </a:ext>
                  </a:extLst>
                </p:cNvPr>
                <p:cNvSpPr/>
                <p:nvPr/>
              </p:nvSpPr>
              <p:spPr>
                <a:xfrm>
                  <a:off x="1829900" y="3808550"/>
                  <a:ext cx="181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1418" extrusionOk="0">
                      <a:moveTo>
                        <a:pt x="1" y="0"/>
                      </a:moveTo>
                      <a:lnTo>
                        <a:pt x="1" y="1418"/>
                      </a:lnTo>
                      <a:lnTo>
                        <a:pt x="379" y="1418"/>
                      </a:lnTo>
                      <a:cubicBezTo>
                        <a:pt x="568" y="1418"/>
                        <a:pt x="725" y="1260"/>
                        <a:pt x="725" y="1040"/>
                      </a:cubicBezTo>
                      <a:lnTo>
                        <a:pt x="725" y="347"/>
                      </a:lnTo>
                      <a:cubicBezTo>
                        <a:pt x="725" y="158"/>
                        <a:pt x="568" y="0"/>
                        <a:pt x="37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9" name="Google Shape;9493;p73">
                  <a:extLst>
                    <a:ext uri="{FF2B5EF4-FFF2-40B4-BE49-F238E27FC236}">
                      <a16:creationId xmlns:a16="http://schemas.microsoft.com/office/drawing/2014/main" id="{9A9972FA-CBEB-F756-2685-146EC73A2F1D}"/>
                    </a:ext>
                  </a:extLst>
                </p:cNvPr>
                <p:cNvSpPr/>
                <p:nvPr/>
              </p:nvSpPr>
              <p:spPr>
                <a:xfrm>
                  <a:off x="1795250" y="3755775"/>
                  <a:ext cx="18125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1418" extrusionOk="0">
                      <a:moveTo>
                        <a:pt x="378" y="0"/>
                      </a:moveTo>
                      <a:cubicBezTo>
                        <a:pt x="189" y="0"/>
                        <a:pt x="0" y="158"/>
                        <a:pt x="0" y="378"/>
                      </a:cubicBezTo>
                      <a:lnTo>
                        <a:pt x="0" y="1071"/>
                      </a:lnTo>
                      <a:cubicBezTo>
                        <a:pt x="0" y="1260"/>
                        <a:pt x="189" y="1418"/>
                        <a:pt x="378" y="1418"/>
                      </a:cubicBezTo>
                      <a:lnTo>
                        <a:pt x="725" y="1418"/>
                      </a:lnTo>
                      <a:lnTo>
                        <a:pt x="72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20" name="Google Shape;9494;p73">
                  <a:extLst>
                    <a:ext uri="{FF2B5EF4-FFF2-40B4-BE49-F238E27FC236}">
                      <a16:creationId xmlns:a16="http://schemas.microsoft.com/office/drawing/2014/main" id="{86067495-3292-BCEF-DB86-71BD3E3E8F02}"/>
                    </a:ext>
                  </a:extLst>
                </p:cNvPr>
                <p:cNvSpPr/>
                <p:nvPr/>
              </p:nvSpPr>
              <p:spPr>
                <a:xfrm>
                  <a:off x="1687350" y="3618725"/>
                  <a:ext cx="270175" cy="295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07" h="11815" extrusionOk="0">
                      <a:moveTo>
                        <a:pt x="6459" y="662"/>
                      </a:moveTo>
                      <a:cubicBezTo>
                        <a:pt x="6868" y="662"/>
                        <a:pt x="7183" y="977"/>
                        <a:pt x="7183" y="1355"/>
                      </a:cubicBezTo>
                      <a:cubicBezTo>
                        <a:pt x="7183" y="1765"/>
                        <a:pt x="6868" y="2080"/>
                        <a:pt x="6459" y="2080"/>
                      </a:cubicBezTo>
                      <a:lnTo>
                        <a:pt x="6459" y="1702"/>
                      </a:lnTo>
                      <a:cubicBezTo>
                        <a:pt x="6459" y="1513"/>
                        <a:pt x="6301" y="1355"/>
                        <a:pt x="6112" y="1355"/>
                      </a:cubicBezTo>
                      <a:lnTo>
                        <a:pt x="4726" y="1355"/>
                      </a:lnTo>
                      <a:cubicBezTo>
                        <a:pt x="4537" y="1355"/>
                        <a:pt x="4379" y="1513"/>
                        <a:pt x="4379" y="1702"/>
                      </a:cubicBezTo>
                      <a:lnTo>
                        <a:pt x="4379" y="2080"/>
                      </a:lnTo>
                      <a:cubicBezTo>
                        <a:pt x="3970" y="2017"/>
                        <a:pt x="3655" y="1702"/>
                        <a:pt x="3655" y="1355"/>
                      </a:cubicBezTo>
                      <a:cubicBezTo>
                        <a:pt x="3655" y="977"/>
                        <a:pt x="3970" y="662"/>
                        <a:pt x="4379" y="662"/>
                      </a:cubicBezTo>
                      <a:close/>
                      <a:moveTo>
                        <a:pt x="5387" y="4128"/>
                      </a:moveTo>
                      <a:cubicBezTo>
                        <a:pt x="5608" y="4128"/>
                        <a:pt x="5766" y="4285"/>
                        <a:pt x="5766" y="4474"/>
                      </a:cubicBezTo>
                      <a:lnTo>
                        <a:pt x="5766" y="4821"/>
                      </a:lnTo>
                      <a:lnTo>
                        <a:pt x="6112" y="4821"/>
                      </a:lnTo>
                      <a:cubicBezTo>
                        <a:pt x="6711" y="4821"/>
                        <a:pt x="7120" y="5293"/>
                        <a:pt x="7120" y="5860"/>
                      </a:cubicBezTo>
                      <a:cubicBezTo>
                        <a:pt x="7120" y="6049"/>
                        <a:pt x="6963" y="6207"/>
                        <a:pt x="6774" y="6207"/>
                      </a:cubicBezTo>
                      <a:cubicBezTo>
                        <a:pt x="6585" y="6207"/>
                        <a:pt x="6427" y="6049"/>
                        <a:pt x="6427" y="5860"/>
                      </a:cubicBezTo>
                      <a:cubicBezTo>
                        <a:pt x="6427" y="5640"/>
                        <a:pt x="6270" y="5482"/>
                        <a:pt x="6081" y="5482"/>
                      </a:cubicBezTo>
                      <a:lnTo>
                        <a:pt x="5703" y="5482"/>
                      </a:lnTo>
                      <a:lnTo>
                        <a:pt x="5703" y="6868"/>
                      </a:lnTo>
                      <a:lnTo>
                        <a:pt x="6081" y="6868"/>
                      </a:lnTo>
                      <a:cubicBezTo>
                        <a:pt x="6648" y="6868"/>
                        <a:pt x="7089" y="7341"/>
                        <a:pt x="7089" y="7908"/>
                      </a:cubicBezTo>
                      <a:lnTo>
                        <a:pt x="7089" y="8601"/>
                      </a:lnTo>
                      <a:cubicBezTo>
                        <a:pt x="7089" y="9200"/>
                        <a:pt x="6616" y="9641"/>
                        <a:pt x="6081" y="9641"/>
                      </a:cubicBezTo>
                      <a:lnTo>
                        <a:pt x="5703" y="9641"/>
                      </a:lnTo>
                      <a:lnTo>
                        <a:pt x="5703" y="9987"/>
                      </a:lnTo>
                      <a:cubicBezTo>
                        <a:pt x="5703" y="10176"/>
                        <a:pt x="5545" y="10334"/>
                        <a:pt x="5356" y="10334"/>
                      </a:cubicBezTo>
                      <a:cubicBezTo>
                        <a:pt x="5167" y="10334"/>
                        <a:pt x="5009" y="10176"/>
                        <a:pt x="5009" y="9987"/>
                      </a:cubicBezTo>
                      <a:lnTo>
                        <a:pt x="5009" y="9704"/>
                      </a:lnTo>
                      <a:lnTo>
                        <a:pt x="4631" y="9704"/>
                      </a:lnTo>
                      <a:cubicBezTo>
                        <a:pt x="4064" y="9704"/>
                        <a:pt x="3623" y="9231"/>
                        <a:pt x="3623" y="8664"/>
                      </a:cubicBezTo>
                      <a:cubicBezTo>
                        <a:pt x="3623" y="8475"/>
                        <a:pt x="3781" y="8318"/>
                        <a:pt x="3970" y="8318"/>
                      </a:cubicBezTo>
                      <a:cubicBezTo>
                        <a:pt x="4159" y="8318"/>
                        <a:pt x="4316" y="8475"/>
                        <a:pt x="4316" y="8664"/>
                      </a:cubicBezTo>
                      <a:cubicBezTo>
                        <a:pt x="4316" y="8885"/>
                        <a:pt x="4505" y="9042"/>
                        <a:pt x="4694" y="9042"/>
                      </a:cubicBezTo>
                      <a:lnTo>
                        <a:pt x="5041" y="9042"/>
                      </a:lnTo>
                      <a:lnTo>
                        <a:pt x="5041" y="7625"/>
                      </a:lnTo>
                      <a:lnTo>
                        <a:pt x="4694" y="7625"/>
                      </a:lnTo>
                      <a:lnTo>
                        <a:pt x="4694" y="7593"/>
                      </a:lnTo>
                      <a:cubicBezTo>
                        <a:pt x="4096" y="7593"/>
                        <a:pt x="3655" y="7120"/>
                        <a:pt x="3655" y="6553"/>
                      </a:cubicBezTo>
                      <a:lnTo>
                        <a:pt x="3655" y="5860"/>
                      </a:lnTo>
                      <a:cubicBezTo>
                        <a:pt x="3655" y="5262"/>
                        <a:pt x="4127" y="4821"/>
                        <a:pt x="4694" y="4821"/>
                      </a:cubicBezTo>
                      <a:lnTo>
                        <a:pt x="5041" y="4821"/>
                      </a:lnTo>
                      <a:lnTo>
                        <a:pt x="5041" y="4474"/>
                      </a:lnTo>
                      <a:cubicBezTo>
                        <a:pt x="5041" y="4285"/>
                        <a:pt x="5198" y="4128"/>
                        <a:pt x="5387" y="4128"/>
                      </a:cubicBezTo>
                      <a:close/>
                      <a:moveTo>
                        <a:pt x="4379" y="0"/>
                      </a:moveTo>
                      <a:cubicBezTo>
                        <a:pt x="3623" y="0"/>
                        <a:pt x="2993" y="662"/>
                        <a:pt x="2993" y="1387"/>
                      </a:cubicBezTo>
                      <a:cubicBezTo>
                        <a:pt x="2993" y="2143"/>
                        <a:pt x="3623" y="2773"/>
                        <a:pt x="4379" y="2773"/>
                      </a:cubicBezTo>
                      <a:lnTo>
                        <a:pt x="4379" y="2899"/>
                      </a:lnTo>
                      <a:cubicBezTo>
                        <a:pt x="3781" y="3025"/>
                        <a:pt x="3277" y="3277"/>
                        <a:pt x="2804" y="3592"/>
                      </a:cubicBezTo>
                      <a:lnTo>
                        <a:pt x="2332" y="3056"/>
                      </a:lnTo>
                      <a:lnTo>
                        <a:pt x="2584" y="2804"/>
                      </a:lnTo>
                      <a:cubicBezTo>
                        <a:pt x="2710" y="2710"/>
                        <a:pt x="2710" y="2458"/>
                        <a:pt x="2615" y="2332"/>
                      </a:cubicBezTo>
                      <a:lnTo>
                        <a:pt x="1701" y="1292"/>
                      </a:lnTo>
                      <a:cubicBezTo>
                        <a:pt x="1630" y="1203"/>
                        <a:pt x="1529" y="1165"/>
                        <a:pt x="1432" y="1165"/>
                      </a:cubicBezTo>
                      <a:cubicBezTo>
                        <a:pt x="1357" y="1165"/>
                        <a:pt x="1284" y="1188"/>
                        <a:pt x="1229" y="1229"/>
                      </a:cubicBezTo>
                      <a:lnTo>
                        <a:pt x="158" y="2143"/>
                      </a:lnTo>
                      <a:cubicBezTo>
                        <a:pt x="0" y="2269"/>
                        <a:pt x="0" y="2489"/>
                        <a:pt x="126" y="2615"/>
                      </a:cubicBezTo>
                      <a:lnTo>
                        <a:pt x="1040" y="3686"/>
                      </a:lnTo>
                      <a:cubicBezTo>
                        <a:pt x="1090" y="3770"/>
                        <a:pt x="1183" y="3809"/>
                        <a:pt x="1279" y="3809"/>
                      </a:cubicBezTo>
                      <a:cubicBezTo>
                        <a:pt x="1365" y="3809"/>
                        <a:pt x="1453" y="3777"/>
                        <a:pt x="1512" y="3718"/>
                      </a:cubicBezTo>
                      <a:lnTo>
                        <a:pt x="1764" y="3497"/>
                      </a:lnTo>
                      <a:lnTo>
                        <a:pt x="2237" y="4033"/>
                      </a:lnTo>
                      <a:cubicBezTo>
                        <a:pt x="1418" y="4852"/>
                        <a:pt x="914" y="5986"/>
                        <a:pt x="914" y="7247"/>
                      </a:cubicBezTo>
                      <a:cubicBezTo>
                        <a:pt x="914" y="9735"/>
                        <a:pt x="2930" y="11815"/>
                        <a:pt x="5387" y="11815"/>
                      </a:cubicBezTo>
                      <a:cubicBezTo>
                        <a:pt x="7876" y="11815"/>
                        <a:pt x="9893" y="9798"/>
                        <a:pt x="9893" y="7247"/>
                      </a:cubicBezTo>
                      <a:cubicBezTo>
                        <a:pt x="9893" y="5986"/>
                        <a:pt x="9389" y="4852"/>
                        <a:pt x="8538" y="4033"/>
                      </a:cubicBezTo>
                      <a:lnTo>
                        <a:pt x="9011" y="3497"/>
                      </a:lnTo>
                      <a:lnTo>
                        <a:pt x="9294" y="3718"/>
                      </a:lnTo>
                      <a:cubicBezTo>
                        <a:pt x="9368" y="3777"/>
                        <a:pt x="9450" y="3809"/>
                        <a:pt x="9528" y="3809"/>
                      </a:cubicBezTo>
                      <a:cubicBezTo>
                        <a:pt x="9616" y="3809"/>
                        <a:pt x="9700" y="3770"/>
                        <a:pt x="9767" y="3686"/>
                      </a:cubicBezTo>
                      <a:lnTo>
                        <a:pt x="10680" y="2615"/>
                      </a:lnTo>
                      <a:cubicBezTo>
                        <a:pt x="10806" y="2458"/>
                        <a:pt x="10806" y="2269"/>
                        <a:pt x="10649" y="2143"/>
                      </a:cubicBezTo>
                      <a:lnTo>
                        <a:pt x="9578" y="1229"/>
                      </a:lnTo>
                      <a:cubicBezTo>
                        <a:pt x="9509" y="1188"/>
                        <a:pt x="9434" y="1165"/>
                        <a:pt x="9361" y="1165"/>
                      </a:cubicBezTo>
                      <a:cubicBezTo>
                        <a:pt x="9267" y="1165"/>
                        <a:pt x="9176" y="1203"/>
                        <a:pt x="9105" y="1292"/>
                      </a:cubicBezTo>
                      <a:lnTo>
                        <a:pt x="8191" y="2332"/>
                      </a:lnTo>
                      <a:cubicBezTo>
                        <a:pt x="8065" y="2489"/>
                        <a:pt x="8065" y="2710"/>
                        <a:pt x="8223" y="2804"/>
                      </a:cubicBezTo>
                      <a:lnTo>
                        <a:pt x="8506" y="3056"/>
                      </a:lnTo>
                      <a:lnTo>
                        <a:pt x="8034" y="3592"/>
                      </a:lnTo>
                      <a:cubicBezTo>
                        <a:pt x="7561" y="3245"/>
                        <a:pt x="7057" y="3025"/>
                        <a:pt x="6459" y="2899"/>
                      </a:cubicBezTo>
                      <a:lnTo>
                        <a:pt x="6459" y="2773"/>
                      </a:lnTo>
                      <a:cubicBezTo>
                        <a:pt x="7215" y="2773"/>
                        <a:pt x="7845" y="2143"/>
                        <a:pt x="7845" y="1387"/>
                      </a:cubicBezTo>
                      <a:cubicBezTo>
                        <a:pt x="7845" y="662"/>
                        <a:pt x="7215" y="0"/>
                        <a:pt x="645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7" name="Google Shape;9495;p73">
                <a:extLst>
                  <a:ext uri="{FF2B5EF4-FFF2-40B4-BE49-F238E27FC236}">
                    <a16:creationId xmlns:a16="http://schemas.microsoft.com/office/drawing/2014/main" id="{4FC3B9D1-B26B-E965-F516-EA282A618DB9}"/>
                  </a:ext>
                </a:extLst>
              </p:cNvPr>
              <p:cNvGrpSpPr/>
              <p:nvPr/>
            </p:nvGrpSpPr>
            <p:grpSpPr>
              <a:xfrm>
                <a:off x="2669392" y="4985321"/>
                <a:ext cx="503276" cy="499261"/>
                <a:chOff x="1672375" y="3982600"/>
                <a:chExt cx="297750" cy="295375"/>
              </a:xfrm>
              <a:grpFill/>
            </p:grpSpPr>
            <p:sp>
              <p:nvSpPr>
                <p:cNvPr id="17515" name="Google Shape;9496;p73">
                  <a:extLst>
                    <a:ext uri="{FF2B5EF4-FFF2-40B4-BE49-F238E27FC236}">
                      <a16:creationId xmlns:a16="http://schemas.microsoft.com/office/drawing/2014/main" id="{A57F6FF9-F506-2DC3-EE4E-421A62FE7DF9}"/>
                    </a:ext>
                  </a:extLst>
                </p:cNvPr>
                <p:cNvSpPr/>
                <p:nvPr/>
              </p:nvSpPr>
              <p:spPr>
                <a:xfrm>
                  <a:off x="1796825" y="398260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1"/>
                      </a:moveTo>
                      <a:cubicBezTo>
                        <a:pt x="441" y="1"/>
                        <a:pt x="0" y="442"/>
                        <a:pt x="0" y="1009"/>
                      </a:cubicBezTo>
                      <a:cubicBezTo>
                        <a:pt x="0" y="1576"/>
                        <a:pt x="441" y="2048"/>
                        <a:pt x="1008" y="2048"/>
                      </a:cubicBezTo>
                      <a:cubicBezTo>
                        <a:pt x="1576" y="2048"/>
                        <a:pt x="2048" y="1576"/>
                        <a:pt x="2048" y="1009"/>
                      </a:cubicBezTo>
                      <a:cubicBezTo>
                        <a:pt x="2048" y="442"/>
                        <a:pt x="1576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6" name="Google Shape;9497;p73">
                  <a:extLst>
                    <a:ext uri="{FF2B5EF4-FFF2-40B4-BE49-F238E27FC236}">
                      <a16:creationId xmlns:a16="http://schemas.microsoft.com/office/drawing/2014/main" id="{8D7DEA06-BEED-F1D7-495F-A8B719208197}"/>
                    </a:ext>
                  </a:extLst>
                </p:cNvPr>
                <p:cNvSpPr/>
                <p:nvPr/>
              </p:nvSpPr>
              <p:spPr>
                <a:xfrm>
                  <a:off x="1672375" y="4092075"/>
                  <a:ext cx="297750" cy="185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10" h="7436" extrusionOk="0">
                      <a:moveTo>
                        <a:pt x="3498" y="1"/>
                      </a:moveTo>
                      <a:cubicBezTo>
                        <a:pt x="2174" y="316"/>
                        <a:pt x="1418" y="820"/>
                        <a:pt x="1418" y="1482"/>
                      </a:cubicBezTo>
                      <a:cubicBezTo>
                        <a:pt x="1418" y="2112"/>
                        <a:pt x="2080" y="2553"/>
                        <a:pt x="3088" y="2868"/>
                      </a:cubicBezTo>
                      <a:lnTo>
                        <a:pt x="1891" y="5357"/>
                      </a:lnTo>
                      <a:lnTo>
                        <a:pt x="1765" y="5357"/>
                      </a:lnTo>
                      <a:cubicBezTo>
                        <a:pt x="788" y="5357"/>
                        <a:pt x="1" y="5766"/>
                        <a:pt x="1" y="6365"/>
                      </a:cubicBezTo>
                      <a:cubicBezTo>
                        <a:pt x="1" y="6963"/>
                        <a:pt x="757" y="7404"/>
                        <a:pt x="1765" y="7404"/>
                      </a:cubicBezTo>
                      <a:cubicBezTo>
                        <a:pt x="2804" y="7404"/>
                        <a:pt x="3498" y="6963"/>
                        <a:pt x="3498" y="6365"/>
                      </a:cubicBezTo>
                      <a:cubicBezTo>
                        <a:pt x="3498" y="5987"/>
                        <a:pt x="3151" y="5609"/>
                        <a:pt x="2615" y="5451"/>
                      </a:cubicBezTo>
                      <a:lnTo>
                        <a:pt x="3781" y="3025"/>
                      </a:lnTo>
                      <a:cubicBezTo>
                        <a:pt x="4348" y="3151"/>
                        <a:pt x="4978" y="3183"/>
                        <a:pt x="5608" y="3214"/>
                      </a:cubicBezTo>
                      <a:lnTo>
                        <a:pt x="5608" y="5388"/>
                      </a:lnTo>
                      <a:cubicBezTo>
                        <a:pt x="4758" y="5451"/>
                        <a:pt x="4222" y="5892"/>
                        <a:pt x="4222" y="6396"/>
                      </a:cubicBezTo>
                      <a:cubicBezTo>
                        <a:pt x="4222" y="6995"/>
                        <a:pt x="4978" y="7436"/>
                        <a:pt x="5955" y="7436"/>
                      </a:cubicBezTo>
                      <a:cubicBezTo>
                        <a:pt x="6932" y="7436"/>
                        <a:pt x="7688" y="6995"/>
                        <a:pt x="7688" y="6396"/>
                      </a:cubicBezTo>
                      <a:cubicBezTo>
                        <a:pt x="7688" y="5892"/>
                        <a:pt x="7089" y="5451"/>
                        <a:pt x="6302" y="5388"/>
                      </a:cubicBezTo>
                      <a:lnTo>
                        <a:pt x="6302" y="3214"/>
                      </a:lnTo>
                      <a:cubicBezTo>
                        <a:pt x="6932" y="3214"/>
                        <a:pt x="7562" y="3151"/>
                        <a:pt x="8129" y="3025"/>
                      </a:cubicBezTo>
                      <a:lnTo>
                        <a:pt x="9295" y="5451"/>
                      </a:lnTo>
                      <a:cubicBezTo>
                        <a:pt x="8759" y="5609"/>
                        <a:pt x="8381" y="5987"/>
                        <a:pt x="8381" y="6365"/>
                      </a:cubicBezTo>
                      <a:cubicBezTo>
                        <a:pt x="8381" y="6963"/>
                        <a:pt x="9137" y="7404"/>
                        <a:pt x="10114" y="7404"/>
                      </a:cubicBezTo>
                      <a:cubicBezTo>
                        <a:pt x="11122" y="7404"/>
                        <a:pt x="11909" y="6963"/>
                        <a:pt x="11909" y="6365"/>
                      </a:cubicBezTo>
                      <a:cubicBezTo>
                        <a:pt x="11909" y="5766"/>
                        <a:pt x="11122" y="5357"/>
                        <a:pt x="10145" y="5357"/>
                      </a:cubicBezTo>
                      <a:lnTo>
                        <a:pt x="10019" y="5357"/>
                      </a:lnTo>
                      <a:lnTo>
                        <a:pt x="8822" y="2868"/>
                      </a:lnTo>
                      <a:cubicBezTo>
                        <a:pt x="9830" y="2584"/>
                        <a:pt x="10492" y="2112"/>
                        <a:pt x="10492" y="1482"/>
                      </a:cubicBezTo>
                      <a:cubicBezTo>
                        <a:pt x="10492" y="820"/>
                        <a:pt x="9736" y="316"/>
                        <a:pt x="8381" y="1"/>
                      </a:cubicBezTo>
                      <a:lnTo>
                        <a:pt x="8381" y="64"/>
                      </a:lnTo>
                      <a:lnTo>
                        <a:pt x="8381" y="1450"/>
                      </a:lnTo>
                      <a:cubicBezTo>
                        <a:pt x="8381" y="1639"/>
                        <a:pt x="8223" y="1797"/>
                        <a:pt x="8034" y="1797"/>
                      </a:cubicBezTo>
                      <a:lnTo>
                        <a:pt x="3876" y="1797"/>
                      </a:lnTo>
                      <a:cubicBezTo>
                        <a:pt x="3655" y="1797"/>
                        <a:pt x="3498" y="1639"/>
                        <a:pt x="3498" y="1450"/>
                      </a:cubicBezTo>
                      <a:lnTo>
                        <a:pt x="3498" y="64"/>
                      </a:lnTo>
                      <a:lnTo>
                        <a:pt x="349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7" name="Google Shape;9498;p73">
                  <a:extLst>
                    <a:ext uri="{FF2B5EF4-FFF2-40B4-BE49-F238E27FC236}">
                      <a16:creationId xmlns:a16="http://schemas.microsoft.com/office/drawing/2014/main" id="{5918EB2F-4EFF-F352-0A98-975B96563D55}"/>
                    </a:ext>
                  </a:extLst>
                </p:cNvPr>
                <p:cNvSpPr/>
                <p:nvPr/>
              </p:nvSpPr>
              <p:spPr>
                <a:xfrm>
                  <a:off x="1778700" y="4051125"/>
                  <a:ext cx="8667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2773" extrusionOk="0">
                      <a:moveTo>
                        <a:pt x="1733" y="1"/>
                      </a:moveTo>
                      <a:cubicBezTo>
                        <a:pt x="788" y="1"/>
                        <a:pt x="1" y="757"/>
                        <a:pt x="1" y="1733"/>
                      </a:cubicBezTo>
                      <a:lnTo>
                        <a:pt x="1" y="2773"/>
                      </a:lnTo>
                      <a:lnTo>
                        <a:pt x="3466" y="2773"/>
                      </a:lnTo>
                      <a:lnTo>
                        <a:pt x="3466" y="1733"/>
                      </a:ln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8" name="Google Shape;9499;p73">
                <a:extLst>
                  <a:ext uri="{FF2B5EF4-FFF2-40B4-BE49-F238E27FC236}">
                    <a16:creationId xmlns:a16="http://schemas.microsoft.com/office/drawing/2014/main" id="{DDA52221-A32D-FA1D-9807-E9C663230BFA}"/>
                  </a:ext>
                </a:extLst>
              </p:cNvPr>
              <p:cNvGrpSpPr/>
              <p:nvPr/>
            </p:nvGrpSpPr>
            <p:grpSpPr>
              <a:xfrm>
                <a:off x="5851479" y="3747882"/>
                <a:ext cx="500612" cy="500612"/>
                <a:chOff x="3497300" y="3227275"/>
                <a:chExt cx="296175" cy="296175"/>
              </a:xfrm>
              <a:grpFill/>
            </p:grpSpPr>
            <p:sp>
              <p:nvSpPr>
                <p:cNvPr id="17507" name="Google Shape;9500;p73">
                  <a:extLst>
                    <a:ext uri="{FF2B5EF4-FFF2-40B4-BE49-F238E27FC236}">
                      <a16:creationId xmlns:a16="http://schemas.microsoft.com/office/drawing/2014/main" id="{1CAAA0AA-3C6B-A4F7-3ACC-F95C78F093CC}"/>
                    </a:ext>
                  </a:extLst>
                </p:cNvPr>
                <p:cNvSpPr/>
                <p:nvPr/>
              </p:nvSpPr>
              <p:spPr>
                <a:xfrm>
                  <a:off x="3609925" y="3339900"/>
                  <a:ext cx="69350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2742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cubicBezTo>
                        <a:pt x="1" y="2112"/>
                        <a:pt x="631" y="2742"/>
                        <a:pt x="1387" y="2742"/>
                      </a:cubicBezTo>
                      <a:cubicBezTo>
                        <a:pt x="2143" y="2742"/>
                        <a:pt x="2773" y="2112"/>
                        <a:pt x="2773" y="1355"/>
                      </a:cubicBezTo>
                      <a:cubicBezTo>
                        <a:pt x="2773" y="631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8" name="Google Shape;9501;p73">
                  <a:extLst>
                    <a:ext uri="{FF2B5EF4-FFF2-40B4-BE49-F238E27FC236}">
                      <a16:creationId xmlns:a16="http://schemas.microsoft.com/office/drawing/2014/main" id="{8491F67D-D392-14C3-6D28-87D86C44C220}"/>
                    </a:ext>
                  </a:extLst>
                </p:cNvPr>
                <p:cNvSpPr/>
                <p:nvPr/>
              </p:nvSpPr>
              <p:spPr>
                <a:xfrm>
                  <a:off x="3531175" y="3227275"/>
                  <a:ext cx="86650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7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741" y="3466"/>
                        <a:pt x="3466" y="2678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9" name="Google Shape;9502;p73">
                  <a:extLst>
                    <a:ext uri="{FF2B5EF4-FFF2-40B4-BE49-F238E27FC236}">
                      <a16:creationId xmlns:a16="http://schemas.microsoft.com/office/drawing/2014/main" id="{A2504DC1-A72F-CE83-C2FA-8A3CC92443FF}"/>
                    </a:ext>
                  </a:extLst>
                </p:cNvPr>
                <p:cNvSpPr/>
                <p:nvPr/>
              </p:nvSpPr>
              <p:spPr>
                <a:xfrm>
                  <a:off x="3670575" y="32272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8"/>
                        <a:pt x="788" y="3466"/>
                        <a:pt x="1733" y="3466"/>
                      </a:cubicBezTo>
                      <a:cubicBezTo>
                        <a:pt x="2679" y="3466"/>
                        <a:pt x="3466" y="2678"/>
                        <a:pt x="3466" y="1733"/>
                      </a:cubicBezTo>
                      <a:cubicBezTo>
                        <a:pt x="3466" y="788"/>
                        <a:pt x="2679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0" name="Google Shape;9503;p73">
                  <a:extLst>
                    <a:ext uri="{FF2B5EF4-FFF2-40B4-BE49-F238E27FC236}">
                      <a16:creationId xmlns:a16="http://schemas.microsoft.com/office/drawing/2014/main" id="{0F19ECEE-2FB0-87AE-4172-EC20D5D2F848}"/>
                    </a:ext>
                  </a:extLst>
                </p:cNvPr>
                <p:cNvSpPr/>
                <p:nvPr/>
              </p:nvSpPr>
              <p:spPr>
                <a:xfrm>
                  <a:off x="3622525" y="3421825"/>
                  <a:ext cx="41775" cy="25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71" h="1009" extrusionOk="0">
                      <a:moveTo>
                        <a:pt x="1" y="0"/>
                      </a:moveTo>
                      <a:lnTo>
                        <a:pt x="851" y="1008"/>
                      </a:lnTo>
                      <a:lnTo>
                        <a:pt x="1671" y="0"/>
                      </a:lnTo>
                      <a:lnTo>
                        <a:pt x="1671" y="0"/>
                      </a:lnTo>
                      <a:cubicBezTo>
                        <a:pt x="1450" y="126"/>
                        <a:pt x="1167" y="158"/>
                        <a:pt x="851" y="158"/>
                      </a:cubicBezTo>
                      <a:cubicBezTo>
                        <a:pt x="568" y="158"/>
                        <a:pt x="284" y="95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1" name="Google Shape;9504;p73">
                  <a:extLst>
                    <a:ext uri="{FF2B5EF4-FFF2-40B4-BE49-F238E27FC236}">
                      <a16:creationId xmlns:a16="http://schemas.microsoft.com/office/drawing/2014/main" id="{5047A9C7-A5B0-785F-3534-F259F2320EBD}"/>
                    </a:ext>
                  </a:extLst>
                </p:cNvPr>
                <p:cNvSpPr/>
                <p:nvPr/>
              </p:nvSpPr>
              <p:spPr>
                <a:xfrm>
                  <a:off x="3566600" y="34163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261" y="1"/>
                      </a:moveTo>
                      <a:cubicBezTo>
                        <a:pt x="474" y="599"/>
                        <a:pt x="1" y="1513"/>
                        <a:pt x="1" y="2490"/>
                      </a:cubicBezTo>
                      <a:lnTo>
                        <a:pt x="1" y="3907"/>
                      </a:lnTo>
                      <a:cubicBezTo>
                        <a:pt x="1" y="4096"/>
                        <a:pt x="158" y="4254"/>
                        <a:pt x="379" y="4254"/>
                      </a:cubicBezTo>
                      <a:lnTo>
                        <a:pt x="2805" y="4254"/>
                      </a:lnTo>
                      <a:lnTo>
                        <a:pt x="2805" y="1891"/>
                      </a:lnTo>
                      <a:lnTo>
                        <a:pt x="12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2" name="Google Shape;9505;p73">
                  <a:extLst>
                    <a:ext uri="{FF2B5EF4-FFF2-40B4-BE49-F238E27FC236}">
                      <a16:creationId xmlns:a16="http://schemas.microsoft.com/office/drawing/2014/main" id="{4A78EB67-75E1-B9D1-E13E-1510A20387FD}"/>
                    </a:ext>
                  </a:extLst>
                </p:cNvPr>
                <p:cNvSpPr/>
                <p:nvPr/>
              </p:nvSpPr>
              <p:spPr>
                <a:xfrm>
                  <a:off x="3653250" y="3417100"/>
                  <a:ext cx="70125" cy="10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254" extrusionOk="0">
                      <a:moveTo>
                        <a:pt x="1544" y="0"/>
                      </a:moveTo>
                      <a:lnTo>
                        <a:pt x="1" y="1890"/>
                      </a:lnTo>
                      <a:lnTo>
                        <a:pt x="1" y="4253"/>
                      </a:lnTo>
                      <a:lnTo>
                        <a:pt x="2458" y="4253"/>
                      </a:lnTo>
                      <a:cubicBezTo>
                        <a:pt x="2647" y="4253"/>
                        <a:pt x="2804" y="4096"/>
                        <a:pt x="2804" y="3907"/>
                      </a:cubicBezTo>
                      <a:lnTo>
                        <a:pt x="2804" y="2489"/>
                      </a:lnTo>
                      <a:cubicBezTo>
                        <a:pt x="2773" y="1481"/>
                        <a:pt x="2300" y="567"/>
                        <a:pt x="154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3" name="Google Shape;9506;p73">
                  <a:extLst>
                    <a:ext uri="{FF2B5EF4-FFF2-40B4-BE49-F238E27FC236}">
                      <a16:creationId xmlns:a16="http://schemas.microsoft.com/office/drawing/2014/main" id="{015AC72E-F1AD-3B17-2486-6CD024C2D4A0}"/>
                    </a:ext>
                  </a:extLst>
                </p:cNvPr>
                <p:cNvSpPr/>
                <p:nvPr/>
              </p:nvSpPr>
              <p:spPr>
                <a:xfrm>
                  <a:off x="3655625" y="3310775"/>
                  <a:ext cx="137850" cy="108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4348" extrusionOk="0">
                      <a:moveTo>
                        <a:pt x="3686" y="1512"/>
                      </a:moveTo>
                      <a:cubicBezTo>
                        <a:pt x="3907" y="1512"/>
                        <a:pt x="4064" y="1670"/>
                        <a:pt x="4064" y="1859"/>
                      </a:cubicBezTo>
                      <a:cubicBezTo>
                        <a:pt x="4064" y="2048"/>
                        <a:pt x="3907" y="2205"/>
                        <a:pt x="3686" y="2205"/>
                      </a:cubicBezTo>
                      <a:lnTo>
                        <a:pt x="2993" y="2205"/>
                      </a:lnTo>
                      <a:cubicBezTo>
                        <a:pt x="2804" y="2205"/>
                        <a:pt x="2646" y="2048"/>
                        <a:pt x="2646" y="1859"/>
                      </a:cubicBezTo>
                      <a:cubicBezTo>
                        <a:pt x="2646" y="1670"/>
                        <a:pt x="2804" y="1512"/>
                        <a:pt x="2993" y="1512"/>
                      </a:cubicBezTo>
                      <a:close/>
                      <a:moveTo>
                        <a:pt x="4127" y="0"/>
                      </a:moveTo>
                      <a:cubicBezTo>
                        <a:pt x="3686" y="536"/>
                        <a:pt x="3056" y="851"/>
                        <a:pt x="2331" y="851"/>
                      </a:cubicBezTo>
                      <a:cubicBezTo>
                        <a:pt x="1607" y="851"/>
                        <a:pt x="977" y="504"/>
                        <a:pt x="536" y="63"/>
                      </a:cubicBezTo>
                      <a:cubicBezTo>
                        <a:pt x="347" y="221"/>
                        <a:pt x="158" y="378"/>
                        <a:pt x="0" y="567"/>
                      </a:cubicBezTo>
                      <a:cubicBezTo>
                        <a:pt x="945" y="756"/>
                        <a:pt x="1638" y="1575"/>
                        <a:pt x="1638" y="2615"/>
                      </a:cubicBezTo>
                      <a:cubicBezTo>
                        <a:pt x="1638" y="2930"/>
                        <a:pt x="1575" y="3214"/>
                        <a:pt x="1449" y="3466"/>
                      </a:cubicBezTo>
                      <a:cubicBezTo>
                        <a:pt x="1859" y="3718"/>
                        <a:pt x="2205" y="4001"/>
                        <a:pt x="2520" y="4348"/>
                      </a:cubicBezTo>
                      <a:lnTo>
                        <a:pt x="5167" y="4348"/>
                      </a:lnTo>
                      <a:cubicBezTo>
                        <a:pt x="5356" y="4348"/>
                        <a:pt x="5513" y="4190"/>
                        <a:pt x="5513" y="4001"/>
                      </a:cubicBezTo>
                      <a:lnTo>
                        <a:pt x="5513" y="2615"/>
                      </a:lnTo>
                      <a:cubicBezTo>
                        <a:pt x="5482" y="1512"/>
                        <a:pt x="4915" y="567"/>
                        <a:pt x="41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14" name="Google Shape;9507;p73">
                  <a:extLst>
                    <a:ext uri="{FF2B5EF4-FFF2-40B4-BE49-F238E27FC236}">
                      <a16:creationId xmlns:a16="http://schemas.microsoft.com/office/drawing/2014/main" id="{2D8F5426-AF9B-4D79-C735-B05C665F2959}"/>
                    </a:ext>
                  </a:extLst>
                </p:cNvPr>
                <p:cNvSpPr/>
                <p:nvPr/>
              </p:nvSpPr>
              <p:spPr>
                <a:xfrm>
                  <a:off x="3497300" y="3309975"/>
                  <a:ext cx="136275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51" h="4349" extrusionOk="0">
                      <a:moveTo>
                        <a:pt x="2426" y="1544"/>
                      </a:moveTo>
                      <a:cubicBezTo>
                        <a:pt x="2615" y="1544"/>
                        <a:pt x="2773" y="1702"/>
                        <a:pt x="2773" y="1891"/>
                      </a:cubicBezTo>
                      <a:cubicBezTo>
                        <a:pt x="2773" y="2080"/>
                        <a:pt x="2615" y="2237"/>
                        <a:pt x="2426" y="2237"/>
                      </a:cubicBezTo>
                      <a:lnTo>
                        <a:pt x="1733" y="2237"/>
                      </a:lnTo>
                      <a:cubicBezTo>
                        <a:pt x="1513" y="2237"/>
                        <a:pt x="1355" y="2080"/>
                        <a:pt x="1355" y="1891"/>
                      </a:cubicBezTo>
                      <a:cubicBezTo>
                        <a:pt x="1355" y="1702"/>
                        <a:pt x="1513" y="1544"/>
                        <a:pt x="1733" y="1544"/>
                      </a:cubicBezTo>
                      <a:close/>
                      <a:moveTo>
                        <a:pt x="1324" y="1"/>
                      </a:moveTo>
                      <a:cubicBezTo>
                        <a:pt x="536" y="568"/>
                        <a:pt x="1" y="1513"/>
                        <a:pt x="1" y="2552"/>
                      </a:cubicBezTo>
                      <a:lnTo>
                        <a:pt x="1" y="3939"/>
                      </a:lnTo>
                      <a:cubicBezTo>
                        <a:pt x="1" y="4191"/>
                        <a:pt x="95" y="4348"/>
                        <a:pt x="316" y="4348"/>
                      </a:cubicBezTo>
                      <a:lnTo>
                        <a:pt x="2930" y="4348"/>
                      </a:lnTo>
                      <a:cubicBezTo>
                        <a:pt x="3214" y="3970"/>
                        <a:pt x="3561" y="3655"/>
                        <a:pt x="4002" y="3466"/>
                      </a:cubicBezTo>
                      <a:cubicBezTo>
                        <a:pt x="3876" y="3183"/>
                        <a:pt x="3813" y="2930"/>
                        <a:pt x="3813" y="2615"/>
                      </a:cubicBezTo>
                      <a:cubicBezTo>
                        <a:pt x="3813" y="1607"/>
                        <a:pt x="4506" y="757"/>
                        <a:pt x="5451" y="568"/>
                      </a:cubicBezTo>
                      <a:cubicBezTo>
                        <a:pt x="5293" y="347"/>
                        <a:pt x="5104" y="190"/>
                        <a:pt x="4915" y="32"/>
                      </a:cubicBezTo>
                      <a:cubicBezTo>
                        <a:pt x="4474" y="505"/>
                        <a:pt x="3844" y="820"/>
                        <a:pt x="3151" y="820"/>
                      </a:cubicBezTo>
                      <a:cubicBezTo>
                        <a:pt x="2426" y="820"/>
                        <a:pt x="1796" y="505"/>
                        <a:pt x="13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29" name="Google Shape;9508;p73">
                <a:extLst>
                  <a:ext uri="{FF2B5EF4-FFF2-40B4-BE49-F238E27FC236}">
                    <a16:creationId xmlns:a16="http://schemas.microsoft.com/office/drawing/2014/main" id="{9DB71135-D972-9020-A8EF-072B2846D87E}"/>
                  </a:ext>
                </a:extLst>
              </p:cNvPr>
              <p:cNvGrpSpPr/>
              <p:nvPr/>
            </p:nvGrpSpPr>
            <p:grpSpPr>
              <a:xfrm>
                <a:off x="5852154" y="4379933"/>
                <a:ext cx="499261" cy="496599"/>
                <a:chOff x="3497300" y="3591950"/>
                <a:chExt cx="295375" cy="293800"/>
              </a:xfrm>
              <a:grpFill/>
            </p:grpSpPr>
            <p:sp>
              <p:nvSpPr>
                <p:cNvPr id="17499" name="Google Shape;9509;p73">
                  <a:extLst>
                    <a:ext uri="{FF2B5EF4-FFF2-40B4-BE49-F238E27FC236}">
                      <a16:creationId xmlns:a16="http://schemas.microsoft.com/office/drawing/2014/main" id="{634323F7-7D43-5B42-B393-99BFDCF777A8}"/>
                    </a:ext>
                  </a:extLst>
                </p:cNvPr>
                <p:cNvSpPr/>
                <p:nvPr/>
              </p:nvSpPr>
              <p:spPr>
                <a:xfrm>
                  <a:off x="3628825" y="3724275"/>
                  <a:ext cx="18150" cy="16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62" extrusionOk="0">
                      <a:moveTo>
                        <a:pt x="375" y="0"/>
                      </a:moveTo>
                      <a:cubicBezTo>
                        <a:pt x="292" y="0"/>
                        <a:pt x="206" y="32"/>
                        <a:pt x="127" y="95"/>
                      </a:cubicBezTo>
                      <a:cubicBezTo>
                        <a:pt x="1" y="221"/>
                        <a:pt x="1" y="441"/>
                        <a:pt x="127" y="567"/>
                      </a:cubicBezTo>
                      <a:cubicBezTo>
                        <a:pt x="190" y="630"/>
                        <a:pt x="277" y="662"/>
                        <a:pt x="363" y="662"/>
                      </a:cubicBezTo>
                      <a:cubicBezTo>
                        <a:pt x="450" y="662"/>
                        <a:pt x="536" y="630"/>
                        <a:pt x="599" y="567"/>
                      </a:cubicBezTo>
                      <a:cubicBezTo>
                        <a:pt x="725" y="441"/>
                        <a:pt x="725" y="221"/>
                        <a:pt x="599" y="95"/>
                      </a:cubicBezTo>
                      <a:cubicBezTo>
                        <a:pt x="536" y="32"/>
                        <a:pt x="458" y="0"/>
                        <a:pt x="3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0" name="Google Shape;9510;p73">
                  <a:extLst>
                    <a:ext uri="{FF2B5EF4-FFF2-40B4-BE49-F238E27FC236}">
                      <a16:creationId xmlns:a16="http://schemas.microsoft.com/office/drawing/2014/main" id="{0A2FC356-6031-07F2-BD15-81EEDB628629}"/>
                    </a:ext>
                  </a:extLst>
                </p:cNvPr>
                <p:cNvSpPr/>
                <p:nvPr/>
              </p:nvSpPr>
              <p:spPr>
                <a:xfrm>
                  <a:off x="3590250" y="3689400"/>
                  <a:ext cx="945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81" h="3467" extrusionOk="0">
                      <a:moveTo>
                        <a:pt x="1922" y="710"/>
                      </a:moveTo>
                      <a:cubicBezTo>
                        <a:pt x="2190" y="710"/>
                        <a:pt x="2458" y="812"/>
                        <a:pt x="2647" y="1017"/>
                      </a:cubicBezTo>
                      <a:cubicBezTo>
                        <a:pt x="3088" y="1395"/>
                        <a:pt x="3088" y="2088"/>
                        <a:pt x="2647" y="2466"/>
                      </a:cubicBezTo>
                      <a:cubicBezTo>
                        <a:pt x="2458" y="2671"/>
                        <a:pt x="2190" y="2773"/>
                        <a:pt x="1922" y="2773"/>
                      </a:cubicBezTo>
                      <a:cubicBezTo>
                        <a:pt x="1654" y="2773"/>
                        <a:pt x="1386" y="2671"/>
                        <a:pt x="1197" y="2466"/>
                      </a:cubicBezTo>
                      <a:cubicBezTo>
                        <a:pt x="788" y="2088"/>
                        <a:pt x="788" y="1395"/>
                        <a:pt x="1197" y="1017"/>
                      </a:cubicBezTo>
                      <a:cubicBezTo>
                        <a:pt x="1386" y="812"/>
                        <a:pt x="1654" y="710"/>
                        <a:pt x="1922" y="710"/>
                      </a:cubicBezTo>
                      <a:close/>
                      <a:moveTo>
                        <a:pt x="1930" y="1"/>
                      </a:moveTo>
                      <a:cubicBezTo>
                        <a:pt x="1489" y="1"/>
                        <a:pt x="1040" y="182"/>
                        <a:pt x="693" y="544"/>
                      </a:cubicBezTo>
                      <a:cubicBezTo>
                        <a:pt x="0" y="1206"/>
                        <a:pt x="0" y="2309"/>
                        <a:pt x="693" y="2970"/>
                      </a:cubicBezTo>
                      <a:cubicBezTo>
                        <a:pt x="1024" y="3301"/>
                        <a:pt x="1473" y="3466"/>
                        <a:pt x="1918" y="3466"/>
                      </a:cubicBezTo>
                      <a:cubicBezTo>
                        <a:pt x="2363" y="3466"/>
                        <a:pt x="2804" y="3301"/>
                        <a:pt x="3119" y="2970"/>
                      </a:cubicBezTo>
                      <a:cubicBezTo>
                        <a:pt x="3781" y="2309"/>
                        <a:pt x="3781" y="1206"/>
                        <a:pt x="3119" y="544"/>
                      </a:cubicBezTo>
                      <a:cubicBezTo>
                        <a:pt x="2804" y="182"/>
                        <a:pt x="2371" y="1"/>
                        <a:pt x="19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1" name="Google Shape;9511;p73">
                  <a:extLst>
                    <a:ext uri="{FF2B5EF4-FFF2-40B4-BE49-F238E27FC236}">
                      <a16:creationId xmlns:a16="http://schemas.microsoft.com/office/drawing/2014/main" id="{78C605D1-AEC1-DD92-DEAA-79A00451B536}"/>
                    </a:ext>
                  </a:extLst>
                </p:cNvPr>
                <p:cNvSpPr/>
                <p:nvPr/>
              </p:nvSpPr>
              <p:spPr>
                <a:xfrm>
                  <a:off x="3674525" y="3601400"/>
                  <a:ext cx="118150" cy="118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26" h="4758" extrusionOk="0">
                      <a:moveTo>
                        <a:pt x="3533" y="0"/>
                      </a:moveTo>
                      <a:cubicBezTo>
                        <a:pt x="3442" y="0"/>
                        <a:pt x="3355" y="32"/>
                        <a:pt x="3308" y="95"/>
                      </a:cubicBezTo>
                      <a:lnTo>
                        <a:pt x="0" y="3308"/>
                      </a:lnTo>
                      <a:cubicBezTo>
                        <a:pt x="410" y="3623"/>
                        <a:pt x="788" y="4127"/>
                        <a:pt x="1953" y="4758"/>
                      </a:cubicBezTo>
                      <a:lnTo>
                        <a:pt x="4600" y="2678"/>
                      </a:lnTo>
                      <a:cubicBezTo>
                        <a:pt x="4663" y="2615"/>
                        <a:pt x="4726" y="2521"/>
                        <a:pt x="4726" y="2395"/>
                      </a:cubicBezTo>
                      <a:cubicBezTo>
                        <a:pt x="4726" y="1544"/>
                        <a:pt x="4348" y="693"/>
                        <a:pt x="3781" y="95"/>
                      </a:cubicBezTo>
                      <a:cubicBezTo>
                        <a:pt x="3718" y="32"/>
                        <a:pt x="3623" y="0"/>
                        <a:pt x="35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2" name="Google Shape;9512;p73">
                  <a:extLst>
                    <a:ext uri="{FF2B5EF4-FFF2-40B4-BE49-F238E27FC236}">
                      <a16:creationId xmlns:a16="http://schemas.microsoft.com/office/drawing/2014/main" id="{07DEA9B0-BECD-8315-1769-40C286544FBA}"/>
                    </a:ext>
                  </a:extLst>
                </p:cNvPr>
                <p:cNvSpPr/>
                <p:nvPr/>
              </p:nvSpPr>
              <p:spPr>
                <a:xfrm>
                  <a:off x="3631200" y="3774675"/>
                  <a:ext cx="103200" cy="10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096" extrusionOk="0">
                      <a:moveTo>
                        <a:pt x="2048" y="0"/>
                      </a:moveTo>
                      <a:cubicBezTo>
                        <a:pt x="1985" y="32"/>
                        <a:pt x="1985" y="63"/>
                        <a:pt x="1954" y="126"/>
                      </a:cubicBezTo>
                      <a:cubicBezTo>
                        <a:pt x="1506" y="546"/>
                        <a:pt x="859" y="767"/>
                        <a:pt x="235" y="767"/>
                      </a:cubicBezTo>
                      <a:cubicBezTo>
                        <a:pt x="156" y="767"/>
                        <a:pt x="78" y="764"/>
                        <a:pt x="0" y="756"/>
                      </a:cubicBezTo>
                      <a:lnTo>
                        <a:pt x="0" y="756"/>
                      </a:lnTo>
                      <a:cubicBezTo>
                        <a:pt x="567" y="1670"/>
                        <a:pt x="1355" y="3749"/>
                        <a:pt x="1418" y="3875"/>
                      </a:cubicBezTo>
                      <a:cubicBezTo>
                        <a:pt x="1450" y="4001"/>
                        <a:pt x="1607" y="4096"/>
                        <a:pt x="1733" y="4096"/>
                      </a:cubicBezTo>
                      <a:cubicBezTo>
                        <a:pt x="1891" y="4096"/>
                        <a:pt x="1985" y="4033"/>
                        <a:pt x="2048" y="3875"/>
                      </a:cubicBezTo>
                      <a:lnTo>
                        <a:pt x="2426" y="2647"/>
                      </a:lnTo>
                      <a:lnTo>
                        <a:pt x="3182" y="2647"/>
                      </a:lnTo>
                      <a:cubicBezTo>
                        <a:pt x="4128" y="2647"/>
                        <a:pt x="2710" y="63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3" name="Google Shape;9513;p73">
                  <a:extLst>
                    <a:ext uri="{FF2B5EF4-FFF2-40B4-BE49-F238E27FC236}">
                      <a16:creationId xmlns:a16="http://schemas.microsoft.com/office/drawing/2014/main" id="{B894CE8F-F3D3-7EC9-6528-8AD73289A65F}"/>
                    </a:ext>
                  </a:extLst>
                </p:cNvPr>
                <p:cNvSpPr/>
                <p:nvPr/>
              </p:nvSpPr>
              <p:spPr>
                <a:xfrm>
                  <a:off x="3691850" y="3726625"/>
                  <a:ext cx="89800" cy="8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92" h="3562" extrusionOk="0">
                      <a:moveTo>
                        <a:pt x="252" y="1"/>
                      </a:moveTo>
                      <a:cubicBezTo>
                        <a:pt x="284" y="410"/>
                        <a:pt x="189" y="883"/>
                        <a:pt x="0" y="1292"/>
                      </a:cubicBezTo>
                      <a:cubicBezTo>
                        <a:pt x="630" y="1922"/>
                        <a:pt x="1134" y="2615"/>
                        <a:pt x="1544" y="3466"/>
                      </a:cubicBezTo>
                      <a:cubicBezTo>
                        <a:pt x="1565" y="3530"/>
                        <a:pt x="1634" y="3562"/>
                        <a:pt x="1715" y="3562"/>
                      </a:cubicBezTo>
                      <a:cubicBezTo>
                        <a:pt x="1874" y="3562"/>
                        <a:pt x="2080" y="3443"/>
                        <a:pt x="2080" y="3214"/>
                      </a:cubicBezTo>
                      <a:lnTo>
                        <a:pt x="2080" y="2458"/>
                      </a:lnTo>
                      <a:lnTo>
                        <a:pt x="3308" y="2080"/>
                      </a:lnTo>
                      <a:cubicBezTo>
                        <a:pt x="3497" y="1985"/>
                        <a:pt x="3592" y="1891"/>
                        <a:pt x="3592" y="1733"/>
                      </a:cubicBezTo>
                      <a:cubicBezTo>
                        <a:pt x="3592" y="1576"/>
                        <a:pt x="3497" y="1450"/>
                        <a:pt x="3340" y="1418"/>
                      </a:cubicBezTo>
                      <a:cubicBezTo>
                        <a:pt x="3182" y="1355"/>
                        <a:pt x="1134" y="568"/>
                        <a:pt x="25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4" name="Google Shape;9514;p73">
                  <a:extLst>
                    <a:ext uri="{FF2B5EF4-FFF2-40B4-BE49-F238E27FC236}">
                      <a16:creationId xmlns:a16="http://schemas.microsoft.com/office/drawing/2014/main" id="{920AE97A-4BDA-BDA4-DB2C-4F7B8CDC49A0}"/>
                    </a:ext>
                  </a:extLst>
                </p:cNvPr>
                <p:cNvSpPr/>
                <p:nvPr/>
              </p:nvSpPr>
              <p:spPr>
                <a:xfrm>
                  <a:off x="3505175" y="3767575"/>
                  <a:ext cx="120525" cy="118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727" extrusionOk="0">
                      <a:moveTo>
                        <a:pt x="3372" y="1"/>
                      </a:moveTo>
                      <a:lnTo>
                        <a:pt x="95" y="3277"/>
                      </a:lnTo>
                      <a:cubicBezTo>
                        <a:pt x="1" y="3435"/>
                        <a:pt x="1" y="3687"/>
                        <a:pt x="158" y="3781"/>
                      </a:cubicBezTo>
                      <a:cubicBezTo>
                        <a:pt x="788" y="4411"/>
                        <a:pt x="1607" y="4727"/>
                        <a:pt x="2458" y="4727"/>
                      </a:cubicBezTo>
                      <a:cubicBezTo>
                        <a:pt x="2584" y="4727"/>
                        <a:pt x="2679" y="4695"/>
                        <a:pt x="2742" y="4632"/>
                      </a:cubicBezTo>
                      <a:lnTo>
                        <a:pt x="4821" y="1986"/>
                      </a:lnTo>
                      <a:cubicBezTo>
                        <a:pt x="4254" y="851"/>
                        <a:pt x="3718" y="442"/>
                        <a:pt x="33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5" name="Google Shape;9515;p73">
                  <a:extLst>
                    <a:ext uri="{FF2B5EF4-FFF2-40B4-BE49-F238E27FC236}">
                      <a16:creationId xmlns:a16="http://schemas.microsoft.com/office/drawing/2014/main" id="{C89225CF-9960-3868-64C8-6ABF87220F7E}"/>
                    </a:ext>
                  </a:extLst>
                </p:cNvPr>
                <p:cNvSpPr/>
                <p:nvPr/>
              </p:nvSpPr>
              <p:spPr>
                <a:xfrm>
                  <a:off x="3631200" y="3591950"/>
                  <a:ext cx="1040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3372" extrusionOk="0">
                      <a:moveTo>
                        <a:pt x="2836" y="0"/>
                      </a:moveTo>
                      <a:cubicBezTo>
                        <a:pt x="2678" y="0"/>
                        <a:pt x="2584" y="32"/>
                        <a:pt x="2521" y="95"/>
                      </a:cubicBezTo>
                      <a:lnTo>
                        <a:pt x="0" y="3245"/>
                      </a:lnTo>
                      <a:cubicBezTo>
                        <a:pt x="90" y="3238"/>
                        <a:pt x="181" y="3234"/>
                        <a:pt x="272" y="3234"/>
                      </a:cubicBezTo>
                      <a:cubicBezTo>
                        <a:pt x="568" y="3234"/>
                        <a:pt x="870" y="3275"/>
                        <a:pt x="1135" y="3371"/>
                      </a:cubicBezTo>
                      <a:cubicBezTo>
                        <a:pt x="1324" y="3119"/>
                        <a:pt x="3939" y="567"/>
                        <a:pt x="4159" y="347"/>
                      </a:cubicBezTo>
                      <a:cubicBezTo>
                        <a:pt x="3718" y="158"/>
                        <a:pt x="3308" y="0"/>
                        <a:pt x="28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506" name="Google Shape;9516;p73">
                  <a:extLst>
                    <a:ext uri="{FF2B5EF4-FFF2-40B4-BE49-F238E27FC236}">
                      <a16:creationId xmlns:a16="http://schemas.microsoft.com/office/drawing/2014/main" id="{2C5B7D3C-8614-E2CB-347F-650453A9C3AA}"/>
                    </a:ext>
                  </a:extLst>
                </p:cNvPr>
                <p:cNvSpPr/>
                <p:nvPr/>
              </p:nvSpPr>
              <p:spPr>
                <a:xfrm>
                  <a:off x="3497300" y="3721900"/>
                  <a:ext cx="84300" cy="10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4286" extrusionOk="0">
                      <a:moveTo>
                        <a:pt x="3246" y="1"/>
                      </a:moveTo>
                      <a:lnTo>
                        <a:pt x="95" y="2552"/>
                      </a:lnTo>
                      <a:cubicBezTo>
                        <a:pt x="32" y="2615"/>
                        <a:pt x="1" y="2710"/>
                        <a:pt x="1" y="2836"/>
                      </a:cubicBezTo>
                      <a:cubicBezTo>
                        <a:pt x="1" y="3340"/>
                        <a:pt x="95" y="3844"/>
                        <a:pt x="347" y="4285"/>
                      </a:cubicBezTo>
                      <a:lnTo>
                        <a:pt x="3372" y="1261"/>
                      </a:lnTo>
                      <a:cubicBezTo>
                        <a:pt x="3214" y="851"/>
                        <a:pt x="3183" y="410"/>
                        <a:pt x="324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0" name="Google Shape;9517;p73">
                <a:extLst>
                  <a:ext uri="{FF2B5EF4-FFF2-40B4-BE49-F238E27FC236}">
                    <a16:creationId xmlns:a16="http://schemas.microsoft.com/office/drawing/2014/main" id="{F4EB06D3-45ED-D6A7-9F38-3485AA046CDA}"/>
                  </a:ext>
                </a:extLst>
              </p:cNvPr>
              <p:cNvGrpSpPr/>
              <p:nvPr/>
            </p:nvGrpSpPr>
            <p:grpSpPr>
              <a:xfrm>
                <a:off x="5852154" y="4985299"/>
                <a:ext cx="499261" cy="499303"/>
                <a:chOff x="3497300" y="3955025"/>
                <a:chExt cx="295375" cy="295400"/>
              </a:xfrm>
              <a:grpFill/>
            </p:grpSpPr>
            <p:sp>
              <p:nvSpPr>
                <p:cNvPr id="17496" name="Google Shape;9518;p73">
                  <a:extLst>
                    <a:ext uri="{FF2B5EF4-FFF2-40B4-BE49-F238E27FC236}">
                      <a16:creationId xmlns:a16="http://schemas.microsoft.com/office/drawing/2014/main" id="{FF747517-6097-2376-34AE-B0493D829692}"/>
                    </a:ext>
                  </a:extLst>
                </p:cNvPr>
                <p:cNvSpPr/>
                <p:nvPr/>
              </p:nvSpPr>
              <p:spPr>
                <a:xfrm>
                  <a:off x="3660350" y="4035375"/>
                  <a:ext cx="132325" cy="1551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93" h="6207" extrusionOk="0">
                      <a:moveTo>
                        <a:pt x="4663" y="0"/>
                      </a:moveTo>
                      <a:lnTo>
                        <a:pt x="0" y="2773"/>
                      </a:lnTo>
                      <a:lnTo>
                        <a:pt x="4127" y="6207"/>
                      </a:lnTo>
                      <a:cubicBezTo>
                        <a:pt x="4852" y="5199"/>
                        <a:pt x="5293" y="4033"/>
                        <a:pt x="5293" y="2678"/>
                      </a:cubicBezTo>
                      <a:cubicBezTo>
                        <a:pt x="5293" y="1733"/>
                        <a:pt x="5041" y="851"/>
                        <a:pt x="46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7" name="Google Shape;9519;p73">
                  <a:extLst>
                    <a:ext uri="{FF2B5EF4-FFF2-40B4-BE49-F238E27FC236}">
                      <a16:creationId xmlns:a16="http://schemas.microsoft.com/office/drawing/2014/main" id="{12873A53-F89B-2ECB-7440-1C7EF450A8C6}"/>
                    </a:ext>
                  </a:extLst>
                </p:cNvPr>
                <p:cNvSpPr/>
                <p:nvPr/>
              </p:nvSpPr>
              <p:spPr>
                <a:xfrm>
                  <a:off x="3653250" y="3955025"/>
                  <a:ext cx="114225" cy="133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9" h="5326" extrusionOk="0">
                      <a:moveTo>
                        <a:pt x="1" y="1"/>
                      </a:moveTo>
                      <a:lnTo>
                        <a:pt x="1" y="5325"/>
                      </a:lnTo>
                      <a:lnTo>
                        <a:pt x="4569" y="2679"/>
                      </a:lnTo>
                      <a:cubicBezTo>
                        <a:pt x="3561" y="1167"/>
                        <a:pt x="1891" y="127"/>
                        <a:pt x="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8" name="Google Shape;9520;p73">
                  <a:extLst>
                    <a:ext uri="{FF2B5EF4-FFF2-40B4-BE49-F238E27FC236}">
                      <a16:creationId xmlns:a16="http://schemas.microsoft.com/office/drawing/2014/main" id="{22EE14F0-35AA-1A41-BE13-8671F6C28C53}"/>
                    </a:ext>
                  </a:extLst>
                </p:cNvPr>
                <p:cNvSpPr/>
                <p:nvPr/>
              </p:nvSpPr>
              <p:spPr>
                <a:xfrm>
                  <a:off x="3497300" y="3955025"/>
                  <a:ext cx="256000" cy="295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0" h="11816" extrusionOk="0">
                      <a:moveTo>
                        <a:pt x="5577" y="1"/>
                      </a:moveTo>
                      <a:cubicBezTo>
                        <a:pt x="2521" y="190"/>
                        <a:pt x="1" y="2805"/>
                        <a:pt x="1" y="5892"/>
                      </a:cubicBezTo>
                      <a:cubicBezTo>
                        <a:pt x="1" y="9137"/>
                        <a:pt x="2678" y="11815"/>
                        <a:pt x="5923" y="11815"/>
                      </a:cubicBezTo>
                      <a:cubicBezTo>
                        <a:pt x="7625" y="11815"/>
                        <a:pt x="9168" y="11059"/>
                        <a:pt x="10240" y="9925"/>
                      </a:cubicBezTo>
                      <a:lnTo>
                        <a:pt x="5703" y="6176"/>
                      </a:lnTo>
                      <a:cubicBezTo>
                        <a:pt x="5608" y="6144"/>
                        <a:pt x="5577" y="5987"/>
                        <a:pt x="5577" y="5892"/>
                      </a:cubicBezTo>
                      <a:lnTo>
                        <a:pt x="5577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1" name="Google Shape;9521;p73">
                <a:extLst>
                  <a:ext uri="{FF2B5EF4-FFF2-40B4-BE49-F238E27FC236}">
                    <a16:creationId xmlns:a16="http://schemas.microsoft.com/office/drawing/2014/main" id="{73A575D0-257E-2905-187B-D13CBBC13E4D}"/>
                  </a:ext>
                </a:extLst>
              </p:cNvPr>
              <p:cNvGrpSpPr/>
              <p:nvPr/>
            </p:nvGrpSpPr>
            <p:grpSpPr>
              <a:xfrm>
                <a:off x="9033293" y="3748917"/>
                <a:ext cx="468667" cy="498542"/>
                <a:chOff x="5364750" y="3235150"/>
                <a:chExt cx="277275" cy="294950"/>
              </a:xfrm>
              <a:grpFill/>
            </p:grpSpPr>
            <p:sp>
              <p:nvSpPr>
                <p:cNvPr id="17488" name="Google Shape;9522;p73">
                  <a:extLst>
                    <a:ext uri="{FF2B5EF4-FFF2-40B4-BE49-F238E27FC236}">
                      <a16:creationId xmlns:a16="http://schemas.microsoft.com/office/drawing/2014/main" id="{00229278-29D9-19EB-985D-CCBC792623D6}"/>
                    </a:ext>
                  </a:extLst>
                </p:cNvPr>
                <p:cNvSpPr/>
                <p:nvPr/>
              </p:nvSpPr>
              <p:spPr>
                <a:xfrm>
                  <a:off x="5502600" y="3235150"/>
                  <a:ext cx="17350" cy="44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65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1418"/>
                      </a:lnTo>
                      <a:cubicBezTo>
                        <a:pt x="0" y="1607"/>
                        <a:pt x="158" y="1765"/>
                        <a:pt x="347" y="1765"/>
                      </a:cubicBezTo>
                      <a:cubicBezTo>
                        <a:pt x="536" y="1765"/>
                        <a:pt x="693" y="1607"/>
                        <a:pt x="693" y="1418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9" name="Google Shape;9523;p73">
                  <a:extLst>
                    <a:ext uri="{FF2B5EF4-FFF2-40B4-BE49-F238E27FC236}">
                      <a16:creationId xmlns:a16="http://schemas.microsoft.com/office/drawing/2014/main" id="{8CCF3E55-AFD5-91D5-F492-749BB8B848F4}"/>
                    </a:ext>
                  </a:extLst>
                </p:cNvPr>
                <p:cNvSpPr/>
                <p:nvPr/>
              </p:nvSpPr>
              <p:spPr>
                <a:xfrm>
                  <a:off x="5555375" y="3253850"/>
                  <a:ext cx="35450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364" extrusionOk="0">
                      <a:moveTo>
                        <a:pt x="1071" y="1"/>
                      </a:moveTo>
                      <a:cubicBezTo>
                        <a:pt x="977" y="1"/>
                        <a:pt x="882" y="24"/>
                        <a:pt x="819" y="72"/>
                      </a:cubicBezTo>
                      <a:lnTo>
                        <a:pt x="126" y="796"/>
                      </a:lnTo>
                      <a:cubicBezTo>
                        <a:pt x="0" y="922"/>
                        <a:pt x="0" y="1143"/>
                        <a:pt x="126" y="1269"/>
                      </a:cubicBezTo>
                      <a:cubicBezTo>
                        <a:pt x="189" y="1332"/>
                        <a:pt x="268" y="1363"/>
                        <a:pt x="350" y="1363"/>
                      </a:cubicBezTo>
                      <a:cubicBezTo>
                        <a:pt x="433" y="1363"/>
                        <a:pt x="520" y="1332"/>
                        <a:pt x="599" y="1269"/>
                      </a:cubicBezTo>
                      <a:lnTo>
                        <a:pt x="1323" y="544"/>
                      </a:lnTo>
                      <a:cubicBezTo>
                        <a:pt x="1418" y="418"/>
                        <a:pt x="1418" y="198"/>
                        <a:pt x="1323" y="72"/>
                      </a:cubicBezTo>
                      <a:cubicBezTo>
                        <a:pt x="1260" y="24"/>
                        <a:pt x="1166" y="1"/>
                        <a:pt x="10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0" name="Google Shape;9524;p73">
                  <a:extLst>
                    <a:ext uri="{FF2B5EF4-FFF2-40B4-BE49-F238E27FC236}">
                      <a16:creationId xmlns:a16="http://schemas.microsoft.com/office/drawing/2014/main" id="{ABCFAA90-4A0E-0EC3-31D1-AD46447146E3}"/>
                    </a:ext>
                  </a:extLst>
                </p:cNvPr>
                <p:cNvSpPr/>
                <p:nvPr/>
              </p:nvSpPr>
              <p:spPr>
                <a:xfrm>
                  <a:off x="5606550" y="3357225"/>
                  <a:ext cx="354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26" extrusionOk="0">
                      <a:moveTo>
                        <a:pt x="379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79" y="725"/>
                      </a:cubicBezTo>
                      <a:lnTo>
                        <a:pt x="1072" y="725"/>
                      </a:lnTo>
                      <a:cubicBezTo>
                        <a:pt x="1261" y="725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1" name="Google Shape;9525;p73">
                  <a:extLst>
                    <a:ext uri="{FF2B5EF4-FFF2-40B4-BE49-F238E27FC236}">
                      <a16:creationId xmlns:a16="http://schemas.microsoft.com/office/drawing/2014/main" id="{E590DB8D-DB1C-1B85-B6D6-1EB9CBDDEF40}"/>
                    </a:ext>
                  </a:extLst>
                </p:cNvPr>
                <p:cNvSpPr/>
                <p:nvPr/>
              </p:nvSpPr>
              <p:spPr>
                <a:xfrm>
                  <a:off x="5364750" y="3357225"/>
                  <a:ext cx="3547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694"/>
                        <a:pt x="347" y="694"/>
                      </a:cubicBezTo>
                      <a:lnTo>
                        <a:pt x="1072" y="694"/>
                      </a:lnTo>
                      <a:cubicBezTo>
                        <a:pt x="1261" y="694"/>
                        <a:pt x="1419" y="568"/>
                        <a:pt x="1419" y="347"/>
                      </a:cubicBezTo>
                      <a:cubicBezTo>
                        <a:pt x="1419" y="158"/>
                        <a:pt x="1261" y="1"/>
                        <a:pt x="10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2" name="Google Shape;9526;p73">
                  <a:extLst>
                    <a:ext uri="{FF2B5EF4-FFF2-40B4-BE49-F238E27FC236}">
                      <a16:creationId xmlns:a16="http://schemas.microsoft.com/office/drawing/2014/main" id="{B69103C3-6AFF-14F7-A94B-EC42C82E389B}"/>
                    </a:ext>
                  </a:extLst>
                </p:cNvPr>
                <p:cNvSpPr/>
                <p:nvPr/>
              </p:nvSpPr>
              <p:spPr>
                <a:xfrm>
                  <a:off x="5433275" y="3253850"/>
                  <a:ext cx="35475" cy="3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64" extrusionOk="0">
                      <a:moveTo>
                        <a:pt x="363" y="1"/>
                      </a:moveTo>
                      <a:cubicBezTo>
                        <a:pt x="276" y="1"/>
                        <a:pt x="190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820" y="1269"/>
                      </a:lnTo>
                      <a:cubicBezTo>
                        <a:pt x="883" y="1332"/>
                        <a:pt x="977" y="1363"/>
                        <a:pt x="1072" y="1363"/>
                      </a:cubicBezTo>
                      <a:cubicBezTo>
                        <a:pt x="1166" y="1363"/>
                        <a:pt x="1261" y="1332"/>
                        <a:pt x="1324" y="1269"/>
                      </a:cubicBezTo>
                      <a:cubicBezTo>
                        <a:pt x="1418" y="1143"/>
                        <a:pt x="1418" y="922"/>
                        <a:pt x="1324" y="796"/>
                      </a:cubicBezTo>
                      <a:lnTo>
                        <a:pt x="599" y="72"/>
                      </a:lnTo>
                      <a:cubicBezTo>
                        <a:pt x="536" y="24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3" name="Google Shape;9527;p73">
                  <a:extLst>
                    <a:ext uri="{FF2B5EF4-FFF2-40B4-BE49-F238E27FC236}">
                      <a16:creationId xmlns:a16="http://schemas.microsoft.com/office/drawing/2014/main" id="{001BCC18-196C-83E6-FC6E-CFC3EA6FE4A9}"/>
                    </a:ext>
                  </a:extLst>
                </p:cNvPr>
                <p:cNvSpPr/>
                <p:nvPr/>
              </p:nvSpPr>
              <p:spPr>
                <a:xfrm>
                  <a:off x="5380500" y="3287775"/>
                  <a:ext cx="37050" cy="2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039" extrusionOk="0">
                      <a:moveTo>
                        <a:pt x="396" y="0"/>
                      </a:moveTo>
                      <a:cubicBezTo>
                        <a:pt x="267" y="0"/>
                        <a:pt x="132" y="81"/>
                        <a:pt x="64" y="195"/>
                      </a:cubicBezTo>
                      <a:cubicBezTo>
                        <a:pt x="1" y="353"/>
                        <a:pt x="64" y="573"/>
                        <a:pt x="221" y="668"/>
                      </a:cubicBezTo>
                      <a:lnTo>
                        <a:pt x="946" y="1015"/>
                      </a:lnTo>
                      <a:cubicBezTo>
                        <a:pt x="987" y="1031"/>
                        <a:pt x="1032" y="1039"/>
                        <a:pt x="1077" y="1039"/>
                      </a:cubicBezTo>
                      <a:cubicBezTo>
                        <a:pt x="1209" y="1039"/>
                        <a:pt x="1349" y="974"/>
                        <a:pt x="1419" y="857"/>
                      </a:cubicBezTo>
                      <a:cubicBezTo>
                        <a:pt x="1482" y="699"/>
                        <a:pt x="1419" y="447"/>
                        <a:pt x="1261" y="384"/>
                      </a:cubicBezTo>
                      <a:lnTo>
                        <a:pt x="536" y="38"/>
                      </a:lnTo>
                      <a:cubicBezTo>
                        <a:pt x="493" y="12"/>
                        <a:pt x="445" y="0"/>
                        <a:pt x="3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4" name="Google Shape;9528;p73">
                  <a:extLst>
                    <a:ext uri="{FF2B5EF4-FFF2-40B4-BE49-F238E27FC236}">
                      <a16:creationId xmlns:a16="http://schemas.microsoft.com/office/drawing/2014/main" id="{B07CFAC4-005B-862A-EC79-60CCF55479FF}"/>
                    </a:ext>
                  </a:extLst>
                </p:cNvPr>
                <p:cNvSpPr/>
                <p:nvPr/>
              </p:nvSpPr>
              <p:spPr>
                <a:xfrm>
                  <a:off x="5588450" y="3288075"/>
                  <a:ext cx="37025" cy="26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1" h="1072" extrusionOk="0">
                      <a:moveTo>
                        <a:pt x="1110" y="0"/>
                      </a:moveTo>
                      <a:cubicBezTo>
                        <a:pt x="1049" y="0"/>
                        <a:pt x="983" y="18"/>
                        <a:pt x="914" y="57"/>
                      </a:cubicBezTo>
                      <a:lnTo>
                        <a:pt x="221" y="404"/>
                      </a:lnTo>
                      <a:cubicBezTo>
                        <a:pt x="63" y="498"/>
                        <a:pt x="0" y="687"/>
                        <a:pt x="63" y="877"/>
                      </a:cubicBezTo>
                      <a:cubicBezTo>
                        <a:pt x="132" y="991"/>
                        <a:pt x="250" y="1072"/>
                        <a:pt x="382" y="1072"/>
                      </a:cubicBezTo>
                      <a:cubicBezTo>
                        <a:pt x="432" y="1072"/>
                        <a:pt x="484" y="1060"/>
                        <a:pt x="536" y="1034"/>
                      </a:cubicBezTo>
                      <a:lnTo>
                        <a:pt x="1260" y="687"/>
                      </a:lnTo>
                      <a:cubicBezTo>
                        <a:pt x="1418" y="593"/>
                        <a:pt x="1481" y="404"/>
                        <a:pt x="1418" y="215"/>
                      </a:cubicBezTo>
                      <a:cubicBezTo>
                        <a:pt x="1353" y="85"/>
                        <a:pt x="1244" y="0"/>
                        <a:pt x="111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95" name="Google Shape;9529;p73">
                  <a:extLst>
                    <a:ext uri="{FF2B5EF4-FFF2-40B4-BE49-F238E27FC236}">
                      <a16:creationId xmlns:a16="http://schemas.microsoft.com/office/drawing/2014/main" id="{555126F2-2E06-B5F7-5930-0BF08843CBBD}"/>
                    </a:ext>
                  </a:extLst>
                </p:cNvPr>
                <p:cNvSpPr/>
                <p:nvPr/>
              </p:nvSpPr>
              <p:spPr>
                <a:xfrm>
                  <a:off x="5412025" y="3286350"/>
                  <a:ext cx="177225" cy="243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89" h="9750" extrusionOk="0">
                      <a:moveTo>
                        <a:pt x="3529" y="0"/>
                      </a:moveTo>
                      <a:cubicBezTo>
                        <a:pt x="3151" y="0"/>
                        <a:pt x="2836" y="315"/>
                        <a:pt x="2836" y="725"/>
                      </a:cubicBezTo>
                      <a:lnTo>
                        <a:pt x="2836" y="1418"/>
                      </a:lnTo>
                      <a:cubicBezTo>
                        <a:pt x="2836" y="1040"/>
                        <a:pt x="2520" y="725"/>
                        <a:pt x="2111" y="725"/>
                      </a:cubicBezTo>
                      <a:cubicBezTo>
                        <a:pt x="1733" y="725"/>
                        <a:pt x="1418" y="1040"/>
                        <a:pt x="1418" y="1418"/>
                      </a:cubicBezTo>
                      <a:lnTo>
                        <a:pt x="1418" y="2143"/>
                      </a:lnTo>
                      <a:cubicBezTo>
                        <a:pt x="1544" y="2143"/>
                        <a:pt x="1638" y="2080"/>
                        <a:pt x="1764" y="2080"/>
                      </a:cubicBezTo>
                      <a:lnTo>
                        <a:pt x="3497" y="2080"/>
                      </a:lnTo>
                      <a:cubicBezTo>
                        <a:pt x="4253" y="2080"/>
                        <a:pt x="4883" y="2710"/>
                        <a:pt x="4883" y="3466"/>
                      </a:cubicBezTo>
                      <a:cubicBezTo>
                        <a:pt x="4883" y="4096"/>
                        <a:pt x="4474" y="4600"/>
                        <a:pt x="3907" y="4758"/>
                      </a:cubicBezTo>
                      <a:cubicBezTo>
                        <a:pt x="4064" y="5073"/>
                        <a:pt x="4159" y="5482"/>
                        <a:pt x="4159" y="5860"/>
                      </a:cubicBezTo>
                      <a:cubicBezTo>
                        <a:pt x="4159" y="6081"/>
                        <a:pt x="4001" y="6238"/>
                        <a:pt x="3812" y="6238"/>
                      </a:cubicBezTo>
                      <a:cubicBezTo>
                        <a:pt x="3623" y="6238"/>
                        <a:pt x="3466" y="6081"/>
                        <a:pt x="3466" y="5860"/>
                      </a:cubicBezTo>
                      <a:cubicBezTo>
                        <a:pt x="3466" y="4915"/>
                        <a:pt x="2678" y="4128"/>
                        <a:pt x="1733" y="4128"/>
                      </a:cubicBezTo>
                      <a:lnTo>
                        <a:pt x="3466" y="4128"/>
                      </a:lnTo>
                      <a:cubicBezTo>
                        <a:pt x="3844" y="4128"/>
                        <a:pt x="4159" y="3812"/>
                        <a:pt x="4159" y="3434"/>
                      </a:cubicBezTo>
                      <a:cubicBezTo>
                        <a:pt x="4159" y="3025"/>
                        <a:pt x="3844" y="2710"/>
                        <a:pt x="3466" y="2710"/>
                      </a:cubicBezTo>
                      <a:lnTo>
                        <a:pt x="1733" y="2710"/>
                      </a:lnTo>
                      <a:cubicBezTo>
                        <a:pt x="788" y="2710"/>
                        <a:pt x="0" y="3497"/>
                        <a:pt x="0" y="4443"/>
                      </a:cubicBezTo>
                      <a:lnTo>
                        <a:pt x="0" y="5167"/>
                      </a:lnTo>
                      <a:cubicBezTo>
                        <a:pt x="0" y="6112"/>
                        <a:pt x="536" y="6963"/>
                        <a:pt x="1386" y="7372"/>
                      </a:cubicBezTo>
                      <a:lnTo>
                        <a:pt x="1386" y="8318"/>
                      </a:lnTo>
                      <a:cubicBezTo>
                        <a:pt x="977" y="8318"/>
                        <a:pt x="662" y="8633"/>
                        <a:pt x="662" y="9011"/>
                      </a:cubicBezTo>
                      <a:lnTo>
                        <a:pt x="662" y="9389"/>
                      </a:lnTo>
                      <a:cubicBezTo>
                        <a:pt x="662" y="9578"/>
                        <a:pt x="819" y="9735"/>
                        <a:pt x="1008" y="9735"/>
                      </a:cubicBezTo>
                      <a:lnTo>
                        <a:pt x="5860" y="9735"/>
                      </a:lnTo>
                      <a:cubicBezTo>
                        <a:pt x="5923" y="9745"/>
                        <a:pt x="5979" y="9749"/>
                        <a:pt x="6029" y="9749"/>
                      </a:cubicBezTo>
                      <a:cubicBezTo>
                        <a:pt x="6305" y="9749"/>
                        <a:pt x="6396" y="9612"/>
                        <a:pt x="6396" y="9452"/>
                      </a:cubicBezTo>
                      <a:lnTo>
                        <a:pt x="6396" y="9105"/>
                      </a:lnTo>
                      <a:cubicBezTo>
                        <a:pt x="6396" y="8696"/>
                        <a:pt x="6112" y="8381"/>
                        <a:pt x="5702" y="8381"/>
                      </a:cubicBezTo>
                      <a:lnTo>
                        <a:pt x="5702" y="7436"/>
                      </a:lnTo>
                      <a:cubicBezTo>
                        <a:pt x="6522" y="7057"/>
                        <a:pt x="7089" y="6175"/>
                        <a:pt x="7089" y="5230"/>
                      </a:cubicBezTo>
                      <a:lnTo>
                        <a:pt x="7089" y="2143"/>
                      </a:lnTo>
                      <a:cubicBezTo>
                        <a:pt x="7089" y="1733"/>
                        <a:pt x="6774" y="1418"/>
                        <a:pt x="6364" y="1418"/>
                      </a:cubicBezTo>
                      <a:cubicBezTo>
                        <a:pt x="5986" y="1418"/>
                        <a:pt x="5671" y="1733"/>
                        <a:pt x="5671" y="2143"/>
                      </a:cubicBezTo>
                      <a:lnTo>
                        <a:pt x="5671" y="1418"/>
                      </a:lnTo>
                      <a:cubicBezTo>
                        <a:pt x="5671" y="1040"/>
                        <a:pt x="5356" y="725"/>
                        <a:pt x="4946" y="725"/>
                      </a:cubicBezTo>
                      <a:cubicBezTo>
                        <a:pt x="4568" y="725"/>
                        <a:pt x="4253" y="1040"/>
                        <a:pt x="4253" y="1418"/>
                      </a:cubicBezTo>
                      <a:lnTo>
                        <a:pt x="4253" y="725"/>
                      </a:lnTo>
                      <a:cubicBezTo>
                        <a:pt x="4253" y="315"/>
                        <a:pt x="3938" y="0"/>
                        <a:pt x="35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2" name="Google Shape;9530;p73">
                <a:extLst>
                  <a:ext uri="{FF2B5EF4-FFF2-40B4-BE49-F238E27FC236}">
                    <a16:creationId xmlns:a16="http://schemas.microsoft.com/office/drawing/2014/main" id="{EB755826-DE75-0DCC-BA96-072E6026329C}"/>
                  </a:ext>
                </a:extLst>
              </p:cNvPr>
              <p:cNvGrpSpPr/>
              <p:nvPr/>
            </p:nvGrpSpPr>
            <p:grpSpPr>
              <a:xfrm>
                <a:off x="9016645" y="4376595"/>
                <a:ext cx="501965" cy="503276"/>
                <a:chOff x="5355300" y="3598250"/>
                <a:chExt cx="296975" cy="297750"/>
              </a:xfrm>
              <a:grpFill/>
            </p:grpSpPr>
            <p:sp>
              <p:nvSpPr>
                <p:cNvPr id="17480" name="Google Shape;9531;p73">
                  <a:extLst>
                    <a:ext uri="{FF2B5EF4-FFF2-40B4-BE49-F238E27FC236}">
                      <a16:creationId xmlns:a16="http://schemas.microsoft.com/office/drawing/2014/main" id="{F64B3056-6846-7381-B32A-B599761CE6FD}"/>
                    </a:ext>
                  </a:extLst>
                </p:cNvPr>
                <p:cNvSpPr/>
                <p:nvPr/>
              </p:nvSpPr>
              <p:spPr>
                <a:xfrm>
                  <a:off x="5355300" y="3703000"/>
                  <a:ext cx="35475" cy="1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7657" extrusionOk="0">
                      <a:moveTo>
                        <a:pt x="410" y="0"/>
                      </a:moveTo>
                      <a:cubicBezTo>
                        <a:pt x="221" y="0"/>
                        <a:pt x="64" y="158"/>
                        <a:pt x="64" y="347"/>
                      </a:cubicBezTo>
                      <a:cubicBezTo>
                        <a:pt x="1" y="2867"/>
                        <a:pt x="1" y="4789"/>
                        <a:pt x="1" y="7310"/>
                      </a:cubicBezTo>
                      <a:cubicBezTo>
                        <a:pt x="1" y="7530"/>
                        <a:pt x="158" y="7656"/>
                        <a:pt x="379" y="7656"/>
                      </a:cubicBezTo>
                      <a:cubicBezTo>
                        <a:pt x="568" y="7656"/>
                        <a:pt x="725" y="7530"/>
                        <a:pt x="725" y="7310"/>
                      </a:cubicBezTo>
                      <a:lnTo>
                        <a:pt x="725" y="1355"/>
                      </a:lnTo>
                      <a:lnTo>
                        <a:pt x="1418" y="1355"/>
                      </a:lnTo>
                      <a:lnTo>
                        <a:pt x="141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1" name="Google Shape;9532;p73">
                  <a:extLst>
                    <a:ext uri="{FF2B5EF4-FFF2-40B4-BE49-F238E27FC236}">
                      <a16:creationId xmlns:a16="http://schemas.microsoft.com/office/drawing/2014/main" id="{66D6C507-B557-347E-EA7A-1AB26B087FF8}"/>
                    </a:ext>
                  </a:extLst>
                </p:cNvPr>
                <p:cNvSpPr/>
                <p:nvPr/>
              </p:nvSpPr>
              <p:spPr>
                <a:xfrm>
                  <a:off x="5389175" y="3773100"/>
                  <a:ext cx="1229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4916" extrusionOk="0">
                      <a:moveTo>
                        <a:pt x="2080" y="0"/>
                      </a:moveTo>
                      <a:lnTo>
                        <a:pt x="2080" y="693"/>
                      </a:lnTo>
                      <a:lnTo>
                        <a:pt x="1733" y="693"/>
                      </a:lnTo>
                      <a:cubicBezTo>
                        <a:pt x="788" y="693"/>
                        <a:pt x="0" y="1481"/>
                        <a:pt x="0" y="2458"/>
                      </a:cubicBezTo>
                      <a:cubicBezTo>
                        <a:pt x="0" y="2678"/>
                        <a:pt x="158" y="2836"/>
                        <a:pt x="347" y="2836"/>
                      </a:cubicBezTo>
                      <a:lnTo>
                        <a:pt x="2080" y="2836"/>
                      </a:lnTo>
                      <a:lnTo>
                        <a:pt x="2080" y="3529"/>
                      </a:lnTo>
                      <a:lnTo>
                        <a:pt x="1072" y="3529"/>
                      </a:lnTo>
                      <a:cubicBezTo>
                        <a:pt x="473" y="3529"/>
                        <a:pt x="32" y="4001"/>
                        <a:pt x="32" y="4569"/>
                      </a:cubicBezTo>
                      <a:cubicBezTo>
                        <a:pt x="32" y="4758"/>
                        <a:pt x="189" y="4915"/>
                        <a:pt x="410" y="4915"/>
                      </a:cubicBezTo>
                      <a:cubicBezTo>
                        <a:pt x="599" y="4915"/>
                        <a:pt x="757" y="4758"/>
                        <a:pt x="757" y="4569"/>
                      </a:cubicBezTo>
                      <a:cubicBezTo>
                        <a:pt x="757" y="4348"/>
                        <a:pt x="914" y="4190"/>
                        <a:pt x="1103" y="4190"/>
                      </a:cubicBezTo>
                      <a:lnTo>
                        <a:pt x="2143" y="4190"/>
                      </a:lnTo>
                      <a:lnTo>
                        <a:pt x="2143" y="4569"/>
                      </a:lnTo>
                      <a:cubicBezTo>
                        <a:pt x="2143" y="4758"/>
                        <a:pt x="2300" y="4915"/>
                        <a:pt x="2489" y="4915"/>
                      </a:cubicBezTo>
                      <a:cubicBezTo>
                        <a:pt x="2678" y="4915"/>
                        <a:pt x="2836" y="4758"/>
                        <a:pt x="2836" y="4569"/>
                      </a:cubicBezTo>
                      <a:lnTo>
                        <a:pt x="2836" y="4190"/>
                      </a:lnTo>
                      <a:lnTo>
                        <a:pt x="3876" y="4190"/>
                      </a:lnTo>
                      <a:cubicBezTo>
                        <a:pt x="4065" y="4190"/>
                        <a:pt x="4222" y="4348"/>
                        <a:pt x="4222" y="4569"/>
                      </a:cubicBezTo>
                      <a:cubicBezTo>
                        <a:pt x="4222" y="4758"/>
                        <a:pt x="4380" y="4915"/>
                        <a:pt x="4569" y="4915"/>
                      </a:cubicBezTo>
                      <a:cubicBezTo>
                        <a:pt x="4758" y="4915"/>
                        <a:pt x="4915" y="4758"/>
                        <a:pt x="4915" y="4569"/>
                      </a:cubicBezTo>
                      <a:cubicBezTo>
                        <a:pt x="4915" y="3970"/>
                        <a:pt x="4443" y="3529"/>
                        <a:pt x="3907" y="3529"/>
                      </a:cubicBezTo>
                      <a:lnTo>
                        <a:pt x="2867" y="3529"/>
                      </a:lnTo>
                      <a:lnTo>
                        <a:pt x="2867" y="2836"/>
                      </a:lnTo>
                      <a:lnTo>
                        <a:pt x="4537" y="2836"/>
                      </a:lnTo>
                      <a:lnTo>
                        <a:pt x="4537" y="2773"/>
                      </a:lnTo>
                      <a:cubicBezTo>
                        <a:pt x="4726" y="2773"/>
                        <a:pt x="4884" y="2615"/>
                        <a:pt x="4884" y="2426"/>
                      </a:cubicBezTo>
                      <a:cubicBezTo>
                        <a:pt x="4884" y="1481"/>
                        <a:pt x="4096" y="662"/>
                        <a:pt x="3151" y="662"/>
                      </a:cubicBezTo>
                      <a:lnTo>
                        <a:pt x="2804" y="662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2" name="Google Shape;9533;p73">
                  <a:extLst>
                    <a:ext uri="{FF2B5EF4-FFF2-40B4-BE49-F238E27FC236}">
                      <a16:creationId xmlns:a16="http://schemas.microsoft.com/office/drawing/2014/main" id="{BFE75B35-31D0-854C-5AD2-ABC5DCDD5234}"/>
                    </a:ext>
                  </a:extLst>
                </p:cNvPr>
                <p:cNvSpPr/>
                <p:nvPr/>
              </p:nvSpPr>
              <p:spPr>
                <a:xfrm>
                  <a:off x="5527800" y="3598250"/>
                  <a:ext cx="105550" cy="35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1418" extrusionOk="0">
                      <a:moveTo>
                        <a:pt x="725" y="0"/>
                      </a:moveTo>
                      <a:cubicBezTo>
                        <a:pt x="315" y="0"/>
                        <a:pt x="0" y="315"/>
                        <a:pt x="0" y="725"/>
                      </a:cubicBezTo>
                      <a:cubicBezTo>
                        <a:pt x="63" y="1103"/>
                        <a:pt x="378" y="1418"/>
                        <a:pt x="725" y="1418"/>
                      </a:cubicBezTo>
                      <a:lnTo>
                        <a:pt x="3875" y="1418"/>
                      </a:lnTo>
                      <a:cubicBezTo>
                        <a:pt x="4064" y="1418"/>
                        <a:pt x="4222" y="1260"/>
                        <a:pt x="4222" y="1071"/>
                      </a:cubicBezTo>
                      <a:lnTo>
                        <a:pt x="4222" y="378"/>
                      </a:lnTo>
                      <a:cubicBezTo>
                        <a:pt x="4222" y="158"/>
                        <a:pt x="4064" y="0"/>
                        <a:pt x="387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3" name="Google Shape;9534;p73">
                  <a:extLst>
                    <a:ext uri="{FF2B5EF4-FFF2-40B4-BE49-F238E27FC236}">
                      <a16:creationId xmlns:a16="http://schemas.microsoft.com/office/drawing/2014/main" id="{29D64B38-2A2A-7C4D-D1EB-F92AEA1B0586}"/>
                    </a:ext>
                  </a:extLst>
                </p:cNvPr>
                <p:cNvSpPr/>
                <p:nvPr/>
              </p:nvSpPr>
              <p:spPr>
                <a:xfrm>
                  <a:off x="5545900" y="3651800"/>
                  <a:ext cx="1048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92" h="1419" extrusionOk="0">
                      <a:moveTo>
                        <a:pt x="694" y="1"/>
                      </a:moveTo>
                      <a:cubicBezTo>
                        <a:pt x="316" y="1"/>
                        <a:pt x="1" y="316"/>
                        <a:pt x="1" y="694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3845" y="1418"/>
                      </a:lnTo>
                      <a:cubicBezTo>
                        <a:pt x="4065" y="1418"/>
                        <a:pt x="4191" y="1261"/>
                        <a:pt x="4191" y="1072"/>
                      </a:cubicBezTo>
                      <a:lnTo>
                        <a:pt x="4191" y="347"/>
                      </a:lnTo>
                      <a:cubicBezTo>
                        <a:pt x="4191" y="158"/>
                        <a:pt x="4065" y="1"/>
                        <a:pt x="384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4" name="Google Shape;9535;p73">
                  <a:extLst>
                    <a:ext uri="{FF2B5EF4-FFF2-40B4-BE49-F238E27FC236}">
                      <a16:creationId xmlns:a16="http://schemas.microsoft.com/office/drawing/2014/main" id="{5F71A9A7-8222-980F-66ED-9D28D5C1342B}"/>
                    </a:ext>
                  </a:extLst>
                </p:cNvPr>
                <p:cNvSpPr/>
                <p:nvPr/>
              </p:nvSpPr>
              <p:spPr>
                <a:xfrm>
                  <a:off x="5529375" y="3754975"/>
                  <a:ext cx="122100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1419" extrusionOk="0">
                      <a:moveTo>
                        <a:pt x="0" y="1"/>
                      </a:moveTo>
                      <a:lnTo>
                        <a:pt x="0" y="1418"/>
                      </a:lnTo>
                      <a:lnTo>
                        <a:pt x="4884" y="1418"/>
                      </a:lnTo>
                      <a:lnTo>
                        <a:pt x="4884" y="1"/>
                      </a:lnTo>
                      <a:lnTo>
                        <a:pt x="2773" y="1"/>
                      </a:lnTo>
                      <a:lnTo>
                        <a:pt x="2773" y="347"/>
                      </a:lnTo>
                      <a:cubicBezTo>
                        <a:pt x="2773" y="568"/>
                        <a:pt x="2615" y="725"/>
                        <a:pt x="2426" y="725"/>
                      </a:cubicBezTo>
                      <a:cubicBezTo>
                        <a:pt x="2237" y="725"/>
                        <a:pt x="2080" y="568"/>
                        <a:pt x="2080" y="347"/>
                      </a:cubicBezTo>
                      <a:lnTo>
                        <a:pt x="208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5" name="Google Shape;9536;p73">
                  <a:extLst>
                    <a:ext uri="{FF2B5EF4-FFF2-40B4-BE49-F238E27FC236}">
                      <a16:creationId xmlns:a16="http://schemas.microsoft.com/office/drawing/2014/main" id="{8A23AE87-6772-DD39-C411-1F192C25F6A3}"/>
                    </a:ext>
                  </a:extLst>
                </p:cNvPr>
                <p:cNvSpPr/>
                <p:nvPr/>
              </p:nvSpPr>
              <p:spPr>
                <a:xfrm>
                  <a:off x="5511250" y="3703000"/>
                  <a:ext cx="14022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1356" extrusionOk="0">
                      <a:moveTo>
                        <a:pt x="1" y="0"/>
                      </a:moveTo>
                      <a:lnTo>
                        <a:pt x="1" y="1355"/>
                      </a:lnTo>
                      <a:lnTo>
                        <a:pt x="5609" y="1355"/>
                      </a:lnTo>
                      <a:lnTo>
                        <a:pt x="5609" y="347"/>
                      </a:lnTo>
                      <a:cubicBezTo>
                        <a:pt x="5577" y="158"/>
                        <a:pt x="5451" y="0"/>
                        <a:pt x="523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6" name="Google Shape;9537;p73">
                  <a:extLst>
                    <a:ext uri="{FF2B5EF4-FFF2-40B4-BE49-F238E27FC236}">
                      <a16:creationId xmlns:a16="http://schemas.microsoft.com/office/drawing/2014/main" id="{94D19844-16B6-5671-ACB6-0619EA8C3A5D}"/>
                    </a:ext>
                  </a:extLst>
                </p:cNvPr>
                <p:cNvSpPr/>
                <p:nvPr/>
              </p:nvSpPr>
              <p:spPr>
                <a:xfrm>
                  <a:off x="5529375" y="3808550"/>
                  <a:ext cx="122900" cy="8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16" h="3498" extrusionOk="0">
                      <a:moveTo>
                        <a:pt x="0" y="0"/>
                      </a:moveTo>
                      <a:lnTo>
                        <a:pt x="0" y="3151"/>
                      </a:lnTo>
                      <a:cubicBezTo>
                        <a:pt x="0" y="3340"/>
                        <a:pt x="158" y="3497"/>
                        <a:pt x="347" y="3497"/>
                      </a:cubicBezTo>
                      <a:cubicBezTo>
                        <a:pt x="536" y="3497"/>
                        <a:pt x="693" y="3340"/>
                        <a:pt x="693" y="3151"/>
                      </a:cubicBezTo>
                      <a:lnTo>
                        <a:pt x="693" y="1418"/>
                      </a:lnTo>
                      <a:lnTo>
                        <a:pt x="4190" y="1418"/>
                      </a:lnTo>
                      <a:lnTo>
                        <a:pt x="4190" y="3151"/>
                      </a:lnTo>
                      <a:cubicBezTo>
                        <a:pt x="4190" y="3340"/>
                        <a:pt x="4348" y="3497"/>
                        <a:pt x="4569" y="3497"/>
                      </a:cubicBezTo>
                      <a:cubicBezTo>
                        <a:pt x="4758" y="3497"/>
                        <a:pt x="4915" y="3340"/>
                        <a:pt x="4915" y="3151"/>
                      </a:cubicBezTo>
                      <a:lnTo>
                        <a:pt x="4915" y="0"/>
                      </a:lnTo>
                      <a:lnTo>
                        <a:pt x="2773" y="0"/>
                      </a:lnTo>
                      <a:lnTo>
                        <a:pt x="2773" y="347"/>
                      </a:lnTo>
                      <a:cubicBezTo>
                        <a:pt x="2773" y="536"/>
                        <a:pt x="2615" y="693"/>
                        <a:pt x="2426" y="693"/>
                      </a:cubicBezTo>
                      <a:cubicBezTo>
                        <a:pt x="2237" y="693"/>
                        <a:pt x="2080" y="536"/>
                        <a:pt x="2080" y="347"/>
                      </a:cubicBez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87" name="Google Shape;9538;p73">
                  <a:extLst>
                    <a:ext uri="{FF2B5EF4-FFF2-40B4-BE49-F238E27FC236}">
                      <a16:creationId xmlns:a16="http://schemas.microsoft.com/office/drawing/2014/main" id="{126CF029-8DB6-FE2F-3BAE-E6FEE73B0D32}"/>
                    </a:ext>
                  </a:extLst>
                </p:cNvPr>
                <p:cNvSpPr/>
                <p:nvPr/>
              </p:nvSpPr>
              <p:spPr>
                <a:xfrm>
                  <a:off x="5408075" y="3651025"/>
                  <a:ext cx="86675" cy="10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4159" extrusionOk="0">
                      <a:moveTo>
                        <a:pt x="1733" y="0"/>
                      </a:moveTo>
                      <a:cubicBezTo>
                        <a:pt x="788" y="0"/>
                        <a:pt x="1" y="788"/>
                        <a:pt x="1" y="1733"/>
                      </a:cubicBezTo>
                      <a:lnTo>
                        <a:pt x="1" y="3812"/>
                      </a:lnTo>
                      <a:cubicBezTo>
                        <a:pt x="1" y="4001"/>
                        <a:pt x="158" y="4159"/>
                        <a:pt x="347" y="4159"/>
                      </a:cubicBezTo>
                      <a:lnTo>
                        <a:pt x="3120" y="4159"/>
                      </a:lnTo>
                      <a:cubicBezTo>
                        <a:pt x="3309" y="4159"/>
                        <a:pt x="3466" y="4001"/>
                        <a:pt x="3466" y="3812"/>
                      </a:cubicBezTo>
                      <a:lnTo>
                        <a:pt x="3466" y="1733"/>
                      </a:ln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3" name="Google Shape;9539;p73">
                <a:extLst>
                  <a:ext uri="{FF2B5EF4-FFF2-40B4-BE49-F238E27FC236}">
                    <a16:creationId xmlns:a16="http://schemas.microsoft.com/office/drawing/2014/main" id="{14AE3BFC-5EF6-E87C-F12B-EC33C97F0A6D}"/>
                  </a:ext>
                </a:extLst>
              </p:cNvPr>
              <p:cNvGrpSpPr/>
              <p:nvPr/>
            </p:nvGrpSpPr>
            <p:grpSpPr>
              <a:xfrm>
                <a:off x="9022644" y="5073172"/>
                <a:ext cx="489964" cy="323559"/>
                <a:chOff x="5358450" y="4015675"/>
                <a:chExt cx="289875" cy="191425"/>
              </a:xfrm>
              <a:grpFill/>
            </p:grpSpPr>
            <p:sp>
              <p:nvSpPr>
                <p:cNvPr id="17476" name="Google Shape;9540;p73">
                  <a:extLst>
                    <a:ext uri="{FF2B5EF4-FFF2-40B4-BE49-F238E27FC236}">
                      <a16:creationId xmlns:a16="http://schemas.microsoft.com/office/drawing/2014/main" id="{B8D6CD4E-C137-DDB1-6ABC-CD43C5CEE725}"/>
                    </a:ext>
                  </a:extLst>
                </p:cNvPr>
                <p:cNvSpPr/>
                <p:nvPr/>
              </p:nvSpPr>
              <p:spPr>
                <a:xfrm>
                  <a:off x="5358450" y="4015675"/>
                  <a:ext cx="289875" cy="89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5" h="3561" extrusionOk="0">
                      <a:moveTo>
                        <a:pt x="5798" y="1"/>
                      </a:moveTo>
                      <a:cubicBezTo>
                        <a:pt x="2773" y="1"/>
                        <a:pt x="316" y="3120"/>
                        <a:pt x="1" y="3561"/>
                      </a:cubicBezTo>
                      <a:cubicBezTo>
                        <a:pt x="1229" y="2679"/>
                        <a:pt x="3561" y="1734"/>
                        <a:pt x="5798" y="1734"/>
                      </a:cubicBezTo>
                      <a:cubicBezTo>
                        <a:pt x="7751" y="1734"/>
                        <a:pt x="10051" y="2490"/>
                        <a:pt x="11595" y="3561"/>
                      </a:cubicBezTo>
                      <a:cubicBezTo>
                        <a:pt x="11280" y="3120"/>
                        <a:pt x="8822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7" name="Google Shape;9541;p73">
                  <a:extLst>
                    <a:ext uri="{FF2B5EF4-FFF2-40B4-BE49-F238E27FC236}">
                      <a16:creationId xmlns:a16="http://schemas.microsoft.com/office/drawing/2014/main" id="{D9B8DF72-94E6-A7D2-D455-EB85149DD990}"/>
                    </a:ext>
                  </a:extLst>
                </p:cNvPr>
                <p:cNvSpPr/>
                <p:nvPr/>
              </p:nvSpPr>
              <p:spPr>
                <a:xfrm>
                  <a:off x="5494725" y="4101525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693" y="568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8" name="Google Shape;9542;p73">
                  <a:extLst>
                    <a:ext uri="{FF2B5EF4-FFF2-40B4-BE49-F238E27FC236}">
                      <a16:creationId xmlns:a16="http://schemas.microsoft.com/office/drawing/2014/main" id="{C7CA6ED4-1775-4585-8C79-E572F251E2A3}"/>
                    </a:ext>
                  </a:extLst>
                </p:cNvPr>
                <p:cNvSpPr/>
                <p:nvPr/>
              </p:nvSpPr>
              <p:spPr>
                <a:xfrm>
                  <a:off x="5460050" y="4077125"/>
                  <a:ext cx="86675" cy="7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120" extrusionOk="0">
                      <a:moveTo>
                        <a:pt x="1734" y="315"/>
                      </a:moveTo>
                      <a:cubicBezTo>
                        <a:pt x="2332" y="315"/>
                        <a:pt x="2773" y="788"/>
                        <a:pt x="2773" y="1323"/>
                      </a:cubicBezTo>
                      <a:cubicBezTo>
                        <a:pt x="2773" y="1922"/>
                        <a:pt x="2269" y="2363"/>
                        <a:pt x="1734" y="2363"/>
                      </a:cubicBezTo>
                      <a:cubicBezTo>
                        <a:pt x="1135" y="2363"/>
                        <a:pt x="694" y="1890"/>
                        <a:pt x="694" y="1323"/>
                      </a:cubicBezTo>
                      <a:cubicBezTo>
                        <a:pt x="663" y="788"/>
                        <a:pt x="1135" y="315"/>
                        <a:pt x="1734" y="315"/>
                      </a:cubicBezTo>
                      <a:close/>
                      <a:moveTo>
                        <a:pt x="1734" y="0"/>
                      </a:moveTo>
                      <a:cubicBezTo>
                        <a:pt x="1324" y="0"/>
                        <a:pt x="978" y="32"/>
                        <a:pt x="599" y="63"/>
                      </a:cubicBezTo>
                      <a:cubicBezTo>
                        <a:pt x="190" y="378"/>
                        <a:pt x="1" y="851"/>
                        <a:pt x="1" y="1386"/>
                      </a:cubicBezTo>
                      <a:cubicBezTo>
                        <a:pt x="1" y="2332"/>
                        <a:pt x="789" y="3119"/>
                        <a:pt x="1734" y="3119"/>
                      </a:cubicBezTo>
                      <a:cubicBezTo>
                        <a:pt x="2679" y="3119"/>
                        <a:pt x="3466" y="2332"/>
                        <a:pt x="3466" y="1386"/>
                      </a:cubicBezTo>
                      <a:cubicBezTo>
                        <a:pt x="3466" y="851"/>
                        <a:pt x="3214" y="378"/>
                        <a:pt x="2868" y="63"/>
                      </a:cubicBezTo>
                      <a:cubicBezTo>
                        <a:pt x="2521" y="32"/>
                        <a:pt x="2112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9" name="Google Shape;9543;p73">
                  <a:extLst>
                    <a:ext uri="{FF2B5EF4-FFF2-40B4-BE49-F238E27FC236}">
                      <a16:creationId xmlns:a16="http://schemas.microsoft.com/office/drawing/2014/main" id="{BB33B190-9521-5B10-AB55-FB76C3B93646}"/>
                    </a:ext>
                  </a:extLst>
                </p:cNvPr>
                <p:cNvSpPr/>
                <p:nvPr/>
              </p:nvSpPr>
              <p:spPr>
                <a:xfrm>
                  <a:off x="5362400" y="4084200"/>
                  <a:ext cx="282000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80" h="4916" extrusionOk="0">
                      <a:moveTo>
                        <a:pt x="3466" y="1"/>
                      </a:moveTo>
                      <a:lnTo>
                        <a:pt x="3466" y="1"/>
                      </a:lnTo>
                      <a:cubicBezTo>
                        <a:pt x="2332" y="253"/>
                        <a:pt x="1103" y="820"/>
                        <a:pt x="0" y="1576"/>
                      </a:cubicBezTo>
                      <a:cubicBezTo>
                        <a:pt x="693" y="2395"/>
                        <a:pt x="2899" y="4915"/>
                        <a:pt x="5640" y="4915"/>
                      </a:cubicBezTo>
                      <a:cubicBezTo>
                        <a:pt x="8349" y="4884"/>
                        <a:pt x="10617" y="2395"/>
                        <a:pt x="11279" y="1576"/>
                      </a:cubicBezTo>
                      <a:cubicBezTo>
                        <a:pt x="10176" y="820"/>
                        <a:pt x="8948" y="253"/>
                        <a:pt x="7814" y="1"/>
                      </a:cubicBezTo>
                      <a:lnTo>
                        <a:pt x="7814" y="1"/>
                      </a:lnTo>
                      <a:cubicBezTo>
                        <a:pt x="7971" y="347"/>
                        <a:pt x="8097" y="694"/>
                        <a:pt x="8097" y="1103"/>
                      </a:cubicBezTo>
                      <a:cubicBezTo>
                        <a:pt x="8097" y="2427"/>
                        <a:pt x="6994" y="3529"/>
                        <a:pt x="5640" y="3529"/>
                      </a:cubicBezTo>
                      <a:cubicBezTo>
                        <a:pt x="4316" y="3529"/>
                        <a:pt x="3214" y="2427"/>
                        <a:pt x="3214" y="1103"/>
                      </a:cubicBezTo>
                      <a:cubicBezTo>
                        <a:pt x="3214" y="694"/>
                        <a:pt x="3277" y="347"/>
                        <a:pt x="346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4" name="Google Shape;9544;p73">
                <a:extLst>
                  <a:ext uri="{FF2B5EF4-FFF2-40B4-BE49-F238E27FC236}">
                    <a16:creationId xmlns:a16="http://schemas.microsoft.com/office/drawing/2014/main" id="{665AAED6-833C-731D-D50D-74C2A8844AC7}"/>
                  </a:ext>
                </a:extLst>
              </p:cNvPr>
              <p:cNvGrpSpPr/>
              <p:nvPr/>
            </p:nvGrpSpPr>
            <p:grpSpPr>
              <a:xfrm>
                <a:off x="10925482" y="3765480"/>
                <a:ext cx="501965" cy="465413"/>
                <a:chOff x="6543825" y="3202075"/>
                <a:chExt cx="296975" cy="275350"/>
              </a:xfrm>
              <a:grpFill/>
            </p:grpSpPr>
            <p:sp>
              <p:nvSpPr>
                <p:cNvPr id="17469" name="Google Shape;9545;p73">
                  <a:extLst>
                    <a:ext uri="{FF2B5EF4-FFF2-40B4-BE49-F238E27FC236}">
                      <a16:creationId xmlns:a16="http://schemas.microsoft.com/office/drawing/2014/main" id="{D1294509-78D0-25FD-593D-AE21FC70257A}"/>
                    </a:ext>
                  </a:extLst>
                </p:cNvPr>
                <p:cNvSpPr/>
                <p:nvPr/>
              </p:nvSpPr>
              <p:spPr>
                <a:xfrm>
                  <a:off x="6683250" y="3202075"/>
                  <a:ext cx="17350" cy="43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173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355"/>
                      </a:lnTo>
                      <a:cubicBezTo>
                        <a:pt x="0" y="1576"/>
                        <a:pt x="158" y="1733"/>
                        <a:pt x="347" y="1733"/>
                      </a:cubicBezTo>
                      <a:cubicBezTo>
                        <a:pt x="536" y="1733"/>
                        <a:pt x="693" y="1576"/>
                        <a:pt x="693" y="1355"/>
                      </a:cubicBezTo>
                      <a:lnTo>
                        <a:pt x="693" y="347"/>
                      </a:ln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0" name="Google Shape;9546;p73">
                  <a:extLst>
                    <a:ext uri="{FF2B5EF4-FFF2-40B4-BE49-F238E27FC236}">
                      <a16:creationId xmlns:a16="http://schemas.microsoft.com/office/drawing/2014/main" id="{763D7B27-A542-CC10-1BB2-8CE806ED118A}"/>
                    </a:ext>
                  </a:extLst>
                </p:cNvPr>
                <p:cNvSpPr/>
                <p:nvPr/>
              </p:nvSpPr>
              <p:spPr>
                <a:xfrm>
                  <a:off x="6613925" y="3236125"/>
                  <a:ext cx="35475" cy="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8" extrusionOk="0">
                      <a:moveTo>
                        <a:pt x="363" y="1"/>
                      </a:moveTo>
                      <a:cubicBezTo>
                        <a:pt x="276" y="1"/>
                        <a:pt x="190" y="40"/>
                        <a:pt x="127" y="119"/>
                      </a:cubicBezTo>
                      <a:cubicBezTo>
                        <a:pt x="1" y="245"/>
                        <a:pt x="1" y="466"/>
                        <a:pt x="127" y="592"/>
                      </a:cubicBezTo>
                      <a:lnTo>
                        <a:pt x="820" y="1316"/>
                      </a:lnTo>
                      <a:cubicBezTo>
                        <a:pt x="883" y="1364"/>
                        <a:pt x="969" y="1387"/>
                        <a:pt x="1056" y="1387"/>
                      </a:cubicBezTo>
                      <a:cubicBezTo>
                        <a:pt x="1143" y="1387"/>
                        <a:pt x="1229" y="1364"/>
                        <a:pt x="1292" y="1316"/>
                      </a:cubicBezTo>
                      <a:cubicBezTo>
                        <a:pt x="1418" y="1190"/>
                        <a:pt x="1418" y="938"/>
                        <a:pt x="1292" y="844"/>
                      </a:cubicBezTo>
                      <a:lnTo>
                        <a:pt x="599" y="119"/>
                      </a:lnTo>
                      <a:cubicBezTo>
                        <a:pt x="536" y="40"/>
                        <a:pt x="450" y="1"/>
                        <a:pt x="3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1" name="Google Shape;9547;p73">
                  <a:extLst>
                    <a:ext uri="{FF2B5EF4-FFF2-40B4-BE49-F238E27FC236}">
                      <a16:creationId xmlns:a16="http://schemas.microsoft.com/office/drawing/2014/main" id="{FD6A1A1D-1FF6-B37A-F516-A62ADBC181E2}"/>
                    </a:ext>
                  </a:extLst>
                </p:cNvPr>
                <p:cNvSpPr/>
                <p:nvPr/>
              </p:nvSpPr>
              <p:spPr>
                <a:xfrm>
                  <a:off x="6734425" y="3236425"/>
                  <a:ext cx="35475" cy="3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76" extrusionOk="0">
                      <a:moveTo>
                        <a:pt x="1054" y="0"/>
                      </a:moveTo>
                      <a:cubicBezTo>
                        <a:pt x="976" y="0"/>
                        <a:pt x="894" y="33"/>
                        <a:pt x="820" y="107"/>
                      </a:cubicBezTo>
                      <a:lnTo>
                        <a:pt x="95" y="832"/>
                      </a:lnTo>
                      <a:cubicBezTo>
                        <a:pt x="1" y="926"/>
                        <a:pt x="1" y="1178"/>
                        <a:pt x="95" y="1304"/>
                      </a:cubicBezTo>
                      <a:cubicBezTo>
                        <a:pt x="158" y="1352"/>
                        <a:pt x="253" y="1375"/>
                        <a:pt x="344" y="1375"/>
                      </a:cubicBezTo>
                      <a:cubicBezTo>
                        <a:pt x="434" y="1375"/>
                        <a:pt x="521" y="1352"/>
                        <a:pt x="568" y="1304"/>
                      </a:cubicBezTo>
                      <a:lnTo>
                        <a:pt x="1293" y="580"/>
                      </a:lnTo>
                      <a:cubicBezTo>
                        <a:pt x="1419" y="454"/>
                        <a:pt x="1419" y="233"/>
                        <a:pt x="1293" y="107"/>
                      </a:cubicBezTo>
                      <a:cubicBezTo>
                        <a:pt x="1226" y="41"/>
                        <a:pt x="1142" y="0"/>
                        <a:pt x="10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2" name="Google Shape;9548;p73">
                  <a:extLst>
                    <a:ext uri="{FF2B5EF4-FFF2-40B4-BE49-F238E27FC236}">
                      <a16:creationId xmlns:a16="http://schemas.microsoft.com/office/drawing/2014/main" id="{EC0F4606-DAE9-C8EE-008C-FC3EDFE133D2}"/>
                    </a:ext>
                  </a:extLst>
                </p:cNvPr>
                <p:cNvSpPr/>
                <p:nvPr/>
              </p:nvSpPr>
              <p:spPr>
                <a:xfrm>
                  <a:off x="6805325" y="3322575"/>
                  <a:ext cx="35475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3" extrusionOk="0">
                      <a:moveTo>
                        <a:pt x="0" y="1"/>
                      </a:moveTo>
                      <a:lnTo>
                        <a:pt x="0" y="4852"/>
                      </a:lnTo>
                      <a:lnTo>
                        <a:pt x="1040" y="4852"/>
                      </a:lnTo>
                      <a:cubicBezTo>
                        <a:pt x="1261" y="4852"/>
                        <a:pt x="1418" y="4695"/>
                        <a:pt x="1418" y="4506"/>
                      </a:cubicBezTo>
                      <a:lnTo>
                        <a:pt x="1418" y="316"/>
                      </a:lnTo>
                      <a:cubicBezTo>
                        <a:pt x="1355" y="158"/>
                        <a:pt x="1198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3" name="Google Shape;9549;p73">
                  <a:extLst>
                    <a:ext uri="{FF2B5EF4-FFF2-40B4-BE49-F238E27FC236}">
                      <a16:creationId xmlns:a16="http://schemas.microsoft.com/office/drawing/2014/main" id="{2AEFAD47-58B3-88A2-96F5-205E66C2452B}"/>
                    </a:ext>
                  </a:extLst>
                </p:cNvPr>
                <p:cNvSpPr/>
                <p:nvPr/>
              </p:nvSpPr>
              <p:spPr>
                <a:xfrm>
                  <a:off x="6543825" y="3323275"/>
                  <a:ext cx="35475" cy="121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4856" extrusionOk="0">
                      <a:moveTo>
                        <a:pt x="323" y="0"/>
                      </a:moveTo>
                      <a:cubicBezTo>
                        <a:pt x="132" y="0"/>
                        <a:pt x="1" y="149"/>
                        <a:pt x="1" y="351"/>
                      </a:cubicBezTo>
                      <a:lnTo>
                        <a:pt x="1" y="4509"/>
                      </a:lnTo>
                      <a:cubicBezTo>
                        <a:pt x="1" y="4698"/>
                        <a:pt x="158" y="4856"/>
                        <a:pt x="379" y="4856"/>
                      </a:cubicBezTo>
                      <a:lnTo>
                        <a:pt x="1418" y="4856"/>
                      </a:lnTo>
                      <a:lnTo>
                        <a:pt x="1418" y="4"/>
                      </a:lnTo>
                      <a:lnTo>
                        <a:pt x="379" y="4"/>
                      </a:lnTo>
                      <a:cubicBezTo>
                        <a:pt x="360" y="1"/>
                        <a:pt x="341" y="0"/>
                        <a:pt x="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4" name="Google Shape;9550;p73">
                  <a:extLst>
                    <a:ext uri="{FF2B5EF4-FFF2-40B4-BE49-F238E27FC236}">
                      <a16:creationId xmlns:a16="http://schemas.microsoft.com/office/drawing/2014/main" id="{6D4654E2-F4E5-CD24-0713-BFC3E46F8427}"/>
                    </a:ext>
                  </a:extLst>
                </p:cNvPr>
                <p:cNvSpPr/>
                <p:nvPr/>
              </p:nvSpPr>
              <p:spPr>
                <a:xfrm>
                  <a:off x="6643075" y="3332025"/>
                  <a:ext cx="143375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35" h="4160" extrusionOk="0">
                      <a:moveTo>
                        <a:pt x="1639" y="1"/>
                      </a:moveTo>
                      <a:cubicBezTo>
                        <a:pt x="1450" y="1"/>
                        <a:pt x="1198" y="158"/>
                        <a:pt x="1072" y="379"/>
                      </a:cubicBezTo>
                      <a:lnTo>
                        <a:pt x="0" y="2490"/>
                      </a:lnTo>
                      <a:cubicBezTo>
                        <a:pt x="158" y="2584"/>
                        <a:pt x="378" y="2616"/>
                        <a:pt x="567" y="2616"/>
                      </a:cubicBezTo>
                      <a:cubicBezTo>
                        <a:pt x="1072" y="2616"/>
                        <a:pt x="1544" y="2364"/>
                        <a:pt x="1796" y="1891"/>
                      </a:cubicBezTo>
                      <a:lnTo>
                        <a:pt x="2017" y="1418"/>
                      </a:lnTo>
                      <a:lnTo>
                        <a:pt x="2710" y="1418"/>
                      </a:lnTo>
                      <a:cubicBezTo>
                        <a:pt x="2899" y="1418"/>
                        <a:pt x="3056" y="1481"/>
                        <a:pt x="3182" y="1607"/>
                      </a:cubicBezTo>
                      <a:lnTo>
                        <a:pt x="5734" y="4159"/>
                      </a:lnTo>
                      <a:lnTo>
                        <a:pt x="573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75" name="Google Shape;9551;p73">
                  <a:extLst>
                    <a:ext uri="{FF2B5EF4-FFF2-40B4-BE49-F238E27FC236}">
                      <a16:creationId xmlns:a16="http://schemas.microsoft.com/office/drawing/2014/main" id="{62879B1B-DC23-B1BF-03FA-154A93FA85F3}"/>
                    </a:ext>
                  </a:extLst>
                </p:cNvPr>
                <p:cNvSpPr/>
                <p:nvPr/>
              </p:nvSpPr>
              <p:spPr>
                <a:xfrm>
                  <a:off x="6595025" y="3288700"/>
                  <a:ext cx="175675" cy="18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27" h="7549" extrusionOk="0">
                      <a:moveTo>
                        <a:pt x="2206" y="1"/>
                      </a:moveTo>
                      <a:cubicBezTo>
                        <a:pt x="1828" y="1"/>
                        <a:pt x="1481" y="221"/>
                        <a:pt x="1261" y="568"/>
                      </a:cubicBezTo>
                      <a:lnTo>
                        <a:pt x="946" y="1198"/>
                      </a:lnTo>
                      <a:cubicBezTo>
                        <a:pt x="914" y="1324"/>
                        <a:pt x="757" y="1419"/>
                        <a:pt x="631" y="1419"/>
                      </a:cubicBezTo>
                      <a:lnTo>
                        <a:pt x="1" y="1419"/>
                      </a:lnTo>
                      <a:lnTo>
                        <a:pt x="1" y="6239"/>
                      </a:lnTo>
                      <a:lnTo>
                        <a:pt x="1576" y="6239"/>
                      </a:lnTo>
                      <a:lnTo>
                        <a:pt x="2584" y="7247"/>
                      </a:lnTo>
                      <a:cubicBezTo>
                        <a:pt x="2768" y="7431"/>
                        <a:pt x="3054" y="7548"/>
                        <a:pt x="3330" y="7548"/>
                      </a:cubicBezTo>
                      <a:cubicBezTo>
                        <a:pt x="3431" y="7548"/>
                        <a:pt x="3531" y="7533"/>
                        <a:pt x="3624" y="7499"/>
                      </a:cubicBezTo>
                      <a:lnTo>
                        <a:pt x="6585" y="6554"/>
                      </a:lnTo>
                      <a:cubicBezTo>
                        <a:pt x="6743" y="6522"/>
                        <a:pt x="6900" y="6396"/>
                        <a:pt x="7026" y="6302"/>
                      </a:cubicBezTo>
                      <a:lnTo>
                        <a:pt x="4537" y="3813"/>
                      </a:lnTo>
                      <a:lnTo>
                        <a:pt x="4380" y="3813"/>
                      </a:lnTo>
                      <a:lnTo>
                        <a:pt x="4348" y="3844"/>
                      </a:lnTo>
                      <a:cubicBezTo>
                        <a:pt x="4033" y="4506"/>
                        <a:pt x="3340" y="4947"/>
                        <a:pt x="2647" y="5042"/>
                      </a:cubicBezTo>
                      <a:cubicBezTo>
                        <a:pt x="2601" y="5044"/>
                        <a:pt x="2556" y="5046"/>
                        <a:pt x="2511" y="5046"/>
                      </a:cubicBezTo>
                      <a:cubicBezTo>
                        <a:pt x="2046" y="5046"/>
                        <a:pt x="1698" y="4899"/>
                        <a:pt x="1324" y="4727"/>
                      </a:cubicBezTo>
                      <a:cubicBezTo>
                        <a:pt x="1103" y="4632"/>
                        <a:pt x="1040" y="4412"/>
                        <a:pt x="1166" y="4254"/>
                      </a:cubicBezTo>
                      <a:lnTo>
                        <a:pt x="2363" y="1797"/>
                      </a:lnTo>
                      <a:cubicBezTo>
                        <a:pt x="2615" y="1324"/>
                        <a:pt x="3088" y="1041"/>
                        <a:pt x="3592" y="1041"/>
                      </a:cubicBezTo>
                      <a:lnTo>
                        <a:pt x="5104" y="1041"/>
                      </a:lnTo>
                      <a:cubicBezTo>
                        <a:pt x="5167" y="852"/>
                        <a:pt x="5262" y="631"/>
                        <a:pt x="5262" y="347"/>
                      </a:cubicBezTo>
                      <a:cubicBezTo>
                        <a:pt x="5262" y="158"/>
                        <a:pt x="5104" y="1"/>
                        <a:pt x="488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5" name="Google Shape;9552;p73">
                <a:extLst>
                  <a:ext uri="{FF2B5EF4-FFF2-40B4-BE49-F238E27FC236}">
                    <a16:creationId xmlns:a16="http://schemas.microsoft.com/office/drawing/2014/main" id="{57F7C9B7-8DA0-F527-CD79-0637F672945A}"/>
                  </a:ext>
                </a:extLst>
              </p:cNvPr>
              <p:cNvGrpSpPr/>
              <p:nvPr/>
            </p:nvGrpSpPr>
            <p:grpSpPr>
              <a:xfrm>
                <a:off x="3302959" y="3747882"/>
                <a:ext cx="500612" cy="500612"/>
                <a:chOff x="2037825" y="3254050"/>
                <a:chExt cx="296175" cy="296175"/>
              </a:xfrm>
              <a:grpFill/>
            </p:grpSpPr>
            <p:sp>
              <p:nvSpPr>
                <p:cNvPr id="17463" name="Google Shape;9553;p73">
                  <a:extLst>
                    <a:ext uri="{FF2B5EF4-FFF2-40B4-BE49-F238E27FC236}">
                      <a16:creationId xmlns:a16="http://schemas.microsoft.com/office/drawing/2014/main" id="{F99EACE2-7DD4-4B40-E928-B5B99286D3A9}"/>
                    </a:ext>
                  </a:extLst>
                </p:cNvPr>
                <p:cNvSpPr/>
                <p:nvPr/>
              </p:nvSpPr>
              <p:spPr>
                <a:xfrm>
                  <a:off x="2063825" y="3254050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1733" y="1"/>
                      </a:moveTo>
                      <a:cubicBezTo>
                        <a:pt x="788" y="1"/>
                        <a:pt x="1" y="788"/>
                        <a:pt x="1" y="1733"/>
                      </a:cubicBezTo>
                      <a:cubicBezTo>
                        <a:pt x="1" y="2679"/>
                        <a:pt x="788" y="3466"/>
                        <a:pt x="1733" y="3466"/>
                      </a:cubicBezTo>
                      <a:cubicBezTo>
                        <a:pt x="2678" y="3466"/>
                        <a:pt x="3466" y="2679"/>
                        <a:pt x="3466" y="1733"/>
                      </a:cubicBezTo>
                      <a:cubicBezTo>
                        <a:pt x="3466" y="788"/>
                        <a:pt x="2678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4" name="Google Shape;9554;p73">
                  <a:extLst>
                    <a:ext uri="{FF2B5EF4-FFF2-40B4-BE49-F238E27FC236}">
                      <a16:creationId xmlns:a16="http://schemas.microsoft.com/office/drawing/2014/main" id="{5D326F3D-1BB7-55A9-5863-E880E0CC2073}"/>
                    </a:ext>
                  </a:extLst>
                </p:cNvPr>
                <p:cNvSpPr/>
                <p:nvPr/>
              </p:nvSpPr>
              <p:spPr>
                <a:xfrm>
                  <a:off x="2178025" y="3289500"/>
                  <a:ext cx="104000" cy="6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2718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95" y="662"/>
                        <a:pt x="316" y="662"/>
                      </a:cubicBezTo>
                      <a:lnTo>
                        <a:pt x="2395" y="662"/>
                      </a:lnTo>
                      <a:cubicBezTo>
                        <a:pt x="2584" y="662"/>
                        <a:pt x="2742" y="820"/>
                        <a:pt x="2742" y="1009"/>
                      </a:cubicBezTo>
                      <a:lnTo>
                        <a:pt x="2742" y="1576"/>
                      </a:lnTo>
                      <a:lnTo>
                        <a:pt x="2616" y="1450"/>
                      </a:lnTo>
                      <a:cubicBezTo>
                        <a:pt x="2568" y="1387"/>
                        <a:pt x="2482" y="1355"/>
                        <a:pt x="2391" y="1355"/>
                      </a:cubicBezTo>
                      <a:cubicBezTo>
                        <a:pt x="2301" y="1355"/>
                        <a:pt x="2206" y="1387"/>
                        <a:pt x="2143" y="1450"/>
                      </a:cubicBezTo>
                      <a:cubicBezTo>
                        <a:pt x="2049" y="1576"/>
                        <a:pt x="2049" y="1796"/>
                        <a:pt x="2143" y="1922"/>
                      </a:cubicBezTo>
                      <a:lnTo>
                        <a:pt x="2868" y="2647"/>
                      </a:lnTo>
                      <a:cubicBezTo>
                        <a:pt x="2931" y="2694"/>
                        <a:pt x="3017" y="2718"/>
                        <a:pt x="3104" y="2718"/>
                      </a:cubicBezTo>
                      <a:cubicBezTo>
                        <a:pt x="3191" y="2718"/>
                        <a:pt x="3277" y="2694"/>
                        <a:pt x="3340" y="2647"/>
                      </a:cubicBezTo>
                      <a:lnTo>
                        <a:pt x="4033" y="1922"/>
                      </a:lnTo>
                      <a:cubicBezTo>
                        <a:pt x="4159" y="1796"/>
                        <a:pt x="4159" y="1576"/>
                        <a:pt x="4033" y="1450"/>
                      </a:cubicBezTo>
                      <a:cubicBezTo>
                        <a:pt x="3986" y="1387"/>
                        <a:pt x="3899" y="1355"/>
                        <a:pt x="3809" y="1355"/>
                      </a:cubicBezTo>
                      <a:cubicBezTo>
                        <a:pt x="3718" y="1355"/>
                        <a:pt x="3624" y="1387"/>
                        <a:pt x="3561" y="1450"/>
                      </a:cubicBezTo>
                      <a:lnTo>
                        <a:pt x="3466" y="1576"/>
                      </a:lnTo>
                      <a:lnTo>
                        <a:pt x="3466" y="1009"/>
                      </a:lnTo>
                      <a:cubicBezTo>
                        <a:pt x="3466" y="441"/>
                        <a:pt x="2994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5" name="Google Shape;9555;p73">
                  <a:extLst>
                    <a:ext uri="{FF2B5EF4-FFF2-40B4-BE49-F238E27FC236}">
                      <a16:creationId xmlns:a16="http://schemas.microsoft.com/office/drawing/2014/main" id="{072A0DF2-4AFB-9B8E-16CD-1D80157D8056}"/>
                    </a:ext>
                  </a:extLst>
                </p:cNvPr>
                <p:cNvSpPr/>
                <p:nvPr/>
              </p:nvSpPr>
              <p:spPr>
                <a:xfrm>
                  <a:off x="2070125" y="3444225"/>
                  <a:ext cx="106350" cy="6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54" h="2763" extrusionOk="0">
                      <a:moveTo>
                        <a:pt x="1095" y="0"/>
                      </a:moveTo>
                      <a:cubicBezTo>
                        <a:pt x="1002" y="0"/>
                        <a:pt x="904" y="28"/>
                        <a:pt x="820" y="112"/>
                      </a:cubicBezTo>
                      <a:lnTo>
                        <a:pt x="127" y="805"/>
                      </a:lnTo>
                      <a:cubicBezTo>
                        <a:pt x="1" y="931"/>
                        <a:pt x="1" y="1184"/>
                        <a:pt x="127" y="1278"/>
                      </a:cubicBezTo>
                      <a:cubicBezTo>
                        <a:pt x="190" y="1341"/>
                        <a:pt x="276" y="1373"/>
                        <a:pt x="363" y="1373"/>
                      </a:cubicBezTo>
                      <a:cubicBezTo>
                        <a:pt x="449" y="1373"/>
                        <a:pt x="536" y="1341"/>
                        <a:pt x="599" y="1278"/>
                      </a:cubicBezTo>
                      <a:lnTo>
                        <a:pt x="725" y="1184"/>
                      </a:lnTo>
                      <a:lnTo>
                        <a:pt x="725" y="1719"/>
                      </a:lnTo>
                      <a:cubicBezTo>
                        <a:pt x="725" y="2318"/>
                        <a:pt x="1198" y="2759"/>
                        <a:pt x="1733" y="2759"/>
                      </a:cubicBezTo>
                      <a:lnTo>
                        <a:pt x="3813" y="2759"/>
                      </a:lnTo>
                      <a:cubicBezTo>
                        <a:pt x="3837" y="2761"/>
                        <a:pt x="3861" y="2763"/>
                        <a:pt x="3883" y="2763"/>
                      </a:cubicBezTo>
                      <a:cubicBezTo>
                        <a:pt x="4122" y="2763"/>
                        <a:pt x="4254" y="2616"/>
                        <a:pt x="4254" y="2444"/>
                      </a:cubicBezTo>
                      <a:cubicBezTo>
                        <a:pt x="4254" y="2223"/>
                        <a:pt x="4096" y="2066"/>
                        <a:pt x="3907" y="2066"/>
                      </a:cubicBezTo>
                      <a:lnTo>
                        <a:pt x="1828" y="2066"/>
                      </a:lnTo>
                      <a:cubicBezTo>
                        <a:pt x="1639" y="2066"/>
                        <a:pt x="1481" y="1908"/>
                        <a:pt x="1481" y="1719"/>
                      </a:cubicBezTo>
                      <a:lnTo>
                        <a:pt x="1481" y="1184"/>
                      </a:lnTo>
                      <a:lnTo>
                        <a:pt x="1576" y="1278"/>
                      </a:lnTo>
                      <a:cubicBezTo>
                        <a:pt x="1639" y="1341"/>
                        <a:pt x="1733" y="1373"/>
                        <a:pt x="1824" y="1373"/>
                      </a:cubicBezTo>
                      <a:cubicBezTo>
                        <a:pt x="1914" y="1373"/>
                        <a:pt x="2001" y="1341"/>
                        <a:pt x="2048" y="1278"/>
                      </a:cubicBezTo>
                      <a:cubicBezTo>
                        <a:pt x="2174" y="1184"/>
                        <a:pt x="2174" y="931"/>
                        <a:pt x="2048" y="805"/>
                      </a:cubicBezTo>
                      <a:lnTo>
                        <a:pt x="1355" y="112"/>
                      </a:lnTo>
                      <a:cubicBezTo>
                        <a:pt x="1292" y="81"/>
                        <a:pt x="1261" y="81"/>
                        <a:pt x="1229" y="18"/>
                      </a:cubicBezTo>
                      <a:cubicBezTo>
                        <a:pt x="1187" y="7"/>
                        <a:pt x="1142" y="0"/>
                        <a:pt x="10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6" name="Google Shape;9556;p73">
                  <a:extLst>
                    <a:ext uri="{FF2B5EF4-FFF2-40B4-BE49-F238E27FC236}">
                      <a16:creationId xmlns:a16="http://schemas.microsoft.com/office/drawing/2014/main" id="{2AD32963-C187-68D6-3899-41E5ACE91964}"/>
                    </a:ext>
                  </a:extLst>
                </p:cNvPr>
                <p:cNvSpPr/>
                <p:nvPr/>
              </p:nvSpPr>
              <p:spPr>
                <a:xfrm>
                  <a:off x="2219775" y="3375350"/>
                  <a:ext cx="89025" cy="85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1" h="3435" extrusionOk="0">
                      <a:moveTo>
                        <a:pt x="1796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47"/>
                        <a:pt x="788" y="3434"/>
                        <a:pt x="1796" y="3434"/>
                      </a:cubicBezTo>
                      <a:cubicBezTo>
                        <a:pt x="2741" y="3434"/>
                        <a:pt x="3561" y="2647"/>
                        <a:pt x="3561" y="1733"/>
                      </a:cubicBezTo>
                      <a:cubicBezTo>
                        <a:pt x="3561" y="788"/>
                        <a:pt x="2773" y="0"/>
                        <a:pt x="179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7" name="Google Shape;9557;p73">
                  <a:extLst>
                    <a:ext uri="{FF2B5EF4-FFF2-40B4-BE49-F238E27FC236}">
                      <a16:creationId xmlns:a16="http://schemas.microsoft.com/office/drawing/2014/main" id="{F2A4E036-0C5D-7093-E277-3B068CCE3CAB}"/>
                    </a:ext>
                  </a:extLst>
                </p:cNvPr>
                <p:cNvSpPr/>
                <p:nvPr/>
              </p:nvSpPr>
              <p:spPr>
                <a:xfrm>
                  <a:off x="2037825" y="3339125"/>
                  <a:ext cx="138650" cy="88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6" h="3529" extrusionOk="0">
                      <a:moveTo>
                        <a:pt x="1072" y="0"/>
                      </a:moveTo>
                      <a:cubicBezTo>
                        <a:pt x="442" y="536"/>
                        <a:pt x="32" y="1292"/>
                        <a:pt x="32" y="2143"/>
                      </a:cubicBezTo>
                      <a:lnTo>
                        <a:pt x="32" y="3182"/>
                      </a:lnTo>
                      <a:cubicBezTo>
                        <a:pt x="1" y="3371"/>
                        <a:pt x="158" y="3529"/>
                        <a:pt x="347" y="3529"/>
                      </a:cubicBezTo>
                      <a:lnTo>
                        <a:pt x="5199" y="3529"/>
                      </a:lnTo>
                      <a:cubicBezTo>
                        <a:pt x="5388" y="3529"/>
                        <a:pt x="5546" y="3371"/>
                        <a:pt x="5546" y="3182"/>
                      </a:cubicBezTo>
                      <a:lnTo>
                        <a:pt x="5546" y="2143"/>
                      </a:lnTo>
                      <a:cubicBezTo>
                        <a:pt x="5546" y="1292"/>
                        <a:pt x="5168" y="536"/>
                        <a:pt x="4538" y="0"/>
                      </a:cubicBezTo>
                      <a:cubicBezTo>
                        <a:pt x="4096" y="473"/>
                        <a:pt x="3466" y="756"/>
                        <a:pt x="2805" y="756"/>
                      </a:cubicBezTo>
                      <a:cubicBezTo>
                        <a:pt x="2143" y="756"/>
                        <a:pt x="1513" y="504"/>
                        <a:pt x="107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8" name="Google Shape;9558;p73">
                  <a:extLst>
                    <a:ext uri="{FF2B5EF4-FFF2-40B4-BE49-F238E27FC236}">
                      <a16:creationId xmlns:a16="http://schemas.microsoft.com/office/drawing/2014/main" id="{937D84EA-9877-17AB-DD5E-301596134914}"/>
                    </a:ext>
                  </a:extLst>
                </p:cNvPr>
                <p:cNvSpPr/>
                <p:nvPr/>
              </p:nvSpPr>
              <p:spPr>
                <a:xfrm>
                  <a:off x="2193775" y="3460400"/>
                  <a:ext cx="140225" cy="8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9" h="3593" extrusionOk="0">
                      <a:moveTo>
                        <a:pt x="1009" y="1"/>
                      </a:moveTo>
                      <a:cubicBezTo>
                        <a:pt x="379" y="537"/>
                        <a:pt x="1" y="1261"/>
                        <a:pt x="1" y="2143"/>
                      </a:cubicBezTo>
                      <a:lnTo>
                        <a:pt x="1" y="3246"/>
                      </a:lnTo>
                      <a:cubicBezTo>
                        <a:pt x="1" y="3435"/>
                        <a:pt x="158" y="3592"/>
                        <a:pt x="347" y="3592"/>
                      </a:cubicBezTo>
                      <a:lnTo>
                        <a:pt x="5262" y="3592"/>
                      </a:lnTo>
                      <a:cubicBezTo>
                        <a:pt x="5451" y="3592"/>
                        <a:pt x="5609" y="3435"/>
                        <a:pt x="5609" y="3246"/>
                      </a:cubicBezTo>
                      <a:lnTo>
                        <a:pt x="5609" y="2143"/>
                      </a:lnTo>
                      <a:cubicBezTo>
                        <a:pt x="5577" y="1261"/>
                        <a:pt x="5199" y="537"/>
                        <a:pt x="4569" y="1"/>
                      </a:cubicBezTo>
                      <a:cubicBezTo>
                        <a:pt x="4128" y="474"/>
                        <a:pt x="3498" y="757"/>
                        <a:pt x="2773" y="757"/>
                      </a:cubicBezTo>
                      <a:cubicBezTo>
                        <a:pt x="2080" y="757"/>
                        <a:pt x="1450" y="474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6" name="Google Shape;9559;p73">
                <a:extLst>
                  <a:ext uri="{FF2B5EF4-FFF2-40B4-BE49-F238E27FC236}">
                    <a16:creationId xmlns:a16="http://schemas.microsoft.com/office/drawing/2014/main" id="{9ECD6877-D30E-5202-B5D5-3C9EE57A4F7C}"/>
                  </a:ext>
                </a:extLst>
              </p:cNvPr>
              <p:cNvGrpSpPr/>
              <p:nvPr/>
            </p:nvGrpSpPr>
            <p:grpSpPr>
              <a:xfrm>
                <a:off x="3300297" y="4378750"/>
                <a:ext cx="505937" cy="498964"/>
                <a:chOff x="2034675" y="3617925"/>
                <a:chExt cx="299325" cy="295200"/>
              </a:xfrm>
              <a:grpFill/>
            </p:grpSpPr>
            <p:sp>
              <p:nvSpPr>
                <p:cNvPr id="17458" name="Google Shape;9560;p73">
                  <a:extLst>
                    <a:ext uri="{FF2B5EF4-FFF2-40B4-BE49-F238E27FC236}">
                      <a16:creationId xmlns:a16="http://schemas.microsoft.com/office/drawing/2014/main" id="{D0617B81-5C55-5FCA-12A7-AE607CDAEE47}"/>
                    </a:ext>
                  </a:extLst>
                </p:cNvPr>
                <p:cNvSpPr/>
                <p:nvPr/>
              </p:nvSpPr>
              <p:spPr>
                <a:xfrm>
                  <a:off x="2195350" y="3721900"/>
                  <a:ext cx="69350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1356" extrusionOk="0">
                      <a:moveTo>
                        <a:pt x="1387" y="1"/>
                      </a:moveTo>
                      <a:cubicBezTo>
                        <a:pt x="631" y="1"/>
                        <a:pt x="1" y="631"/>
                        <a:pt x="1" y="1355"/>
                      </a:cubicBezTo>
                      <a:lnTo>
                        <a:pt x="2773" y="1355"/>
                      </a:lnTo>
                      <a:cubicBezTo>
                        <a:pt x="2773" y="599"/>
                        <a:pt x="2143" y="1"/>
                        <a:pt x="13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9" name="Google Shape;9561;p73">
                  <a:extLst>
                    <a:ext uri="{FF2B5EF4-FFF2-40B4-BE49-F238E27FC236}">
                      <a16:creationId xmlns:a16="http://schemas.microsoft.com/office/drawing/2014/main" id="{54A047F6-0585-117E-A0A2-21E5090C6C30}"/>
                    </a:ext>
                  </a:extLst>
                </p:cNvPr>
                <p:cNvSpPr/>
                <p:nvPr/>
              </p:nvSpPr>
              <p:spPr>
                <a:xfrm>
                  <a:off x="2211900" y="3669125"/>
                  <a:ext cx="35475" cy="35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419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725"/>
                      </a:cubicBezTo>
                      <a:cubicBezTo>
                        <a:pt x="0" y="1103"/>
                        <a:pt x="315" y="1418"/>
                        <a:pt x="725" y="1418"/>
                      </a:cubicBezTo>
                      <a:cubicBezTo>
                        <a:pt x="1103" y="1418"/>
                        <a:pt x="1418" y="1103"/>
                        <a:pt x="1418" y="725"/>
                      </a:cubicBez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0" name="Google Shape;9562;p73">
                  <a:extLst>
                    <a:ext uri="{FF2B5EF4-FFF2-40B4-BE49-F238E27FC236}">
                      <a16:creationId xmlns:a16="http://schemas.microsoft.com/office/drawing/2014/main" id="{61B0AE6B-4A87-4211-4348-EE6ED2AA9C54}"/>
                    </a:ext>
                  </a:extLst>
                </p:cNvPr>
                <p:cNvSpPr/>
                <p:nvPr/>
              </p:nvSpPr>
              <p:spPr>
                <a:xfrm>
                  <a:off x="2125250" y="3617925"/>
                  <a:ext cx="2087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50" h="8350" extrusionOk="0">
                      <a:moveTo>
                        <a:pt x="4128" y="1387"/>
                      </a:moveTo>
                      <a:cubicBezTo>
                        <a:pt x="4884" y="1387"/>
                        <a:pt x="5514" y="2017"/>
                        <a:pt x="5514" y="2773"/>
                      </a:cubicBezTo>
                      <a:cubicBezTo>
                        <a:pt x="5514" y="3120"/>
                        <a:pt x="5357" y="3466"/>
                        <a:pt x="5136" y="3718"/>
                      </a:cubicBezTo>
                      <a:cubicBezTo>
                        <a:pt x="5766" y="4065"/>
                        <a:pt x="6176" y="4727"/>
                        <a:pt x="6176" y="5514"/>
                      </a:cubicBezTo>
                      <a:lnTo>
                        <a:pt x="6176" y="5892"/>
                      </a:lnTo>
                      <a:lnTo>
                        <a:pt x="6270" y="5892"/>
                      </a:lnTo>
                      <a:cubicBezTo>
                        <a:pt x="6270" y="6081"/>
                        <a:pt x="6113" y="6239"/>
                        <a:pt x="5924" y="6239"/>
                      </a:cubicBezTo>
                      <a:lnTo>
                        <a:pt x="2458" y="6239"/>
                      </a:lnTo>
                      <a:cubicBezTo>
                        <a:pt x="2238" y="6239"/>
                        <a:pt x="2080" y="6081"/>
                        <a:pt x="2080" y="5892"/>
                      </a:cubicBezTo>
                      <a:lnTo>
                        <a:pt x="2080" y="5514"/>
                      </a:lnTo>
                      <a:cubicBezTo>
                        <a:pt x="2080" y="4727"/>
                        <a:pt x="2521" y="4065"/>
                        <a:pt x="3151" y="3718"/>
                      </a:cubicBezTo>
                      <a:cubicBezTo>
                        <a:pt x="2931" y="3466"/>
                        <a:pt x="2773" y="3120"/>
                        <a:pt x="2773" y="2773"/>
                      </a:cubicBezTo>
                      <a:cubicBezTo>
                        <a:pt x="2773" y="2017"/>
                        <a:pt x="3403" y="1387"/>
                        <a:pt x="4128" y="1387"/>
                      </a:cubicBezTo>
                      <a:close/>
                      <a:moveTo>
                        <a:pt x="4191" y="1"/>
                      </a:moveTo>
                      <a:cubicBezTo>
                        <a:pt x="1891" y="1"/>
                        <a:pt x="1" y="1860"/>
                        <a:pt x="1" y="4191"/>
                      </a:cubicBezTo>
                      <a:cubicBezTo>
                        <a:pt x="1" y="6522"/>
                        <a:pt x="1860" y="8350"/>
                        <a:pt x="4191" y="8350"/>
                      </a:cubicBezTo>
                      <a:cubicBezTo>
                        <a:pt x="6459" y="8350"/>
                        <a:pt x="8350" y="6522"/>
                        <a:pt x="8350" y="4191"/>
                      </a:cubicBezTo>
                      <a:cubicBezTo>
                        <a:pt x="8350" y="1860"/>
                        <a:pt x="6459" y="1"/>
                        <a:pt x="41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1" name="Google Shape;9563;p73">
                  <a:extLst>
                    <a:ext uri="{FF2B5EF4-FFF2-40B4-BE49-F238E27FC236}">
                      <a16:creationId xmlns:a16="http://schemas.microsoft.com/office/drawing/2014/main" id="{78BD484B-A381-DBFC-8BB0-D9ECD5728E3E}"/>
                    </a:ext>
                  </a:extLst>
                </p:cNvPr>
                <p:cNvSpPr/>
                <p:nvPr/>
              </p:nvSpPr>
              <p:spPr>
                <a:xfrm>
                  <a:off x="2107150" y="3771525"/>
                  <a:ext cx="73275" cy="72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1" h="2899" extrusionOk="0">
                      <a:moveTo>
                        <a:pt x="504" y="0"/>
                      </a:moveTo>
                      <a:lnTo>
                        <a:pt x="378" y="126"/>
                      </a:lnTo>
                      <a:cubicBezTo>
                        <a:pt x="0" y="536"/>
                        <a:pt x="0" y="1198"/>
                        <a:pt x="378" y="1576"/>
                      </a:cubicBezTo>
                      <a:lnTo>
                        <a:pt x="1355" y="2584"/>
                      </a:lnTo>
                      <a:cubicBezTo>
                        <a:pt x="1576" y="2773"/>
                        <a:pt x="1828" y="2899"/>
                        <a:pt x="2111" y="2899"/>
                      </a:cubicBezTo>
                      <a:cubicBezTo>
                        <a:pt x="2395" y="2899"/>
                        <a:pt x="2678" y="2773"/>
                        <a:pt x="2867" y="2584"/>
                      </a:cubicBezTo>
                      <a:lnTo>
                        <a:pt x="2930" y="2458"/>
                      </a:lnTo>
                      <a:cubicBezTo>
                        <a:pt x="1828" y="1985"/>
                        <a:pt x="977" y="1071"/>
                        <a:pt x="50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62" name="Google Shape;9564;p73">
                  <a:extLst>
                    <a:ext uri="{FF2B5EF4-FFF2-40B4-BE49-F238E27FC236}">
                      <a16:creationId xmlns:a16="http://schemas.microsoft.com/office/drawing/2014/main" id="{FAF4D61E-BA44-87B5-E41C-35E430BCBECB}"/>
                    </a:ext>
                  </a:extLst>
                </p:cNvPr>
                <p:cNvSpPr/>
                <p:nvPr/>
              </p:nvSpPr>
              <p:spPr>
                <a:xfrm>
                  <a:off x="2034675" y="3816425"/>
                  <a:ext cx="100050" cy="96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2" h="3868" extrusionOk="0">
                      <a:moveTo>
                        <a:pt x="2521" y="0"/>
                      </a:moveTo>
                      <a:lnTo>
                        <a:pt x="410" y="2111"/>
                      </a:lnTo>
                      <a:cubicBezTo>
                        <a:pt x="1" y="2520"/>
                        <a:pt x="1" y="3182"/>
                        <a:pt x="410" y="3560"/>
                      </a:cubicBezTo>
                      <a:cubicBezTo>
                        <a:pt x="599" y="3765"/>
                        <a:pt x="867" y="3867"/>
                        <a:pt x="1135" y="3867"/>
                      </a:cubicBezTo>
                      <a:cubicBezTo>
                        <a:pt x="1403" y="3867"/>
                        <a:pt x="1671" y="3765"/>
                        <a:pt x="1860" y="3560"/>
                      </a:cubicBezTo>
                      <a:lnTo>
                        <a:pt x="4002" y="1449"/>
                      </a:lnTo>
                      <a:cubicBezTo>
                        <a:pt x="3907" y="1418"/>
                        <a:pt x="3844" y="1323"/>
                        <a:pt x="3750" y="1260"/>
                      </a:cubicBezTo>
                      <a:lnTo>
                        <a:pt x="2773" y="252"/>
                      </a:lnTo>
                      <a:cubicBezTo>
                        <a:pt x="2679" y="189"/>
                        <a:pt x="2616" y="95"/>
                        <a:pt x="252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7" name="Google Shape;9565;p73">
                <a:extLst>
                  <a:ext uri="{FF2B5EF4-FFF2-40B4-BE49-F238E27FC236}">
                    <a16:creationId xmlns:a16="http://schemas.microsoft.com/office/drawing/2014/main" id="{0109F354-0D06-C008-0C34-864EAA5EAF99}"/>
                  </a:ext>
                </a:extLst>
              </p:cNvPr>
              <p:cNvGrpSpPr/>
              <p:nvPr/>
            </p:nvGrpSpPr>
            <p:grpSpPr>
              <a:xfrm>
                <a:off x="3302959" y="4985321"/>
                <a:ext cx="500612" cy="499261"/>
                <a:chOff x="2037825" y="3981825"/>
                <a:chExt cx="296175" cy="295375"/>
              </a:xfrm>
              <a:grpFill/>
            </p:grpSpPr>
            <p:sp>
              <p:nvSpPr>
                <p:cNvPr id="17455" name="Google Shape;9566;p73">
                  <a:extLst>
                    <a:ext uri="{FF2B5EF4-FFF2-40B4-BE49-F238E27FC236}">
                      <a16:creationId xmlns:a16="http://schemas.microsoft.com/office/drawing/2014/main" id="{28F6CB92-27F4-4EB3-4503-1648087F0F2D}"/>
                    </a:ext>
                  </a:extLst>
                </p:cNvPr>
                <p:cNvSpPr/>
                <p:nvPr/>
              </p:nvSpPr>
              <p:spPr>
                <a:xfrm>
                  <a:off x="2072500" y="4085775"/>
                  <a:ext cx="882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29" h="3467" extrusionOk="0">
                      <a:moveTo>
                        <a:pt x="1764" y="1"/>
                      </a:moveTo>
                      <a:cubicBezTo>
                        <a:pt x="819" y="1"/>
                        <a:pt x="0" y="788"/>
                        <a:pt x="0" y="1734"/>
                      </a:cubicBezTo>
                      <a:cubicBezTo>
                        <a:pt x="0" y="2679"/>
                        <a:pt x="819" y="3466"/>
                        <a:pt x="1764" y="3466"/>
                      </a:cubicBezTo>
                      <a:cubicBezTo>
                        <a:pt x="2709" y="3466"/>
                        <a:pt x="3529" y="2679"/>
                        <a:pt x="3529" y="1734"/>
                      </a:cubicBezTo>
                      <a:cubicBezTo>
                        <a:pt x="3529" y="788"/>
                        <a:pt x="2741" y="1"/>
                        <a:pt x="176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6" name="Google Shape;9567;p73">
                  <a:extLst>
                    <a:ext uri="{FF2B5EF4-FFF2-40B4-BE49-F238E27FC236}">
                      <a16:creationId xmlns:a16="http://schemas.microsoft.com/office/drawing/2014/main" id="{166F6111-CA9B-6034-1FDF-30D9C1B86579}"/>
                    </a:ext>
                  </a:extLst>
                </p:cNvPr>
                <p:cNvSpPr/>
                <p:nvPr/>
              </p:nvSpPr>
              <p:spPr>
                <a:xfrm>
                  <a:off x="2176450" y="3981825"/>
                  <a:ext cx="157550" cy="155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6239" extrusionOk="0">
                      <a:moveTo>
                        <a:pt x="3151" y="1733"/>
                      </a:moveTo>
                      <a:cubicBezTo>
                        <a:pt x="3372" y="1733"/>
                        <a:pt x="3529" y="1890"/>
                        <a:pt x="3529" y="2079"/>
                      </a:cubicBezTo>
                      <a:cubicBezTo>
                        <a:pt x="3529" y="2268"/>
                        <a:pt x="3372" y="2426"/>
                        <a:pt x="3151" y="2426"/>
                      </a:cubicBezTo>
                      <a:cubicBezTo>
                        <a:pt x="2962" y="2426"/>
                        <a:pt x="2805" y="2268"/>
                        <a:pt x="2805" y="2079"/>
                      </a:cubicBezTo>
                      <a:cubicBezTo>
                        <a:pt x="2805" y="1890"/>
                        <a:pt x="2962" y="1733"/>
                        <a:pt x="3151" y="1733"/>
                      </a:cubicBezTo>
                      <a:close/>
                      <a:moveTo>
                        <a:pt x="3151" y="2773"/>
                      </a:moveTo>
                      <a:cubicBezTo>
                        <a:pt x="3372" y="2773"/>
                        <a:pt x="3529" y="2930"/>
                        <a:pt x="3529" y="3151"/>
                      </a:cubicBezTo>
                      <a:lnTo>
                        <a:pt x="3529" y="4505"/>
                      </a:lnTo>
                      <a:cubicBezTo>
                        <a:pt x="3529" y="4726"/>
                        <a:pt x="3372" y="4883"/>
                        <a:pt x="3151" y="4883"/>
                      </a:cubicBezTo>
                      <a:cubicBezTo>
                        <a:pt x="2962" y="4883"/>
                        <a:pt x="2805" y="4726"/>
                        <a:pt x="2805" y="4505"/>
                      </a:cubicBezTo>
                      <a:lnTo>
                        <a:pt x="2805" y="3151"/>
                      </a:lnTo>
                      <a:cubicBezTo>
                        <a:pt x="2805" y="2930"/>
                        <a:pt x="2962" y="2773"/>
                        <a:pt x="3151" y="2773"/>
                      </a:cubicBezTo>
                      <a:close/>
                      <a:moveTo>
                        <a:pt x="3151" y="0"/>
                      </a:moveTo>
                      <a:cubicBezTo>
                        <a:pt x="1418" y="0"/>
                        <a:pt x="64" y="1418"/>
                        <a:pt x="64" y="3088"/>
                      </a:cubicBezTo>
                      <a:cubicBezTo>
                        <a:pt x="64" y="3655"/>
                        <a:pt x="158" y="4159"/>
                        <a:pt x="442" y="4631"/>
                      </a:cubicBezTo>
                      <a:lnTo>
                        <a:pt x="64" y="5765"/>
                      </a:lnTo>
                      <a:cubicBezTo>
                        <a:pt x="1" y="5892"/>
                        <a:pt x="64" y="6018"/>
                        <a:pt x="127" y="6112"/>
                      </a:cubicBezTo>
                      <a:cubicBezTo>
                        <a:pt x="190" y="6207"/>
                        <a:pt x="379" y="6238"/>
                        <a:pt x="473" y="6238"/>
                      </a:cubicBezTo>
                      <a:lnTo>
                        <a:pt x="1796" y="5923"/>
                      </a:lnTo>
                      <a:cubicBezTo>
                        <a:pt x="2206" y="6175"/>
                        <a:pt x="2679" y="6238"/>
                        <a:pt x="3214" y="6238"/>
                      </a:cubicBezTo>
                      <a:cubicBezTo>
                        <a:pt x="4947" y="6238"/>
                        <a:pt x="6302" y="4820"/>
                        <a:pt x="6302" y="3119"/>
                      </a:cubicBezTo>
                      <a:cubicBezTo>
                        <a:pt x="6270" y="1418"/>
                        <a:pt x="4884" y="0"/>
                        <a:pt x="31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7" name="Google Shape;9568;p73">
                  <a:extLst>
                    <a:ext uri="{FF2B5EF4-FFF2-40B4-BE49-F238E27FC236}">
                      <a16:creationId xmlns:a16="http://schemas.microsoft.com/office/drawing/2014/main" id="{C5C1D95E-0E14-C661-CA48-995F05F96852}"/>
                    </a:ext>
                  </a:extLst>
                </p:cNvPr>
                <p:cNvSpPr/>
                <p:nvPr/>
              </p:nvSpPr>
              <p:spPr>
                <a:xfrm>
                  <a:off x="2037825" y="4168475"/>
                  <a:ext cx="157550" cy="108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02" h="4349" extrusionOk="0">
                      <a:moveTo>
                        <a:pt x="1356" y="1"/>
                      </a:moveTo>
                      <a:cubicBezTo>
                        <a:pt x="568" y="568"/>
                        <a:pt x="1" y="1513"/>
                        <a:pt x="1" y="2553"/>
                      </a:cubicBezTo>
                      <a:lnTo>
                        <a:pt x="1" y="3970"/>
                      </a:lnTo>
                      <a:cubicBezTo>
                        <a:pt x="1" y="4222"/>
                        <a:pt x="158" y="4348"/>
                        <a:pt x="347" y="4348"/>
                      </a:cubicBezTo>
                      <a:lnTo>
                        <a:pt x="5955" y="4348"/>
                      </a:lnTo>
                      <a:cubicBezTo>
                        <a:pt x="6144" y="4348"/>
                        <a:pt x="6302" y="4191"/>
                        <a:pt x="6302" y="3970"/>
                      </a:cubicBezTo>
                      <a:lnTo>
                        <a:pt x="6302" y="2553"/>
                      </a:lnTo>
                      <a:cubicBezTo>
                        <a:pt x="6302" y="1513"/>
                        <a:pt x="5798" y="599"/>
                        <a:pt x="4947" y="1"/>
                      </a:cubicBezTo>
                      <a:cubicBezTo>
                        <a:pt x="4538" y="505"/>
                        <a:pt x="3844" y="820"/>
                        <a:pt x="3151" y="820"/>
                      </a:cubicBezTo>
                      <a:cubicBezTo>
                        <a:pt x="2427" y="820"/>
                        <a:pt x="1765" y="505"/>
                        <a:pt x="13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8" name="Google Shape;9569;p73">
                <a:extLst>
                  <a:ext uri="{FF2B5EF4-FFF2-40B4-BE49-F238E27FC236}">
                    <a16:creationId xmlns:a16="http://schemas.microsoft.com/office/drawing/2014/main" id="{610D5E38-84E4-6C6A-0F20-DDB486D6E518}"/>
                  </a:ext>
                </a:extLst>
              </p:cNvPr>
              <p:cNvGrpSpPr/>
              <p:nvPr/>
            </p:nvGrpSpPr>
            <p:grpSpPr>
              <a:xfrm>
                <a:off x="6475073" y="3793814"/>
                <a:ext cx="500612" cy="408748"/>
                <a:chOff x="3860400" y="3254050"/>
                <a:chExt cx="296175" cy="241825"/>
              </a:xfrm>
              <a:grpFill/>
            </p:grpSpPr>
            <p:sp>
              <p:nvSpPr>
                <p:cNvPr id="17448" name="Google Shape;9570;p73">
                  <a:extLst>
                    <a:ext uri="{FF2B5EF4-FFF2-40B4-BE49-F238E27FC236}">
                      <a16:creationId xmlns:a16="http://schemas.microsoft.com/office/drawing/2014/main" id="{45344967-0142-7115-F751-1D2E946B8CAD}"/>
                    </a:ext>
                  </a:extLst>
                </p:cNvPr>
                <p:cNvSpPr/>
                <p:nvPr/>
              </p:nvSpPr>
              <p:spPr>
                <a:xfrm>
                  <a:off x="4112425" y="3358025"/>
                  <a:ext cx="441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6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419" y="725"/>
                      </a:lnTo>
                      <a:cubicBezTo>
                        <a:pt x="1608" y="725"/>
                        <a:pt x="1765" y="567"/>
                        <a:pt x="1765" y="378"/>
                      </a:cubicBezTo>
                      <a:cubicBezTo>
                        <a:pt x="1734" y="158"/>
                        <a:pt x="1608" y="0"/>
                        <a:pt x="14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9" name="Google Shape;9571;p73">
                  <a:extLst>
                    <a:ext uri="{FF2B5EF4-FFF2-40B4-BE49-F238E27FC236}">
                      <a16:creationId xmlns:a16="http://schemas.microsoft.com/office/drawing/2014/main" id="{D6B912F4-DFE5-7B9E-A2D9-AA3CBE7E9298}"/>
                    </a:ext>
                  </a:extLst>
                </p:cNvPr>
                <p:cNvSpPr/>
                <p:nvPr/>
              </p:nvSpPr>
              <p:spPr>
                <a:xfrm>
                  <a:off x="4102200" y="3393475"/>
                  <a:ext cx="37050" cy="33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2" h="1355" extrusionOk="0">
                      <a:moveTo>
                        <a:pt x="394" y="0"/>
                      </a:moveTo>
                      <a:cubicBezTo>
                        <a:pt x="308" y="0"/>
                        <a:pt x="221" y="32"/>
                        <a:pt x="158" y="95"/>
                      </a:cubicBezTo>
                      <a:cubicBezTo>
                        <a:pt x="0" y="221"/>
                        <a:pt x="0" y="410"/>
                        <a:pt x="158" y="567"/>
                      </a:cubicBezTo>
                      <a:lnTo>
                        <a:pt x="882" y="1260"/>
                      </a:lnTo>
                      <a:cubicBezTo>
                        <a:pt x="945" y="1323"/>
                        <a:pt x="1032" y="1355"/>
                        <a:pt x="1119" y="1355"/>
                      </a:cubicBezTo>
                      <a:cubicBezTo>
                        <a:pt x="1205" y="1355"/>
                        <a:pt x="1292" y="1323"/>
                        <a:pt x="1355" y="1260"/>
                      </a:cubicBezTo>
                      <a:cubicBezTo>
                        <a:pt x="1481" y="1134"/>
                        <a:pt x="1481" y="914"/>
                        <a:pt x="1355" y="788"/>
                      </a:cubicBezTo>
                      <a:lnTo>
                        <a:pt x="630" y="95"/>
                      </a:lnTo>
                      <a:cubicBezTo>
                        <a:pt x="567" y="32"/>
                        <a:pt x="481" y="0"/>
                        <a:pt x="39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0" name="Google Shape;9572;p73">
                  <a:extLst>
                    <a:ext uri="{FF2B5EF4-FFF2-40B4-BE49-F238E27FC236}">
                      <a16:creationId xmlns:a16="http://schemas.microsoft.com/office/drawing/2014/main" id="{C67F2188-C1FB-2D4F-EE81-96302D56C860}"/>
                    </a:ext>
                  </a:extLst>
                </p:cNvPr>
                <p:cNvSpPr/>
                <p:nvPr/>
              </p:nvSpPr>
              <p:spPr>
                <a:xfrm>
                  <a:off x="4103775" y="3306025"/>
                  <a:ext cx="35475" cy="3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380" extrusionOk="0">
                      <a:moveTo>
                        <a:pt x="1056" y="1"/>
                      </a:moveTo>
                      <a:cubicBezTo>
                        <a:pt x="969" y="1"/>
                        <a:pt x="882" y="32"/>
                        <a:pt x="819" y="96"/>
                      </a:cubicBezTo>
                      <a:lnTo>
                        <a:pt x="95" y="789"/>
                      </a:lnTo>
                      <a:cubicBezTo>
                        <a:pt x="0" y="915"/>
                        <a:pt x="0" y="1135"/>
                        <a:pt x="95" y="1261"/>
                      </a:cubicBezTo>
                      <a:cubicBezTo>
                        <a:pt x="158" y="1340"/>
                        <a:pt x="252" y="1379"/>
                        <a:pt x="343" y="1379"/>
                      </a:cubicBezTo>
                      <a:cubicBezTo>
                        <a:pt x="434" y="1379"/>
                        <a:pt x="520" y="1340"/>
                        <a:pt x="567" y="1261"/>
                      </a:cubicBezTo>
                      <a:lnTo>
                        <a:pt x="1292" y="568"/>
                      </a:lnTo>
                      <a:cubicBezTo>
                        <a:pt x="1418" y="442"/>
                        <a:pt x="1418" y="190"/>
                        <a:pt x="1292" y="96"/>
                      </a:cubicBezTo>
                      <a:cubicBezTo>
                        <a:pt x="1229" y="32"/>
                        <a:pt x="1142" y="1"/>
                        <a:pt x="1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1" name="Google Shape;9573;p73">
                  <a:extLst>
                    <a:ext uri="{FF2B5EF4-FFF2-40B4-BE49-F238E27FC236}">
                      <a16:creationId xmlns:a16="http://schemas.microsoft.com/office/drawing/2014/main" id="{0FB29202-4928-8EA2-7543-83E2FBAB019A}"/>
                    </a:ext>
                  </a:extLst>
                </p:cNvPr>
                <p:cNvSpPr/>
                <p:nvPr/>
              </p:nvSpPr>
              <p:spPr>
                <a:xfrm>
                  <a:off x="3860400" y="3306025"/>
                  <a:ext cx="105550" cy="104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22" h="4192" extrusionOk="0">
                      <a:moveTo>
                        <a:pt x="2489" y="1"/>
                      </a:moveTo>
                      <a:cubicBezTo>
                        <a:pt x="2048" y="1"/>
                        <a:pt x="1639" y="285"/>
                        <a:pt x="1481" y="726"/>
                      </a:cubicBezTo>
                      <a:lnTo>
                        <a:pt x="1418" y="726"/>
                      </a:lnTo>
                      <a:cubicBezTo>
                        <a:pt x="662" y="726"/>
                        <a:pt x="0" y="1356"/>
                        <a:pt x="0" y="2080"/>
                      </a:cubicBezTo>
                      <a:cubicBezTo>
                        <a:pt x="0" y="2836"/>
                        <a:pt x="630" y="3467"/>
                        <a:pt x="1418" y="3467"/>
                      </a:cubicBezTo>
                      <a:lnTo>
                        <a:pt x="1481" y="3467"/>
                      </a:lnTo>
                      <a:cubicBezTo>
                        <a:pt x="1639" y="3845"/>
                        <a:pt x="2017" y="4191"/>
                        <a:pt x="2489" y="4191"/>
                      </a:cubicBezTo>
                      <a:lnTo>
                        <a:pt x="4222" y="4191"/>
                      </a:lnTo>
                      <a:lnTo>
                        <a:pt x="4222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2" name="Google Shape;9574;p73">
                  <a:extLst>
                    <a:ext uri="{FF2B5EF4-FFF2-40B4-BE49-F238E27FC236}">
                      <a16:creationId xmlns:a16="http://schemas.microsoft.com/office/drawing/2014/main" id="{2168A58E-D6BA-859C-2544-C6BDCCA9AD30}"/>
                    </a:ext>
                  </a:extLst>
                </p:cNvPr>
                <p:cNvSpPr/>
                <p:nvPr/>
              </p:nvSpPr>
              <p:spPr>
                <a:xfrm>
                  <a:off x="4050225" y="3254050"/>
                  <a:ext cx="35450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8350" extrusionOk="0">
                      <a:moveTo>
                        <a:pt x="725" y="1"/>
                      </a:moveTo>
                      <a:cubicBezTo>
                        <a:pt x="315" y="1"/>
                        <a:pt x="0" y="316"/>
                        <a:pt x="0" y="694"/>
                      </a:cubicBezTo>
                      <a:lnTo>
                        <a:pt x="0" y="7625"/>
                      </a:lnTo>
                      <a:cubicBezTo>
                        <a:pt x="0" y="8034"/>
                        <a:pt x="315" y="8349"/>
                        <a:pt x="725" y="8349"/>
                      </a:cubicBezTo>
                      <a:cubicBezTo>
                        <a:pt x="1134" y="8286"/>
                        <a:pt x="1418" y="8003"/>
                        <a:pt x="1418" y="7625"/>
                      </a:cubicBezTo>
                      <a:lnTo>
                        <a:pt x="1418" y="694"/>
                      </a:lnTo>
                      <a:cubicBezTo>
                        <a:pt x="1418" y="316"/>
                        <a:pt x="1103" y="1"/>
                        <a:pt x="7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3" name="Google Shape;9575;p73">
                  <a:extLst>
                    <a:ext uri="{FF2B5EF4-FFF2-40B4-BE49-F238E27FC236}">
                      <a16:creationId xmlns:a16="http://schemas.microsoft.com/office/drawing/2014/main" id="{1D360885-D1D6-FC61-E975-648F2E5AAC34}"/>
                    </a:ext>
                  </a:extLst>
                </p:cNvPr>
                <p:cNvSpPr/>
                <p:nvPr/>
              </p:nvSpPr>
              <p:spPr>
                <a:xfrm>
                  <a:off x="3912375" y="3426550"/>
                  <a:ext cx="51225" cy="69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773" extrusionOk="0">
                      <a:moveTo>
                        <a:pt x="1" y="0"/>
                      </a:moveTo>
                      <a:lnTo>
                        <a:pt x="1" y="1764"/>
                      </a:lnTo>
                      <a:cubicBezTo>
                        <a:pt x="1" y="2363"/>
                        <a:pt x="473" y="2773"/>
                        <a:pt x="1040" y="2773"/>
                      </a:cubicBezTo>
                      <a:cubicBezTo>
                        <a:pt x="1607" y="2773"/>
                        <a:pt x="2048" y="2300"/>
                        <a:pt x="2048" y="1764"/>
                      </a:cubicBezTo>
                      <a:lnTo>
                        <a:pt x="2048" y="32"/>
                      </a:lnTo>
                      <a:lnTo>
                        <a:pt x="316" y="32"/>
                      </a:lnTo>
                      <a:cubicBezTo>
                        <a:pt x="253" y="32"/>
                        <a:pt x="127" y="32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54" name="Google Shape;9576;p73">
                  <a:extLst>
                    <a:ext uri="{FF2B5EF4-FFF2-40B4-BE49-F238E27FC236}">
                      <a16:creationId xmlns:a16="http://schemas.microsoft.com/office/drawing/2014/main" id="{268F06D4-C9DA-61B7-C10B-7CB91E9160D6}"/>
                    </a:ext>
                  </a:extLst>
                </p:cNvPr>
                <p:cNvSpPr/>
                <p:nvPr/>
              </p:nvSpPr>
              <p:spPr>
                <a:xfrm>
                  <a:off x="3982475" y="3275325"/>
                  <a:ext cx="52000" cy="163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6554" extrusionOk="0">
                      <a:moveTo>
                        <a:pt x="2080" y="0"/>
                      </a:moveTo>
                      <a:lnTo>
                        <a:pt x="1765" y="315"/>
                      </a:lnTo>
                      <a:cubicBezTo>
                        <a:pt x="1292" y="788"/>
                        <a:pt x="662" y="1071"/>
                        <a:pt x="1" y="1166"/>
                      </a:cubicBezTo>
                      <a:lnTo>
                        <a:pt x="1" y="5419"/>
                      </a:lnTo>
                      <a:cubicBezTo>
                        <a:pt x="662" y="5482"/>
                        <a:pt x="1292" y="5766"/>
                        <a:pt x="1765" y="6238"/>
                      </a:cubicBezTo>
                      <a:lnTo>
                        <a:pt x="2080" y="6553"/>
                      </a:lnTo>
                      <a:lnTo>
                        <a:pt x="208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439" name="Google Shape;9577;p73">
                <a:extLst>
                  <a:ext uri="{FF2B5EF4-FFF2-40B4-BE49-F238E27FC236}">
                    <a16:creationId xmlns:a16="http://schemas.microsoft.com/office/drawing/2014/main" id="{B7CBB925-F9A1-BCB8-0DEE-AB3259A0A411}"/>
                  </a:ext>
                </a:extLst>
              </p:cNvPr>
              <p:cNvGrpSpPr/>
              <p:nvPr/>
            </p:nvGrpSpPr>
            <p:grpSpPr>
              <a:xfrm>
                <a:off x="6474397" y="4377925"/>
                <a:ext cx="501965" cy="500612"/>
                <a:chOff x="3859600" y="3591950"/>
                <a:chExt cx="296975" cy="296175"/>
              </a:xfrm>
              <a:grpFill/>
            </p:grpSpPr>
            <p:sp>
              <p:nvSpPr>
                <p:cNvPr id="17445" name="Google Shape;9578;p73">
                  <a:extLst>
                    <a:ext uri="{FF2B5EF4-FFF2-40B4-BE49-F238E27FC236}">
                      <a16:creationId xmlns:a16="http://schemas.microsoft.com/office/drawing/2014/main" id="{B6600A9F-561D-C193-7A31-026EAB7F7B36}"/>
                    </a:ext>
                  </a:extLst>
                </p:cNvPr>
                <p:cNvSpPr/>
                <p:nvPr/>
              </p:nvSpPr>
              <p:spPr>
                <a:xfrm>
                  <a:off x="4034450" y="3766000"/>
                  <a:ext cx="122125" cy="12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4885" extrusionOk="0">
                      <a:moveTo>
                        <a:pt x="2395" y="1324"/>
                      </a:moveTo>
                      <a:cubicBezTo>
                        <a:pt x="2616" y="1324"/>
                        <a:pt x="2773" y="1482"/>
                        <a:pt x="2773" y="1702"/>
                      </a:cubicBezTo>
                      <a:lnTo>
                        <a:pt x="2773" y="2049"/>
                      </a:lnTo>
                      <a:lnTo>
                        <a:pt x="3120" y="2049"/>
                      </a:lnTo>
                      <a:cubicBezTo>
                        <a:pt x="3309" y="2049"/>
                        <a:pt x="3466" y="2206"/>
                        <a:pt x="3466" y="2395"/>
                      </a:cubicBezTo>
                      <a:cubicBezTo>
                        <a:pt x="3466" y="2584"/>
                        <a:pt x="3309" y="2742"/>
                        <a:pt x="3120" y="2742"/>
                      </a:cubicBezTo>
                      <a:lnTo>
                        <a:pt x="2395" y="2742"/>
                      </a:lnTo>
                      <a:cubicBezTo>
                        <a:pt x="2206" y="2742"/>
                        <a:pt x="2049" y="2584"/>
                        <a:pt x="2049" y="2395"/>
                      </a:cubicBezTo>
                      <a:lnTo>
                        <a:pt x="2049" y="1702"/>
                      </a:lnTo>
                      <a:cubicBezTo>
                        <a:pt x="2049" y="1482"/>
                        <a:pt x="2206" y="1324"/>
                        <a:pt x="2395" y="1324"/>
                      </a:cubicBezTo>
                      <a:close/>
                      <a:moveTo>
                        <a:pt x="2458" y="1"/>
                      </a:moveTo>
                      <a:cubicBezTo>
                        <a:pt x="1104" y="1"/>
                        <a:pt x="1" y="1103"/>
                        <a:pt x="1" y="2427"/>
                      </a:cubicBezTo>
                      <a:cubicBezTo>
                        <a:pt x="1" y="3781"/>
                        <a:pt x="1104" y="4884"/>
                        <a:pt x="2458" y="4884"/>
                      </a:cubicBezTo>
                      <a:cubicBezTo>
                        <a:pt x="3782" y="4884"/>
                        <a:pt x="4884" y="3781"/>
                        <a:pt x="4884" y="2427"/>
                      </a:cubicBezTo>
                      <a:cubicBezTo>
                        <a:pt x="4853" y="1072"/>
                        <a:pt x="3782" y="1"/>
                        <a:pt x="245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6" name="Google Shape;9579;p73">
                  <a:extLst>
                    <a:ext uri="{FF2B5EF4-FFF2-40B4-BE49-F238E27FC236}">
                      <a16:creationId xmlns:a16="http://schemas.microsoft.com/office/drawing/2014/main" id="{BDA409DC-B596-0B04-18C7-F52246FF36AC}"/>
                    </a:ext>
                  </a:extLst>
                </p:cNvPr>
                <p:cNvSpPr/>
                <p:nvPr/>
              </p:nvSpPr>
              <p:spPr>
                <a:xfrm>
                  <a:off x="3860400" y="3679375"/>
                  <a:ext cx="260725" cy="173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29" h="6932" extrusionOk="0">
                      <a:moveTo>
                        <a:pt x="2426" y="662"/>
                      </a:moveTo>
                      <a:cubicBezTo>
                        <a:pt x="2647" y="662"/>
                        <a:pt x="2804" y="819"/>
                        <a:pt x="2804" y="1008"/>
                      </a:cubicBezTo>
                      <a:cubicBezTo>
                        <a:pt x="2804" y="1197"/>
                        <a:pt x="2647" y="1355"/>
                        <a:pt x="2426" y="1355"/>
                      </a:cubicBezTo>
                      <a:lnTo>
                        <a:pt x="1733" y="1355"/>
                      </a:lnTo>
                      <a:cubicBezTo>
                        <a:pt x="1544" y="1355"/>
                        <a:pt x="1387" y="1197"/>
                        <a:pt x="1387" y="1008"/>
                      </a:cubicBezTo>
                      <a:cubicBezTo>
                        <a:pt x="1387" y="819"/>
                        <a:pt x="1544" y="662"/>
                        <a:pt x="1733" y="662"/>
                      </a:cubicBezTo>
                      <a:close/>
                      <a:moveTo>
                        <a:pt x="4537" y="662"/>
                      </a:moveTo>
                      <a:cubicBezTo>
                        <a:pt x="4726" y="662"/>
                        <a:pt x="4884" y="819"/>
                        <a:pt x="4884" y="1008"/>
                      </a:cubicBezTo>
                      <a:cubicBezTo>
                        <a:pt x="4884" y="1197"/>
                        <a:pt x="4695" y="1355"/>
                        <a:pt x="4537" y="1355"/>
                      </a:cubicBezTo>
                      <a:lnTo>
                        <a:pt x="3812" y="1355"/>
                      </a:lnTo>
                      <a:cubicBezTo>
                        <a:pt x="3623" y="1355"/>
                        <a:pt x="3466" y="1197"/>
                        <a:pt x="3466" y="1008"/>
                      </a:cubicBezTo>
                      <a:cubicBezTo>
                        <a:pt x="3466" y="819"/>
                        <a:pt x="3623" y="662"/>
                        <a:pt x="3812" y="662"/>
                      </a:cubicBezTo>
                      <a:close/>
                      <a:moveTo>
                        <a:pt x="6648" y="662"/>
                      </a:moveTo>
                      <a:cubicBezTo>
                        <a:pt x="6837" y="662"/>
                        <a:pt x="6994" y="819"/>
                        <a:pt x="6994" y="1008"/>
                      </a:cubicBezTo>
                      <a:cubicBezTo>
                        <a:pt x="6994" y="1197"/>
                        <a:pt x="6837" y="1355"/>
                        <a:pt x="6648" y="1355"/>
                      </a:cubicBezTo>
                      <a:lnTo>
                        <a:pt x="5955" y="1355"/>
                      </a:lnTo>
                      <a:cubicBezTo>
                        <a:pt x="5734" y="1355"/>
                        <a:pt x="5577" y="1197"/>
                        <a:pt x="5577" y="1008"/>
                      </a:cubicBezTo>
                      <a:cubicBezTo>
                        <a:pt x="5577" y="819"/>
                        <a:pt x="5734" y="662"/>
                        <a:pt x="5955" y="662"/>
                      </a:cubicBezTo>
                      <a:close/>
                      <a:moveTo>
                        <a:pt x="8727" y="662"/>
                      </a:moveTo>
                      <a:cubicBezTo>
                        <a:pt x="8948" y="662"/>
                        <a:pt x="9105" y="819"/>
                        <a:pt x="9105" y="1008"/>
                      </a:cubicBezTo>
                      <a:cubicBezTo>
                        <a:pt x="9105" y="1197"/>
                        <a:pt x="8948" y="1355"/>
                        <a:pt x="8727" y="1355"/>
                      </a:cubicBezTo>
                      <a:lnTo>
                        <a:pt x="8034" y="1355"/>
                      </a:lnTo>
                      <a:cubicBezTo>
                        <a:pt x="7845" y="1355"/>
                        <a:pt x="7688" y="1197"/>
                        <a:pt x="7688" y="1008"/>
                      </a:cubicBezTo>
                      <a:cubicBezTo>
                        <a:pt x="7688" y="819"/>
                        <a:pt x="7845" y="662"/>
                        <a:pt x="8034" y="662"/>
                      </a:cubicBezTo>
                      <a:close/>
                      <a:moveTo>
                        <a:pt x="2426" y="2080"/>
                      </a:moveTo>
                      <a:cubicBezTo>
                        <a:pt x="2647" y="2080"/>
                        <a:pt x="2804" y="2237"/>
                        <a:pt x="2804" y="2426"/>
                      </a:cubicBezTo>
                      <a:cubicBezTo>
                        <a:pt x="2804" y="2647"/>
                        <a:pt x="2647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44" y="2773"/>
                        <a:pt x="1387" y="2647"/>
                        <a:pt x="1387" y="2426"/>
                      </a:cubicBezTo>
                      <a:cubicBezTo>
                        <a:pt x="1387" y="2206"/>
                        <a:pt x="1544" y="2080"/>
                        <a:pt x="1733" y="2080"/>
                      </a:cubicBezTo>
                      <a:close/>
                      <a:moveTo>
                        <a:pt x="4537" y="2080"/>
                      </a:moveTo>
                      <a:cubicBezTo>
                        <a:pt x="4726" y="2080"/>
                        <a:pt x="4884" y="2237"/>
                        <a:pt x="4884" y="2426"/>
                      </a:cubicBezTo>
                      <a:cubicBezTo>
                        <a:pt x="4884" y="2647"/>
                        <a:pt x="4695" y="2773"/>
                        <a:pt x="4537" y="2773"/>
                      </a:cubicBezTo>
                      <a:lnTo>
                        <a:pt x="3812" y="2773"/>
                      </a:lnTo>
                      <a:cubicBezTo>
                        <a:pt x="3623" y="2773"/>
                        <a:pt x="3466" y="2647"/>
                        <a:pt x="3466" y="2426"/>
                      </a:cubicBezTo>
                      <a:cubicBezTo>
                        <a:pt x="3466" y="2206"/>
                        <a:pt x="3623" y="2080"/>
                        <a:pt x="3812" y="2080"/>
                      </a:cubicBezTo>
                      <a:close/>
                      <a:moveTo>
                        <a:pt x="6648" y="2080"/>
                      </a:moveTo>
                      <a:cubicBezTo>
                        <a:pt x="6837" y="2080"/>
                        <a:pt x="6994" y="2237"/>
                        <a:pt x="6994" y="2426"/>
                      </a:cubicBezTo>
                      <a:cubicBezTo>
                        <a:pt x="6994" y="2647"/>
                        <a:pt x="6837" y="2773"/>
                        <a:pt x="6648" y="2773"/>
                      </a:cubicBezTo>
                      <a:lnTo>
                        <a:pt x="5955" y="2773"/>
                      </a:lnTo>
                      <a:cubicBezTo>
                        <a:pt x="5734" y="2773"/>
                        <a:pt x="5577" y="2647"/>
                        <a:pt x="5577" y="2426"/>
                      </a:cubicBezTo>
                      <a:cubicBezTo>
                        <a:pt x="5577" y="2206"/>
                        <a:pt x="5734" y="2080"/>
                        <a:pt x="5955" y="2080"/>
                      </a:cubicBezTo>
                      <a:close/>
                      <a:moveTo>
                        <a:pt x="8727" y="2080"/>
                      </a:moveTo>
                      <a:cubicBezTo>
                        <a:pt x="8948" y="2080"/>
                        <a:pt x="9105" y="2237"/>
                        <a:pt x="9105" y="2426"/>
                      </a:cubicBezTo>
                      <a:cubicBezTo>
                        <a:pt x="9105" y="2647"/>
                        <a:pt x="8948" y="2773"/>
                        <a:pt x="8727" y="2773"/>
                      </a:cubicBezTo>
                      <a:lnTo>
                        <a:pt x="8034" y="2773"/>
                      </a:lnTo>
                      <a:cubicBezTo>
                        <a:pt x="7845" y="2773"/>
                        <a:pt x="7688" y="2647"/>
                        <a:pt x="7688" y="2426"/>
                      </a:cubicBezTo>
                      <a:cubicBezTo>
                        <a:pt x="7688" y="2206"/>
                        <a:pt x="7845" y="2080"/>
                        <a:pt x="8034" y="2080"/>
                      </a:cubicBezTo>
                      <a:close/>
                      <a:moveTo>
                        <a:pt x="2426" y="3466"/>
                      </a:moveTo>
                      <a:cubicBezTo>
                        <a:pt x="2647" y="3466"/>
                        <a:pt x="2804" y="3623"/>
                        <a:pt x="2804" y="3812"/>
                      </a:cubicBezTo>
                      <a:cubicBezTo>
                        <a:pt x="2804" y="4001"/>
                        <a:pt x="2647" y="4159"/>
                        <a:pt x="2426" y="4159"/>
                      </a:cubicBezTo>
                      <a:lnTo>
                        <a:pt x="1733" y="4159"/>
                      </a:lnTo>
                      <a:cubicBezTo>
                        <a:pt x="1544" y="4159"/>
                        <a:pt x="1387" y="4001"/>
                        <a:pt x="1387" y="3812"/>
                      </a:cubicBezTo>
                      <a:cubicBezTo>
                        <a:pt x="1387" y="3623"/>
                        <a:pt x="1544" y="3466"/>
                        <a:pt x="1733" y="3466"/>
                      </a:cubicBezTo>
                      <a:close/>
                      <a:moveTo>
                        <a:pt x="4537" y="3466"/>
                      </a:moveTo>
                      <a:cubicBezTo>
                        <a:pt x="4726" y="3466"/>
                        <a:pt x="4884" y="3623"/>
                        <a:pt x="4884" y="3812"/>
                      </a:cubicBezTo>
                      <a:cubicBezTo>
                        <a:pt x="4884" y="4001"/>
                        <a:pt x="4695" y="4159"/>
                        <a:pt x="4537" y="4159"/>
                      </a:cubicBezTo>
                      <a:lnTo>
                        <a:pt x="3812" y="4159"/>
                      </a:lnTo>
                      <a:cubicBezTo>
                        <a:pt x="3623" y="4159"/>
                        <a:pt x="3466" y="4001"/>
                        <a:pt x="3466" y="3812"/>
                      </a:cubicBezTo>
                      <a:cubicBezTo>
                        <a:pt x="3466" y="3623"/>
                        <a:pt x="3623" y="3466"/>
                        <a:pt x="3812" y="3466"/>
                      </a:cubicBezTo>
                      <a:close/>
                      <a:moveTo>
                        <a:pt x="6648" y="3466"/>
                      </a:moveTo>
                      <a:cubicBezTo>
                        <a:pt x="6837" y="3466"/>
                        <a:pt x="6994" y="3623"/>
                        <a:pt x="6994" y="3812"/>
                      </a:cubicBezTo>
                      <a:cubicBezTo>
                        <a:pt x="6994" y="4001"/>
                        <a:pt x="6837" y="4159"/>
                        <a:pt x="6648" y="4159"/>
                      </a:cubicBezTo>
                      <a:lnTo>
                        <a:pt x="5955" y="4159"/>
                      </a:lnTo>
                      <a:cubicBezTo>
                        <a:pt x="5734" y="4159"/>
                        <a:pt x="5577" y="4001"/>
                        <a:pt x="5577" y="3812"/>
                      </a:cubicBezTo>
                      <a:cubicBezTo>
                        <a:pt x="5577" y="3623"/>
                        <a:pt x="5734" y="3466"/>
                        <a:pt x="5955" y="3466"/>
                      </a:cubicBezTo>
                      <a:close/>
                      <a:moveTo>
                        <a:pt x="2426" y="4852"/>
                      </a:moveTo>
                      <a:cubicBezTo>
                        <a:pt x="2647" y="4852"/>
                        <a:pt x="2804" y="5010"/>
                        <a:pt x="2804" y="5199"/>
                      </a:cubicBezTo>
                      <a:cubicBezTo>
                        <a:pt x="2804" y="5388"/>
                        <a:pt x="2647" y="5545"/>
                        <a:pt x="2426" y="5545"/>
                      </a:cubicBezTo>
                      <a:lnTo>
                        <a:pt x="1733" y="5545"/>
                      </a:lnTo>
                      <a:cubicBezTo>
                        <a:pt x="1544" y="5545"/>
                        <a:pt x="1387" y="5388"/>
                        <a:pt x="1387" y="5199"/>
                      </a:cubicBezTo>
                      <a:cubicBezTo>
                        <a:pt x="1387" y="5010"/>
                        <a:pt x="1544" y="4852"/>
                        <a:pt x="1733" y="4852"/>
                      </a:cubicBezTo>
                      <a:close/>
                      <a:moveTo>
                        <a:pt x="4537" y="4852"/>
                      </a:moveTo>
                      <a:cubicBezTo>
                        <a:pt x="4726" y="4852"/>
                        <a:pt x="4884" y="5010"/>
                        <a:pt x="4884" y="5199"/>
                      </a:cubicBezTo>
                      <a:cubicBezTo>
                        <a:pt x="4884" y="5388"/>
                        <a:pt x="4695" y="5545"/>
                        <a:pt x="4537" y="5545"/>
                      </a:cubicBezTo>
                      <a:lnTo>
                        <a:pt x="3812" y="5545"/>
                      </a:lnTo>
                      <a:cubicBezTo>
                        <a:pt x="3623" y="5545"/>
                        <a:pt x="3466" y="5388"/>
                        <a:pt x="3466" y="5199"/>
                      </a:cubicBezTo>
                      <a:cubicBezTo>
                        <a:pt x="3466" y="5010"/>
                        <a:pt x="3623" y="4852"/>
                        <a:pt x="3812" y="4852"/>
                      </a:cubicBezTo>
                      <a:close/>
                      <a:moveTo>
                        <a:pt x="0" y="0"/>
                      </a:moveTo>
                      <a:lnTo>
                        <a:pt x="0" y="5892"/>
                      </a:lnTo>
                      <a:cubicBezTo>
                        <a:pt x="0" y="6459"/>
                        <a:pt x="473" y="6931"/>
                        <a:pt x="1071" y="6931"/>
                      </a:cubicBezTo>
                      <a:lnTo>
                        <a:pt x="6490" y="6931"/>
                      </a:lnTo>
                      <a:cubicBezTo>
                        <a:pt x="6364" y="6616"/>
                        <a:pt x="6301" y="6270"/>
                        <a:pt x="6301" y="5892"/>
                      </a:cubicBezTo>
                      <a:cubicBezTo>
                        <a:pt x="6301" y="5797"/>
                        <a:pt x="6333" y="5671"/>
                        <a:pt x="6333" y="5545"/>
                      </a:cubicBezTo>
                      <a:lnTo>
                        <a:pt x="5955" y="5545"/>
                      </a:lnTo>
                      <a:cubicBezTo>
                        <a:pt x="5734" y="5545"/>
                        <a:pt x="5577" y="5388"/>
                        <a:pt x="5577" y="5199"/>
                      </a:cubicBezTo>
                      <a:cubicBezTo>
                        <a:pt x="5577" y="5010"/>
                        <a:pt x="5734" y="4852"/>
                        <a:pt x="5955" y="4852"/>
                      </a:cubicBezTo>
                      <a:lnTo>
                        <a:pt x="6490" y="4852"/>
                      </a:lnTo>
                      <a:cubicBezTo>
                        <a:pt x="6931" y="3623"/>
                        <a:pt x="8066" y="2741"/>
                        <a:pt x="9420" y="2741"/>
                      </a:cubicBezTo>
                      <a:cubicBezTo>
                        <a:pt x="9767" y="2741"/>
                        <a:pt x="10113" y="2836"/>
                        <a:pt x="10428" y="2962"/>
                      </a:cubicBezTo>
                      <a:lnTo>
                        <a:pt x="10428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7" name="Google Shape;9580;p73">
                  <a:extLst>
                    <a:ext uri="{FF2B5EF4-FFF2-40B4-BE49-F238E27FC236}">
                      <a16:creationId xmlns:a16="http://schemas.microsoft.com/office/drawing/2014/main" id="{9770E3E5-3B9F-8360-D5D6-ED802A133C2E}"/>
                    </a:ext>
                  </a:extLst>
                </p:cNvPr>
                <p:cNvSpPr/>
                <p:nvPr/>
              </p:nvSpPr>
              <p:spPr>
                <a:xfrm>
                  <a:off x="3859600" y="3591950"/>
                  <a:ext cx="261525" cy="70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61" h="2836" extrusionOk="0">
                      <a:moveTo>
                        <a:pt x="1734" y="0"/>
                      </a:moveTo>
                      <a:cubicBezTo>
                        <a:pt x="1513" y="0"/>
                        <a:pt x="1356" y="158"/>
                        <a:pt x="1356" y="347"/>
                      </a:cubicBezTo>
                      <a:lnTo>
                        <a:pt x="1356" y="693"/>
                      </a:lnTo>
                      <a:lnTo>
                        <a:pt x="1009" y="693"/>
                      </a:lnTo>
                      <a:cubicBezTo>
                        <a:pt x="410" y="693"/>
                        <a:pt x="1" y="1166"/>
                        <a:pt x="1" y="1733"/>
                      </a:cubicBezTo>
                      <a:lnTo>
                        <a:pt x="1" y="2836"/>
                      </a:lnTo>
                      <a:lnTo>
                        <a:pt x="10429" y="2836"/>
                      </a:lnTo>
                      <a:lnTo>
                        <a:pt x="10429" y="1733"/>
                      </a:lnTo>
                      <a:lnTo>
                        <a:pt x="10460" y="1733"/>
                      </a:lnTo>
                      <a:cubicBezTo>
                        <a:pt x="10460" y="1134"/>
                        <a:pt x="9988" y="693"/>
                        <a:pt x="9421" y="693"/>
                      </a:cubicBezTo>
                      <a:lnTo>
                        <a:pt x="9074" y="693"/>
                      </a:lnTo>
                      <a:lnTo>
                        <a:pt x="9074" y="347"/>
                      </a:lnTo>
                      <a:cubicBezTo>
                        <a:pt x="9074" y="158"/>
                        <a:pt x="8917" y="0"/>
                        <a:pt x="8728" y="0"/>
                      </a:cubicBezTo>
                      <a:cubicBezTo>
                        <a:pt x="8539" y="0"/>
                        <a:pt x="8381" y="158"/>
                        <a:pt x="8381" y="347"/>
                      </a:cubicBezTo>
                      <a:lnTo>
                        <a:pt x="8381" y="693"/>
                      </a:lnTo>
                      <a:lnTo>
                        <a:pt x="6995" y="693"/>
                      </a:lnTo>
                      <a:lnTo>
                        <a:pt x="6995" y="347"/>
                      </a:lnTo>
                      <a:cubicBezTo>
                        <a:pt x="6995" y="158"/>
                        <a:pt x="6837" y="0"/>
                        <a:pt x="6648" y="0"/>
                      </a:cubicBezTo>
                      <a:cubicBezTo>
                        <a:pt x="6459" y="0"/>
                        <a:pt x="6302" y="158"/>
                        <a:pt x="6302" y="347"/>
                      </a:cubicBezTo>
                      <a:lnTo>
                        <a:pt x="6302" y="693"/>
                      </a:lnTo>
                      <a:lnTo>
                        <a:pt x="4159" y="693"/>
                      </a:lnTo>
                      <a:lnTo>
                        <a:pt x="4159" y="347"/>
                      </a:lnTo>
                      <a:cubicBezTo>
                        <a:pt x="4159" y="158"/>
                        <a:pt x="4002" y="0"/>
                        <a:pt x="3813" y="0"/>
                      </a:cubicBezTo>
                      <a:cubicBezTo>
                        <a:pt x="3624" y="0"/>
                        <a:pt x="3466" y="158"/>
                        <a:pt x="3466" y="347"/>
                      </a:cubicBezTo>
                      <a:lnTo>
                        <a:pt x="3466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3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2" name="Google Shape;9581;p73">
                <a:extLst>
                  <a:ext uri="{FF2B5EF4-FFF2-40B4-BE49-F238E27FC236}">
                    <a16:creationId xmlns:a16="http://schemas.microsoft.com/office/drawing/2014/main" id="{84C74058-7D7B-F0F2-B002-23BD0C89892A}"/>
                  </a:ext>
                </a:extLst>
              </p:cNvPr>
              <p:cNvGrpSpPr/>
              <p:nvPr/>
            </p:nvGrpSpPr>
            <p:grpSpPr>
              <a:xfrm>
                <a:off x="6475073" y="4984646"/>
                <a:ext cx="500612" cy="500612"/>
                <a:chOff x="3860400" y="3955025"/>
                <a:chExt cx="296175" cy="296175"/>
              </a:xfrm>
              <a:grpFill/>
            </p:grpSpPr>
            <p:sp>
              <p:nvSpPr>
                <p:cNvPr id="17440" name="Google Shape;9582;p73">
                  <a:extLst>
                    <a:ext uri="{FF2B5EF4-FFF2-40B4-BE49-F238E27FC236}">
                      <a16:creationId xmlns:a16="http://schemas.microsoft.com/office/drawing/2014/main" id="{8010354F-F06D-F9A0-E9C6-E856951E1278}"/>
                    </a:ext>
                  </a:extLst>
                </p:cNvPr>
                <p:cNvSpPr/>
                <p:nvPr/>
              </p:nvSpPr>
              <p:spPr>
                <a:xfrm>
                  <a:off x="3973825" y="3955025"/>
                  <a:ext cx="685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1" h="2742" extrusionOk="0">
                      <a:moveTo>
                        <a:pt x="1355" y="1"/>
                      </a:moveTo>
                      <a:cubicBezTo>
                        <a:pt x="630" y="1"/>
                        <a:pt x="0" y="631"/>
                        <a:pt x="0" y="1387"/>
                      </a:cubicBezTo>
                      <a:cubicBezTo>
                        <a:pt x="0" y="2112"/>
                        <a:pt x="630" y="2742"/>
                        <a:pt x="1355" y="2742"/>
                      </a:cubicBezTo>
                      <a:cubicBezTo>
                        <a:pt x="2111" y="2742"/>
                        <a:pt x="2741" y="2112"/>
                        <a:pt x="2741" y="1387"/>
                      </a:cubicBezTo>
                      <a:cubicBezTo>
                        <a:pt x="2741" y="631"/>
                        <a:pt x="2142" y="1"/>
                        <a:pt x="135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1" name="Google Shape;9583;p73">
                  <a:extLst>
                    <a:ext uri="{FF2B5EF4-FFF2-40B4-BE49-F238E27FC236}">
                      <a16:creationId xmlns:a16="http://schemas.microsoft.com/office/drawing/2014/main" id="{58401B3C-739C-EA76-4908-5F9A15B270E2}"/>
                    </a:ext>
                  </a:extLst>
                </p:cNvPr>
                <p:cNvSpPr/>
                <p:nvPr/>
              </p:nvSpPr>
              <p:spPr>
                <a:xfrm>
                  <a:off x="3947025" y="4021975"/>
                  <a:ext cx="122125" cy="71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2868" extrusionOk="0">
                      <a:moveTo>
                        <a:pt x="820" y="1"/>
                      </a:moveTo>
                      <a:cubicBezTo>
                        <a:pt x="316" y="442"/>
                        <a:pt x="1" y="1104"/>
                        <a:pt x="1" y="1797"/>
                      </a:cubicBezTo>
                      <a:lnTo>
                        <a:pt x="1" y="2521"/>
                      </a:lnTo>
                      <a:cubicBezTo>
                        <a:pt x="1" y="2710"/>
                        <a:pt x="158" y="2868"/>
                        <a:pt x="347" y="2868"/>
                      </a:cubicBezTo>
                      <a:lnTo>
                        <a:pt x="4506" y="2868"/>
                      </a:lnTo>
                      <a:cubicBezTo>
                        <a:pt x="4727" y="2868"/>
                        <a:pt x="4884" y="2710"/>
                        <a:pt x="4884" y="2521"/>
                      </a:cubicBezTo>
                      <a:lnTo>
                        <a:pt x="4884" y="1860"/>
                      </a:lnTo>
                      <a:cubicBezTo>
                        <a:pt x="4884" y="1135"/>
                        <a:pt x="4569" y="473"/>
                        <a:pt x="4034" y="32"/>
                      </a:cubicBezTo>
                      <a:cubicBezTo>
                        <a:pt x="3655" y="473"/>
                        <a:pt x="3120" y="788"/>
                        <a:pt x="2427" y="788"/>
                      </a:cubicBezTo>
                      <a:cubicBezTo>
                        <a:pt x="1797" y="788"/>
                        <a:pt x="1198" y="473"/>
                        <a:pt x="82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2" name="Google Shape;9584;p73">
                  <a:extLst>
                    <a:ext uri="{FF2B5EF4-FFF2-40B4-BE49-F238E27FC236}">
                      <a16:creationId xmlns:a16="http://schemas.microsoft.com/office/drawing/2014/main" id="{742BDA9C-ACDE-70AD-7C82-595AB1231A81}"/>
                    </a:ext>
                  </a:extLst>
                </p:cNvPr>
                <p:cNvSpPr/>
                <p:nvPr/>
              </p:nvSpPr>
              <p:spPr>
                <a:xfrm>
                  <a:off x="4086450" y="4145650"/>
                  <a:ext cx="7012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4191" extrusionOk="0">
                      <a:moveTo>
                        <a:pt x="0" y="0"/>
                      </a:moveTo>
                      <a:lnTo>
                        <a:pt x="0" y="4190"/>
                      </a:lnTo>
                      <a:lnTo>
                        <a:pt x="2458" y="4190"/>
                      </a:lnTo>
                      <a:cubicBezTo>
                        <a:pt x="2647" y="4190"/>
                        <a:pt x="2804" y="4033"/>
                        <a:pt x="2804" y="3844"/>
                      </a:cubicBezTo>
                      <a:lnTo>
                        <a:pt x="2804" y="315"/>
                      </a:lnTo>
                      <a:cubicBezTo>
                        <a:pt x="2773" y="158"/>
                        <a:pt x="2647" y="0"/>
                        <a:pt x="245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3" name="Google Shape;9585;p73">
                  <a:extLst>
                    <a:ext uri="{FF2B5EF4-FFF2-40B4-BE49-F238E27FC236}">
                      <a16:creationId xmlns:a16="http://schemas.microsoft.com/office/drawing/2014/main" id="{832070B4-D6BC-4EB2-AF33-6DD95B2A9EA4}"/>
                    </a:ext>
                  </a:extLst>
                </p:cNvPr>
                <p:cNvSpPr/>
                <p:nvPr/>
              </p:nvSpPr>
              <p:spPr>
                <a:xfrm>
                  <a:off x="3860400" y="4180300"/>
                  <a:ext cx="70125" cy="7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5" h="2805" extrusionOk="0">
                      <a:moveTo>
                        <a:pt x="347" y="0"/>
                      </a:moveTo>
                      <a:cubicBezTo>
                        <a:pt x="158" y="0"/>
                        <a:pt x="0" y="189"/>
                        <a:pt x="0" y="347"/>
                      </a:cubicBezTo>
                      <a:lnTo>
                        <a:pt x="0" y="2458"/>
                      </a:lnTo>
                      <a:cubicBezTo>
                        <a:pt x="0" y="2678"/>
                        <a:pt x="158" y="2804"/>
                        <a:pt x="347" y="2804"/>
                      </a:cubicBezTo>
                      <a:lnTo>
                        <a:pt x="2804" y="2804"/>
                      </a:lnTo>
                      <a:lnTo>
                        <a:pt x="2804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7444" name="Google Shape;9586;p73">
                  <a:extLst>
                    <a:ext uri="{FF2B5EF4-FFF2-40B4-BE49-F238E27FC236}">
                      <a16:creationId xmlns:a16="http://schemas.microsoft.com/office/drawing/2014/main" id="{2BADB560-B07B-56AC-C1D4-E9E6B253426C}"/>
                    </a:ext>
                  </a:extLst>
                </p:cNvPr>
                <p:cNvSpPr/>
                <p:nvPr/>
              </p:nvSpPr>
              <p:spPr>
                <a:xfrm>
                  <a:off x="3947025" y="4111775"/>
                  <a:ext cx="122125" cy="139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5" h="5577" extrusionOk="0">
                      <a:moveTo>
                        <a:pt x="2466" y="1377"/>
                      </a:moveTo>
                      <a:cubicBezTo>
                        <a:pt x="2522" y="1377"/>
                        <a:pt x="2582" y="1392"/>
                        <a:pt x="2647" y="1418"/>
                      </a:cubicBezTo>
                      <a:cubicBezTo>
                        <a:pt x="2742" y="1450"/>
                        <a:pt x="2836" y="1607"/>
                        <a:pt x="2836" y="1733"/>
                      </a:cubicBezTo>
                      <a:lnTo>
                        <a:pt x="2836" y="3497"/>
                      </a:lnTo>
                      <a:lnTo>
                        <a:pt x="3183" y="3497"/>
                      </a:lnTo>
                      <a:cubicBezTo>
                        <a:pt x="3372" y="3497"/>
                        <a:pt x="3529" y="3655"/>
                        <a:pt x="3529" y="3844"/>
                      </a:cubicBezTo>
                      <a:cubicBezTo>
                        <a:pt x="3529" y="4033"/>
                        <a:pt x="3340" y="4159"/>
                        <a:pt x="3151" y="4159"/>
                      </a:cubicBezTo>
                      <a:lnTo>
                        <a:pt x="1765" y="4159"/>
                      </a:lnTo>
                      <a:cubicBezTo>
                        <a:pt x="1576" y="4159"/>
                        <a:pt x="1419" y="4002"/>
                        <a:pt x="1419" y="3812"/>
                      </a:cubicBezTo>
                      <a:cubicBezTo>
                        <a:pt x="1419" y="3623"/>
                        <a:pt x="1576" y="3466"/>
                        <a:pt x="1765" y="3466"/>
                      </a:cubicBezTo>
                      <a:lnTo>
                        <a:pt x="2112" y="3466"/>
                      </a:lnTo>
                      <a:lnTo>
                        <a:pt x="2112" y="2552"/>
                      </a:lnTo>
                      <a:lnTo>
                        <a:pt x="1986" y="2678"/>
                      </a:lnTo>
                      <a:cubicBezTo>
                        <a:pt x="1938" y="2726"/>
                        <a:pt x="1852" y="2749"/>
                        <a:pt x="1765" y="2749"/>
                      </a:cubicBezTo>
                      <a:cubicBezTo>
                        <a:pt x="1679" y="2749"/>
                        <a:pt x="1592" y="2726"/>
                        <a:pt x="1545" y="2678"/>
                      </a:cubicBezTo>
                      <a:cubicBezTo>
                        <a:pt x="1419" y="2552"/>
                        <a:pt x="1419" y="2300"/>
                        <a:pt x="1545" y="2206"/>
                      </a:cubicBezTo>
                      <a:lnTo>
                        <a:pt x="2238" y="1481"/>
                      </a:lnTo>
                      <a:cubicBezTo>
                        <a:pt x="2312" y="1407"/>
                        <a:pt x="2385" y="1377"/>
                        <a:pt x="2466" y="1377"/>
                      </a:cubicBezTo>
                      <a:close/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lnTo>
                        <a:pt x="1" y="5577"/>
                      </a:lnTo>
                      <a:lnTo>
                        <a:pt x="4853" y="5577"/>
                      </a:lnTo>
                      <a:cubicBezTo>
                        <a:pt x="4884" y="3245"/>
                        <a:pt x="4884" y="2678"/>
                        <a:pt x="4884" y="347"/>
                      </a:cubicBezTo>
                      <a:cubicBezTo>
                        <a:pt x="4884" y="158"/>
                        <a:pt x="4727" y="0"/>
                        <a:pt x="45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3" name="Google Shape;9587;p73">
                <a:extLst>
                  <a:ext uri="{FF2B5EF4-FFF2-40B4-BE49-F238E27FC236}">
                    <a16:creationId xmlns:a16="http://schemas.microsoft.com/office/drawing/2014/main" id="{3C7CB3A3-FD9E-D005-DCC3-EBD9B5B1D1AC}"/>
                  </a:ext>
                </a:extLst>
              </p:cNvPr>
              <p:cNvGrpSpPr/>
              <p:nvPr/>
            </p:nvGrpSpPr>
            <p:grpSpPr>
              <a:xfrm>
                <a:off x="9642831" y="3748557"/>
                <a:ext cx="508599" cy="499261"/>
                <a:chOff x="5716825" y="3235950"/>
                <a:chExt cx="300900" cy="295375"/>
              </a:xfrm>
              <a:grpFill/>
            </p:grpSpPr>
            <p:sp>
              <p:nvSpPr>
                <p:cNvPr id="220" name="Google Shape;9588;p73">
                  <a:extLst>
                    <a:ext uri="{FF2B5EF4-FFF2-40B4-BE49-F238E27FC236}">
                      <a16:creationId xmlns:a16="http://schemas.microsoft.com/office/drawing/2014/main" id="{2C30F6E9-CCA4-D61F-855F-5582737EF866}"/>
                    </a:ext>
                  </a:extLst>
                </p:cNvPr>
                <p:cNvSpPr/>
                <p:nvPr/>
              </p:nvSpPr>
              <p:spPr>
                <a:xfrm>
                  <a:off x="5716825" y="3309975"/>
                  <a:ext cx="137075" cy="146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61" extrusionOk="0">
                      <a:moveTo>
                        <a:pt x="2584" y="1"/>
                      </a:moveTo>
                      <a:lnTo>
                        <a:pt x="410" y="2206"/>
                      </a:lnTo>
                      <a:cubicBezTo>
                        <a:pt x="1" y="2615"/>
                        <a:pt x="1" y="3277"/>
                        <a:pt x="410" y="3655"/>
                      </a:cubicBezTo>
                      <a:lnTo>
                        <a:pt x="2584" y="5860"/>
                      </a:lnTo>
                      <a:lnTo>
                        <a:pt x="3781" y="4632"/>
                      </a:lnTo>
                      <a:cubicBezTo>
                        <a:pt x="3844" y="4584"/>
                        <a:pt x="3939" y="4561"/>
                        <a:pt x="4029" y="4561"/>
                      </a:cubicBezTo>
                      <a:cubicBezTo>
                        <a:pt x="4120" y="4561"/>
                        <a:pt x="4206" y="4584"/>
                        <a:pt x="4254" y="4632"/>
                      </a:cubicBezTo>
                      <a:lnTo>
                        <a:pt x="4726" y="5104"/>
                      </a:lnTo>
                      <a:cubicBezTo>
                        <a:pt x="4789" y="5167"/>
                        <a:pt x="4884" y="5199"/>
                        <a:pt x="4974" y="5199"/>
                      </a:cubicBezTo>
                      <a:cubicBezTo>
                        <a:pt x="5065" y="5199"/>
                        <a:pt x="5152" y="5167"/>
                        <a:pt x="5199" y="5104"/>
                      </a:cubicBezTo>
                      <a:cubicBezTo>
                        <a:pt x="5325" y="5010"/>
                        <a:pt x="5325" y="4758"/>
                        <a:pt x="5199" y="4632"/>
                      </a:cubicBezTo>
                      <a:lnTo>
                        <a:pt x="4726" y="4159"/>
                      </a:lnTo>
                      <a:cubicBezTo>
                        <a:pt x="4632" y="4065"/>
                        <a:pt x="4632" y="3813"/>
                        <a:pt x="4726" y="3687"/>
                      </a:cubicBezTo>
                      <a:lnTo>
                        <a:pt x="5482" y="2962"/>
                      </a:lnTo>
                      <a:lnTo>
                        <a:pt x="5010" y="2489"/>
                      </a:lnTo>
                      <a:lnTo>
                        <a:pt x="4789" y="2710"/>
                      </a:lnTo>
                      <a:cubicBezTo>
                        <a:pt x="4584" y="2915"/>
                        <a:pt x="4317" y="3017"/>
                        <a:pt x="4049" y="3017"/>
                      </a:cubicBezTo>
                      <a:cubicBezTo>
                        <a:pt x="3781" y="3017"/>
                        <a:pt x="3513" y="2915"/>
                        <a:pt x="3309" y="2710"/>
                      </a:cubicBezTo>
                      <a:cubicBezTo>
                        <a:pt x="2930" y="2332"/>
                        <a:pt x="2930" y="1670"/>
                        <a:pt x="3309" y="1261"/>
                      </a:cubicBezTo>
                      <a:lnTo>
                        <a:pt x="3561" y="1040"/>
                      </a:lnTo>
                      <a:lnTo>
                        <a:pt x="2584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1" name="Google Shape;9589;p73">
                  <a:extLst>
                    <a:ext uri="{FF2B5EF4-FFF2-40B4-BE49-F238E27FC236}">
                      <a16:creationId xmlns:a16="http://schemas.microsoft.com/office/drawing/2014/main" id="{9D874D8C-7231-BEF0-5509-B69C71948FAE}"/>
                    </a:ext>
                  </a:extLst>
                </p:cNvPr>
                <p:cNvSpPr/>
                <p:nvPr/>
              </p:nvSpPr>
              <p:spPr>
                <a:xfrm>
                  <a:off x="5794025" y="3235950"/>
                  <a:ext cx="145725" cy="1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29" h="5356" extrusionOk="0">
                      <a:moveTo>
                        <a:pt x="2926" y="0"/>
                      </a:moveTo>
                      <a:cubicBezTo>
                        <a:pt x="2662" y="0"/>
                        <a:pt x="2394" y="95"/>
                        <a:pt x="2205" y="284"/>
                      </a:cubicBezTo>
                      <a:lnTo>
                        <a:pt x="0" y="2457"/>
                      </a:lnTo>
                      <a:lnTo>
                        <a:pt x="1229" y="3686"/>
                      </a:lnTo>
                      <a:cubicBezTo>
                        <a:pt x="1323" y="3781"/>
                        <a:pt x="1323" y="4033"/>
                        <a:pt x="1229" y="4127"/>
                      </a:cubicBezTo>
                      <a:lnTo>
                        <a:pt x="725" y="4600"/>
                      </a:lnTo>
                      <a:cubicBezTo>
                        <a:pt x="630" y="4726"/>
                        <a:pt x="630" y="4978"/>
                        <a:pt x="725" y="5072"/>
                      </a:cubicBezTo>
                      <a:cubicBezTo>
                        <a:pt x="788" y="5135"/>
                        <a:pt x="882" y="5167"/>
                        <a:pt x="977" y="5167"/>
                      </a:cubicBezTo>
                      <a:cubicBezTo>
                        <a:pt x="1071" y="5167"/>
                        <a:pt x="1166" y="5135"/>
                        <a:pt x="1229" y="5072"/>
                      </a:cubicBezTo>
                      <a:lnTo>
                        <a:pt x="1701" y="4600"/>
                      </a:lnTo>
                      <a:cubicBezTo>
                        <a:pt x="1749" y="4553"/>
                        <a:pt x="1835" y="4529"/>
                        <a:pt x="1926" y="4529"/>
                      </a:cubicBezTo>
                      <a:cubicBezTo>
                        <a:pt x="2016" y="4529"/>
                        <a:pt x="2111" y="4553"/>
                        <a:pt x="2174" y="4600"/>
                      </a:cubicBezTo>
                      <a:lnTo>
                        <a:pt x="2898" y="5356"/>
                      </a:lnTo>
                      <a:lnTo>
                        <a:pt x="3371" y="4883"/>
                      </a:lnTo>
                      <a:lnTo>
                        <a:pt x="3151" y="4663"/>
                      </a:lnTo>
                      <a:cubicBezTo>
                        <a:pt x="2741" y="4253"/>
                        <a:pt x="2741" y="3592"/>
                        <a:pt x="3151" y="3214"/>
                      </a:cubicBezTo>
                      <a:cubicBezTo>
                        <a:pt x="3340" y="3009"/>
                        <a:pt x="3607" y="2906"/>
                        <a:pt x="3875" y="2906"/>
                      </a:cubicBezTo>
                      <a:cubicBezTo>
                        <a:pt x="4143" y="2906"/>
                        <a:pt x="4411" y="3009"/>
                        <a:pt x="4600" y="3214"/>
                      </a:cubicBezTo>
                      <a:lnTo>
                        <a:pt x="4852" y="3434"/>
                      </a:lnTo>
                      <a:lnTo>
                        <a:pt x="5828" y="2457"/>
                      </a:lnTo>
                      <a:lnTo>
                        <a:pt x="3623" y="284"/>
                      </a:lnTo>
                      <a:cubicBezTo>
                        <a:pt x="3450" y="95"/>
                        <a:pt x="3190" y="0"/>
                        <a:pt x="29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2" name="Google Shape;9590;p73">
                  <a:extLst>
                    <a:ext uri="{FF2B5EF4-FFF2-40B4-BE49-F238E27FC236}">
                      <a16:creationId xmlns:a16="http://schemas.microsoft.com/office/drawing/2014/main" id="{5779D0CB-FA23-772B-2228-2176DC1605EB}"/>
                    </a:ext>
                  </a:extLst>
                </p:cNvPr>
                <p:cNvSpPr/>
                <p:nvPr/>
              </p:nvSpPr>
              <p:spPr>
                <a:xfrm>
                  <a:off x="5880650" y="3309975"/>
                  <a:ext cx="137075" cy="14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83" h="5829" extrusionOk="0">
                      <a:moveTo>
                        <a:pt x="2899" y="1"/>
                      </a:moveTo>
                      <a:lnTo>
                        <a:pt x="1702" y="1229"/>
                      </a:lnTo>
                      <a:cubicBezTo>
                        <a:pt x="1639" y="1292"/>
                        <a:pt x="1544" y="1324"/>
                        <a:pt x="1450" y="1324"/>
                      </a:cubicBezTo>
                      <a:cubicBezTo>
                        <a:pt x="1355" y="1324"/>
                        <a:pt x="1261" y="1292"/>
                        <a:pt x="1198" y="1229"/>
                      </a:cubicBezTo>
                      <a:lnTo>
                        <a:pt x="725" y="757"/>
                      </a:lnTo>
                      <a:cubicBezTo>
                        <a:pt x="678" y="694"/>
                        <a:pt x="591" y="662"/>
                        <a:pt x="501" y="662"/>
                      </a:cubicBezTo>
                      <a:cubicBezTo>
                        <a:pt x="410" y="662"/>
                        <a:pt x="316" y="694"/>
                        <a:pt x="253" y="757"/>
                      </a:cubicBezTo>
                      <a:cubicBezTo>
                        <a:pt x="158" y="883"/>
                        <a:pt x="158" y="1103"/>
                        <a:pt x="253" y="1229"/>
                      </a:cubicBezTo>
                      <a:lnTo>
                        <a:pt x="725" y="1702"/>
                      </a:lnTo>
                      <a:cubicBezTo>
                        <a:pt x="851" y="1828"/>
                        <a:pt x="851" y="2048"/>
                        <a:pt x="725" y="2174"/>
                      </a:cubicBezTo>
                      <a:lnTo>
                        <a:pt x="1" y="2899"/>
                      </a:lnTo>
                      <a:lnTo>
                        <a:pt x="473" y="3372"/>
                      </a:lnTo>
                      <a:lnTo>
                        <a:pt x="694" y="3151"/>
                      </a:lnTo>
                      <a:cubicBezTo>
                        <a:pt x="898" y="2946"/>
                        <a:pt x="1166" y="2844"/>
                        <a:pt x="1434" y="2844"/>
                      </a:cubicBezTo>
                      <a:cubicBezTo>
                        <a:pt x="1702" y="2844"/>
                        <a:pt x="1970" y="2946"/>
                        <a:pt x="2174" y="3151"/>
                      </a:cubicBezTo>
                      <a:cubicBezTo>
                        <a:pt x="2552" y="3529"/>
                        <a:pt x="2552" y="4222"/>
                        <a:pt x="2174" y="4600"/>
                      </a:cubicBezTo>
                      <a:lnTo>
                        <a:pt x="1922" y="4852"/>
                      </a:lnTo>
                      <a:lnTo>
                        <a:pt x="2899" y="5829"/>
                      </a:lnTo>
                      <a:lnTo>
                        <a:pt x="5073" y="3655"/>
                      </a:lnTo>
                      <a:cubicBezTo>
                        <a:pt x="5482" y="3277"/>
                        <a:pt x="5482" y="2615"/>
                        <a:pt x="5073" y="2206"/>
                      </a:cubicBezTo>
                      <a:lnTo>
                        <a:pt x="2899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23" name="Google Shape;9591;p73">
                  <a:extLst>
                    <a:ext uri="{FF2B5EF4-FFF2-40B4-BE49-F238E27FC236}">
                      <a16:creationId xmlns:a16="http://schemas.microsoft.com/office/drawing/2014/main" id="{1C4B7C79-889F-BCBD-0AAD-E8635E196AA7}"/>
                    </a:ext>
                  </a:extLst>
                </p:cNvPr>
                <p:cNvSpPr/>
                <p:nvPr/>
              </p:nvSpPr>
              <p:spPr>
                <a:xfrm>
                  <a:off x="5794025" y="3396625"/>
                  <a:ext cx="147300" cy="134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2" h="5388" extrusionOk="0">
                      <a:moveTo>
                        <a:pt x="2993" y="0"/>
                      </a:moveTo>
                      <a:lnTo>
                        <a:pt x="2520" y="473"/>
                      </a:lnTo>
                      <a:lnTo>
                        <a:pt x="2741" y="725"/>
                      </a:lnTo>
                      <a:cubicBezTo>
                        <a:pt x="3151" y="1103"/>
                        <a:pt x="3151" y="1764"/>
                        <a:pt x="2741" y="2174"/>
                      </a:cubicBezTo>
                      <a:cubicBezTo>
                        <a:pt x="2505" y="2363"/>
                        <a:pt x="2221" y="2457"/>
                        <a:pt x="1949" y="2457"/>
                      </a:cubicBezTo>
                      <a:cubicBezTo>
                        <a:pt x="1678" y="2457"/>
                        <a:pt x="1418" y="2363"/>
                        <a:pt x="1229" y="2174"/>
                      </a:cubicBezTo>
                      <a:lnTo>
                        <a:pt x="977" y="1922"/>
                      </a:lnTo>
                      <a:lnTo>
                        <a:pt x="0" y="2930"/>
                      </a:lnTo>
                      <a:lnTo>
                        <a:pt x="2205" y="5072"/>
                      </a:lnTo>
                      <a:cubicBezTo>
                        <a:pt x="2394" y="5293"/>
                        <a:pt x="2678" y="5387"/>
                        <a:pt x="2930" y="5387"/>
                      </a:cubicBezTo>
                      <a:cubicBezTo>
                        <a:pt x="3214" y="5387"/>
                        <a:pt x="3497" y="5293"/>
                        <a:pt x="3686" y="5072"/>
                      </a:cubicBezTo>
                      <a:lnTo>
                        <a:pt x="5891" y="2930"/>
                      </a:lnTo>
                      <a:lnTo>
                        <a:pt x="4663" y="1701"/>
                      </a:lnTo>
                      <a:cubicBezTo>
                        <a:pt x="4568" y="1575"/>
                        <a:pt x="4568" y="1355"/>
                        <a:pt x="4663" y="1229"/>
                      </a:cubicBezTo>
                      <a:lnTo>
                        <a:pt x="5167" y="756"/>
                      </a:lnTo>
                      <a:cubicBezTo>
                        <a:pt x="5261" y="630"/>
                        <a:pt x="5261" y="410"/>
                        <a:pt x="5167" y="284"/>
                      </a:cubicBezTo>
                      <a:cubicBezTo>
                        <a:pt x="5104" y="221"/>
                        <a:pt x="5009" y="189"/>
                        <a:pt x="4915" y="189"/>
                      </a:cubicBezTo>
                      <a:cubicBezTo>
                        <a:pt x="4820" y="189"/>
                        <a:pt x="4726" y="221"/>
                        <a:pt x="4663" y="284"/>
                      </a:cubicBezTo>
                      <a:lnTo>
                        <a:pt x="4190" y="756"/>
                      </a:lnTo>
                      <a:cubicBezTo>
                        <a:pt x="4143" y="819"/>
                        <a:pt x="4056" y="851"/>
                        <a:pt x="3966" y="851"/>
                      </a:cubicBezTo>
                      <a:cubicBezTo>
                        <a:pt x="3875" y="851"/>
                        <a:pt x="3781" y="819"/>
                        <a:pt x="3718" y="756"/>
                      </a:cubicBezTo>
                      <a:lnTo>
                        <a:pt x="2993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4" name="Google Shape;9592;p73">
                <a:extLst>
                  <a:ext uri="{FF2B5EF4-FFF2-40B4-BE49-F238E27FC236}">
                    <a16:creationId xmlns:a16="http://schemas.microsoft.com/office/drawing/2014/main" id="{590310F4-29A2-59CF-3A64-3E276F7426F8}"/>
                  </a:ext>
                </a:extLst>
              </p:cNvPr>
              <p:cNvGrpSpPr/>
              <p:nvPr/>
            </p:nvGrpSpPr>
            <p:grpSpPr>
              <a:xfrm>
                <a:off x="9661466" y="4393899"/>
                <a:ext cx="471329" cy="468667"/>
                <a:chOff x="5727850" y="3609275"/>
                <a:chExt cx="278850" cy="277275"/>
              </a:xfrm>
              <a:grpFill/>
            </p:grpSpPr>
            <p:sp>
              <p:nvSpPr>
                <p:cNvPr id="210" name="Google Shape;9593;p73">
                  <a:extLst>
                    <a:ext uri="{FF2B5EF4-FFF2-40B4-BE49-F238E27FC236}">
                      <a16:creationId xmlns:a16="http://schemas.microsoft.com/office/drawing/2014/main" id="{AB0207E7-B2D5-8098-FDEF-A06A220B1A0E}"/>
                    </a:ext>
                  </a:extLst>
                </p:cNvPr>
                <p:cNvSpPr/>
                <p:nvPr/>
              </p:nvSpPr>
              <p:spPr>
                <a:xfrm>
                  <a:off x="5884600" y="3765225"/>
                  <a:ext cx="122100" cy="1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4853" extrusionOk="0">
                      <a:moveTo>
                        <a:pt x="2426" y="662"/>
                      </a:moveTo>
                      <a:cubicBezTo>
                        <a:pt x="2646" y="662"/>
                        <a:pt x="2804" y="819"/>
                        <a:pt x="2804" y="1008"/>
                      </a:cubicBezTo>
                      <a:cubicBezTo>
                        <a:pt x="2804" y="1197"/>
                        <a:pt x="2646" y="1355"/>
                        <a:pt x="2426" y="1355"/>
                      </a:cubicBezTo>
                      <a:cubicBezTo>
                        <a:pt x="2237" y="1355"/>
                        <a:pt x="2079" y="1197"/>
                        <a:pt x="2079" y="1008"/>
                      </a:cubicBezTo>
                      <a:cubicBezTo>
                        <a:pt x="2079" y="819"/>
                        <a:pt x="2237" y="662"/>
                        <a:pt x="2426" y="662"/>
                      </a:cubicBezTo>
                      <a:close/>
                      <a:moveTo>
                        <a:pt x="2426" y="1670"/>
                      </a:moveTo>
                      <a:cubicBezTo>
                        <a:pt x="2646" y="1670"/>
                        <a:pt x="2804" y="1828"/>
                        <a:pt x="2804" y="2048"/>
                      </a:cubicBezTo>
                      <a:lnTo>
                        <a:pt x="2804" y="3781"/>
                      </a:lnTo>
                      <a:cubicBezTo>
                        <a:pt x="2804" y="3970"/>
                        <a:pt x="2646" y="4127"/>
                        <a:pt x="2426" y="4127"/>
                      </a:cubicBezTo>
                      <a:cubicBezTo>
                        <a:pt x="2237" y="4127"/>
                        <a:pt x="2079" y="3970"/>
                        <a:pt x="2079" y="3781"/>
                      </a:cubicBezTo>
                      <a:lnTo>
                        <a:pt x="2079" y="2048"/>
                      </a:lnTo>
                      <a:cubicBezTo>
                        <a:pt x="2079" y="1828"/>
                        <a:pt x="2237" y="1670"/>
                        <a:pt x="2426" y="1670"/>
                      </a:cubicBezTo>
                      <a:close/>
                      <a:moveTo>
                        <a:pt x="2426" y="0"/>
                      </a:moveTo>
                      <a:cubicBezTo>
                        <a:pt x="1103" y="0"/>
                        <a:pt x="0" y="1103"/>
                        <a:pt x="0" y="2426"/>
                      </a:cubicBezTo>
                      <a:cubicBezTo>
                        <a:pt x="0" y="3749"/>
                        <a:pt x="1103" y="4852"/>
                        <a:pt x="2426" y="4852"/>
                      </a:cubicBezTo>
                      <a:cubicBezTo>
                        <a:pt x="3781" y="4852"/>
                        <a:pt x="4883" y="3749"/>
                        <a:pt x="4883" y="2426"/>
                      </a:cubicBezTo>
                      <a:cubicBezTo>
                        <a:pt x="4883" y="1040"/>
                        <a:pt x="3781" y="0"/>
                        <a:pt x="242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1" name="Google Shape;9594;p73">
                  <a:extLst>
                    <a:ext uri="{FF2B5EF4-FFF2-40B4-BE49-F238E27FC236}">
                      <a16:creationId xmlns:a16="http://schemas.microsoft.com/office/drawing/2014/main" id="{B590856B-17CD-396A-D9B1-CF93A07427AE}"/>
                    </a:ext>
                  </a:extLst>
                </p:cNvPr>
                <p:cNvSpPr/>
                <p:nvPr/>
              </p:nvSpPr>
              <p:spPr>
                <a:xfrm>
                  <a:off x="5727850" y="3669125"/>
                  <a:ext cx="35475" cy="216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8665" extrusionOk="0">
                      <a:moveTo>
                        <a:pt x="32" y="1"/>
                      </a:moveTo>
                      <a:lnTo>
                        <a:pt x="32" y="7310"/>
                      </a:lnTo>
                      <a:cubicBezTo>
                        <a:pt x="1" y="8034"/>
                        <a:pt x="631" y="8665"/>
                        <a:pt x="1418" y="8665"/>
                      </a:cubicBezTo>
                      <a:lnTo>
                        <a:pt x="1418" y="347"/>
                      </a:lnTo>
                      <a:lnTo>
                        <a:pt x="1072" y="347"/>
                      </a:lnTo>
                      <a:cubicBezTo>
                        <a:pt x="662" y="347"/>
                        <a:pt x="316" y="253"/>
                        <a:pt x="3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2" name="Google Shape;9595;p73">
                  <a:extLst>
                    <a:ext uri="{FF2B5EF4-FFF2-40B4-BE49-F238E27FC236}">
                      <a16:creationId xmlns:a16="http://schemas.microsoft.com/office/drawing/2014/main" id="{43FE57BD-8CE7-B5DC-E815-1B5F3A45B769}"/>
                    </a:ext>
                  </a:extLst>
                </p:cNvPr>
                <p:cNvSpPr/>
                <p:nvPr/>
              </p:nvSpPr>
              <p:spPr>
                <a:xfrm>
                  <a:off x="5779825" y="3677800"/>
                  <a:ext cx="174900" cy="20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96" h="8318" extrusionOk="0">
                      <a:moveTo>
                        <a:pt x="5262" y="693"/>
                      </a:moveTo>
                      <a:cubicBezTo>
                        <a:pt x="5451" y="693"/>
                        <a:pt x="5609" y="851"/>
                        <a:pt x="5609" y="1040"/>
                      </a:cubicBezTo>
                      <a:cubicBezTo>
                        <a:pt x="5609" y="1229"/>
                        <a:pt x="5451" y="1386"/>
                        <a:pt x="5262" y="1386"/>
                      </a:cubicBezTo>
                      <a:lnTo>
                        <a:pt x="1072" y="1386"/>
                      </a:lnTo>
                      <a:cubicBezTo>
                        <a:pt x="883" y="1386"/>
                        <a:pt x="726" y="1229"/>
                        <a:pt x="726" y="1040"/>
                      </a:cubicBezTo>
                      <a:cubicBezTo>
                        <a:pt x="726" y="851"/>
                        <a:pt x="883" y="693"/>
                        <a:pt x="1072" y="693"/>
                      </a:cubicBezTo>
                      <a:close/>
                      <a:moveTo>
                        <a:pt x="5262" y="2080"/>
                      </a:moveTo>
                      <a:cubicBezTo>
                        <a:pt x="5451" y="2080"/>
                        <a:pt x="5609" y="2237"/>
                        <a:pt x="5609" y="2426"/>
                      </a:cubicBezTo>
                      <a:cubicBezTo>
                        <a:pt x="5609" y="2615"/>
                        <a:pt x="5451" y="2773"/>
                        <a:pt x="5262" y="2773"/>
                      </a:cubicBezTo>
                      <a:lnTo>
                        <a:pt x="1072" y="2773"/>
                      </a:lnTo>
                      <a:cubicBezTo>
                        <a:pt x="883" y="2773"/>
                        <a:pt x="726" y="2615"/>
                        <a:pt x="726" y="2426"/>
                      </a:cubicBezTo>
                      <a:cubicBezTo>
                        <a:pt x="726" y="2237"/>
                        <a:pt x="883" y="2080"/>
                        <a:pt x="1072" y="2080"/>
                      </a:cubicBezTo>
                      <a:close/>
                      <a:moveTo>
                        <a:pt x="1" y="0"/>
                      </a:moveTo>
                      <a:lnTo>
                        <a:pt x="1" y="8318"/>
                      </a:lnTo>
                      <a:lnTo>
                        <a:pt x="4695" y="8318"/>
                      </a:lnTo>
                      <a:cubicBezTo>
                        <a:pt x="4002" y="7750"/>
                        <a:pt x="3498" y="6868"/>
                        <a:pt x="3498" y="5892"/>
                      </a:cubicBezTo>
                      <a:cubicBezTo>
                        <a:pt x="3498" y="5766"/>
                        <a:pt x="3561" y="5640"/>
                        <a:pt x="3561" y="5545"/>
                      </a:cubicBezTo>
                      <a:lnTo>
                        <a:pt x="1072" y="5545"/>
                      </a:lnTo>
                      <a:cubicBezTo>
                        <a:pt x="883" y="5545"/>
                        <a:pt x="726" y="5388"/>
                        <a:pt x="726" y="5167"/>
                      </a:cubicBezTo>
                      <a:lnTo>
                        <a:pt x="726" y="3812"/>
                      </a:lnTo>
                      <a:cubicBezTo>
                        <a:pt x="726" y="3592"/>
                        <a:pt x="883" y="3434"/>
                        <a:pt x="1072" y="3434"/>
                      </a:cubicBezTo>
                      <a:lnTo>
                        <a:pt x="4695" y="3434"/>
                      </a:lnTo>
                      <a:cubicBezTo>
                        <a:pt x="5199" y="3056"/>
                        <a:pt x="5861" y="2773"/>
                        <a:pt x="6617" y="2773"/>
                      </a:cubicBezTo>
                      <a:cubicBezTo>
                        <a:pt x="6743" y="2773"/>
                        <a:pt x="6869" y="2804"/>
                        <a:pt x="6995" y="2804"/>
                      </a:cubicBezTo>
                      <a:lnTo>
                        <a:pt x="6995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3" name="Google Shape;9596;p73">
                  <a:extLst>
                    <a:ext uri="{FF2B5EF4-FFF2-40B4-BE49-F238E27FC236}">
                      <a16:creationId xmlns:a16="http://schemas.microsoft.com/office/drawing/2014/main" id="{A2B58CDB-2D8D-FF16-5713-F82BA0F9EDA3}"/>
                    </a:ext>
                  </a:extLst>
                </p:cNvPr>
                <p:cNvSpPr/>
                <p:nvPr/>
              </p:nvSpPr>
              <p:spPr>
                <a:xfrm>
                  <a:off x="5815275" y="3781750"/>
                  <a:ext cx="6620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48" h="694" extrusionOk="0">
                      <a:moveTo>
                        <a:pt x="1" y="1"/>
                      </a:moveTo>
                      <a:lnTo>
                        <a:pt x="1" y="694"/>
                      </a:lnTo>
                      <a:lnTo>
                        <a:pt x="2301" y="694"/>
                      </a:lnTo>
                      <a:cubicBezTo>
                        <a:pt x="2364" y="473"/>
                        <a:pt x="2490" y="221"/>
                        <a:pt x="26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9" name="Google Shape;9597;p73">
                  <a:extLst>
                    <a:ext uri="{FF2B5EF4-FFF2-40B4-BE49-F238E27FC236}">
                      <a16:creationId xmlns:a16="http://schemas.microsoft.com/office/drawing/2014/main" id="{4EB9D4F8-0744-A53B-D6E4-8AE947889291}"/>
                    </a:ext>
                  </a:extLst>
                </p:cNvPr>
                <p:cNvSpPr/>
                <p:nvPr/>
              </p:nvSpPr>
              <p:spPr>
                <a:xfrm>
                  <a:off x="5727850" y="3609275"/>
                  <a:ext cx="2260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043" h="2049" extrusionOk="0">
                      <a:moveTo>
                        <a:pt x="1072" y="0"/>
                      </a:moveTo>
                      <a:cubicBezTo>
                        <a:pt x="473" y="0"/>
                        <a:pt x="32" y="473"/>
                        <a:pt x="32" y="1040"/>
                      </a:cubicBezTo>
                      <a:cubicBezTo>
                        <a:pt x="1" y="1576"/>
                        <a:pt x="473" y="2048"/>
                        <a:pt x="1072" y="2048"/>
                      </a:cubicBezTo>
                      <a:lnTo>
                        <a:pt x="9043" y="2048"/>
                      </a:lnTo>
                      <a:cubicBezTo>
                        <a:pt x="8475" y="2048"/>
                        <a:pt x="8034" y="1576"/>
                        <a:pt x="8034" y="1040"/>
                      </a:cubicBezTo>
                      <a:cubicBezTo>
                        <a:pt x="8034" y="441"/>
                        <a:pt x="8507" y="0"/>
                        <a:pt x="90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5" name="Google Shape;9598;p73">
                <a:extLst>
                  <a:ext uri="{FF2B5EF4-FFF2-40B4-BE49-F238E27FC236}">
                    <a16:creationId xmlns:a16="http://schemas.microsoft.com/office/drawing/2014/main" id="{1F99D43B-E1EF-2C58-D360-579A70FCCB05}"/>
                  </a:ext>
                </a:extLst>
              </p:cNvPr>
              <p:cNvGrpSpPr/>
              <p:nvPr/>
            </p:nvGrpSpPr>
            <p:grpSpPr>
              <a:xfrm>
                <a:off x="9677461" y="4985321"/>
                <a:ext cx="439341" cy="499261"/>
                <a:chOff x="5736525" y="3963700"/>
                <a:chExt cx="259925" cy="295375"/>
              </a:xfrm>
              <a:grpFill/>
            </p:grpSpPr>
            <p:sp>
              <p:nvSpPr>
                <p:cNvPr id="203" name="Google Shape;9599;p73">
                  <a:extLst>
                    <a:ext uri="{FF2B5EF4-FFF2-40B4-BE49-F238E27FC236}">
                      <a16:creationId xmlns:a16="http://schemas.microsoft.com/office/drawing/2014/main" id="{CC95C0FD-2CAA-7F60-589B-587719179ADA}"/>
                    </a:ext>
                  </a:extLst>
                </p:cNvPr>
                <p:cNvSpPr/>
                <p:nvPr/>
              </p:nvSpPr>
              <p:spPr>
                <a:xfrm>
                  <a:off x="5736525" y="4153525"/>
                  <a:ext cx="121300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222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lnTo>
                        <a:pt x="0" y="3875"/>
                      </a:lnTo>
                      <a:cubicBezTo>
                        <a:pt x="0" y="4064"/>
                        <a:pt x="158" y="4222"/>
                        <a:pt x="378" y="4222"/>
                      </a:cubicBezTo>
                      <a:lnTo>
                        <a:pt x="4852" y="4222"/>
                      </a:lnTo>
                      <a:lnTo>
                        <a:pt x="4852" y="2584"/>
                      </a:lnTo>
                      <a:lnTo>
                        <a:pt x="2300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4" name="Google Shape;9600;p73">
                  <a:extLst>
                    <a:ext uri="{FF2B5EF4-FFF2-40B4-BE49-F238E27FC236}">
                      <a16:creationId xmlns:a16="http://schemas.microsoft.com/office/drawing/2014/main" id="{CEF62F2E-10EB-5C97-BEE3-C783CC595881}"/>
                    </a:ext>
                  </a:extLst>
                </p:cNvPr>
                <p:cNvSpPr/>
                <p:nvPr/>
              </p:nvSpPr>
              <p:spPr>
                <a:xfrm>
                  <a:off x="5833400" y="4168475"/>
                  <a:ext cx="66975" cy="33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79" h="1356" extrusionOk="0">
                      <a:moveTo>
                        <a:pt x="2678" y="1"/>
                      </a:moveTo>
                      <a:lnTo>
                        <a:pt x="2678" y="1"/>
                      </a:lnTo>
                      <a:cubicBezTo>
                        <a:pt x="2458" y="32"/>
                        <a:pt x="2237" y="127"/>
                        <a:pt x="1985" y="127"/>
                      </a:cubicBezTo>
                      <a:lnTo>
                        <a:pt x="662" y="127"/>
                      </a:lnTo>
                      <a:cubicBezTo>
                        <a:pt x="441" y="127"/>
                        <a:pt x="221" y="95"/>
                        <a:pt x="0" y="1"/>
                      </a:cubicBezTo>
                      <a:lnTo>
                        <a:pt x="0" y="1"/>
                      </a:lnTo>
                      <a:lnTo>
                        <a:pt x="1323" y="1355"/>
                      </a:lnTo>
                      <a:lnTo>
                        <a:pt x="2678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5" name="Google Shape;9601;p73">
                  <a:extLst>
                    <a:ext uri="{FF2B5EF4-FFF2-40B4-BE49-F238E27FC236}">
                      <a16:creationId xmlns:a16="http://schemas.microsoft.com/office/drawing/2014/main" id="{94FE924A-2ECE-D624-A911-060E5BB28546}"/>
                    </a:ext>
                  </a:extLst>
                </p:cNvPr>
                <p:cNvSpPr/>
                <p:nvPr/>
              </p:nvSpPr>
              <p:spPr>
                <a:xfrm>
                  <a:off x="5875925" y="4153525"/>
                  <a:ext cx="120525" cy="105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4222" extrusionOk="0">
                      <a:moveTo>
                        <a:pt x="2426" y="2048"/>
                      </a:moveTo>
                      <a:cubicBezTo>
                        <a:pt x="2615" y="2048"/>
                        <a:pt x="2773" y="2205"/>
                        <a:pt x="2773" y="2426"/>
                      </a:cubicBezTo>
                      <a:cubicBezTo>
                        <a:pt x="2773" y="2615"/>
                        <a:pt x="2615" y="2773"/>
                        <a:pt x="2426" y="2773"/>
                      </a:cubicBezTo>
                      <a:lnTo>
                        <a:pt x="1733" y="2773"/>
                      </a:lnTo>
                      <a:cubicBezTo>
                        <a:pt x="1513" y="2773"/>
                        <a:pt x="1355" y="2615"/>
                        <a:pt x="1355" y="2426"/>
                      </a:cubicBezTo>
                      <a:cubicBezTo>
                        <a:pt x="1355" y="2205"/>
                        <a:pt x="1513" y="2048"/>
                        <a:pt x="1733" y="2048"/>
                      </a:cubicBezTo>
                      <a:close/>
                      <a:moveTo>
                        <a:pt x="2552" y="0"/>
                      </a:moveTo>
                      <a:lnTo>
                        <a:pt x="1" y="2584"/>
                      </a:lnTo>
                      <a:lnTo>
                        <a:pt x="1" y="4222"/>
                      </a:lnTo>
                      <a:lnTo>
                        <a:pt x="4474" y="4222"/>
                      </a:lnTo>
                      <a:cubicBezTo>
                        <a:pt x="4663" y="4222"/>
                        <a:pt x="4821" y="4064"/>
                        <a:pt x="4821" y="3875"/>
                      </a:cubicBezTo>
                      <a:lnTo>
                        <a:pt x="4821" y="1733"/>
                      </a:lnTo>
                      <a:cubicBezTo>
                        <a:pt x="4821" y="788"/>
                        <a:pt x="4033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6" name="Google Shape;9602;p73">
                  <a:extLst>
                    <a:ext uri="{FF2B5EF4-FFF2-40B4-BE49-F238E27FC236}">
                      <a16:creationId xmlns:a16="http://schemas.microsoft.com/office/drawing/2014/main" id="{DA08378F-0ADB-BAC9-BC87-3D27A44AEA57}"/>
                    </a:ext>
                  </a:extLst>
                </p:cNvPr>
                <p:cNvSpPr/>
                <p:nvPr/>
              </p:nvSpPr>
              <p:spPr>
                <a:xfrm>
                  <a:off x="5754625" y="3963700"/>
                  <a:ext cx="22450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6176" extrusionOk="0">
                      <a:moveTo>
                        <a:pt x="3120" y="1"/>
                      </a:moveTo>
                      <a:cubicBezTo>
                        <a:pt x="1387" y="1"/>
                        <a:pt x="1" y="1418"/>
                        <a:pt x="1" y="3119"/>
                      </a:cubicBezTo>
                      <a:lnTo>
                        <a:pt x="1" y="4506"/>
                      </a:lnTo>
                      <a:cubicBezTo>
                        <a:pt x="1" y="5325"/>
                        <a:pt x="568" y="6018"/>
                        <a:pt x="1355" y="6175"/>
                      </a:cubicBezTo>
                      <a:lnTo>
                        <a:pt x="1355" y="2773"/>
                      </a:lnTo>
                      <a:lnTo>
                        <a:pt x="1009" y="2773"/>
                      </a:lnTo>
                      <a:cubicBezTo>
                        <a:pt x="914" y="2773"/>
                        <a:pt x="820" y="2804"/>
                        <a:pt x="694" y="2804"/>
                      </a:cubicBezTo>
                      <a:cubicBezTo>
                        <a:pt x="851" y="1607"/>
                        <a:pt x="1860" y="662"/>
                        <a:pt x="3120" y="662"/>
                      </a:cubicBezTo>
                      <a:lnTo>
                        <a:pt x="5861" y="662"/>
                      </a:lnTo>
                      <a:cubicBezTo>
                        <a:pt x="7089" y="662"/>
                        <a:pt x="8098" y="1607"/>
                        <a:pt x="8255" y="2804"/>
                      </a:cubicBezTo>
                      <a:cubicBezTo>
                        <a:pt x="8161" y="2773"/>
                        <a:pt x="8066" y="2773"/>
                        <a:pt x="7940" y="2773"/>
                      </a:cubicBezTo>
                      <a:lnTo>
                        <a:pt x="7593" y="2773"/>
                      </a:lnTo>
                      <a:lnTo>
                        <a:pt x="7593" y="6175"/>
                      </a:lnTo>
                      <a:cubicBezTo>
                        <a:pt x="8381" y="6018"/>
                        <a:pt x="8980" y="5325"/>
                        <a:pt x="8980" y="4506"/>
                      </a:cubicBezTo>
                      <a:lnTo>
                        <a:pt x="8980" y="3119"/>
                      </a:lnTo>
                      <a:cubicBezTo>
                        <a:pt x="8980" y="1387"/>
                        <a:pt x="7562" y="1"/>
                        <a:pt x="586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7" name="Google Shape;9603;p73">
                  <a:extLst>
                    <a:ext uri="{FF2B5EF4-FFF2-40B4-BE49-F238E27FC236}">
                      <a16:creationId xmlns:a16="http://schemas.microsoft.com/office/drawing/2014/main" id="{D06A2799-E6C2-FBB5-A3F7-3ECA9C28DCC2}"/>
                    </a:ext>
                  </a:extLst>
                </p:cNvPr>
                <p:cNvSpPr/>
                <p:nvPr/>
              </p:nvSpPr>
              <p:spPr>
                <a:xfrm>
                  <a:off x="5806625" y="3998350"/>
                  <a:ext cx="69325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081" extrusionOk="0">
                      <a:moveTo>
                        <a:pt x="1733" y="1"/>
                      </a:moveTo>
                      <a:cubicBezTo>
                        <a:pt x="788" y="1"/>
                        <a:pt x="0" y="788"/>
                        <a:pt x="0" y="1733"/>
                      </a:cubicBezTo>
                      <a:lnTo>
                        <a:pt x="0" y="2080"/>
                      </a:lnTo>
                      <a:lnTo>
                        <a:pt x="1733" y="2080"/>
                      </a:lnTo>
                      <a:cubicBezTo>
                        <a:pt x="2300" y="2049"/>
                        <a:pt x="2773" y="1607"/>
                        <a:pt x="2773" y="1009"/>
                      </a:cubicBezTo>
                      <a:lnTo>
                        <a:pt x="27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8" name="Google Shape;9604;p73">
                  <a:extLst>
                    <a:ext uri="{FF2B5EF4-FFF2-40B4-BE49-F238E27FC236}">
                      <a16:creationId xmlns:a16="http://schemas.microsoft.com/office/drawing/2014/main" id="{302F0DFC-1AA1-954A-7951-1E49902C16AF}"/>
                    </a:ext>
                  </a:extLst>
                </p:cNvPr>
                <p:cNvSpPr/>
                <p:nvPr/>
              </p:nvSpPr>
              <p:spPr>
                <a:xfrm>
                  <a:off x="5893250" y="3999150"/>
                  <a:ext cx="3467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2049" extrusionOk="0">
                      <a:moveTo>
                        <a:pt x="1" y="0"/>
                      </a:moveTo>
                      <a:lnTo>
                        <a:pt x="1" y="1040"/>
                      </a:lnTo>
                      <a:cubicBezTo>
                        <a:pt x="1" y="1607"/>
                        <a:pt x="473" y="2048"/>
                        <a:pt x="1040" y="2048"/>
                      </a:cubicBezTo>
                      <a:lnTo>
                        <a:pt x="1387" y="2048"/>
                      </a:lnTo>
                      <a:lnTo>
                        <a:pt x="1387" y="1701"/>
                      </a:lnTo>
                      <a:cubicBezTo>
                        <a:pt x="1387" y="882"/>
                        <a:pt x="788" y="158"/>
                        <a:pt x="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9" name="Google Shape;9605;p73">
                  <a:extLst>
                    <a:ext uri="{FF2B5EF4-FFF2-40B4-BE49-F238E27FC236}">
                      <a16:creationId xmlns:a16="http://schemas.microsoft.com/office/drawing/2014/main" id="{D4A1F93D-ACD3-017C-59C9-D041D3E0B53E}"/>
                    </a:ext>
                  </a:extLst>
                </p:cNvPr>
                <p:cNvSpPr/>
                <p:nvPr/>
              </p:nvSpPr>
              <p:spPr>
                <a:xfrm>
                  <a:off x="5806625" y="4049550"/>
                  <a:ext cx="121300" cy="104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" h="4160" extrusionOk="0">
                      <a:moveTo>
                        <a:pt x="3119" y="1"/>
                      </a:moveTo>
                      <a:cubicBezTo>
                        <a:pt x="2804" y="442"/>
                        <a:pt x="2300" y="694"/>
                        <a:pt x="1733" y="694"/>
                      </a:cubicBezTo>
                      <a:lnTo>
                        <a:pt x="0" y="694"/>
                      </a:lnTo>
                      <a:lnTo>
                        <a:pt x="0" y="2426"/>
                      </a:lnTo>
                      <a:cubicBezTo>
                        <a:pt x="0" y="3372"/>
                        <a:pt x="788" y="4159"/>
                        <a:pt x="1733" y="4159"/>
                      </a:cubicBezTo>
                      <a:lnTo>
                        <a:pt x="3119" y="4159"/>
                      </a:lnTo>
                      <a:cubicBezTo>
                        <a:pt x="4064" y="4159"/>
                        <a:pt x="4852" y="3372"/>
                        <a:pt x="4852" y="2426"/>
                      </a:cubicBezTo>
                      <a:lnTo>
                        <a:pt x="4852" y="694"/>
                      </a:lnTo>
                      <a:lnTo>
                        <a:pt x="4505" y="694"/>
                      </a:lnTo>
                      <a:cubicBezTo>
                        <a:pt x="3938" y="694"/>
                        <a:pt x="3434" y="442"/>
                        <a:pt x="3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96" name="Google Shape;9606;p73">
                <a:extLst>
                  <a:ext uri="{FF2B5EF4-FFF2-40B4-BE49-F238E27FC236}">
                    <a16:creationId xmlns:a16="http://schemas.microsoft.com/office/drawing/2014/main" id="{CAD86A38-7B71-79A1-8332-07AD365E77B3}"/>
                  </a:ext>
                </a:extLst>
              </p:cNvPr>
              <p:cNvGrpSpPr/>
              <p:nvPr/>
            </p:nvGrpSpPr>
            <p:grpSpPr>
              <a:xfrm>
                <a:off x="10925482" y="4377925"/>
                <a:ext cx="501965" cy="500612"/>
                <a:chOff x="6553275" y="3604550"/>
                <a:chExt cx="296975" cy="296175"/>
              </a:xfrm>
              <a:grpFill/>
            </p:grpSpPr>
            <p:sp>
              <p:nvSpPr>
                <p:cNvPr id="197" name="Google Shape;9607;p73">
                  <a:extLst>
                    <a:ext uri="{FF2B5EF4-FFF2-40B4-BE49-F238E27FC236}">
                      <a16:creationId xmlns:a16="http://schemas.microsoft.com/office/drawing/2014/main" id="{1733F7A6-6FCD-F5F5-47FC-051C6B69EE21}"/>
                    </a:ext>
                  </a:extLst>
                </p:cNvPr>
                <p:cNvSpPr/>
                <p:nvPr/>
              </p:nvSpPr>
              <p:spPr>
                <a:xfrm>
                  <a:off x="6657250" y="3604550"/>
                  <a:ext cx="86650" cy="86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66" extrusionOk="0">
                      <a:moveTo>
                        <a:pt x="1733" y="0"/>
                      </a:moveTo>
                      <a:cubicBezTo>
                        <a:pt x="788" y="0"/>
                        <a:pt x="0" y="788"/>
                        <a:pt x="0" y="1733"/>
                      </a:cubicBezTo>
                      <a:cubicBezTo>
                        <a:pt x="0" y="2678"/>
                        <a:pt x="788" y="3466"/>
                        <a:pt x="1733" y="3466"/>
                      </a:cubicBezTo>
                      <a:cubicBezTo>
                        <a:pt x="2678" y="3466"/>
                        <a:pt x="3466" y="2678"/>
                        <a:pt x="3466" y="1733"/>
                      </a:cubicBezTo>
                      <a:cubicBezTo>
                        <a:pt x="3466" y="788"/>
                        <a:pt x="2678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8" name="Google Shape;9608;p73">
                  <a:extLst>
                    <a:ext uri="{FF2B5EF4-FFF2-40B4-BE49-F238E27FC236}">
                      <a16:creationId xmlns:a16="http://schemas.microsoft.com/office/drawing/2014/main" id="{0B1A0D9C-6DC1-E7B4-3048-2E6F8C741E4C}"/>
                    </a:ext>
                  </a:extLst>
                </p:cNvPr>
                <p:cNvSpPr/>
                <p:nvPr/>
              </p:nvSpPr>
              <p:spPr>
                <a:xfrm>
                  <a:off x="6553275" y="3777825"/>
                  <a:ext cx="296975" cy="122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79" h="4916" extrusionOk="0">
                      <a:moveTo>
                        <a:pt x="694" y="0"/>
                      </a:moveTo>
                      <a:cubicBezTo>
                        <a:pt x="316" y="0"/>
                        <a:pt x="1" y="315"/>
                        <a:pt x="1" y="693"/>
                      </a:cubicBezTo>
                      <a:cubicBezTo>
                        <a:pt x="1" y="1103"/>
                        <a:pt x="316" y="1418"/>
                        <a:pt x="694" y="1418"/>
                      </a:cubicBezTo>
                      <a:lnTo>
                        <a:pt x="694" y="4569"/>
                      </a:lnTo>
                      <a:cubicBezTo>
                        <a:pt x="694" y="4758"/>
                        <a:pt x="851" y="4915"/>
                        <a:pt x="1040" y="4915"/>
                      </a:cubicBezTo>
                      <a:lnTo>
                        <a:pt x="10807" y="4915"/>
                      </a:lnTo>
                      <a:cubicBezTo>
                        <a:pt x="11028" y="4915"/>
                        <a:pt x="11185" y="4758"/>
                        <a:pt x="11185" y="4569"/>
                      </a:cubicBezTo>
                      <a:lnTo>
                        <a:pt x="11185" y="1418"/>
                      </a:lnTo>
                      <a:cubicBezTo>
                        <a:pt x="11563" y="1418"/>
                        <a:pt x="11878" y="1103"/>
                        <a:pt x="11878" y="693"/>
                      </a:cubicBezTo>
                      <a:cubicBezTo>
                        <a:pt x="11815" y="315"/>
                        <a:pt x="11500" y="0"/>
                        <a:pt x="1112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99" name="Google Shape;9609;p73">
                  <a:extLst>
                    <a:ext uri="{FF2B5EF4-FFF2-40B4-BE49-F238E27FC236}">
                      <a16:creationId xmlns:a16="http://schemas.microsoft.com/office/drawing/2014/main" id="{0B1165AD-2D3D-5173-601A-0859F79D0659}"/>
                    </a:ext>
                  </a:extLst>
                </p:cNvPr>
                <p:cNvSpPr/>
                <p:nvPr/>
              </p:nvSpPr>
              <p:spPr>
                <a:xfrm>
                  <a:off x="67557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90" y="0"/>
                      </a:moveTo>
                      <a:cubicBezTo>
                        <a:pt x="190" y="126"/>
                        <a:pt x="253" y="221"/>
                        <a:pt x="253" y="347"/>
                      </a:cubicBezTo>
                      <a:cubicBezTo>
                        <a:pt x="253" y="693"/>
                        <a:pt x="158" y="1071"/>
                        <a:pt x="1" y="1386"/>
                      </a:cubicBezTo>
                      <a:cubicBezTo>
                        <a:pt x="977" y="2079"/>
                        <a:pt x="1607" y="3182"/>
                        <a:pt x="1607" y="4474"/>
                      </a:cubicBezTo>
                      <a:lnTo>
                        <a:pt x="1607" y="4852"/>
                      </a:lnTo>
                      <a:lnTo>
                        <a:pt x="2994" y="4852"/>
                      </a:lnTo>
                      <a:lnTo>
                        <a:pt x="2489" y="756"/>
                      </a:lnTo>
                      <a:cubicBezTo>
                        <a:pt x="2363" y="315"/>
                        <a:pt x="1922" y="0"/>
                        <a:pt x="145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0" name="Google Shape;9610;p73">
                  <a:extLst>
                    <a:ext uri="{FF2B5EF4-FFF2-40B4-BE49-F238E27FC236}">
                      <a16:creationId xmlns:a16="http://schemas.microsoft.com/office/drawing/2014/main" id="{1949162F-FA86-A66F-A5F1-71DE55439AA9}"/>
                    </a:ext>
                  </a:extLst>
                </p:cNvPr>
                <p:cNvSpPr/>
                <p:nvPr/>
              </p:nvSpPr>
              <p:spPr>
                <a:xfrm>
                  <a:off x="6570600" y="3640000"/>
                  <a:ext cx="74850" cy="121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94" h="4852" extrusionOk="0">
                      <a:moveTo>
                        <a:pt x="1545" y="0"/>
                      </a:moveTo>
                      <a:cubicBezTo>
                        <a:pt x="1072" y="0"/>
                        <a:pt x="663" y="315"/>
                        <a:pt x="505" y="788"/>
                      </a:cubicBezTo>
                      <a:lnTo>
                        <a:pt x="1" y="4852"/>
                      </a:lnTo>
                      <a:lnTo>
                        <a:pt x="1356" y="4852"/>
                      </a:lnTo>
                      <a:lnTo>
                        <a:pt x="1356" y="4474"/>
                      </a:lnTo>
                      <a:lnTo>
                        <a:pt x="1387" y="4474"/>
                      </a:lnTo>
                      <a:cubicBezTo>
                        <a:pt x="1387" y="3182"/>
                        <a:pt x="2017" y="2048"/>
                        <a:pt x="2994" y="1386"/>
                      </a:cubicBezTo>
                      <a:cubicBezTo>
                        <a:pt x="2836" y="1071"/>
                        <a:pt x="2773" y="693"/>
                        <a:pt x="2773" y="347"/>
                      </a:cubicBezTo>
                      <a:cubicBezTo>
                        <a:pt x="2773" y="221"/>
                        <a:pt x="2773" y="95"/>
                        <a:pt x="28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1" name="Google Shape;9611;p73">
                  <a:extLst>
                    <a:ext uri="{FF2B5EF4-FFF2-40B4-BE49-F238E27FC236}">
                      <a16:creationId xmlns:a16="http://schemas.microsoft.com/office/drawing/2014/main" id="{E5EA8356-CF01-6645-B9EC-DD0A793EEF50}"/>
                    </a:ext>
                  </a:extLst>
                </p:cNvPr>
                <p:cNvSpPr/>
                <p:nvPr/>
              </p:nvSpPr>
              <p:spPr>
                <a:xfrm>
                  <a:off x="6707650" y="3688025"/>
                  <a:ext cx="70925" cy="70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7" h="2837" extrusionOk="0">
                      <a:moveTo>
                        <a:pt x="1482" y="1"/>
                      </a:moveTo>
                      <a:cubicBezTo>
                        <a:pt x="1450" y="32"/>
                        <a:pt x="1418" y="64"/>
                        <a:pt x="1324" y="127"/>
                      </a:cubicBezTo>
                      <a:cubicBezTo>
                        <a:pt x="1324" y="190"/>
                        <a:pt x="1292" y="253"/>
                        <a:pt x="1261" y="284"/>
                      </a:cubicBezTo>
                      <a:lnTo>
                        <a:pt x="1" y="1923"/>
                      </a:lnTo>
                      <a:lnTo>
                        <a:pt x="1" y="2836"/>
                      </a:lnTo>
                      <a:lnTo>
                        <a:pt x="2742" y="2836"/>
                      </a:lnTo>
                      <a:lnTo>
                        <a:pt x="2742" y="2553"/>
                      </a:lnTo>
                      <a:lnTo>
                        <a:pt x="2836" y="2553"/>
                      </a:lnTo>
                      <a:cubicBezTo>
                        <a:pt x="2836" y="1513"/>
                        <a:pt x="2332" y="599"/>
                        <a:pt x="148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02" name="Google Shape;9612;p73">
                  <a:extLst>
                    <a:ext uri="{FF2B5EF4-FFF2-40B4-BE49-F238E27FC236}">
                      <a16:creationId xmlns:a16="http://schemas.microsoft.com/office/drawing/2014/main" id="{5A40A9B1-4C2F-3FE3-F31D-6155E10222B3}"/>
                    </a:ext>
                  </a:extLst>
                </p:cNvPr>
                <p:cNvSpPr/>
                <p:nvPr/>
              </p:nvSpPr>
              <p:spPr>
                <a:xfrm>
                  <a:off x="6621025" y="3688825"/>
                  <a:ext cx="70900" cy="73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6" h="2931" extrusionOk="0">
                      <a:moveTo>
                        <a:pt x="1323" y="0"/>
                      </a:moveTo>
                      <a:cubicBezTo>
                        <a:pt x="536" y="567"/>
                        <a:pt x="0" y="1513"/>
                        <a:pt x="0" y="2584"/>
                      </a:cubicBezTo>
                      <a:lnTo>
                        <a:pt x="0" y="2930"/>
                      </a:lnTo>
                      <a:lnTo>
                        <a:pt x="2741" y="2930"/>
                      </a:lnTo>
                      <a:lnTo>
                        <a:pt x="2741" y="1922"/>
                      </a:lnTo>
                      <a:lnTo>
                        <a:pt x="2836" y="1922"/>
                      </a:lnTo>
                      <a:lnTo>
                        <a:pt x="1575" y="284"/>
                      </a:lnTo>
                      <a:cubicBezTo>
                        <a:pt x="1512" y="252"/>
                        <a:pt x="1512" y="158"/>
                        <a:pt x="1481" y="126"/>
                      </a:cubicBezTo>
                      <a:cubicBezTo>
                        <a:pt x="1449" y="95"/>
                        <a:pt x="1355" y="63"/>
                        <a:pt x="132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17834" name="TextBox 17833">
            <a:extLst>
              <a:ext uri="{FF2B5EF4-FFF2-40B4-BE49-F238E27FC236}">
                <a16:creationId xmlns:a16="http://schemas.microsoft.com/office/drawing/2014/main" id="{C2D33961-80B6-A009-7B65-FD5B6CB3820D}"/>
              </a:ext>
            </a:extLst>
          </p:cNvPr>
          <p:cNvSpPr txBox="1"/>
          <p:nvPr/>
        </p:nvSpPr>
        <p:spPr>
          <a:xfrm>
            <a:off x="0" y="67056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2689042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5E0D878-C180-3421-6E4C-EC4403F50108}"/>
              </a:ext>
            </a:extLst>
          </p:cNvPr>
          <p:cNvGrpSpPr/>
          <p:nvPr/>
        </p:nvGrpSpPr>
        <p:grpSpPr>
          <a:xfrm>
            <a:off x="618306" y="1507853"/>
            <a:ext cx="10955388" cy="4435254"/>
            <a:chOff x="397192" y="1548962"/>
            <a:chExt cx="11397616" cy="4614289"/>
          </a:xfrm>
          <a:solidFill>
            <a:schemeClr val="tx1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62BF839-C42C-F9C7-25E5-5E23EB9145DD}"/>
                </a:ext>
              </a:extLst>
            </p:cNvPr>
            <p:cNvGrpSpPr/>
            <p:nvPr/>
          </p:nvGrpSpPr>
          <p:grpSpPr>
            <a:xfrm>
              <a:off x="420547" y="3548838"/>
              <a:ext cx="11373408" cy="644982"/>
              <a:chOff x="420547" y="3453239"/>
              <a:chExt cx="11373408" cy="644982"/>
            </a:xfrm>
            <a:grpFill/>
          </p:grpSpPr>
          <p:sp>
            <p:nvSpPr>
              <p:cNvPr id="18004" name="Google Shape;12426;p89">
                <a:extLst>
                  <a:ext uri="{FF2B5EF4-FFF2-40B4-BE49-F238E27FC236}">
                    <a16:creationId xmlns:a16="http://schemas.microsoft.com/office/drawing/2014/main" id="{FBAD5839-800F-CD81-60D8-F557E27D74B8}"/>
                  </a:ext>
                </a:extLst>
              </p:cNvPr>
              <p:cNvSpPr/>
              <p:nvPr/>
            </p:nvSpPr>
            <p:spPr>
              <a:xfrm>
                <a:off x="420547" y="3454119"/>
                <a:ext cx="649979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816" h="11689" extrusionOk="0">
                    <a:moveTo>
                      <a:pt x="7026" y="757"/>
                    </a:moveTo>
                    <a:lnTo>
                      <a:pt x="7026" y="2710"/>
                    </a:lnTo>
                    <a:lnTo>
                      <a:pt x="5829" y="2710"/>
                    </a:lnTo>
                    <a:cubicBezTo>
                      <a:pt x="5924" y="2332"/>
                      <a:pt x="6081" y="1954"/>
                      <a:pt x="6176" y="1702"/>
                    </a:cubicBezTo>
                    <a:cubicBezTo>
                      <a:pt x="6428" y="1229"/>
                      <a:pt x="6711" y="914"/>
                      <a:pt x="7026" y="757"/>
                    </a:cubicBezTo>
                    <a:close/>
                    <a:moveTo>
                      <a:pt x="7688" y="757"/>
                    </a:moveTo>
                    <a:cubicBezTo>
                      <a:pt x="8003" y="914"/>
                      <a:pt x="8287" y="1229"/>
                      <a:pt x="8507" y="1702"/>
                    </a:cubicBezTo>
                    <a:cubicBezTo>
                      <a:pt x="8665" y="2017"/>
                      <a:pt x="8791" y="2364"/>
                      <a:pt x="8854" y="2710"/>
                    </a:cubicBezTo>
                    <a:lnTo>
                      <a:pt x="7688" y="2710"/>
                    </a:lnTo>
                    <a:lnTo>
                      <a:pt x="7688" y="757"/>
                    </a:lnTo>
                    <a:close/>
                    <a:moveTo>
                      <a:pt x="8917" y="977"/>
                    </a:moveTo>
                    <a:cubicBezTo>
                      <a:pt x="9704" y="1387"/>
                      <a:pt x="10334" y="1954"/>
                      <a:pt x="10712" y="2710"/>
                    </a:cubicBezTo>
                    <a:lnTo>
                      <a:pt x="9578" y="2710"/>
                    </a:lnTo>
                    <a:cubicBezTo>
                      <a:pt x="9452" y="2206"/>
                      <a:pt x="9295" y="1765"/>
                      <a:pt x="9106" y="1387"/>
                    </a:cubicBezTo>
                    <a:cubicBezTo>
                      <a:pt x="9011" y="1261"/>
                      <a:pt x="8948" y="1103"/>
                      <a:pt x="8917" y="977"/>
                    </a:cubicBezTo>
                    <a:close/>
                    <a:moveTo>
                      <a:pt x="5798" y="1009"/>
                    </a:moveTo>
                    <a:lnTo>
                      <a:pt x="5798" y="1009"/>
                    </a:lnTo>
                    <a:cubicBezTo>
                      <a:pt x="5703" y="1135"/>
                      <a:pt x="5640" y="1261"/>
                      <a:pt x="5609" y="1418"/>
                    </a:cubicBezTo>
                    <a:cubicBezTo>
                      <a:pt x="5388" y="1796"/>
                      <a:pt x="5231" y="2269"/>
                      <a:pt x="5136" y="2742"/>
                    </a:cubicBezTo>
                    <a:lnTo>
                      <a:pt x="3970" y="2742"/>
                    </a:lnTo>
                    <a:cubicBezTo>
                      <a:pt x="4380" y="1954"/>
                      <a:pt x="5042" y="1387"/>
                      <a:pt x="5798" y="1009"/>
                    </a:cubicBezTo>
                    <a:close/>
                    <a:moveTo>
                      <a:pt x="5010" y="3435"/>
                    </a:moveTo>
                    <a:cubicBezTo>
                      <a:pt x="4978" y="3750"/>
                      <a:pt x="4915" y="4096"/>
                      <a:pt x="4915" y="4443"/>
                    </a:cubicBezTo>
                    <a:cubicBezTo>
                      <a:pt x="4978" y="4789"/>
                      <a:pt x="4978" y="5167"/>
                      <a:pt x="5010" y="5482"/>
                    </a:cubicBezTo>
                    <a:lnTo>
                      <a:pt x="3718" y="5482"/>
                    </a:lnTo>
                    <a:cubicBezTo>
                      <a:pt x="3624" y="5167"/>
                      <a:pt x="3561" y="4789"/>
                      <a:pt x="3561" y="4443"/>
                    </a:cubicBezTo>
                    <a:cubicBezTo>
                      <a:pt x="3561" y="4096"/>
                      <a:pt x="3592" y="3750"/>
                      <a:pt x="3718" y="3435"/>
                    </a:cubicBezTo>
                    <a:close/>
                    <a:moveTo>
                      <a:pt x="7026" y="3435"/>
                    </a:moveTo>
                    <a:lnTo>
                      <a:pt x="7026" y="5482"/>
                    </a:lnTo>
                    <a:lnTo>
                      <a:pt x="5703" y="5482"/>
                    </a:lnTo>
                    <a:cubicBezTo>
                      <a:pt x="5672" y="5136"/>
                      <a:pt x="5640" y="4789"/>
                      <a:pt x="5640" y="4443"/>
                    </a:cubicBezTo>
                    <a:cubicBezTo>
                      <a:pt x="5640" y="4096"/>
                      <a:pt x="5672" y="3718"/>
                      <a:pt x="5703" y="3435"/>
                    </a:cubicBezTo>
                    <a:close/>
                    <a:moveTo>
                      <a:pt x="8980" y="3435"/>
                    </a:moveTo>
                    <a:cubicBezTo>
                      <a:pt x="9011" y="3750"/>
                      <a:pt x="9074" y="4096"/>
                      <a:pt x="9074" y="4443"/>
                    </a:cubicBezTo>
                    <a:cubicBezTo>
                      <a:pt x="9074" y="4789"/>
                      <a:pt x="9011" y="5167"/>
                      <a:pt x="8980" y="5482"/>
                    </a:cubicBezTo>
                    <a:lnTo>
                      <a:pt x="7688" y="5482"/>
                    </a:lnTo>
                    <a:lnTo>
                      <a:pt x="7688" y="3435"/>
                    </a:lnTo>
                    <a:close/>
                    <a:moveTo>
                      <a:pt x="10996" y="3435"/>
                    </a:moveTo>
                    <a:cubicBezTo>
                      <a:pt x="11059" y="3750"/>
                      <a:pt x="11153" y="4096"/>
                      <a:pt x="11153" y="4443"/>
                    </a:cubicBezTo>
                    <a:cubicBezTo>
                      <a:pt x="11153" y="4789"/>
                      <a:pt x="11122" y="5167"/>
                      <a:pt x="10996" y="5482"/>
                    </a:cubicBezTo>
                    <a:lnTo>
                      <a:pt x="9704" y="5482"/>
                    </a:lnTo>
                    <a:cubicBezTo>
                      <a:pt x="9736" y="5136"/>
                      <a:pt x="9767" y="4789"/>
                      <a:pt x="9767" y="4443"/>
                    </a:cubicBezTo>
                    <a:cubicBezTo>
                      <a:pt x="9736" y="4096"/>
                      <a:pt x="9736" y="3750"/>
                      <a:pt x="9704" y="3435"/>
                    </a:cubicBezTo>
                    <a:close/>
                    <a:moveTo>
                      <a:pt x="5136" y="6144"/>
                    </a:moveTo>
                    <a:cubicBezTo>
                      <a:pt x="5231" y="6648"/>
                      <a:pt x="5388" y="7089"/>
                      <a:pt x="5609" y="7467"/>
                    </a:cubicBezTo>
                    <a:cubicBezTo>
                      <a:pt x="5672" y="7593"/>
                      <a:pt x="5766" y="7751"/>
                      <a:pt x="5798" y="7877"/>
                    </a:cubicBezTo>
                    <a:cubicBezTo>
                      <a:pt x="5042" y="7530"/>
                      <a:pt x="4380" y="6932"/>
                      <a:pt x="3970" y="6144"/>
                    </a:cubicBezTo>
                    <a:close/>
                    <a:moveTo>
                      <a:pt x="10712" y="6144"/>
                    </a:moveTo>
                    <a:cubicBezTo>
                      <a:pt x="10334" y="6932"/>
                      <a:pt x="9704" y="7530"/>
                      <a:pt x="8917" y="7877"/>
                    </a:cubicBezTo>
                    <a:cubicBezTo>
                      <a:pt x="8980" y="7751"/>
                      <a:pt x="9074" y="7625"/>
                      <a:pt x="9106" y="7467"/>
                    </a:cubicBezTo>
                    <a:cubicBezTo>
                      <a:pt x="9295" y="7089"/>
                      <a:pt x="9452" y="6617"/>
                      <a:pt x="9578" y="6144"/>
                    </a:cubicBezTo>
                    <a:close/>
                    <a:moveTo>
                      <a:pt x="7026" y="6144"/>
                    </a:moveTo>
                    <a:lnTo>
                      <a:pt x="7026" y="8097"/>
                    </a:lnTo>
                    <a:cubicBezTo>
                      <a:pt x="6743" y="7940"/>
                      <a:pt x="6428" y="7625"/>
                      <a:pt x="6239" y="7152"/>
                    </a:cubicBezTo>
                    <a:cubicBezTo>
                      <a:pt x="6081" y="6837"/>
                      <a:pt x="5955" y="6491"/>
                      <a:pt x="5861" y="6144"/>
                    </a:cubicBezTo>
                    <a:close/>
                    <a:moveTo>
                      <a:pt x="8854" y="6144"/>
                    </a:moveTo>
                    <a:cubicBezTo>
                      <a:pt x="8791" y="6522"/>
                      <a:pt x="8633" y="6900"/>
                      <a:pt x="8507" y="7152"/>
                    </a:cubicBezTo>
                    <a:cubicBezTo>
                      <a:pt x="8287" y="7688"/>
                      <a:pt x="8003" y="8003"/>
                      <a:pt x="7688" y="8097"/>
                    </a:cubicBezTo>
                    <a:lnTo>
                      <a:pt x="7688" y="6144"/>
                    </a:lnTo>
                    <a:close/>
                    <a:moveTo>
                      <a:pt x="2726" y="8759"/>
                    </a:moveTo>
                    <a:cubicBezTo>
                      <a:pt x="2813" y="8759"/>
                      <a:pt x="2899" y="8790"/>
                      <a:pt x="2962" y="8853"/>
                    </a:cubicBezTo>
                    <a:cubicBezTo>
                      <a:pt x="3088" y="8980"/>
                      <a:pt x="3088" y="9169"/>
                      <a:pt x="2962" y="9326"/>
                    </a:cubicBezTo>
                    <a:lnTo>
                      <a:pt x="1387" y="10901"/>
                    </a:lnTo>
                    <a:cubicBezTo>
                      <a:pt x="1324" y="10964"/>
                      <a:pt x="1237" y="10996"/>
                      <a:pt x="1151" y="10996"/>
                    </a:cubicBezTo>
                    <a:cubicBezTo>
                      <a:pt x="1064" y="10996"/>
                      <a:pt x="977" y="10964"/>
                      <a:pt x="914" y="10901"/>
                    </a:cubicBezTo>
                    <a:cubicBezTo>
                      <a:pt x="788" y="10775"/>
                      <a:pt x="788" y="10555"/>
                      <a:pt x="914" y="10429"/>
                    </a:cubicBezTo>
                    <a:lnTo>
                      <a:pt x="2490" y="8853"/>
                    </a:lnTo>
                    <a:cubicBezTo>
                      <a:pt x="2553" y="8790"/>
                      <a:pt x="2639" y="8759"/>
                      <a:pt x="2726" y="8759"/>
                    </a:cubicBezTo>
                    <a:close/>
                    <a:moveTo>
                      <a:pt x="7373" y="1"/>
                    </a:moveTo>
                    <a:cubicBezTo>
                      <a:pt x="4915" y="1"/>
                      <a:pt x="2931" y="1985"/>
                      <a:pt x="2931" y="4443"/>
                    </a:cubicBezTo>
                    <a:cubicBezTo>
                      <a:pt x="2931" y="5514"/>
                      <a:pt x="3309" y="6522"/>
                      <a:pt x="4002" y="7310"/>
                    </a:cubicBezTo>
                    <a:lnTo>
                      <a:pt x="3151" y="8160"/>
                    </a:lnTo>
                    <a:cubicBezTo>
                      <a:pt x="3011" y="8079"/>
                      <a:pt x="2858" y="8040"/>
                      <a:pt x="2705" y="8040"/>
                    </a:cubicBezTo>
                    <a:cubicBezTo>
                      <a:pt x="2445" y="8040"/>
                      <a:pt x="2184" y="8151"/>
                      <a:pt x="1986" y="8349"/>
                    </a:cubicBezTo>
                    <a:lnTo>
                      <a:pt x="410" y="9925"/>
                    </a:lnTo>
                    <a:cubicBezTo>
                      <a:pt x="1" y="10303"/>
                      <a:pt x="1" y="10996"/>
                      <a:pt x="410" y="11374"/>
                    </a:cubicBezTo>
                    <a:cubicBezTo>
                      <a:pt x="599" y="11563"/>
                      <a:pt x="883" y="11689"/>
                      <a:pt x="1103" y="11689"/>
                    </a:cubicBezTo>
                    <a:cubicBezTo>
                      <a:pt x="1387" y="11689"/>
                      <a:pt x="1607" y="11563"/>
                      <a:pt x="1828" y="11374"/>
                    </a:cubicBezTo>
                    <a:lnTo>
                      <a:pt x="3403" y="9799"/>
                    </a:lnTo>
                    <a:cubicBezTo>
                      <a:pt x="3718" y="9484"/>
                      <a:pt x="3781" y="9011"/>
                      <a:pt x="3592" y="8633"/>
                    </a:cubicBezTo>
                    <a:lnTo>
                      <a:pt x="4411" y="7782"/>
                    </a:lnTo>
                    <a:cubicBezTo>
                      <a:pt x="5199" y="8444"/>
                      <a:pt x="6207" y="8853"/>
                      <a:pt x="7278" y="8853"/>
                    </a:cubicBezTo>
                    <a:cubicBezTo>
                      <a:pt x="7298" y="8854"/>
                      <a:pt x="7318" y="8854"/>
                      <a:pt x="7338" y="8854"/>
                    </a:cubicBezTo>
                    <a:cubicBezTo>
                      <a:pt x="9830" y="8854"/>
                      <a:pt x="11815" y="6881"/>
                      <a:pt x="11815" y="4443"/>
                    </a:cubicBezTo>
                    <a:cubicBezTo>
                      <a:pt x="11815" y="2017"/>
                      <a:pt x="9799" y="1"/>
                      <a:pt x="73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8005" name="Google Shape;12431;p89">
                <a:extLst>
                  <a:ext uri="{FF2B5EF4-FFF2-40B4-BE49-F238E27FC236}">
                    <a16:creationId xmlns:a16="http://schemas.microsoft.com/office/drawing/2014/main" id="{9A10DD3B-8A4D-509F-3013-8E9D74CCF30A}"/>
                  </a:ext>
                </a:extLst>
              </p:cNvPr>
              <p:cNvGrpSpPr/>
              <p:nvPr/>
            </p:nvGrpSpPr>
            <p:grpSpPr>
              <a:xfrm>
                <a:off x="4541947" y="3455229"/>
                <a:ext cx="644752" cy="641288"/>
                <a:chOff x="-4931075" y="2765725"/>
                <a:chExt cx="293025" cy="291450"/>
              </a:xfrm>
              <a:grpFill/>
            </p:grpSpPr>
            <p:sp>
              <p:nvSpPr>
                <p:cNvPr id="18060" name="Google Shape;12432;p89">
                  <a:extLst>
                    <a:ext uri="{FF2B5EF4-FFF2-40B4-BE49-F238E27FC236}">
                      <a16:creationId xmlns:a16="http://schemas.microsoft.com/office/drawing/2014/main" id="{3C460379-0A0F-3010-87EF-518B9514B6AC}"/>
                    </a:ext>
                  </a:extLst>
                </p:cNvPr>
                <p:cNvSpPr/>
                <p:nvPr/>
              </p:nvSpPr>
              <p:spPr>
                <a:xfrm>
                  <a:off x="-4810550" y="2884650"/>
                  <a:ext cx="51225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9" extrusionOk="0">
                      <a:moveTo>
                        <a:pt x="1008" y="663"/>
                      </a:moveTo>
                      <a:cubicBezTo>
                        <a:pt x="1229" y="663"/>
                        <a:pt x="1386" y="820"/>
                        <a:pt x="1386" y="1041"/>
                      </a:cubicBezTo>
                      <a:cubicBezTo>
                        <a:pt x="1386" y="1230"/>
                        <a:pt x="1229" y="1387"/>
                        <a:pt x="1008" y="1387"/>
                      </a:cubicBezTo>
                      <a:cubicBezTo>
                        <a:pt x="819" y="1387"/>
                        <a:pt x="662" y="1230"/>
                        <a:pt x="662" y="1041"/>
                      </a:cubicBezTo>
                      <a:cubicBezTo>
                        <a:pt x="662" y="820"/>
                        <a:pt x="819" y="663"/>
                        <a:pt x="1008" y="663"/>
                      </a:cubicBez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41"/>
                      </a:cubicBezTo>
                      <a:cubicBezTo>
                        <a:pt x="0" y="1576"/>
                        <a:pt x="473" y="2049"/>
                        <a:pt x="1040" y="2049"/>
                      </a:cubicBezTo>
                      <a:cubicBezTo>
                        <a:pt x="1575" y="2049"/>
                        <a:pt x="2048" y="1576"/>
                        <a:pt x="2048" y="1041"/>
                      </a:cubicBezTo>
                      <a:cubicBezTo>
                        <a:pt x="2048" y="473"/>
                        <a:pt x="160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61" name="Google Shape;12433;p89">
                  <a:extLst>
                    <a:ext uri="{FF2B5EF4-FFF2-40B4-BE49-F238E27FC236}">
                      <a16:creationId xmlns:a16="http://schemas.microsoft.com/office/drawing/2014/main" id="{57172864-8473-2BA2-5B77-C3C364C81FE7}"/>
                    </a:ext>
                  </a:extLst>
                </p:cNvPr>
                <p:cNvSpPr/>
                <p:nvPr/>
              </p:nvSpPr>
              <p:spPr>
                <a:xfrm>
                  <a:off x="-4931075" y="27657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3214" y="1387"/>
                      </a:moveTo>
                      <a:lnTo>
                        <a:pt x="4475" y="3844"/>
                      </a:lnTo>
                      <a:cubicBezTo>
                        <a:pt x="4223" y="4002"/>
                        <a:pt x="4034" y="4222"/>
                        <a:pt x="3876" y="4443"/>
                      </a:cubicBezTo>
                      <a:lnTo>
                        <a:pt x="1356" y="3214"/>
                      </a:lnTo>
                      <a:cubicBezTo>
                        <a:pt x="1828" y="2427"/>
                        <a:pt x="2458" y="1796"/>
                        <a:pt x="3214" y="1387"/>
                      </a:cubicBezTo>
                      <a:close/>
                      <a:moveTo>
                        <a:pt x="5829" y="4128"/>
                      </a:moveTo>
                      <a:cubicBezTo>
                        <a:pt x="6775" y="4128"/>
                        <a:pt x="7531" y="4884"/>
                        <a:pt x="7531" y="5829"/>
                      </a:cubicBezTo>
                      <a:cubicBezTo>
                        <a:pt x="7562" y="6743"/>
                        <a:pt x="6775" y="7530"/>
                        <a:pt x="5829" y="7530"/>
                      </a:cubicBezTo>
                      <a:cubicBezTo>
                        <a:pt x="4884" y="7530"/>
                        <a:pt x="4160" y="6774"/>
                        <a:pt x="4160" y="5829"/>
                      </a:cubicBezTo>
                      <a:cubicBezTo>
                        <a:pt x="4160" y="4884"/>
                        <a:pt x="4884" y="4128"/>
                        <a:pt x="5829" y="4128"/>
                      </a:cubicBezTo>
                      <a:close/>
                      <a:moveTo>
                        <a:pt x="5798" y="662"/>
                      </a:moveTo>
                      <a:cubicBezTo>
                        <a:pt x="8665" y="662"/>
                        <a:pt x="10996" y="2994"/>
                        <a:pt x="10996" y="5861"/>
                      </a:cubicBezTo>
                      <a:cubicBezTo>
                        <a:pt x="10996" y="6585"/>
                        <a:pt x="10839" y="7247"/>
                        <a:pt x="10618" y="7845"/>
                      </a:cubicBezTo>
                      <a:lnTo>
                        <a:pt x="8129" y="6585"/>
                      </a:lnTo>
                      <a:cubicBezTo>
                        <a:pt x="8192" y="6333"/>
                        <a:pt x="8255" y="6050"/>
                        <a:pt x="8255" y="5829"/>
                      </a:cubicBezTo>
                      <a:cubicBezTo>
                        <a:pt x="8255" y="4474"/>
                        <a:pt x="7184" y="3435"/>
                        <a:pt x="5829" y="3435"/>
                      </a:cubicBezTo>
                      <a:cubicBezTo>
                        <a:pt x="5577" y="3435"/>
                        <a:pt x="5325" y="3466"/>
                        <a:pt x="5105" y="3529"/>
                      </a:cubicBezTo>
                      <a:lnTo>
                        <a:pt x="3845" y="1072"/>
                      </a:lnTo>
                      <a:cubicBezTo>
                        <a:pt x="4412" y="820"/>
                        <a:pt x="5105" y="662"/>
                        <a:pt x="5798" y="662"/>
                      </a:cubicBezTo>
                      <a:close/>
                      <a:moveTo>
                        <a:pt x="7814" y="7152"/>
                      </a:moveTo>
                      <a:lnTo>
                        <a:pt x="10303" y="8412"/>
                      </a:lnTo>
                      <a:cubicBezTo>
                        <a:pt x="9862" y="9200"/>
                        <a:pt x="9232" y="9830"/>
                        <a:pt x="8444" y="10271"/>
                      </a:cubicBezTo>
                      <a:lnTo>
                        <a:pt x="7216" y="7751"/>
                      </a:lnTo>
                      <a:cubicBezTo>
                        <a:pt x="7468" y="7593"/>
                        <a:pt x="7657" y="7404"/>
                        <a:pt x="7814" y="7152"/>
                      </a:cubicBezTo>
                      <a:close/>
                      <a:moveTo>
                        <a:pt x="1072" y="3844"/>
                      </a:moveTo>
                      <a:lnTo>
                        <a:pt x="3593" y="5073"/>
                      </a:lnTo>
                      <a:cubicBezTo>
                        <a:pt x="3530" y="5325"/>
                        <a:pt x="3498" y="5546"/>
                        <a:pt x="3498" y="5829"/>
                      </a:cubicBezTo>
                      <a:cubicBezTo>
                        <a:pt x="3498" y="7152"/>
                        <a:pt x="4538" y="8223"/>
                        <a:pt x="5892" y="8223"/>
                      </a:cubicBezTo>
                      <a:cubicBezTo>
                        <a:pt x="6176" y="8223"/>
                        <a:pt x="6396" y="8192"/>
                        <a:pt x="6648" y="8097"/>
                      </a:cubicBezTo>
                      <a:lnTo>
                        <a:pt x="7846" y="10618"/>
                      </a:lnTo>
                      <a:cubicBezTo>
                        <a:pt x="7216" y="10901"/>
                        <a:pt x="6554" y="11027"/>
                        <a:pt x="5892" y="11027"/>
                      </a:cubicBezTo>
                      <a:cubicBezTo>
                        <a:pt x="2994" y="10996"/>
                        <a:pt x="694" y="8665"/>
                        <a:pt x="694" y="5829"/>
                      </a:cubicBezTo>
                      <a:cubicBezTo>
                        <a:pt x="694" y="5104"/>
                        <a:pt x="852" y="4443"/>
                        <a:pt x="1072" y="3844"/>
                      </a:cubicBezTo>
                      <a:close/>
                      <a:moveTo>
                        <a:pt x="5798" y="1"/>
                      </a:moveTo>
                      <a:cubicBezTo>
                        <a:pt x="4254" y="1"/>
                        <a:pt x="2773" y="599"/>
                        <a:pt x="1702" y="1702"/>
                      </a:cubicBezTo>
                      <a:cubicBezTo>
                        <a:pt x="600" y="2805"/>
                        <a:pt x="1" y="4254"/>
                        <a:pt x="1" y="5798"/>
                      </a:cubicBezTo>
                      <a:cubicBezTo>
                        <a:pt x="1" y="8980"/>
                        <a:pt x="2647" y="11657"/>
                        <a:pt x="5892" y="11657"/>
                      </a:cubicBezTo>
                      <a:cubicBezTo>
                        <a:pt x="9106" y="11657"/>
                        <a:pt x="11721" y="9043"/>
                        <a:pt x="11721" y="5829"/>
                      </a:cubicBezTo>
                      <a:cubicBezTo>
                        <a:pt x="11658" y="2647"/>
                        <a:pt x="9043" y="1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6" name="Google Shape;12444;p89">
                <a:extLst>
                  <a:ext uri="{FF2B5EF4-FFF2-40B4-BE49-F238E27FC236}">
                    <a16:creationId xmlns:a16="http://schemas.microsoft.com/office/drawing/2014/main" id="{C53AC2AF-4780-868E-88CF-1A8DBED798E5}"/>
                  </a:ext>
                </a:extLst>
              </p:cNvPr>
              <p:cNvGrpSpPr/>
              <p:nvPr/>
            </p:nvGrpSpPr>
            <p:grpSpPr>
              <a:xfrm>
                <a:off x="8683385" y="3492498"/>
                <a:ext cx="641288" cy="566751"/>
                <a:chOff x="-3137650" y="2787000"/>
                <a:chExt cx="291450" cy="257575"/>
              </a:xfrm>
              <a:grpFill/>
            </p:grpSpPr>
            <p:sp>
              <p:nvSpPr>
                <p:cNvPr id="18052" name="Google Shape;12445;p89">
                  <a:extLst>
                    <a:ext uri="{FF2B5EF4-FFF2-40B4-BE49-F238E27FC236}">
                      <a16:creationId xmlns:a16="http://schemas.microsoft.com/office/drawing/2014/main" id="{6F3FED06-EE94-94F5-01D1-7B077FEF1B7B}"/>
                    </a:ext>
                  </a:extLst>
                </p:cNvPr>
                <p:cNvSpPr/>
                <p:nvPr/>
              </p:nvSpPr>
              <p:spPr>
                <a:xfrm>
                  <a:off x="-3137650" y="2787000"/>
                  <a:ext cx="291450" cy="25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0303" extrusionOk="0">
                      <a:moveTo>
                        <a:pt x="10618" y="693"/>
                      </a:moveTo>
                      <a:cubicBezTo>
                        <a:pt x="10807" y="693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93"/>
                        <a:pt x="1009" y="693"/>
                      </a:cubicBezTo>
                      <a:close/>
                      <a:moveTo>
                        <a:pt x="10996" y="3403"/>
                      </a:moveTo>
                      <a:lnTo>
                        <a:pt x="10996" y="9231"/>
                      </a:lnTo>
                      <a:cubicBezTo>
                        <a:pt x="10964" y="9420"/>
                        <a:pt x="10838" y="9578"/>
                        <a:pt x="10618" y="9578"/>
                      </a:cubicBezTo>
                      <a:lnTo>
                        <a:pt x="1009" y="9578"/>
                      </a:lnTo>
                      <a:cubicBezTo>
                        <a:pt x="820" y="9578"/>
                        <a:pt x="662" y="9420"/>
                        <a:pt x="662" y="9231"/>
                      </a:cubicBezTo>
                      <a:lnTo>
                        <a:pt x="662" y="340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9263"/>
                      </a:lnTo>
                      <a:cubicBezTo>
                        <a:pt x="1" y="9830"/>
                        <a:pt x="473" y="10302"/>
                        <a:pt x="1009" y="10302"/>
                      </a:cubicBezTo>
                      <a:lnTo>
                        <a:pt x="10618" y="10302"/>
                      </a:lnTo>
                      <a:cubicBezTo>
                        <a:pt x="11185" y="10302"/>
                        <a:pt x="11658" y="9830"/>
                        <a:pt x="11658" y="9263"/>
                      </a:cubicBezTo>
                      <a:lnTo>
                        <a:pt x="11658" y="1040"/>
                      </a:lnTo>
                      <a:cubicBezTo>
                        <a:pt x="11658" y="441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3" name="Google Shape;12446;p89">
                  <a:extLst>
                    <a:ext uri="{FF2B5EF4-FFF2-40B4-BE49-F238E27FC236}">
                      <a16:creationId xmlns:a16="http://schemas.microsoft.com/office/drawing/2014/main" id="{8913422F-594D-A2DA-B4C7-1611B5349B23}"/>
                    </a:ext>
                  </a:extLst>
                </p:cNvPr>
                <p:cNvSpPr/>
                <p:nvPr/>
              </p:nvSpPr>
              <p:spPr>
                <a:xfrm>
                  <a:off x="-3104575" y="2820875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8" y="693"/>
                      </a:cubicBezTo>
                      <a:cubicBezTo>
                        <a:pt x="568" y="693"/>
                        <a:pt x="726" y="536"/>
                        <a:pt x="726" y="347"/>
                      </a:cubicBezTo>
                      <a:cubicBezTo>
                        <a:pt x="726" y="158"/>
                        <a:pt x="568" y="0"/>
                        <a:pt x="3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4" name="Google Shape;12447;p89">
                  <a:extLst>
                    <a:ext uri="{FF2B5EF4-FFF2-40B4-BE49-F238E27FC236}">
                      <a16:creationId xmlns:a16="http://schemas.microsoft.com/office/drawing/2014/main" id="{F2502AD4-6DCB-1DF0-22AE-7D07D27BBA39}"/>
                    </a:ext>
                  </a:extLst>
                </p:cNvPr>
                <p:cNvSpPr/>
                <p:nvPr/>
              </p:nvSpPr>
              <p:spPr>
                <a:xfrm>
                  <a:off x="-306990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5" name="Google Shape;12448;p89">
                  <a:extLst>
                    <a:ext uri="{FF2B5EF4-FFF2-40B4-BE49-F238E27FC236}">
                      <a16:creationId xmlns:a16="http://schemas.microsoft.com/office/drawing/2014/main" id="{B994D15C-5A30-89E5-763C-1A63EAC789E9}"/>
                    </a:ext>
                  </a:extLst>
                </p:cNvPr>
                <p:cNvSpPr/>
                <p:nvPr/>
              </p:nvSpPr>
              <p:spPr>
                <a:xfrm>
                  <a:off x="-3035250" y="2820875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cubicBezTo>
                        <a:pt x="536" y="693"/>
                        <a:pt x="693" y="536"/>
                        <a:pt x="693" y="347"/>
                      </a:cubicBezTo>
                      <a:cubicBezTo>
                        <a:pt x="693" y="158"/>
                        <a:pt x="536" y="0"/>
                        <a:pt x="3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6" name="Google Shape;12449;p89">
                  <a:extLst>
                    <a:ext uri="{FF2B5EF4-FFF2-40B4-BE49-F238E27FC236}">
                      <a16:creationId xmlns:a16="http://schemas.microsoft.com/office/drawing/2014/main" id="{6268C75C-C03C-84C7-67C5-60357EE7A949}"/>
                    </a:ext>
                  </a:extLst>
                </p:cNvPr>
                <p:cNvSpPr/>
                <p:nvPr/>
              </p:nvSpPr>
              <p:spPr>
                <a:xfrm>
                  <a:off x="-3002175" y="28208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90" y="693"/>
                        <a:pt x="347" y="693"/>
                      </a:cubicBezTo>
                      <a:lnTo>
                        <a:pt x="4506" y="693"/>
                      </a:lnTo>
                      <a:cubicBezTo>
                        <a:pt x="4695" y="693"/>
                        <a:pt x="4852" y="536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7" name="Google Shape;12450;p89">
                  <a:extLst>
                    <a:ext uri="{FF2B5EF4-FFF2-40B4-BE49-F238E27FC236}">
                      <a16:creationId xmlns:a16="http://schemas.microsoft.com/office/drawing/2014/main" id="{78C49049-4CBB-B176-7676-FABEE681C75A}"/>
                    </a:ext>
                  </a:extLst>
                </p:cNvPr>
                <p:cNvSpPr/>
                <p:nvPr/>
              </p:nvSpPr>
              <p:spPr>
                <a:xfrm>
                  <a:off x="-2948625" y="2907300"/>
                  <a:ext cx="5202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3412" extrusionOk="0">
                      <a:moveTo>
                        <a:pt x="347" y="1"/>
                      </a:moveTo>
                      <a:cubicBezTo>
                        <a:pt x="261" y="1"/>
                        <a:pt x="174" y="24"/>
                        <a:pt x="127" y="72"/>
                      </a:cubicBezTo>
                      <a:cubicBezTo>
                        <a:pt x="1" y="198"/>
                        <a:pt x="1" y="450"/>
                        <a:pt x="127" y="544"/>
                      </a:cubicBezTo>
                      <a:lnTo>
                        <a:pt x="1261" y="1710"/>
                      </a:lnTo>
                      <a:lnTo>
                        <a:pt x="127" y="2844"/>
                      </a:lnTo>
                      <a:cubicBezTo>
                        <a:pt x="1" y="2970"/>
                        <a:pt x="1" y="3191"/>
                        <a:pt x="127" y="3317"/>
                      </a:cubicBezTo>
                      <a:cubicBezTo>
                        <a:pt x="174" y="3380"/>
                        <a:pt x="261" y="3411"/>
                        <a:pt x="347" y="3411"/>
                      </a:cubicBezTo>
                      <a:cubicBezTo>
                        <a:pt x="434" y="3411"/>
                        <a:pt x="521" y="3380"/>
                        <a:pt x="568" y="3317"/>
                      </a:cubicBezTo>
                      <a:lnTo>
                        <a:pt x="1954" y="1930"/>
                      </a:lnTo>
                      <a:cubicBezTo>
                        <a:pt x="2080" y="1804"/>
                        <a:pt x="2080" y="1584"/>
                        <a:pt x="1954" y="1458"/>
                      </a:cubicBezTo>
                      <a:lnTo>
                        <a:pt x="568" y="72"/>
                      </a:lnTo>
                      <a:cubicBezTo>
                        <a:pt x="521" y="24"/>
                        <a:pt x="434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8" name="Google Shape;12451;p89">
                  <a:extLst>
                    <a:ext uri="{FF2B5EF4-FFF2-40B4-BE49-F238E27FC236}">
                      <a16:creationId xmlns:a16="http://schemas.microsoft.com/office/drawing/2014/main" id="{B5E5D2EF-362E-36D2-0121-A36426AD26AD}"/>
                    </a:ext>
                  </a:extLst>
                </p:cNvPr>
                <p:cNvSpPr/>
                <p:nvPr/>
              </p:nvSpPr>
              <p:spPr>
                <a:xfrm>
                  <a:off x="-3088025" y="2907300"/>
                  <a:ext cx="53575" cy="85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" h="3412" extrusionOk="0">
                      <a:moveTo>
                        <a:pt x="1749" y="1"/>
                      </a:moveTo>
                      <a:cubicBezTo>
                        <a:pt x="1662" y="1"/>
                        <a:pt x="1576" y="24"/>
                        <a:pt x="1513" y="72"/>
                      </a:cubicBezTo>
                      <a:lnTo>
                        <a:pt x="127" y="1458"/>
                      </a:lnTo>
                      <a:cubicBezTo>
                        <a:pt x="1" y="1584"/>
                        <a:pt x="1" y="1804"/>
                        <a:pt x="127" y="1930"/>
                      </a:cubicBezTo>
                      <a:lnTo>
                        <a:pt x="1513" y="3317"/>
                      </a:lnTo>
                      <a:cubicBezTo>
                        <a:pt x="1576" y="3380"/>
                        <a:pt x="1662" y="3411"/>
                        <a:pt x="1749" y="3411"/>
                      </a:cubicBezTo>
                      <a:cubicBezTo>
                        <a:pt x="1836" y="3411"/>
                        <a:pt x="1922" y="3380"/>
                        <a:pt x="1985" y="3317"/>
                      </a:cubicBezTo>
                      <a:cubicBezTo>
                        <a:pt x="2111" y="3191"/>
                        <a:pt x="2111" y="2970"/>
                        <a:pt x="1985" y="2844"/>
                      </a:cubicBezTo>
                      <a:lnTo>
                        <a:pt x="851" y="1710"/>
                      </a:lnTo>
                      <a:lnTo>
                        <a:pt x="1985" y="544"/>
                      </a:lnTo>
                      <a:cubicBezTo>
                        <a:pt x="2143" y="450"/>
                        <a:pt x="2143" y="198"/>
                        <a:pt x="1985" y="72"/>
                      </a:cubicBezTo>
                      <a:cubicBezTo>
                        <a:pt x="1922" y="24"/>
                        <a:pt x="1836" y="1"/>
                        <a:pt x="17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9" name="Google Shape;12452;p89">
                  <a:extLst>
                    <a:ext uri="{FF2B5EF4-FFF2-40B4-BE49-F238E27FC236}">
                      <a16:creationId xmlns:a16="http://schemas.microsoft.com/office/drawing/2014/main" id="{03D027CD-0572-70F8-BD7A-2EA28AC61116}"/>
                    </a:ext>
                  </a:extLst>
                </p:cNvPr>
                <p:cNvSpPr/>
                <p:nvPr/>
              </p:nvSpPr>
              <p:spPr>
                <a:xfrm>
                  <a:off x="-3019500" y="2888975"/>
                  <a:ext cx="54375" cy="119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75" h="4776" extrusionOk="0">
                      <a:moveTo>
                        <a:pt x="1778" y="0"/>
                      </a:moveTo>
                      <a:cubicBezTo>
                        <a:pt x="1617" y="0"/>
                        <a:pt x="1501" y="108"/>
                        <a:pt x="1450" y="237"/>
                      </a:cubicBezTo>
                      <a:lnTo>
                        <a:pt x="63" y="4333"/>
                      </a:lnTo>
                      <a:cubicBezTo>
                        <a:pt x="0" y="4522"/>
                        <a:pt x="95" y="4680"/>
                        <a:pt x="253" y="4743"/>
                      </a:cubicBezTo>
                      <a:cubicBezTo>
                        <a:pt x="305" y="4765"/>
                        <a:pt x="354" y="4775"/>
                        <a:pt x="399" y="4775"/>
                      </a:cubicBezTo>
                      <a:cubicBezTo>
                        <a:pt x="543" y="4775"/>
                        <a:pt x="646" y="4674"/>
                        <a:pt x="694" y="4554"/>
                      </a:cubicBezTo>
                      <a:lnTo>
                        <a:pt x="2080" y="458"/>
                      </a:lnTo>
                      <a:cubicBezTo>
                        <a:pt x="2174" y="300"/>
                        <a:pt x="2048" y="111"/>
                        <a:pt x="1891" y="17"/>
                      </a:cubicBezTo>
                      <a:cubicBezTo>
                        <a:pt x="1851" y="6"/>
                        <a:pt x="1813" y="0"/>
                        <a:pt x="17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7" name="Google Shape;12456;p89">
                <a:extLst>
                  <a:ext uri="{FF2B5EF4-FFF2-40B4-BE49-F238E27FC236}">
                    <a16:creationId xmlns:a16="http://schemas.microsoft.com/office/drawing/2014/main" id="{801ACCAD-EB53-3406-C169-7BBC07AC642B}"/>
                  </a:ext>
                </a:extLst>
              </p:cNvPr>
              <p:cNvGrpSpPr/>
              <p:nvPr/>
            </p:nvGrpSpPr>
            <p:grpSpPr>
              <a:xfrm>
                <a:off x="1243541" y="3454375"/>
                <a:ext cx="642992" cy="642992"/>
                <a:chOff x="-6354300" y="2757075"/>
                <a:chExt cx="292225" cy="292225"/>
              </a:xfrm>
              <a:grpFill/>
            </p:grpSpPr>
            <p:sp>
              <p:nvSpPr>
                <p:cNvPr id="18048" name="Google Shape;12457;p89">
                  <a:extLst>
                    <a:ext uri="{FF2B5EF4-FFF2-40B4-BE49-F238E27FC236}">
                      <a16:creationId xmlns:a16="http://schemas.microsoft.com/office/drawing/2014/main" id="{AE141DBC-F85C-578E-BC6C-2B17768125DF}"/>
                    </a:ext>
                  </a:extLst>
                </p:cNvPr>
                <p:cNvSpPr/>
                <p:nvPr/>
              </p:nvSpPr>
              <p:spPr>
                <a:xfrm>
                  <a:off x="-6354300" y="2757075"/>
                  <a:ext cx="29222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89" extrusionOk="0">
                      <a:moveTo>
                        <a:pt x="10681" y="4159"/>
                      </a:moveTo>
                      <a:cubicBezTo>
                        <a:pt x="10870" y="4159"/>
                        <a:pt x="11027" y="4316"/>
                        <a:pt x="11027" y="4505"/>
                      </a:cubicBezTo>
                      <a:lnTo>
                        <a:pt x="11027" y="4915"/>
                      </a:lnTo>
                      <a:cubicBezTo>
                        <a:pt x="10901" y="4883"/>
                        <a:pt x="10775" y="4883"/>
                        <a:pt x="10681" y="4883"/>
                      </a:cubicBezTo>
                      <a:lnTo>
                        <a:pt x="9609" y="4883"/>
                      </a:lnTo>
                      <a:lnTo>
                        <a:pt x="9609" y="4190"/>
                      </a:lnTo>
                      <a:lnTo>
                        <a:pt x="10681" y="4190"/>
                      </a:lnTo>
                      <a:lnTo>
                        <a:pt x="10681" y="4159"/>
                      </a:lnTo>
                      <a:close/>
                      <a:moveTo>
                        <a:pt x="2048" y="2773"/>
                      </a:moveTo>
                      <a:lnTo>
                        <a:pt x="2048" y="6207"/>
                      </a:lnTo>
                      <a:lnTo>
                        <a:pt x="662" y="6207"/>
                      </a:lnTo>
                      <a:lnTo>
                        <a:pt x="662" y="3151"/>
                      </a:lnTo>
                      <a:cubicBezTo>
                        <a:pt x="694" y="2930"/>
                        <a:pt x="851" y="2773"/>
                        <a:pt x="1009" y="2773"/>
                      </a:cubicBezTo>
                      <a:close/>
                      <a:moveTo>
                        <a:pt x="8885" y="693"/>
                      </a:moveTo>
                      <a:lnTo>
                        <a:pt x="8885" y="4883"/>
                      </a:lnTo>
                      <a:cubicBezTo>
                        <a:pt x="8538" y="4915"/>
                        <a:pt x="8223" y="5104"/>
                        <a:pt x="8066" y="5419"/>
                      </a:cubicBezTo>
                      <a:lnTo>
                        <a:pt x="7751" y="6049"/>
                      </a:lnTo>
                      <a:cubicBezTo>
                        <a:pt x="7719" y="6175"/>
                        <a:pt x="7593" y="6238"/>
                        <a:pt x="7436" y="6238"/>
                      </a:cubicBezTo>
                      <a:lnTo>
                        <a:pt x="2710" y="6238"/>
                      </a:lnTo>
                      <a:lnTo>
                        <a:pt x="2710" y="693"/>
                      </a:lnTo>
                      <a:close/>
                      <a:moveTo>
                        <a:pt x="10681" y="5513"/>
                      </a:moveTo>
                      <a:cubicBezTo>
                        <a:pt x="10870" y="5513"/>
                        <a:pt x="11027" y="5671"/>
                        <a:pt x="11027" y="5860"/>
                      </a:cubicBezTo>
                      <a:lnTo>
                        <a:pt x="11027" y="10649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09" y="11027"/>
                      </a:lnTo>
                      <a:cubicBezTo>
                        <a:pt x="820" y="11027"/>
                        <a:pt x="662" y="10869"/>
                        <a:pt x="662" y="10649"/>
                      </a:cubicBezTo>
                      <a:lnTo>
                        <a:pt x="662" y="6868"/>
                      </a:lnTo>
                      <a:lnTo>
                        <a:pt x="7436" y="6868"/>
                      </a:lnTo>
                      <a:cubicBezTo>
                        <a:pt x="7845" y="6868"/>
                        <a:pt x="8192" y="6648"/>
                        <a:pt x="8349" y="6333"/>
                      </a:cubicBezTo>
                      <a:lnTo>
                        <a:pt x="8664" y="5703"/>
                      </a:lnTo>
                      <a:cubicBezTo>
                        <a:pt x="8696" y="5576"/>
                        <a:pt x="8822" y="5513"/>
                        <a:pt x="8979" y="5513"/>
                      </a:cubicBezTo>
                      <a:close/>
                      <a:moveTo>
                        <a:pt x="2395" y="0"/>
                      </a:moveTo>
                      <a:cubicBezTo>
                        <a:pt x="2206" y="0"/>
                        <a:pt x="2048" y="158"/>
                        <a:pt x="2048" y="347"/>
                      </a:cubicBezTo>
                      <a:lnTo>
                        <a:pt x="2048" y="2111"/>
                      </a:lnTo>
                      <a:lnTo>
                        <a:pt x="1009" y="2111"/>
                      </a:lnTo>
                      <a:cubicBezTo>
                        <a:pt x="473" y="2111"/>
                        <a:pt x="0" y="2584"/>
                        <a:pt x="0" y="3151"/>
                      </a:cubicBezTo>
                      <a:lnTo>
                        <a:pt x="0" y="10649"/>
                      </a:lnTo>
                      <a:cubicBezTo>
                        <a:pt x="0" y="11216"/>
                        <a:pt x="473" y="11688"/>
                        <a:pt x="1009" y="11688"/>
                      </a:cubicBezTo>
                      <a:lnTo>
                        <a:pt x="10618" y="11688"/>
                      </a:lnTo>
                      <a:cubicBezTo>
                        <a:pt x="11185" y="11688"/>
                        <a:pt x="11657" y="11216"/>
                        <a:pt x="11657" y="10649"/>
                      </a:cubicBezTo>
                      <a:lnTo>
                        <a:pt x="11657" y="4505"/>
                      </a:lnTo>
                      <a:cubicBezTo>
                        <a:pt x="11689" y="3938"/>
                        <a:pt x="11216" y="3466"/>
                        <a:pt x="10681" y="3466"/>
                      </a:cubicBezTo>
                      <a:lnTo>
                        <a:pt x="9609" y="3466"/>
                      </a:lnTo>
                      <a:lnTo>
                        <a:pt x="9609" y="347"/>
                      </a:lnTo>
                      <a:cubicBezTo>
                        <a:pt x="9609" y="158"/>
                        <a:pt x="9452" y="0"/>
                        <a:pt x="926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9" name="Google Shape;12458;p89">
                  <a:extLst>
                    <a:ext uri="{FF2B5EF4-FFF2-40B4-BE49-F238E27FC236}">
                      <a16:creationId xmlns:a16="http://schemas.microsoft.com/office/drawing/2014/main" id="{DF2AF500-55D4-D5AD-ED02-0F94CA73037F}"/>
                    </a:ext>
                  </a:extLst>
                </p:cNvPr>
                <p:cNvSpPr/>
                <p:nvPr/>
              </p:nvSpPr>
              <p:spPr>
                <a:xfrm>
                  <a:off x="-6268450" y="279015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0" name="Google Shape;12459;p89">
                  <a:extLst>
                    <a:ext uri="{FF2B5EF4-FFF2-40B4-BE49-F238E27FC236}">
                      <a16:creationId xmlns:a16="http://schemas.microsoft.com/office/drawing/2014/main" id="{D685856E-AE70-CCFC-0028-F8307B1CA3D4}"/>
                    </a:ext>
                  </a:extLst>
                </p:cNvPr>
                <p:cNvSpPr/>
                <p:nvPr/>
              </p:nvSpPr>
              <p:spPr>
                <a:xfrm>
                  <a:off x="-6268450" y="2825600"/>
                  <a:ext cx="1197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99"/>
                        <a:pt x="158" y="725"/>
                        <a:pt x="347" y="725"/>
                      </a:cubicBezTo>
                      <a:lnTo>
                        <a:pt x="4443" y="725"/>
                      </a:lnTo>
                      <a:cubicBezTo>
                        <a:pt x="4632" y="725"/>
                        <a:pt x="4789" y="567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51" name="Google Shape;12460;p89">
                  <a:extLst>
                    <a:ext uri="{FF2B5EF4-FFF2-40B4-BE49-F238E27FC236}">
                      <a16:creationId xmlns:a16="http://schemas.microsoft.com/office/drawing/2014/main" id="{CE0EC2FB-2FBD-7E82-653B-319554437645}"/>
                    </a:ext>
                  </a:extLst>
                </p:cNvPr>
                <p:cNvSpPr/>
                <p:nvPr/>
              </p:nvSpPr>
              <p:spPr>
                <a:xfrm>
                  <a:off x="-6268450" y="2860250"/>
                  <a:ext cx="1197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0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32" y="693"/>
                        <a:pt x="4789" y="536"/>
                        <a:pt x="4789" y="347"/>
                      </a:cubicBezTo>
                      <a:cubicBezTo>
                        <a:pt x="4789" y="158"/>
                        <a:pt x="4632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8" name="Google Shape;12467;p89">
                <a:extLst>
                  <a:ext uri="{FF2B5EF4-FFF2-40B4-BE49-F238E27FC236}">
                    <a16:creationId xmlns:a16="http://schemas.microsoft.com/office/drawing/2014/main" id="{D287448A-74BE-5165-203B-B1DB25E98BEE}"/>
                  </a:ext>
                </a:extLst>
              </p:cNvPr>
              <p:cNvGrpSpPr/>
              <p:nvPr/>
            </p:nvGrpSpPr>
            <p:grpSpPr>
              <a:xfrm>
                <a:off x="5368208" y="3453523"/>
                <a:ext cx="644752" cy="644698"/>
                <a:chOff x="-4572700" y="2764950"/>
                <a:chExt cx="293025" cy="293000"/>
              </a:xfrm>
              <a:grpFill/>
            </p:grpSpPr>
            <p:sp>
              <p:nvSpPr>
                <p:cNvPr id="18043" name="Google Shape;12468;p89">
                  <a:extLst>
                    <a:ext uri="{FF2B5EF4-FFF2-40B4-BE49-F238E27FC236}">
                      <a16:creationId xmlns:a16="http://schemas.microsoft.com/office/drawing/2014/main" id="{9776A23D-2068-894F-3343-18F6CF1A1C13}"/>
                    </a:ext>
                  </a:extLst>
                </p:cNvPr>
                <p:cNvSpPr/>
                <p:nvPr/>
              </p:nvSpPr>
              <p:spPr>
                <a:xfrm>
                  <a:off x="-4572700" y="2764950"/>
                  <a:ext cx="293025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720" extrusionOk="0">
                      <a:moveTo>
                        <a:pt x="10681" y="2048"/>
                      </a:moveTo>
                      <a:cubicBezTo>
                        <a:pt x="10870" y="2048"/>
                        <a:pt x="11027" y="2206"/>
                        <a:pt x="11027" y="2395"/>
                      </a:cubicBezTo>
                      <a:lnTo>
                        <a:pt x="11027" y="7246"/>
                      </a:lnTo>
                      <a:cubicBezTo>
                        <a:pt x="11027" y="7435"/>
                        <a:pt x="10870" y="7593"/>
                        <a:pt x="10681" y="7593"/>
                      </a:cubicBezTo>
                      <a:lnTo>
                        <a:pt x="1072" y="7593"/>
                      </a:lnTo>
                      <a:cubicBezTo>
                        <a:pt x="883" y="7593"/>
                        <a:pt x="725" y="7435"/>
                        <a:pt x="725" y="7246"/>
                      </a:cubicBezTo>
                      <a:lnTo>
                        <a:pt x="725" y="2395"/>
                      </a:lnTo>
                      <a:cubicBezTo>
                        <a:pt x="725" y="2206"/>
                        <a:pt x="883" y="2048"/>
                        <a:pt x="1072" y="2048"/>
                      </a:cubicBezTo>
                      <a:close/>
                      <a:moveTo>
                        <a:pt x="4821" y="8286"/>
                      </a:moveTo>
                      <a:lnTo>
                        <a:pt x="4821" y="8979"/>
                      </a:lnTo>
                      <a:lnTo>
                        <a:pt x="3435" y="8979"/>
                      </a:lnTo>
                      <a:lnTo>
                        <a:pt x="3435" y="8286"/>
                      </a:lnTo>
                      <a:close/>
                      <a:moveTo>
                        <a:pt x="8287" y="8286"/>
                      </a:moveTo>
                      <a:lnTo>
                        <a:pt x="8287" y="8979"/>
                      </a:lnTo>
                      <a:lnTo>
                        <a:pt x="6869" y="8979"/>
                      </a:lnTo>
                      <a:lnTo>
                        <a:pt x="6869" y="8286"/>
                      </a:lnTo>
                      <a:close/>
                      <a:moveTo>
                        <a:pt x="6207" y="8254"/>
                      </a:moveTo>
                      <a:lnTo>
                        <a:pt x="6207" y="11027"/>
                      </a:lnTo>
                      <a:lnTo>
                        <a:pt x="5514" y="11027"/>
                      </a:lnTo>
                      <a:lnTo>
                        <a:pt x="5514" y="8254"/>
                      </a:lnTo>
                      <a:close/>
                      <a:moveTo>
                        <a:pt x="1733" y="0"/>
                      </a:moveTo>
                      <a:cubicBezTo>
                        <a:pt x="1544" y="0"/>
                        <a:pt x="1387" y="158"/>
                        <a:pt x="1387" y="347"/>
                      </a:cubicBezTo>
                      <a:cubicBezTo>
                        <a:pt x="1387" y="536"/>
                        <a:pt x="1544" y="693"/>
                        <a:pt x="1733" y="693"/>
                      </a:cubicBezTo>
                      <a:lnTo>
                        <a:pt x="2112" y="693"/>
                      </a:lnTo>
                      <a:lnTo>
                        <a:pt x="2112" y="1355"/>
                      </a:lnTo>
                      <a:lnTo>
                        <a:pt x="1072" y="1355"/>
                      </a:lnTo>
                      <a:cubicBezTo>
                        <a:pt x="536" y="1355"/>
                        <a:pt x="64" y="1827"/>
                        <a:pt x="64" y="2395"/>
                      </a:cubicBezTo>
                      <a:lnTo>
                        <a:pt x="64" y="7246"/>
                      </a:lnTo>
                      <a:cubicBezTo>
                        <a:pt x="64" y="7782"/>
                        <a:pt x="536" y="8254"/>
                        <a:pt x="1072" y="8254"/>
                      </a:cubicBezTo>
                      <a:lnTo>
                        <a:pt x="2773" y="8254"/>
                      </a:lnTo>
                      <a:lnTo>
                        <a:pt x="2773" y="8916"/>
                      </a:lnTo>
                      <a:lnTo>
                        <a:pt x="1733" y="8916"/>
                      </a:lnTo>
                      <a:cubicBezTo>
                        <a:pt x="1544" y="8916"/>
                        <a:pt x="1387" y="9074"/>
                        <a:pt x="1387" y="9294"/>
                      </a:cubicBezTo>
                      <a:cubicBezTo>
                        <a:pt x="1387" y="9483"/>
                        <a:pt x="1544" y="9641"/>
                        <a:pt x="1733" y="9641"/>
                      </a:cubicBezTo>
                      <a:lnTo>
                        <a:pt x="4821" y="9641"/>
                      </a:lnTo>
                      <a:lnTo>
                        <a:pt x="4821" y="11027"/>
                      </a:lnTo>
                      <a:lnTo>
                        <a:pt x="379" y="11027"/>
                      </a:lnTo>
                      <a:cubicBezTo>
                        <a:pt x="158" y="11027"/>
                        <a:pt x="1" y="11184"/>
                        <a:pt x="1" y="11373"/>
                      </a:cubicBezTo>
                      <a:cubicBezTo>
                        <a:pt x="1" y="11562"/>
                        <a:pt x="158" y="11720"/>
                        <a:pt x="379" y="11720"/>
                      </a:cubicBezTo>
                      <a:lnTo>
                        <a:pt x="11342" y="11720"/>
                      </a:lnTo>
                      <a:cubicBezTo>
                        <a:pt x="11563" y="11720"/>
                        <a:pt x="11721" y="11562"/>
                        <a:pt x="11721" y="11373"/>
                      </a:cubicBezTo>
                      <a:cubicBezTo>
                        <a:pt x="11721" y="11184"/>
                        <a:pt x="11563" y="11027"/>
                        <a:pt x="11342" y="11027"/>
                      </a:cubicBezTo>
                      <a:lnTo>
                        <a:pt x="6869" y="11027"/>
                      </a:lnTo>
                      <a:lnTo>
                        <a:pt x="6869" y="9641"/>
                      </a:lnTo>
                      <a:lnTo>
                        <a:pt x="9988" y="9641"/>
                      </a:lnTo>
                      <a:cubicBezTo>
                        <a:pt x="10177" y="9641"/>
                        <a:pt x="10334" y="9483"/>
                        <a:pt x="10334" y="9294"/>
                      </a:cubicBezTo>
                      <a:cubicBezTo>
                        <a:pt x="10334" y="9074"/>
                        <a:pt x="10177" y="8916"/>
                        <a:pt x="9988" y="8916"/>
                      </a:cubicBezTo>
                      <a:lnTo>
                        <a:pt x="8948" y="8916"/>
                      </a:lnTo>
                      <a:lnTo>
                        <a:pt x="8948" y="8254"/>
                      </a:lnTo>
                      <a:lnTo>
                        <a:pt x="10681" y="8254"/>
                      </a:lnTo>
                      <a:cubicBezTo>
                        <a:pt x="11248" y="8254"/>
                        <a:pt x="11721" y="7782"/>
                        <a:pt x="11721" y="7246"/>
                      </a:cubicBezTo>
                      <a:lnTo>
                        <a:pt x="11721" y="2395"/>
                      </a:lnTo>
                      <a:cubicBezTo>
                        <a:pt x="11721" y="1827"/>
                        <a:pt x="11248" y="1355"/>
                        <a:pt x="10681" y="1355"/>
                      </a:cubicBezTo>
                      <a:lnTo>
                        <a:pt x="9673" y="1355"/>
                      </a:lnTo>
                      <a:lnTo>
                        <a:pt x="9673" y="693"/>
                      </a:lnTo>
                      <a:lnTo>
                        <a:pt x="10019" y="693"/>
                      </a:lnTo>
                      <a:cubicBezTo>
                        <a:pt x="10208" y="693"/>
                        <a:pt x="10366" y="536"/>
                        <a:pt x="10366" y="347"/>
                      </a:cubicBezTo>
                      <a:cubicBezTo>
                        <a:pt x="10366" y="158"/>
                        <a:pt x="10208" y="0"/>
                        <a:pt x="10019" y="0"/>
                      </a:cubicBezTo>
                      <a:lnTo>
                        <a:pt x="8633" y="0"/>
                      </a:lnTo>
                      <a:cubicBezTo>
                        <a:pt x="8444" y="0"/>
                        <a:pt x="8287" y="158"/>
                        <a:pt x="8287" y="347"/>
                      </a:cubicBezTo>
                      <a:cubicBezTo>
                        <a:pt x="8287" y="536"/>
                        <a:pt x="8444" y="693"/>
                        <a:pt x="8633" y="693"/>
                      </a:cubicBezTo>
                      <a:lnTo>
                        <a:pt x="8980" y="693"/>
                      </a:lnTo>
                      <a:lnTo>
                        <a:pt x="8980" y="1355"/>
                      </a:lnTo>
                      <a:lnTo>
                        <a:pt x="6207" y="1355"/>
                      </a:lnTo>
                      <a:lnTo>
                        <a:pt x="6207" y="693"/>
                      </a:lnTo>
                      <a:lnTo>
                        <a:pt x="6554" y="693"/>
                      </a:lnTo>
                      <a:cubicBezTo>
                        <a:pt x="6743" y="693"/>
                        <a:pt x="6900" y="536"/>
                        <a:pt x="6900" y="347"/>
                      </a:cubicBezTo>
                      <a:cubicBezTo>
                        <a:pt x="6900" y="158"/>
                        <a:pt x="6743" y="0"/>
                        <a:pt x="6554" y="0"/>
                      </a:cubicBezTo>
                      <a:lnTo>
                        <a:pt x="5168" y="0"/>
                      </a:lnTo>
                      <a:cubicBezTo>
                        <a:pt x="4978" y="0"/>
                        <a:pt x="4821" y="158"/>
                        <a:pt x="4821" y="347"/>
                      </a:cubicBezTo>
                      <a:cubicBezTo>
                        <a:pt x="4821" y="536"/>
                        <a:pt x="4978" y="693"/>
                        <a:pt x="5168" y="693"/>
                      </a:cubicBezTo>
                      <a:lnTo>
                        <a:pt x="5514" y="693"/>
                      </a:lnTo>
                      <a:lnTo>
                        <a:pt x="5514" y="1355"/>
                      </a:lnTo>
                      <a:lnTo>
                        <a:pt x="2773" y="1355"/>
                      </a:lnTo>
                      <a:lnTo>
                        <a:pt x="2773" y="693"/>
                      </a:lnTo>
                      <a:lnTo>
                        <a:pt x="3120" y="693"/>
                      </a:lnTo>
                      <a:cubicBezTo>
                        <a:pt x="3309" y="693"/>
                        <a:pt x="3466" y="536"/>
                        <a:pt x="3466" y="347"/>
                      </a:cubicBezTo>
                      <a:cubicBezTo>
                        <a:pt x="3466" y="158"/>
                        <a:pt x="3309" y="0"/>
                        <a:pt x="312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4" name="Google Shape;12469;p89">
                  <a:extLst>
                    <a:ext uri="{FF2B5EF4-FFF2-40B4-BE49-F238E27FC236}">
                      <a16:creationId xmlns:a16="http://schemas.microsoft.com/office/drawing/2014/main" id="{58777053-5600-3A2E-120B-EE5A72C71E96}"/>
                    </a:ext>
                  </a:extLst>
                </p:cNvPr>
                <p:cNvSpPr/>
                <p:nvPr/>
              </p:nvSpPr>
              <p:spPr>
                <a:xfrm>
                  <a:off x="-4538825" y="2833475"/>
                  <a:ext cx="86650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4191" extrusionOk="0">
                      <a:moveTo>
                        <a:pt x="2804" y="662"/>
                      </a:moveTo>
                      <a:lnTo>
                        <a:pt x="2804" y="3466"/>
                      </a:lnTo>
                      <a:lnTo>
                        <a:pt x="757" y="3466"/>
                      </a:lnTo>
                      <a:lnTo>
                        <a:pt x="757" y="662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3812"/>
                      </a:lnTo>
                      <a:cubicBezTo>
                        <a:pt x="0" y="4033"/>
                        <a:pt x="158" y="4190"/>
                        <a:pt x="347" y="4190"/>
                      </a:cubicBezTo>
                      <a:lnTo>
                        <a:pt x="3119" y="4190"/>
                      </a:lnTo>
                      <a:cubicBezTo>
                        <a:pt x="3308" y="4190"/>
                        <a:pt x="3466" y="4033"/>
                        <a:pt x="3466" y="3812"/>
                      </a:cubicBezTo>
                      <a:lnTo>
                        <a:pt x="3466" y="347"/>
                      </a:ln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5" name="Google Shape;12470;p89">
                  <a:extLst>
                    <a:ext uri="{FF2B5EF4-FFF2-40B4-BE49-F238E27FC236}">
                      <a16:creationId xmlns:a16="http://schemas.microsoft.com/office/drawing/2014/main" id="{FBC17679-609A-DC03-17FB-CC73E7CCF477}"/>
                    </a:ext>
                  </a:extLst>
                </p:cNvPr>
                <p:cNvSpPr/>
                <p:nvPr/>
              </p:nvSpPr>
              <p:spPr>
                <a:xfrm>
                  <a:off x="-4435650" y="290277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6" name="Google Shape;12471;p89">
                  <a:extLst>
                    <a:ext uri="{FF2B5EF4-FFF2-40B4-BE49-F238E27FC236}">
                      <a16:creationId xmlns:a16="http://schemas.microsoft.com/office/drawing/2014/main" id="{6F440B8C-F614-C982-DB0B-C5198D83DA81}"/>
                    </a:ext>
                  </a:extLst>
                </p:cNvPr>
                <p:cNvSpPr/>
                <p:nvPr/>
              </p:nvSpPr>
              <p:spPr>
                <a:xfrm>
                  <a:off x="-4435650" y="2867325"/>
                  <a:ext cx="1213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68"/>
                        <a:pt x="158" y="694"/>
                        <a:pt x="347" y="694"/>
                      </a:cubicBezTo>
                      <a:lnTo>
                        <a:pt x="4506" y="694"/>
                      </a:lnTo>
                      <a:cubicBezTo>
                        <a:pt x="4695" y="694"/>
                        <a:pt x="4852" y="536"/>
                        <a:pt x="4852" y="347"/>
                      </a:cubicBezTo>
                      <a:cubicBezTo>
                        <a:pt x="4852" y="158"/>
                        <a:pt x="4695" y="1"/>
                        <a:pt x="450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7" name="Google Shape;12472;p89">
                  <a:extLst>
                    <a:ext uri="{FF2B5EF4-FFF2-40B4-BE49-F238E27FC236}">
                      <a16:creationId xmlns:a16="http://schemas.microsoft.com/office/drawing/2014/main" id="{D29FB425-102A-9DB2-47F1-006A0316FA0E}"/>
                    </a:ext>
                  </a:extLst>
                </p:cNvPr>
                <p:cNvSpPr/>
                <p:nvPr/>
              </p:nvSpPr>
              <p:spPr>
                <a:xfrm>
                  <a:off x="-4435650" y="2833475"/>
                  <a:ext cx="12132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3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67"/>
                        <a:pt x="158" y="725"/>
                        <a:pt x="347" y="725"/>
                      </a:cubicBezTo>
                      <a:lnTo>
                        <a:pt x="4506" y="725"/>
                      </a:lnTo>
                      <a:cubicBezTo>
                        <a:pt x="4695" y="725"/>
                        <a:pt x="4852" y="567"/>
                        <a:pt x="4852" y="347"/>
                      </a:cubicBezTo>
                      <a:cubicBezTo>
                        <a:pt x="4852" y="158"/>
                        <a:pt x="4695" y="0"/>
                        <a:pt x="450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09" name="Google Shape;12485;p89">
                <a:extLst>
                  <a:ext uri="{FF2B5EF4-FFF2-40B4-BE49-F238E27FC236}">
                    <a16:creationId xmlns:a16="http://schemas.microsoft.com/office/drawing/2014/main" id="{FA955663-D422-DBAF-0C48-79115B7285D5}"/>
                  </a:ext>
                </a:extLst>
              </p:cNvPr>
              <p:cNvGrpSpPr/>
              <p:nvPr/>
            </p:nvGrpSpPr>
            <p:grpSpPr>
              <a:xfrm>
                <a:off x="9506180" y="3456108"/>
                <a:ext cx="642992" cy="639527"/>
                <a:chOff x="-2571737" y="2764550"/>
                <a:chExt cx="292225" cy="290650"/>
              </a:xfrm>
              <a:grpFill/>
            </p:grpSpPr>
            <p:sp>
              <p:nvSpPr>
                <p:cNvPr id="18040" name="Google Shape;12486;p89">
                  <a:extLst>
                    <a:ext uri="{FF2B5EF4-FFF2-40B4-BE49-F238E27FC236}">
                      <a16:creationId xmlns:a16="http://schemas.microsoft.com/office/drawing/2014/main" id="{60D4B959-9272-E25D-9C72-35AE47A17A9A}"/>
                    </a:ext>
                  </a:extLst>
                </p:cNvPr>
                <p:cNvSpPr/>
                <p:nvPr/>
              </p:nvSpPr>
              <p:spPr>
                <a:xfrm>
                  <a:off x="-2496085" y="30091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27" y="1"/>
                        <a:pt x="0" y="158"/>
                        <a:pt x="0" y="347"/>
                      </a:cubicBezTo>
                      <a:cubicBezTo>
                        <a:pt x="0" y="536"/>
                        <a:pt x="127" y="694"/>
                        <a:pt x="347" y="694"/>
                      </a:cubicBezTo>
                      <a:cubicBezTo>
                        <a:pt x="536" y="694"/>
                        <a:pt x="694" y="536"/>
                        <a:pt x="694" y="347"/>
                      </a:cubicBezTo>
                      <a:cubicBezTo>
                        <a:pt x="662" y="158"/>
                        <a:pt x="505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1" name="Google Shape;12487;p89">
                  <a:extLst>
                    <a:ext uri="{FF2B5EF4-FFF2-40B4-BE49-F238E27FC236}">
                      <a16:creationId xmlns:a16="http://schemas.microsoft.com/office/drawing/2014/main" id="{539E9D48-4215-75B5-E23B-E133CAF03E22}"/>
                    </a:ext>
                  </a:extLst>
                </p:cNvPr>
                <p:cNvSpPr/>
                <p:nvPr/>
              </p:nvSpPr>
              <p:spPr>
                <a:xfrm>
                  <a:off x="-2398548" y="2800375"/>
                  <a:ext cx="52000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0" h="4821" extrusionOk="0">
                      <a:moveTo>
                        <a:pt x="1008" y="0"/>
                      </a:moveTo>
                      <a:cubicBezTo>
                        <a:pt x="819" y="0"/>
                        <a:pt x="662" y="158"/>
                        <a:pt x="662" y="378"/>
                      </a:cubicBezTo>
                      <a:lnTo>
                        <a:pt x="662" y="757"/>
                      </a:lnTo>
                      <a:cubicBezTo>
                        <a:pt x="252" y="914"/>
                        <a:pt x="0" y="1261"/>
                        <a:pt x="0" y="1733"/>
                      </a:cubicBezTo>
                      <a:cubicBezTo>
                        <a:pt x="0" y="2300"/>
                        <a:pt x="473" y="2773"/>
                        <a:pt x="1008" y="2773"/>
                      </a:cubicBezTo>
                      <a:cubicBezTo>
                        <a:pt x="1323" y="2773"/>
                        <a:pt x="1481" y="3119"/>
                        <a:pt x="1260" y="3371"/>
                      </a:cubicBezTo>
                      <a:cubicBezTo>
                        <a:pt x="1197" y="3419"/>
                        <a:pt x="1103" y="3442"/>
                        <a:pt x="1012" y="3442"/>
                      </a:cubicBezTo>
                      <a:cubicBezTo>
                        <a:pt x="922" y="3442"/>
                        <a:pt x="835" y="3419"/>
                        <a:pt x="788" y="3371"/>
                      </a:cubicBezTo>
                      <a:cubicBezTo>
                        <a:pt x="725" y="3308"/>
                        <a:pt x="630" y="3277"/>
                        <a:pt x="540" y="3277"/>
                      </a:cubicBezTo>
                      <a:cubicBezTo>
                        <a:pt x="449" y="3277"/>
                        <a:pt x="362" y="3308"/>
                        <a:pt x="315" y="3371"/>
                      </a:cubicBezTo>
                      <a:cubicBezTo>
                        <a:pt x="189" y="3466"/>
                        <a:pt x="189" y="3718"/>
                        <a:pt x="315" y="3844"/>
                      </a:cubicBezTo>
                      <a:cubicBezTo>
                        <a:pt x="410" y="3939"/>
                        <a:pt x="536" y="4033"/>
                        <a:pt x="693" y="4065"/>
                      </a:cubicBezTo>
                      <a:lnTo>
                        <a:pt x="693" y="4474"/>
                      </a:lnTo>
                      <a:cubicBezTo>
                        <a:pt x="693" y="4663"/>
                        <a:pt x="851" y="4821"/>
                        <a:pt x="1040" y="4821"/>
                      </a:cubicBezTo>
                      <a:cubicBezTo>
                        <a:pt x="1260" y="4821"/>
                        <a:pt x="1418" y="4663"/>
                        <a:pt x="1418" y="4474"/>
                      </a:cubicBezTo>
                      <a:lnTo>
                        <a:pt x="1418" y="4065"/>
                      </a:lnTo>
                      <a:cubicBezTo>
                        <a:pt x="1796" y="3907"/>
                        <a:pt x="2079" y="3560"/>
                        <a:pt x="2079" y="3088"/>
                      </a:cubicBezTo>
                      <a:cubicBezTo>
                        <a:pt x="2079" y="2521"/>
                        <a:pt x="1607" y="2048"/>
                        <a:pt x="1040" y="2048"/>
                      </a:cubicBezTo>
                      <a:cubicBezTo>
                        <a:pt x="851" y="2048"/>
                        <a:pt x="693" y="1891"/>
                        <a:pt x="693" y="1702"/>
                      </a:cubicBezTo>
                      <a:cubicBezTo>
                        <a:pt x="693" y="1495"/>
                        <a:pt x="842" y="1356"/>
                        <a:pt x="1016" y="1356"/>
                      </a:cubicBezTo>
                      <a:cubicBezTo>
                        <a:pt x="1107" y="1356"/>
                        <a:pt x="1205" y="1394"/>
                        <a:pt x="1292" y="1481"/>
                      </a:cubicBezTo>
                      <a:cubicBezTo>
                        <a:pt x="1355" y="1528"/>
                        <a:pt x="1441" y="1552"/>
                        <a:pt x="1528" y="1552"/>
                      </a:cubicBezTo>
                      <a:cubicBezTo>
                        <a:pt x="1615" y="1552"/>
                        <a:pt x="1701" y="1528"/>
                        <a:pt x="1764" y="1481"/>
                      </a:cubicBezTo>
                      <a:cubicBezTo>
                        <a:pt x="1859" y="1355"/>
                        <a:pt x="1859" y="1103"/>
                        <a:pt x="1764" y="1009"/>
                      </a:cubicBezTo>
                      <a:cubicBezTo>
                        <a:pt x="1638" y="883"/>
                        <a:pt x="1512" y="788"/>
                        <a:pt x="1355" y="757"/>
                      </a:cubicBezTo>
                      <a:lnTo>
                        <a:pt x="1355" y="378"/>
                      </a:lnTo>
                      <a:cubicBezTo>
                        <a:pt x="1355" y="158"/>
                        <a:pt x="1197" y="0"/>
                        <a:pt x="10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42" name="Google Shape;12488;p89">
                  <a:extLst>
                    <a:ext uri="{FF2B5EF4-FFF2-40B4-BE49-F238E27FC236}">
                      <a16:creationId xmlns:a16="http://schemas.microsoft.com/office/drawing/2014/main" id="{1D1EB8A5-30D3-344C-7C04-DF53DF5EA338}"/>
                    </a:ext>
                  </a:extLst>
                </p:cNvPr>
                <p:cNvSpPr/>
                <p:nvPr/>
              </p:nvSpPr>
              <p:spPr>
                <a:xfrm>
                  <a:off x="-2571737" y="2764550"/>
                  <a:ext cx="292225" cy="290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26" extrusionOk="0">
                      <a:moveTo>
                        <a:pt x="5009" y="1355"/>
                      </a:moveTo>
                      <a:cubicBezTo>
                        <a:pt x="4789" y="1576"/>
                        <a:pt x="4694" y="1796"/>
                        <a:pt x="4537" y="2049"/>
                      </a:cubicBezTo>
                      <a:lnTo>
                        <a:pt x="662" y="2049"/>
                      </a:lnTo>
                      <a:lnTo>
                        <a:pt x="662" y="1670"/>
                      </a:lnTo>
                      <a:cubicBezTo>
                        <a:pt x="662" y="1513"/>
                        <a:pt x="819" y="1355"/>
                        <a:pt x="1008" y="1355"/>
                      </a:cubicBezTo>
                      <a:close/>
                      <a:moveTo>
                        <a:pt x="7908" y="694"/>
                      </a:moveTo>
                      <a:cubicBezTo>
                        <a:pt x="9609" y="694"/>
                        <a:pt x="10995" y="2080"/>
                        <a:pt x="10995" y="3781"/>
                      </a:cubicBezTo>
                      <a:cubicBezTo>
                        <a:pt x="10995" y="5451"/>
                        <a:pt x="9609" y="6837"/>
                        <a:pt x="7908" y="6837"/>
                      </a:cubicBezTo>
                      <a:cubicBezTo>
                        <a:pt x="7309" y="6837"/>
                        <a:pt x="6679" y="6680"/>
                        <a:pt x="6206" y="6365"/>
                      </a:cubicBezTo>
                      <a:cubicBezTo>
                        <a:pt x="6162" y="6342"/>
                        <a:pt x="6086" y="6320"/>
                        <a:pt x="6023" y="6320"/>
                      </a:cubicBezTo>
                      <a:cubicBezTo>
                        <a:pt x="5997" y="6320"/>
                        <a:pt x="5973" y="6324"/>
                        <a:pt x="5954" y="6333"/>
                      </a:cubicBezTo>
                      <a:cubicBezTo>
                        <a:pt x="5671" y="6396"/>
                        <a:pt x="5324" y="6522"/>
                        <a:pt x="5009" y="6648"/>
                      </a:cubicBezTo>
                      <a:lnTo>
                        <a:pt x="5324" y="5703"/>
                      </a:lnTo>
                      <a:cubicBezTo>
                        <a:pt x="5356" y="5609"/>
                        <a:pt x="5324" y="5514"/>
                        <a:pt x="5261" y="5420"/>
                      </a:cubicBezTo>
                      <a:cubicBezTo>
                        <a:pt x="4946" y="4947"/>
                        <a:pt x="4789" y="4348"/>
                        <a:pt x="4789" y="3781"/>
                      </a:cubicBezTo>
                      <a:cubicBezTo>
                        <a:pt x="4789" y="2080"/>
                        <a:pt x="6238" y="694"/>
                        <a:pt x="7908" y="694"/>
                      </a:cubicBezTo>
                      <a:close/>
                      <a:moveTo>
                        <a:pt x="4253" y="2710"/>
                      </a:moveTo>
                      <a:cubicBezTo>
                        <a:pt x="4190" y="3025"/>
                        <a:pt x="4096" y="3372"/>
                        <a:pt x="4096" y="3718"/>
                      </a:cubicBezTo>
                      <a:cubicBezTo>
                        <a:pt x="4096" y="4411"/>
                        <a:pt x="4253" y="5041"/>
                        <a:pt x="4600" y="5609"/>
                      </a:cubicBezTo>
                      <a:lnTo>
                        <a:pt x="4127" y="7089"/>
                      </a:lnTo>
                      <a:cubicBezTo>
                        <a:pt x="4096" y="7184"/>
                        <a:pt x="4127" y="7341"/>
                        <a:pt x="4222" y="7436"/>
                      </a:cubicBezTo>
                      <a:cubicBezTo>
                        <a:pt x="4266" y="7480"/>
                        <a:pt x="4358" y="7525"/>
                        <a:pt x="4453" y="7525"/>
                      </a:cubicBezTo>
                      <a:cubicBezTo>
                        <a:pt x="4492" y="7525"/>
                        <a:pt x="4531" y="7517"/>
                        <a:pt x="4568" y="7499"/>
                      </a:cubicBezTo>
                      <a:cubicBezTo>
                        <a:pt x="4568" y="7499"/>
                        <a:pt x="5387" y="7247"/>
                        <a:pt x="6017" y="7026"/>
                      </a:cubicBezTo>
                      <a:cubicBezTo>
                        <a:pt x="6080" y="7089"/>
                        <a:pt x="6143" y="7089"/>
                        <a:pt x="6175" y="7121"/>
                      </a:cubicBezTo>
                      <a:lnTo>
                        <a:pt x="6175" y="8223"/>
                      </a:lnTo>
                      <a:lnTo>
                        <a:pt x="662" y="8223"/>
                      </a:lnTo>
                      <a:lnTo>
                        <a:pt x="662" y="2710"/>
                      </a:lnTo>
                      <a:close/>
                      <a:moveTo>
                        <a:pt x="6112" y="8885"/>
                      </a:moveTo>
                      <a:lnTo>
                        <a:pt x="6112" y="10618"/>
                      </a:lnTo>
                      <a:cubicBezTo>
                        <a:pt x="6143" y="10807"/>
                        <a:pt x="5986" y="10964"/>
                        <a:pt x="5797" y="10964"/>
                      </a:cubicBezTo>
                      <a:lnTo>
                        <a:pt x="977" y="10964"/>
                      </a:lnTo>
                      <a:cubicBezTo>
                        <a:pt x="788" y="10964"/>
                        <a:pt x="630" y="10807"/>
                        <a:pt x="630" y="10618"/>
                      </a:cubicBezTo>
                      <a:lnTo>
                        <a:pt x="630" y="8885"/>
                      </a:lnTo>
                      <a:close/>
                      <a:moveTo>
                        <a:pt x="7908" y="1"/>
                      </a:moveTo>
                      <a:cubicBezTo>
                        <a:pt x="7120" y="1"/>
                        <a:pt x="6364" y="221"/>
                        <a:pt x="5734" y="662"/>
                      </a:cubicBezTo>
                      <a:lnTo>
                        <a:pt x="1008" y="662"/>
                      </a:lnTo>
                      <a:cubicBezTo>
                        <a:pt x="473" y="662"/>
                        <a:pt x="0" y="1135"/>
                        <a:pt x="0" y="1670"/>
                      </a:cubicBezTo>
                      <a:lnTo>
                        <a:pt x="0" y="10618"/>
                      </a:lnTo>
                      <a:cubicBezTo>
                        <a:pt x="0" y="11153"/>
                        <a:pt x="473" y="11626"/>
                        <a:pt x="1008" y="11626"/>
                      </a:cubicBezTo>
                      <a:lnTo>
                        <a:pt x="5828" y="11626"/>
                      </a:lnTo>
                      <a:cubicBezTo>
                        <a:pt x="6364" y="11626"/>
                        <a:pt x="6837" y="11153"/>
                        <a:pt x="6837" y="10618"/>
                      </a:cubicBezTo>
                      <a:lnTo>
                        <a:pt x="6837" y="7341"/>
                      </a:lnTo>
                      <a:cubicBezTo>
                        <a:pt x="7215" y="7436"/>
                        <a:pt x="7561" y="7499"/>
                        <a:pt x="7908" y="7499"/>
                      </a:cubicBezTo>
                      <a:cubicBezTo>
                        <a:pt x="9987" y="7499"/>
                        <a:pt x="11688" y="5798"/>
                        <a:pt x="11688" y="3718"/>
                      </a:cubicBezTo>
                      <a:cubicBezTo>
                        <a:pt x="11657" y="1670"/>
                        <a:pt x="9956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0" name="Google Shape;12498;p89">
                <a:extLst>
                  <a:ext uri="{FF2B5EF4-FFF2-40B4-BE49-F238E27FC236}">
                    <a16:creationId xmlns:a16="http://schemas.microsoft.com/office/drawing/2014/main" id="{AFCD1A12-D626-50C1-528E-795ECDB2B04F}"/>
                  </a:ext>
                </a:extLst>
              </p:cNvPr>
              <p:cNvGrpSpPr/>
              <p:nvPr/>
            </p:nvGrpSpPr>
            <p:grpSpPr>
              <a:xfrm>
                <a:off x="2088889" y="3454375"/>
                <a:ext cx="606578" cy="642992"/>
                <a:chOff x="-5995925" y="2757850"/>
                <a:chExt cx="275675" cy="292225"/>
              </a:xfrm>
              <a:grpFill/>
            </p:grpSpPr>
            <p:sp>
              <p:nvSpPr>
                <p:cNvPr id="18031" name="Google Shape;12499;p89">
                  <a:extLst>
                    <a:ext uri="{FF2B5EF4-FFF2-40B4-BE49-F238E27FC236}">
                      <a16:creationId xmlns:a16="http://schemas.microsoft.com/office/drawing/2014/main" id="{3792EEF3-2849-B1C6-51E4-CCEB3E68A020}"/>
                    </a:ext>
                  </a:extLst>
                </p:cNvPr>
                <p:cNvSpPr/>
                <p:nvPr/>
              </p:nvSpPr>
              <p:spPr>
                <a:xfrm>
                  <a:off x="-5995925" y="2757850"/>
                  <a:ext cx="2756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27" h="11689" extrusionOk="0">
                      <a:moveTo>
                        <a:pt x="9924" y="1324"/>
                      </a:moveTo>
                      <a:cubicBezTo>
                        <a:pt x="10113" y="1324"/>
                        <a:pt x="10271" y="1481"/>
                        <a:pt x="10271" y="1702"/>
                      </a:cubicBezTo>
                      <a:lnTo>
                        <a:pt x="10271" y="9263"/>
                      </a:lnTo>
                      <a:lnTo>
                        <a:pt x="10302" y="9263"/>
                      </a:lnTo>
                      <a:cubicBezTo>
                        <a:pt x="10302" y="9452"/>
                        <a:pt x="10145" y="9610"/>
                        <a:pt x="9956" y="9610"/>
                      </a:cubicBezTo>
                      <a:lnTo>
                        <a:pt x="9609" y="9610"/>
                      </a:lnTo>
                      <a:lnTo>
                        <a:pt x="9609" y="8570"/>
                      </a:lnTo>
                      <a:cubicBezTo>
                        <a:pt x="9609" y="8381"/>
                        <a:pt x="9452" y="8223"/>
                        <a:pt x="9263" y="8223"/>
                      </a:cubicBezTo>
                      <a:lnTo>
                        <a:pt x="4442" y="8223"/>
                      </a:lnTo>
                      <a:cubicBezTo>
                        <a:pt x="4253" y="8223"/>
                        <a:pt x="4096" y="8381"/>
                        <a:pt x="4096" y="8570"/>
                      </a:cubicBezTo>
                      <a:lnTo>
                        <a:pt x="4096" y="9610"/>
                      </a:lnTo>
                      <a:lnTo>
                        <a:pt x="3434" y="9610"/>
                      </a:lnTo>
                      <a:lnTo>
                        <a:pt x="3434" y="1324"/>
                      </a:lnTo>
                      <a:close/>
                      <a:moveTo>
                        <a:pt x="2426" y="631"/>
                      </a:moveTo>
                      <a:cubicBezTo>
                        <a:pt x="2647" y="631"/>
                        <a:pt x="2804" y="788"/>
                        <a:pt x="2804" y="977"/>
                      </a:cubicBezTo>
                      <a:lnTo>
                        <a:pt x="2804" y="9925"/>
                      </a:lnTo>
                      <a:cubicBezTo>
                        <a:pt x="2804" y="10114"/>
                        <a:pt x="2647" y="10271"/>
                        <a:pt x="2426" y="10271"/>
                      </a:cubicBezTo>
                      <a:lnTo>
                        <a:pt x="1071" y="10271"/>
                      </a:lnTo>
                      <a:cubicBezTo>
                        <a:pt x="851" y="10271"/>
                        <a:pt x="693" y="10114"/>
                        <a:pt x="693" y="9925"/>
                      </a:cubicBezTo>
                      <a:lnTo>
                        <a:pt x="693" y="977"/>
                      </a:lnTo>
                      <a:cubicBezTo>
                        <a:pt x="693" y="788"/>
                        <a:pt x="851" y="631"/>
                        <a:pt x="1071" y="631"/>
                      </a:cubicBezTo>
                      <a:close/>
                      <a:moveTo>
                        <a:pt x="8948" y="8948"/>
                      </a:moveTo>
                      <a:lnTo>
                        <a:pt x="8948" y="10996"/>
                      </a:lnTo>
                      <a:lnTo>
                        <a:pt x="4852" y="10996"/>
                      </a:lnTo>
                      <a:lnTo>
                        <a:pt x="4852" y="8948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956"/>
                      </a:lnTo>
                      <a:cubicBezTo>
                        <a:pt x="0" y="10523"/>
                        <a:pt x="473" y="10996"/>
                        <a:pt x="1008" y="10996"/>
                      </a:cubicBezTo>
                      <a:lnTo>
                        <a:pt x="2395" y="10996"/>
                      </a:lnTo>
                      <a:cubicBezTo>
                        <a:pt x="2836" y="10996"/>
                        <a:pt x="3214" y="10712"/>
                        <a:pt x="3371" y="10303"/>
                      </a:cubicBezTo>
                      <a:lnTo>
                        <a:pt x="4127" y="10303"/>
                      </a:lnTo>
                      <a:lnTo>
                        <a:pt x="4127" y="11342"/>
                      </a:lnTo>
                      <a:cubicBezTo>
                        <a:pt x="4127" y="11531"/>
                        <a:pt x="4285" y="11689"/>
                        <a:pt x="4474" y="11689"/>
                      </a:cubicBezTo>
                      <a:lnTo>
                        <a:pt x="9294" y="11689"/>
                      </a:lnTo>
                      <a:cubicBezTo>
                        <a:pt x="9483" y="11689"/>
                        <a:pt x="9641" y="11531"/>
                        <a:pt x="9641" y="11342"/>
                      </a:cubicBezTo>
                      <a:lnTo>
                        <a:pt x="9641" y="10271"/>
                      </a:lnTo>
                      <a:lnTo>
                        <a:pt x="9987" y="10271"/>
                      </a:lnTo>
                      <a:cubicBezTo>
                        <a:pt x="10554" y="10271"/>
                        <a:pt x="11027" y="9799"/>
                        <a:pt x="11027" y="9263"/>
                      </a:cubicBezTo>
                      <a:lnTo>
                        <a:pt x="11027" y="1702"/>
                      </a:lnTo>
                      <a:cubicBezTo>
                        <a:pt x="10995" y="1103"/>
                        <a:pt x="10554" y="662"/>
                        <a:pt x="9956" y="662"/>
                      </a:cubicBezTo>
                      <a:lnTo>
                        <a:pt x="3371" y="662"/>
                      </a:lnTo>
                      <a:cubicBezTo>
                        <a:pt x="3214" y="284"/>
                        <a:pt x="2867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2" name="Google Shape;12500;p89">
                  <a:extLst>
                    <a:ext uri="{FF2B5EF4-FFF2-40B4-BE49-F238E27FC236}">
                      <a16:creationId xmlns:a16="http://schemas.microsoft.com/office/drawing/2014/main" id="{CD8D84CF-462D-0188-E38C-B86686965D81}"/>
                    </a:ext>
                  </a:extLst>
                </p:cNvPr>
                <p:cNvSpPr/>
                <p:nvPr/>
              </p:nvSpPr>
              <p:spPr>
                <a:xfrm>
                  <a:off x="-5892750" y="2808250"/>
                  <a:ext cx="137850" cy="69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4" h="2774" extrusionOk="0">
                      <a:moveTo>
                        <a:pt x="4821" y="694"/>
                      </a:moveTo>
                      <a:lnTo>
                        <a:pt x="4821" y="2112"/>
                      </a:lnTo>
                      <a:lnTo>
                        <a:pt x="725" y="2112"/>
                      </a:lnTo>
                      <a:lnTo>
                        <a:pt x="725" y="694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8"/>
                      </a:cubicBezTo>
                      <a:lnTo>
                        <a:pt x="0" y="2427"/>
                      </a:lnTo>
                      <a:cubicBezTo>
                        <a:pt x="0" y="2616"/>
                        <a:pt x="158" y="2773"/>
                        <a:pt x="347" y="2773"/>
                      </a:cubicBezTo>
                      <a:lnTo>
                        <a:pt x="5167" y="2773"/>
                      </a:lnTo>
                      <a:cubicBezTo>
                        <a:pt x="5356" y="2773"/>
                        <a:pt x="5514" y="2616"/>
                        <a:pt x="5514" y="2427"/>
                      </a:cubicBezTo>
                      <a:lnTo>
                        <a:pt x="5514" y="348"/>
                      </a:lnTo>
                      <a:cubicBezTo>
                        <a:pt x="5514" y="158"/>
                        <a:pt x="5356" y="1"/>
                        <a:pt x="516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3" name="Google Shape;12501;p89">
                  <a:extLst>
                    <a:ext uri="{FF2B5EF4-FFF2-40B4-BE49-F238E27FC236}">
                      <a16:creationId xmlns:a16="http://schemas.microsoft.com/office/drawing/2014/main" id="{909693CD-86AA-98EB-279C-8F91C672EE31}"/>
                    </a:ext>
                  </a:extLst>
                </p:cNvPr>
                <p:cNvSpPr/>
                <p:nvPr/>
              </p:nvSpPr>
              <p:spPr>
                <a:xfrm>
                  <a:off x="-5891975" y="2895675"/>
                  <a:ext cx="34700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1" y="694"/>
                      </a:lnTo>
                      <a:cubicBezTo>
                        <a:pt x="1230" y="694"/>
                        <a:pt x="1387" y="537"/>
                        <a:pt x="1387" y="348"/>
                      </a:cubicBezTo>
                      <a:cubicBezTo>
                        <a:pt x="1356" y="127"/>
                        <a:pt x="1198" y="1"/>
                        <a:pt x="104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4" name="Google Shape;12502;p89">
                  <a:extLst>
                    <a:ext uri="{FF2B5EF4-FFF2-40B4-BE49-F238E27FC236}">
                      <a16:creationId xmlns:a16="http://schemas.microsoft.com/office/drawing/2014/main" id="{F4D0850F-0F60-DFAB-4AF4-A1EE3208ABF5}"/>
                    </a:ext>
                  </a:extLst>
                </p:cNvPr>
                <p:cNvSpPr/>
                <p:nvPr/>
              </p:nvSpPr>
              <p:spPr>
                <a:xfrm>
                  <a:off x="-5891975" y="2928775"/>
                  <a:ext cx="3470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8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1" y="725"/>
                      </a:lnTo>
                      <a:cubicBezTo>
                        <a:pt x="1230" y="725"/>
                        <a:pt x="1387" y="567"/>
                        <a:pt x="1387" y="378"/>
                      </a:cubicBezTo>
                      <a:cubicBezTo>
                        <a:pt x="1356" y="158"/>
                        <a:pt x="1198" y="0"/>
                        <a:pt x="104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5" name="Google Shape;12503;p89">
                  <a:extLst>
                    <a:ext uri="{FF2B5EF4-FFF2-40B4-BE49-F238E27FC236}">
                      <a16:creationId xmlns:a16="http://schemas.microsoft.com/office/drawing/2014/main" id="{B3E39510-F5A5-EE71-8894-6299105B0920}"/>
                    </a:ext>
                  </a:extLst>
                </p:cNvPr>
                <p:cNvSpPr/>
                <p:nvPr/>
              </p:nvSpPr>
              <p:spPr>
                <a:xfrm>
                  <a:off x="-58407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6" name="Google Shape;12504;p89">
                  <a:extLst>
                    <a:ext uri="{FF2B5EF4-FFF2-40B4-BE49-F238E27FC236}">
                      <a16:creationId xmlns:a16="http://schemas.microsoft.com/office/drawing/2014/main" id="{29EB52F9-D6B8-4868-5191-EEF30E6FE417}"/>
                    </a:ext>
                  </a:extLst>
                </p:cNvPr>
                <p:cNvSpPr/>
                <p:nvPr/>
              </p:nvSpPr>
              <p:spPr>
                <a:xfrm>
                  <a:off x="-58407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7" name="Google Shape;12505;p89">
                  <a:extLst>
                    <a:ext uri="{FF2B5EF4-FFF2-40B4-BE49-F238E27FC236}">
                      <a16:creationId xmlns:a16="http://schemas.microsoft.com/office/drawing/2014/main" id="{5A44455B-D8C5-E459-65DD-C7DB9A3086FC}"/>
                    </a:ext>
                  </a:extLst>
                </p:cNvPr>
                <p:cNvSpPr/>
                <p:nvPr/>
              </p:nvSpPr>
              <p:spPr>
                <a:xfrm>
                  <a:off x="-5789575" y="2895675"/>
                  <a:ext cx="346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695" extrusionOk="0">
                      <a:moveTo>
                        <a:pt x="379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79" y="694"/>
                      </a:cubicBezTo>
                      <a:lnTo>
                        <a:pt x="1040" y="694"/>
                      </a:lnTo>
                      <a:cubicBezTo>
                        <a:pt x="1229" y="694"/>
                        <a:pt x="1387" y="537"/>
                        <a:pt x="1387" y="348"/>
                      </a:cubicBezTo>
                      <a:cubicBezTo>
                        <a:pt x="1387" y="127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8" name="Google Shape;12506;p89">
                  <a:extLst>
                    <a:ext uri="{FF2B5EF4-FFF2-40B4-BE49-F238E27FC236}">
                      <a16:creationId xmlns:a16="http://schemas.microsoft.com/office/drawing/2014/main" id="{C1936708-2D20-2659-A105-E74DC17EF46F}"/>
                    </a:ext>
                  </a:extLst>
                </p:cNvPr>
                <p:cNvSpPr/>
                <p:nvPr/>
              </p:nvSpPr>
              <p:spPr>
                <a:xfrm>
                  <a:off x="-5789575" y="2928775"/>
                  <a:ext cx="3467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5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79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7" y="567"/>
                        <a:pt x="1387" y="378"/>
                      </a:cubicBezTo>
                      <a:cubicBezTo>
                        <a:pt x="1387" y="158"/>
                        <a:pt x="1229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9" name="Google Shape;12507;p89">
                  <a:extLst>
                    <a:ext uri="{FF2B5EF4-FFF2-40B4-BE49-F238E27FC236}">
                      <a16:creationId xmlns:a16="http://schemas.microsoft.com/office/drawing/2014/main" id="{E05FB2D4-AEC3-5DBD-64AC-CF59865DABCC}"/>
                    </a:ext>
                  </a:extLst>
                </p:cNvPr>
                <p:cNvSpPr/>
                <p:nvPr/>
              </p:nvSpPr>
              <p:spPr>
                <a:xfrm>
                  <a:off x="-5858100" y="2998075"/>
                  <a:ext cx="685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2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584" y="694"/>
                        <a:pt x="2742" y="536"/>
                        <a:pt x="2742" y="347"/>
                      </a:cubicBezTo>
                      <a:cubicBezTo>
                        <a:pt x="2742" y="158"/>
                        <a:pt x="2584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1" name="Google Shape;12515;p89">
                <a:extLst>
                  <a:ext uri="{FF2B5EF4-FFF2-40B4-BE49-F238E27FC236}">
                    <a16:creationId xmlns:a16="http://schemas.microsoft.com/office/drawing/2014/main" id="{1C444CAD-E63B-C194-63DE-DC0AAB211E2F}"/>
                  </a:ext>
                </a:extLst>
              </p:cNvPr>
              <p:cNvGrpSpPr/>
              <p:nvPr/>
            </p:nvGrpSpPr>
            <p:grpSpPr>
              <a:xfrm>
                <a:off x="6192681" y="3474318"/>
                <a:ext cx="641288" cy="603112"/>
                <a:chOff x="-4211975" y="2783850"/>
                <a:chExt cx="291450" cy="274100"/>
              </a:xfrm>
              <a:grpFill/>
            </p:grpSpPr>
            <p:sp>
              <p:nvSpPr>
                <p:cNvPr id="18028" name="Google Shape;12516;p89">
                  <a:extLst>
                    <a:ext uri="{FF2B5EF4-FFF2-40B4-BE49-F238E27FC236}">
                      <a16:creationId xmlns:a16="http://schemas.microsoft.com/office/drawing/2014/main" id="{69B44957-36EC-DD9C-283E-67A1B4588940}"/>
                    </a:ext>
                  </a:extLst>
                </p:cNvPr>
                <p:cNvSpPr/>
                <p:nvPr/>
              </p:nvSpPr>
              <p:spPr>
                <a:xfrm>
                  <a:off x="-4211975" y="2937125"/>
                  <a:ext cx="291450" cy="120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4833" extrusionOk="0">
                      <a:moveTo>
                        <a:pt x="978" y="706"/>
                      </a:moveTo>
                      <a:cubicBezTo>
                        <a:pt x="1167" y="706"/>
                        <a:pt x="1324" y="863"/>
                        <a:pt x="1324" y="1052"/>
                      </a:cubicBezTo>
                      <a:lnTo>
                        <a:pt x="1324" y="3762"/>
                      </a:lnTo>
                      <a:cubicBezTo>
                        <a:pt x="1324" y="3982"/>
                        <a:pt x="1167" y="4140"/>
                        <a:pt x="978" y="4140"/>
                      </a:cubicBezTo>
                      <a:lnTo>
                        <a:pt x="631" y="4140"/>
                      </a:lnTo>
                      <a:lnTo>
                        <a:pt x="631" y="706"/>
                      </a:lnTo>
                      <a:close/>
                      <a:moveTo>
                        <a:pt x="3866" y="717"/>
                      </a:moveTo>
                      <a:cubicBezTo>
                        <a:pt x="4374" y="717"/>
                        <a:pt x="4886" y="859"/>
                        <a:pt x="5325" y="1147"/>
                      </a:cubicBezTo>
                      <a:cubicBezTo>
                        <a:pt x="5672" y="1367"/>
                        <a:pt x="5703" y="1399"/>
                        <a:pt x="5829" y="1399"/>
                      </a:cubicBezTo>
                      <a:lnTo>
                        <a:pt x="7247" y="1399"/>
                      </a:lnTo>
                      <a:cubicBezTo>
                        <a:pt x="7436" y="1399"/>
                        <a:pt x="7594" y="1556"/>
                        <a:pt x="7594" y="1777"/>
                      </a:cubicBezTo>
                      <a:cubicBezTo>
                        <a:pt x="7594" y="1966"/>
                        <a:pt x="7436" y="2124"/>
                        <a:pt x="7247" y="2124"/>
                      </a:cubicBezTo>
                      <a:lnTo>
                        <a:pt x="4758" y="2124"/>
                      </a:lnTo>
                      <a:cubicBezTo>
                        <a:pt x="4380" y="2124"/>
                        <a:pt x="4034" y="2344"/>
                        <a:pt x="3845" y="2659"/>
                      </a:cubicBezTo>
                      <a:cubicBezTo>
                        <a:pt x="3782" y="2817"/>
                        <a:pt x="3845" y="3069"/>
                        <a:pt x="4002" y="3132"/>
                      </a:cubicBezTo>
                      <a:cubicBezTo>
                        <a:pt x="4045" y="3158"/>
                        <a:pt x="4096" y="3169"/>
                        <a:pt x="4148" y="3169"/>
                      </a:cubicBezTo>
                      <a:cubicBezTo>
                        <a:pt x="4284" y="3169"/>
                        <a:pt x="4429" y="3088"/>
                        <a:pt x="4475" y="2974"/>
                      </a:cubicBezTo>
                      <a:cubicBezTo>
                        <a:pt x="4538" y="2848"/>
                        <a:pt x="4632" y="2785"/>
                        <a:pt x="4790" y="2785"/>
                      </a:cubicBezTo>
                      <a:lnTo>
                        <a:pt x="7562" y="2785"/>
                      </a:lnTo>
                      <a:cubicBezTo>
                        <a:pt x="7783" y="2785"/>
                        <a:pt x="8003" y="2722"/>
                        <a:pt x="8192" y="2596"/>
                      </a:cubicBezTo>
                      <a:lnTo>
                        <a:pt x="10555" y="769"/>
                      </a:lnTo>
                      <a:cubicBezTo>
                        <a:pt x="10603" y="747"/>
                        <a:pt x="10649" y="737"/>
                        <a:pt x="10693" y="737"/>
                      </a:cubicBezTo>
                      <a:cubicBezTo>
                        <a:pt x="10969" y="737"/>
                        <a:pt x="11146" y="1123"/>
                        <a:pt x="10902" y="1367"/>
                      </a:cubicBezTo>
                      <a:cubicBezTo>
                        <a:pt x="10844" y="1406"/>
                        <a:pt x="10817" y="1419"/>
                        <a:pt x="10805" y="1419"/>
                      </a:cubicBezTo>
                      <a:cubicBezTo>
                        <a:pt x="10780" y="1419"/>
                        <a:pt x="10836" y="1354"/>
                        <a:pt x="10826" y="1354"/>
                      </a:cubicBezTo>
                      <a:cubicBezTo>
                        <a:pt x="10804" y="1354"/>
                        <a:pt x="10447" y="1686"/>
                        <a:pt x="8066" y="3856"/>
                      </a:cubicBezTo>
                      <a:cubicBezTo>
                        <a:pt x="7877" y="4014"/>
                        <a:pt x="7625" y="4140"/>
                        <a:pt x="7373" y="4140"/>
                      </a:cubicBezTo>
                      <a:lnTo>
                        <a:pt x="3435" y="4140"/>
                      </a:lnTo>
                      <a:cubicBezTo>
                        <a:pt x="2962" y="4140"/>
                        <a:pt x="2490" y="4014"/>
                        <a:pt x="2049" y="3825"/>
                      </a:cubicBezTo>
                      <a:lnTo>
                        <a:pt x="2049" y="1399"/>
                      </a:lnTo>
                      <a:lnTo>
                        <a:pt x="2332" y="1210"/>
                      </a:lnTo>
                      <a:cubicBezTo>
                        <a:pt x="2774" y="883"/>
                        <a:pt x="3318" y="717"/>
                        <a:pt x="3866" y="717"/>
                      </a:cubicBezTo>
                      <a:close/>
                      <a:moveTo>
                        <a:pt x="3817" y="0"/>
                      </a:moveTo>
                      <a:cubicBezTo>
                        <a:pt x="3151" y="0"/>
                        <a:pt x="2491" y="205"/>
                        <a:pt x="1923" y="611"/>
                      </a:cubicBezTo>
                      <a:cubicBezTo>
                        <a:pt x="1765" y="265"/>
                        <a:pt x="1419" y="13"/>
                        <a:pt x="1009" y="13"/>
                      </a:cubicBezTo>
                      <a:lnTo>
                        <a:pt x="348" y="13"/>
                      </a:lnTo>
                      <a:cubicBezTo>
                        <a:pt x="159" y="13"/>
                        <a:pt x="1" y="170"/>
                        <a:pt x="1" y="391"/>
                      </a:cubicBezTo>
                      <a:lnTo>
                        <a:pt x="1" y="4486"/>
                      </a:lnTo>
                      <a:cubicBezTo>
                        <a:pt x="1" y="4675"/>
                        <a:pt x="159" y="4833"/>
                        <a:pt x="348" y="4833"/>
                      </a:cubicBezTo>
                      <a:lnTo>
                        <a:pt x="1009" y="4833"/>
                      </a:lnTo>
                      <a:cubicBezTo>
                        <a:pt x="1324" y="4833"/>
                        <a:pt x="1608" y="4675"/>
                        <a:pt x="1797" y="4486"/>
                      </a:cubicBezTo>
                      <a:cubicBezTo>
                        <a:pt x="2332" y="4707"/>
                        <a:pt x="2868" y="4833"/>
                        <a:pt x="3435" y="4833"/>
                      </a:cubicBezTo>
                      <a:lnTo>
                        <a:pt x="7373" y="4833"/>
                      </a:lnTo>
                      <a:cubicBezTo>
                        <a:pt x="7783" y="4833"/>
                        <a:pt x="8192" y="4675"/>
                        <a:pt x="8507" y="4392"/>
                      </a:cubicBezTo>
                      <a:cubicBezTo>
                        <a:pt x="8539" y="4392"/>
                        <a:pt x="11217" y="1903"/>
                        <a:pt x="11248" y="1872"/>
                      </a:cubicBezTo>
                      <a:cubicBezTo>
                        <a:pt x="11406" y="1809"/>
                        <a:pt x="11658" y="1493"/>
                        <a:pt x="11658" y="1084"/>
                      </a:cubicBezTo>
                      <a:cubicBezTo>
                        <a:pt x="11658" y="454"/>
                        <a:pt x="11185" y="44"/>
                        <a:pt x="10618" y="44"/>
                      </a:cubicBezTo>
                      <a:cubicBezTo>
                        <a:pt x="10303" y="44"/>
                        <a:pt x="10051" y="202"/>
                        <a:pt x="9925" y="296"/>
                      </a:cubicBezTo>
                      <a:lnTo>
                        <a:pt x="8192" y="1619"/>
                      </a:lnTo>
                      <a:cubicBezTo>
                        <a:pt x="8098" y="1084"/>
                        <a:pt x="7688" y="706"/>
                        <a:pt x="7153" y="706"/>
                      </a:cubicBezTo>
                      <a:lnTo>
                        <a:pt x="5861" y="706"/>
                      </a:lnTo>
                      <a:lnTo>
                        <a:pt x="5640" y="548"/>
                      </a:lnTo>
                      <a:cubicBezTo>
                        <a:pt x="5075" y="182"/>
                        <a:pt x="4444" y="0"/>
                        <a:pt x="381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9" name="Google Shape;12517;p89">
                  <a:extLst>
                    <a:ext uri="{FF2B5EF4-FFF2-40B4-BE49-F238E27FC236}">
                      <a16:creationId xmlns:a16="http://schemas.microsoft.com/office/drawing/2014/main" id="{E01AB9F0-2FD3-297B-CE41-28D9EF7472BF}"/>
                    </a:ext>
                  </a:extLst>
                </p:cNvPr>
                <p:cNvSpPr/>
                <p:nvPr/>
              </p:nvSpPr>
              <p:spPr>
                <a:xfrm>
                  <a:off x="-4109575" y="2783850"/>
                  <a:ext cx="153625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6176" extrusionOk="0">
                      <a:moveTo>
                        <a:pt x="3057" y="693"/>
                      </a:moveTo>
                      <a:cubicBezTo>
                        <a:pt x="4411" y="693"/>
                        <a:pt x="5482" y="1765"/>
                        <a:pt x="5482" y="3088"/>
                      </a:cubicBezTo>
                      <a:cubicBezTo>
                        <a:pt x="5482" y="4442"/>
                        <a:pt x="4411" y="5482"/>
                        <a:pt x="3057" y="5482"/>
                      </a:cubicBezTo>
                      <a:cubicBezTo>
                        <a:pt x="1733" y="5482"/>
                        <a:pt x="662" y="4442"/>
                        <a:pt x="662" y="3088"/>
                      </a:cubicBezTo>
                      <a:cubicBezTo>
                        <a:pt x="662" y="1765"/>
                        <a:pt x="1733" y="693"/>
                        <a:pt x="3057" y="693"/>
                      </a:cubicBezTo>
                      <a:close/>
                      <a:moveTo>
                        <a:pt x="3057" y="0"/>
                      </a:moveTo>
                      <a:cubicBezTo>
                        <a:pt x="1387" y="0"/>
                        <a:pt x="1" y="1387"/>
                        <a:pt x="1" y="3088"/>
                      </a:cubicBezTo>
                      <a:cubicBezTo>
                        <a:pt x="1" y="4789"/>
                        <a:pt x="1387" y="6175"/>
                        <a:pt x="3057" y="6175"/>
                      </a:cubicBezTo>
                      <a:cubicBezTo>
                        <a:pt x="4758" y="6175"/>
                        <a:pt x="6144" y="4789"/>
                        <a:pt x="6144" y="3088"/>
                      </a:cubicBezTo>
                      <a:cubicBezTo>
                        <a:pt x="6144" y="1387"/>
                        <a:pt x="4758" y="0"/>
                        <a:pt x="30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30" name="Google Shape;12518;p89">
                  <a:extLst>
                    <a:ext uri="{FF2B5EF4-FFF2-40B4-BE49-F238E27FC236}">
                      <a16:creationId xmlns:a16="http://schemas.microsoft.com/office/drawing/2014/main" id="{B49803BC-F25E-640E-4A53-CCD6CEDDAB9E}"/>
                    </a:ext>
                  </a:extLst>
                </p:cNvPr>
                <p:cNvSpPr/>
                <p:nvPr/>
              </p:nvSpPr>
              <p:spPr>
                <a:xfrm>
                  <a:off x="-4074925" y="2818500"/>
                  <a:ext cx="84300" cy="85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404" extrusionOk="0">
                      <a:moveTo>
                        <a:pt x="1671" y="631"/>
                      </a:moveTo>
                      <a:cubicBezTo>
                        <a:pt x="2238" y="631"/>
                        <a:pt x="2710" y="1103"/>
                        <a:pt x="2710" y="1670"/>
                      </a:cubicBezTo>
                      <a:cubicBezTo>
                        <a:pt x="2710" y="2206"/>
                        <a:pt x="2238" y="2678"/>
                        <a:pt x="1671" y="2678"/>
                      </a:cubicBezTo>
                      <a:cubicBezTo>
                        <a:pt x="1135" y="2678"/>
                        <a:pt x="662" y="2206"/>
                        <a:pt x="662" y="1670"/>
                      </a:cubicBezTo>
                      <a:cubicBezTo>
                        <a:pt x="662" y="1103"/>
                        <a:pt x="1135" y="631"/>
                        <a:pt x="1671" y="631"/>
                      </a:cubicBezTo>
                      <a:close/>
                      <a:moveTo>
                        <a:pt x="1671" y="1"/>
                      </a:moveTo>
                      <a:cubicBezTo>
                        <a:pt x="725" y="1"/>
                        <a:pt x="1" y="757"/>
                        <a:pt x="1" y="1702"/>
                      </a:cubicBezTo>
                      <a:cubicBezTo>
                        <a:pt x="1" y="2647"/>
                        <a:pt x="725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2"/>
                      </a:cubicBezTo>
                      <a:cubicBezTo>
                        <a:pt x="3372" y="757"/>
                        <a:pt x="2616" y="1"/>
                        <a:pt x="16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012" name="Google Shape;12528;p89">
                <a:extLst>
                  <a:ext uri="{FF2B5EF4-FFF2-40B4-BE49-F238E27FC236}">
                    <a16:creationId xmlns:a16="http://schemas.microsoft.com/office/drawing/2014/main" id="{530A5EDA-2D6C-09EE-C247-952E050EA086}"/>
                  </a:ext>
                </a:extLst>
              </p:cNvPr>
              <p:cNvSpPr/>
              <p:nvPr/>
            </p:nvSpPr>
            <p:spPr>
              <a:xfrm>
                <a:off x="10330796" y="3453239"/>
                <a:ext cx="64645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752" h="11721" extrusionOk="0">
                    <a:moveTo>
                      <a:pt x="6490" y="662"/>
                    </a:moveTo>
                    <a:cubicBezTo>
                      <a:pt x="6711" y="662"/>
                      <a:pt x="6868" y="820"/>
                      <a:pt x="6868" y="1009"/>
                    </a:cubicBezTo>
                    <a:lnTo>
                      <a:pt x="6868" y="1355"/>
                    </a:lnTo>
                    <a:lnTo>
                      <a:pt x="5167" y="1355"/>
                    </a:lnTo>
                    <a:cubicBezTo>
                      <a:pt x="4600" y="1355"/>
                      <a:pt x="4127" y="1828"/>
                      <a:pt x="4127" y="2395"/>
                    </a:cubicBezTo>
                    <a:lnTo>
                      <a:pt x="4127" y="2773"/>
                    </a:lnTo>
                    <a:lnTo>
                      <a:pt x="3088" y="2773"/>
                    </a:lnTo>
                    <a:cubicBezTo>
                      <a:pt x="2993" y="2773"/>
                      <a:pt x="2867" y="2836"/>
                      <a:pt x="2836" y="2899"/>
                    </a:cubicBezTo>
                    <a:lnTo>
                      <a:pt x="2048" y="3687"/>
                    </a:lnTo>
                    <a:lnTo>
                      <a:pt x="2048" y="3151"/>
                    </a:lnTo>
                    <a:cubicBezTo>
                      <a:pt x="2048" y="2931"/>
                      <a:pt x="1891" y="2773"/>
                      <a:pt x="1702" y="2773"/>
                    </a:cubicBezTo>
                    <a:lnTo>
                      <a:pt x="1040" y="2773"/>
                    </a:lnTo>
                    <a:cubicBezTo>
                      <a:pt x="819" y="2773"/>
                      <a:pt x="662" y="2616"/>
                      <a:pt x="662" y="2427"/>
                    </a:cubicBezTo>
                    <a:lnTo>
                      <a:pt x="662" y="1009"/>
                    </a:lnTo>
                    <a:cubicBezTo>
                      <a:pt x="662" y="820"/>
                      <a:pt x="819" y="662"/>
                      <a:pt x="1040" y="662"/>
                    </a:cubicBezTo>
                    <a:close/>
                    <a:moveTo>
                      <a:pt x="10649" y="1986"/>
                    </a:moveTo>
                    <a:cubicBezTo>
                      <a:pt x="10838" y="1986"/>
                      <a:pt x="10995" y="2143"/>
                      <a:pt x="10995" y="2364"/>
                    </a:cubicBezTo>
                    <a:lnTo>
                      <a:pt x="10995" y="3781"/>
                    </a:lnTo>
                    <a:cubicBezTo>
                      <a:pt x="10995" y="3970"/>
                      <a:pt x="10838" y="4128"/>
                      <a:pt x="10649" y="4128"/>
                    </a:cubicBezTo>
                    <a:lnTo>
                      <a:pt x="8601" y="4128"/>
                    </a:lnTo>
                    <a:cubicBezTo>
                      <a:pt x="8412" y="4128"/>
                      <a:pt x="8255" y="4285"/>
                      <a:pt x="8255" y="4474"/>
                    </a:cubicBezTo>
                    <a:lnTo>
                      <a:pt x="8255" y="5041"/>
                    </a:lnTo>
                    <a:lnTo>
                      <a:pt x="7404" y="4191"/>
                    </a:lnTo>
                    <a:cubicBezTo>
                      <a:pt x="7372" y="4159"/>
                      <a:pt x="7246" y="4128"/>
                      <a:pt x="7183" y="4128"/>
                    </a:cubicBezTo>
                    <a:lnTo>
                      <a:pt x="5136" y="4128"/>
                    </a:lnTo>
                    <a:cubicBezTo>
                      <a:pt x="4947" y="4128"/>
                      <a:pt x="4789" y="3970"/>
                      <a:pt x="4789" y="3781"/>
                    </a:cubicBezTo>
                    <a:lnTo>
                      <a:pt x="4789" y="2364"/>
                    </a:lnTo>
                    <a:cubicBezTo>
                      <a:pt x="4789" y="2143"/>
                      <a:pt x="4947" y="1986"/>
                      <a:pt x="5136" y="1986"/>
                    </a:cubicBezTo>
                    <a:close/>
                    <a:moveTo>
                      <a:pt x="3088" y="6207"/>
                    </a:moveTo>
                    <a:cubicBezTo>
                      <a:pt x="3623" y="6207"/>
                      <a:pt x="4096" y="6680"/>
                      <a:pt x="4096" y="7247"/>
                    </a:cubicBezTo>
                    <a:cubicBezTo>
                      <a:pt x="4096" y="7782"/>
                      <a:pt x="3623" y="8255"/>
                      <a:pt x="3088" y="8255"/>
                    </a:cubicBezTo>
                    <a:cubicBezTo>
                      <a:pt x="2521" y="8255"/>
                      <a:pt x="2048" y="7782"/>
                      <a:pt x="2048" y="7247"/>
                    </a:cubicBezTo>
                    <a:cubicBezTo>
                      <a:pt x="2048" y="6648"/>
                      <a:pt x="2489" y="6207"/>
                      <a:pt x="3088" y="6207"/>
                    </a:cubicBezTo>
                    <a:close/>
                    <a:moveTo>
                      <a:pt x="8601" y="6207"/>
                    </a:moveTo>
                    <a:cubicBezTo>
                      <a:pt x="9137" y="6207"/>
                      <a:pt x="9609" y="6648"/>
                      <a:pt x="9609" y="7247"/>
                    </a:cubicBezTo>
                    <a:cubicBezTo>
                      <a:pt x="9609" y="7782"/>
                      <a:pt x="9137" y="8255"/>
                      <a:pt x="8601" y="8255"/>
                    </a:cubicBezTo>
                    <a:cubicBezTo>
                      <a:pt x="8003" y="8255"/>
                      <a:pt x="7530" y="7782"/>
                      <a:pt x="7530" y="7247"/>
                    </a:cubicBezTo>
                    <a:cubicBezTo>
                      <a:pt x="7530" y="6680"/>
                      <a:pt x="8003" y="6207"/>
                      <a:pt x="8601" y="6207"/>
                    </a:cubicBezTo>
                    <a:close/>
                    <a:moveTo>
                      <a:pt x="3749" y="8980"/>
                    </a:moveTo>
                    <a:cubicBezTo>
                      <a:pt x="4695" y="8980"/>
                      <a:pt x="5451" y="9704"/>
                      <a:pt x="5451" y="10649"/>
                    </a:cubicBezTo>
                    <a:lnTo>
                      <a:pt x="5451" y="11027"/>
                    </a:lnTo>
                    <a:lnTo>
                      <a:pt x="630" y="11027"/>
                    </a:lnTo>
                    <a:lnTo>
                      <a:pt x="630" y="10649"/>
                    </a:lnTo>
                    <a:lnTo>
                      <a:pt x="662" y="10649"/>
                    </a:lnTo>
                    <a:cubicBezTo>
                      <a:pt x="662" y="9704"/>
                      <a:pt x="1418" y="8980"/>
                      <a:pt x="2363" y="8980"/>
                    </a:cubicBezTo>
                    <a:close/>
                    <a:moveTo>
                      <a:pt x="9369" y="8976"/>
                    </a:moveTo>
                    <a:cubicBezTo>
                      <a:pt x="10266" y="8976"/>
                      <a:pt x="10995" y="9740"/>
                      <a:pt x="10995" y="10649"/>
                    </a:cubicBezTo>
                    <a:lnTo>
                      <a:pt x="10995" y="11027"/>
                    </a:lnTo>
                    <a:lnTo>
                      <a:pt x="6144" y="11027"/>
                    </a:lnTo>
                    <a:lnTo>
                      <a:pt x="6144" y="10649"/>
                    </a:lnTo>
                    <a:cubicBezTo>
                      <a:pt x="6144" y="9704"/>
                      <a:pt x="6900" y="8980"/>
                      <a:pt x="7845" y="8980"/>
                    </a:cubicBezTo>
                    <a:lnTo>
                      <a:pt x="9263" y="8980"/>
                    </a:lnTo>
                    <a:cubicBezTo>
                      <a:pt x="9298" y="8977"/>
                      <a:pt x="9334" y="8976"/>
                      <a:pt x="9369" y="8976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2427"/>
                    </a:lnTo>
                    <a:cubicBezTo>
                      <a:pt x="0" y="2994"/>
                      <a:pt x="473" y="3466"/>
                      <a:pt x="1040" y="3466"/>
                    </a:cubicBezTo>
                    <a:lnTo>
                      <a:pt x="1386" y="3466"/>
                    </a:lnTo>
                    <a:lnTo>
                      <a:pt x="1386" y="4474"/>
                    </a:lnTo>
                    <a:cubicBezTo>
                      <a:pt x="1386" y="4688"/>
                      <a:pt x="1546" y="4829"/>
                      <a:pt x="1727" y="4829"/>
                    </a:cubicBezTo>
                    <a:cubicBezTo>
                      <a:pt x="1813" y="4829"/>
                      <a:pt x="1904" y="4797"/>
                      <a:pt x="1985" y="4726"/>
                    </a:cubicBezTo>
                    <a:lnTo>
                      <a:pt x="3245" y="3466"/>
                    </a:lnTo>
                    <a:lnTo>
                      <a:pt x="4096" y="3466"/>
                    </a:lnTo>
                    <a:lnTo>
                      <a:pt x="4096" y="3813"/>
                    </a:lnTo>
                    <a:cubicBezTo>
                      <a:pt x="4096" y="4348"/>
                      <a:pt x="4568" y="4821"/>
                      <a:pt x="5136" y="4821"/>
                    </a:cubicBezTo>
                    <a:lnTo>
                      <a:pt x="7057" y="4821"/>
                    </a:lnTo>
                    <a:lnTo>
                      <a:pt x="7908" y="5672"/>
                    </a:lnTo>
                    <a:cubicBezTo>
                      <a:pt x="7341" y="5924"/>
                      <a:pt x="6868" y="6522"/>
                      <a:pt x="6868" y="7247"/>
                    </a:cubicBezTo>
                    <a:cubicBezTo>
                      <a:pt x="6868" y="7625"/>
                      <a:pt x="7026" y="8034"/>
                      <a:pt x="7278" y="8349"/>
                    </a:cubicBezTo>
                    <a:cubicBezTo>
                      <a:pt x="6648" y="8507"/>
                      <a:pt x="6144" y="8885"/>
                      <a:pt x="5829" y="9452"/>
                    </a:cubicBezTo>
                    <a:cubicBezTo>
                      <a:pt x="5514" y="8917"/>
                      <a:pt x="5010" y="8539"/>
                      <a:pt x="4411" y="8381"/>
                    </a:cubicBezTo>
                    <a:cubicBezTo>
                      <a:pt x="4663" y="8066"/>
                      <a:pt x="4821" y="7719"/>
                      <a:pt x="4821" y="7278"/>
                    </a:cubicBezTo>
                    <a:cubicBezTo>
                      <a:pt x="4821" y="6333"/>
                      <a:pt x="4064" y="5577"/>
                      <a:pt x="3119" y="5577"/>
                    </a:cubicBezTo>
                    <a:cubicBezTo>
                      <a:pt x="2174" y="5577"/>
                      <a:pt x="1418" y="6333"/>
                      <a:pt x="1418" y="7278"/>
                    </a:cubicBezTo>
                    <a:cubicBezTo>
                      <a:pt x="1418" y="7719"/>
                      <a:pt x="1576" y="8097"/>
                      <a:pt x="1828" y="8381"/>
                    </a:cubicBezTo>
                    <a:cubicBezTo>
                      <a:pt x="788" y="8665"/>
                      <a:pt x="32" y="9610"/>
                      <a:pt x="32" y="10712"/>
                    </a:cubicBezTo>
                    <a:lnTo>
                      <a:pt x="32" y="11374"/>
                    </a:lnTo>
                    <a:cubicBezTo>
                      <a:pt x="32" y="11563"/>
                      <a:pt x="189" y="11721"/>
                      <a:pt x="410" y="11721"/>
                    </a:cubicBezTo>
                    <a:lnTo>
                      <a:pt x="11374" y="11721"/>
                    </a:lnTo>
                    <a:cubicBezTo>
                      <a:pt x="11594" y="11721"/>
                      <a:pt x="11752" y="11563"/>
                      <a:pt x="11752" y="11374"/>
                    </a:cubicBezTo>
                    <a:lnTo>
                      <a:pt x="11752" y="10712"/>
                    </a:lnTo>
                    <a:cubicBezTo>
                      <a:pt x="11752" y="9610"/>
                      <a:pt x="10995" y="8665"/>
                      <a:pt x="9956" y="8381"/>
                    </a:cubicBezTo>
                    <a:cubicBezTo>
                      <a:pt x="10208" y="8066"/>
                      <a:pt x="10365" y="7719"/>
                      <a:pt x="10365" y="7278"/>
                    </a:cubicBezTo>
                    <a:cubicBezTo>
                      <a:pt x="10365" y="6459"/>
                      <a:pt x="9767" y="5735"/>
                      <a:pt x="8979" y="5577"/>
                    </a:cubicBezTo>
                    <a:lnTo>
                      <a:pt x="8979" y="4884"/>
                    </a:lnTo>
                    <a:lnTo>
                      <a:pt x="10649" y="4884"/>
                    </a:lnTo>
                    <a:lnTo>
                      <a:pt x="10649" y="4821"/>
                    </a:lnTo>
                    <a:cubicBezTo>
                      <a:pt x="11185" y="4821"/>
                      <a:pt x="11657" y="4348"/>
                      <a:pt x="11657" y="3813"/>
                    </a:cubicBezTo>
                    <a:lnTo>
                      <a:pt x="11657" y="2395"/>
                    </a:lnTo>
                    <a:cubicBezTo>
                      <a:pt x="11657" y="1828"/>
                      <a:pt x="11185" y="1355"/>
                      <a:pt x="10649" y="1355"/>
                    </a:cubicBezTo>
                    <a:lnTo>
                      <a:pt x="7530" y="1355"/>
                    </a:lnTo>
                    <a:lnTo>
                      <a:pt x="7530" y="1009"/>
                    </a:lnTo>
                    <a:cubicBezTo>
                      <a:pt x="7530" y="473"/>
                      <a:pt x="7057" y="1"/>
                      <a:pt x="649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8013" name="Google Shape;12540;p89">
                <a:extLst>
                  <a:ext uri="{FF2B5EF4-FFF2-40B4-BE49-F238E27FC236}">
                    <a16:creationId xmlns:a16="http://schemas.microsoft.com/office/drawing/2014/main" id="{272E07E7-FF04-EBC4-1D60-4330B66D158F}"/>
                  </a:ext>
                </a:extLst>
              </p:cNvPr>
              <p:cNvGrpSpPr/>
              <p:nvPr/>
            </p:nvGrpSpPr>
            <p:grpSpPr>
              <a:xfrm>
                <a:off x="2893270" y="3454375"/>
                <a:ext cx="644698" cy="642992"/>
                <a:chOff x="-5635975" y="2757075"/>
                <a:chExt cx="293000" cy="292225"/>
              </a:xfrm>
              <a:grpFill/>
            </p:grpSpPr>
            <p:sp>
              <p:nvSpPr>
                <p:cNvPr id="18026" name="Google Shape;12541;p89">
                  <a:extLst>
                    <a:ext uri="{FF2B5EF4-FFF2-40B4-BE49-F238E27FC236}">
                      <a16:creationId xmlns:a16="http://schemas.microsoft.com/office/drawing/2014/main" id="{A8A4FC3C-B000-24DF-2802-AF4A12A784DD}"/>
                    </a:ext>
                  </a:extLst>
                </p:cNvPr>
                <p:cNvSpPr/>
                <p:nvPr/>
              </p:nvSpPr>
              <p:spPr>
                <a:xfrm>
                  <a:off x="-5635975" y="2757075"/>
                  <a:ext cx="29300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0" h="11689" extrusionOk="0">
                      <a:moveTo>
                        <a:pt x="10649" y="693"/>
                      </a:moveTo>
                      <a:cubicBezTo>
                        <a:pt x="10838" y="693"/>
                        <a:pt x="10995" y="851"/>
                        <a:pt x="10995" y="1040"/>
                      </a:cubicBezTo>
                      <a:lnTo>
                        <a:pt x="10995" y="7593"/>
                      </a:lnTo>
                      <a:lnTo>
                        <a:pt x="693" y="7593"/>
                      </a:lnTo>
                      <a:lnTo>
                        <a:pt x="693" y="1040"/>
                      </a:lnTo>
                      <a:cubicBezTo>
                        <a:pt x="725" y="851"/>
                        <a:pt x="882" y="693"/>
                        <a:pt x="1040" y="693"/>
                      </a:cubicBezTo>
                      <a:close/>
                      <a:moveTo>
                        <a:pt x="10995" y="8223"/>
                      </a:moveTo>
                      <a:lnTo>
                        <a:pt x="10995" y="8569"/>
                      </a:lnTo>
                      <a:cubicBezTo>
                        <a:pt x="11027" y="8821"/>
                        <a:pt x="10869" y="8916"/>
                        <a:pt x="10680" y="8916"/>
                      </a:cubicBezTo>
                      <a:lnTo>
                        <a:pt x="1040" y="8916"/>
                      </a:lnTo>
                      <a:cubicBezTo>
                        <a:pt x="851" y="8916"/>
                        <a:pt x="693" y="8758"/>
                        <a:pt x="693" y="8569"/>
                      </a:cubicBezTo>
                      <a:lnTo>
                        <a:pt x="693" y="8223"/>
                      </a:lnTo>
                      <a:close/>
                      <a:moveTo>
                        <a:pt x="6679" y="9641"/>
                      </a:moveTo>
                      <a:lnTo>
                        <a:pt x="6994" y="11027"/>
                      </a:lnTo>
                      <a:lnTo>
                        <a:pt x="4694" y="11027"/>
                      </a:lnTo>
                      <a:lnTo>
                        <a:pt x="5009" y="9641"/>
                      </a:ln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08"/>
                      </a:cubicBezTo>
                      <a:lnTo>
                        <a:pt x="0" y="8569"/>
                      </a:lnTo>
                      <a:cubicBezTo>
                        <a:pt x="0" y="9137"/>
                        <a:pt x="473" y="9609"/>
                        <a:pt x="1040" y="9609"/>
                      </a:cubicBezTo>
                      <a:lnTo>
                        <a:pt x="4316" y="9609"/>
                      </a:lnTo>
                      <a:lnTo>
                        <a:pt x="4001" y="10964"/>
                      </a:lnTo>
                      <a:lnTo>
                        <a:pt x="3087" y="10964"/>
                      </a:lnTo>
                      <a:cubicBezTo>
                        <a:pt x="2898" y="10964"/>
                        <a:pt x="2741" y="11121"/>
                        <a:pt x="2741" y="11342"/>
                      </a:cubicBezTo>
                      <a:cubicBezTo>
                        <a:pt x="2741" y="11531"/>
                        <a:pt x="2898" y="11688"/>
                        <a:pt x="3087" y="11688"/>
                      </a:cubicBezTo>
                      <a:lnTo>
                        <a:pt x="8569" y="11688"/>
                      </a:lnTo>
                      <a:cubicBezTo>
                        <a:pt x="8758" y="11688"/>
                        <a:pt x="8916" y="11531"/>
                        <a:pt x="8916" y="11342"/>
                      </a:cubicBezTo>
                      <a:cubicBezTo>
                        <a:pt x="8916" y="11121"/>
                        <a:pt x="8758" y="10964"/>
                        <a:pt x="8569" y="10964"/>
                      </a:cubicBezTo>
                      <a:lnTo>
                        <a:pt x="7656" y="10964"/>
                      </a:lnTo>
                      <a:lnTo>
                        <a:pt x="7341" y="9609"/>
                      </a:lnTo>
                      <a:lnTo>
                        <a:pt x="10649" y="9609"/>
                      </a:lnTo>
                      <a:cubicBezTo>
                        <a:pt x="11216" y="9609"/>
                        <a:pt x="11688" y="9137"/>
                        <a:pt x="11688" y="8569"/>
                      </a:cubicBezTo>
                      <a:lnTo>
                        <a:pt x="11688" y="1008"/>
                      </a:lnTo>
                      <a:cubicBezTo>
                        <a:pt x="11720" y="473"/>
                        <a:pt x="11247" y="0"/>
                        <a:pt x="106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7" name="Google Shape;12542;p89">
                  <a:extLst>
                    <a:ext uri="{FF2B5EF4-FFF2-40B4-BE49-F238E27FC236}">
                      <a16:creationId xmlns:a16="http://schemas.microsoft.com/office/drawing/2014/main" id="{78A0C69D-D358-2464-9BA0-2280C2B2EA40}"/>
                    </a:ext>
                  </a:extLst>
                </p:cNvPr>
                <p:cNvSpPr/>
                <p:nvPr/>
              </p:nvSpPr>
              <p:spPr>
                <a:xfrm>
                  <a:off x="-5584800" y="2790150"/>
                  <a:ext cx="189850" cy="138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94" h="5522" extrusionOk="0">
                      <a:moveTo>
                        <a:pt x="2994" y="725"/>
                      </a:moveTo>
                      <a:lnTo>
                        <a:pt x="2332" y="1387"/>
                      </a:lnTo>
                      <a:lnTo>
                        <a:pt x="1230" y="1387"/>
                      </a:lnTo>
                      <a:lnTo>
                        <a:pt x="1891" y="725"/>
                      </a:lnTo>
                      <a:close/>
                      <a:moveTo>
                        <a:pt x="3781" y="882"/>
                      </a:moveTo>
                      <a:lnTo>
                        <a:pt x="4349" y="1418"/>
                      </a:lnTo>
                      <a:lnTo>
                        <a:pt x="3246" y="1418"/>
                      </a:lnTo>
                      <a:lnTo>
                        <a:pt x="3781" y="882"/>
                      </a:lnTo>
                      <a:close/>
                      <a:moveTo>
                        <a:pt x="5735" y="756"/>
                      </a:moveTo>
                      <a:lnTo>
                        <a:pt x="6396" y="1418"/>
                      </a:lnTo>
                      <a:lnTo>
                        <a:pt x="5294" y="1418"/>
                      </a:lnTo>
                      <a:lnTo>
                        <a:pt x="4632" y="756"/>
                      </a:lnTo>
                      <a:close/>
                      <a:moveTo>
                        <a:pt x="2175" y="2080"/>
                      </a:moveTo>
                      <a:lnTo>
                        <a:pt x="2868" y="3749"/>
                      </a:lnTo>
                      <a:lnTo>
                        <a:pt x="1198" y="2080"/>
                      </a:lnTo>
                      <a:close/>
                      <a:moveTo>
                        <a:pt x="6396" y="2080"/>
                      </a:moveTo>
                      <a:lnTo>
                        <a:pt x="4727" y="3749"/>
                      </a:lnTo>
                      <a:lnTo>
                        <a:pt x="5420" y="2080"/>
                      </a:lnTo>
                      <a:close/>
                      <a:moveTo>
                        <a:pt x="4664" y="2080"/>
                      </a:moveTo>
                      <a:lnTo>
                        <a:pt x="3781" y="4253"/>
                      </a:lnTo>
                      <a:lnTo>
                        <a:pt x="2931" y="2080"/>
                      </a:lnTo>
                      <a:close/>
                      <a:moveTo>
                        <a:pt x="1734" y="0"/>
                      </a:moveTo>
                      <a:cubicBezTo>
                        <a:pt x="1671" y="0"/>
                        <a:pt x="1545" y="32"/>
                        <a:pt x="1513" y="126"/>
                      </a:cubicBezTo>
                      <a:lnTo>
                        <a:pt x="127" y="1513"/>
                      </a:lnTo>
                      <a:cubicBezTo>
                        <a:pt x="1" y="1670"/>
                        <a:pt x="1" y="1859"/>
                        <a:pt x="127" y="2017"/>
                      </a:cubicBezTo>
                      <a:lnTo>
                        <a:pt x="3561" y="5451"/>
                      </a:lnTo>
                      <a:cubicBezTo>
                        <a:pt x="3624" y="5498"/>
                        <a:pt x="3711" y="5522"/>
                        <a:pt x="3797" y="5522"/>
                      </a:cubicBezTo>
                      <a:cubicBezTo>
                        <a:pt x="3884" y="5522"/>
                        <a:pt x="3970" y="5498"/>
                        <a:pt x="4033" y="5451"/>
                      </a:cubicBezTo>
                      <a:lnTo>
                        <a:pt x="7468" y="2017"/>
                      </a:lnTo>
                      <a:cubicBezTo>
                        <a:pt x="7594" y="1891"/>
                        <a:pt x="7594" y="1702"/>
                        <a:pt x="7499" y="1544"/>
                      </a:cubicBezTo>
                      <a:lnTo>
                        <a:pt x="7468" y="1513"/>
                      </a:lnTo>
                      <a:lnTo>
                        <a:pt x="6081" y="126"/>
                      </a:lnTo>
                      <a:cubicBezTo>
                        <a:pt x="6018" y="32"/>
                        <a:pt x="5924" y="0"/>
                        <a:pt x="586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4" name="Google Shape;12549;p89">
                <a:extLst>
                  <a:ext uri="{FF2B5EF4-FFF2-40B4-BE49-F238E27FC236}">
                    <a16:creationId xmlns:a16="http://schemas.microsoft.com/office/drawing/2014/main" id="{51FECA6B-CD43-0A57-762B-7ABAB35B6AFA}"/>
                  </a:ext>
                </a:extLst>
              </p:cNvPr>
              <p:cNvGrpSpPr/>
              <p:nvPr/>
            </p:nvGrpSpPr>
            <p:grpSpPr>
              <a:xfrm>
                <a:off x="7003473" y="3453523"/>
                <a:ext cx="641288" cy="644698"/>
                <a:chOff x="-3852025" y="2764950"/>
                <a:chExt cx="291450" cy="293000"/>
              </a:xfrm>
              <a:grpFill/>
            </p:grpSpPr>
            <p:sp>
              <p:nvSpPr>
                <p:cNvPr id="18024" name="Google Shape;12550;p89">
                  <a:extLst>
                    <a:ext uri="{FF2B5EF4-FFF2-40B4-BE49-F238E27FC236}">
                      <a16:creationId xmlns:a16="http://schemas.microsoft.com/office/drawing/2014/main" id="{37876BF7-0AF3-6B2E-C6AD-6030104121F9}"/>
                    </a:ext>
                  </a:extLst>
                </p:cNvPr>
                <p:cNvSpPr/>
                <p:nvPr/>
              </p:nvSpPr>
              <p:spPr>
                <a:xfrm>
                  <a:off x="-3852025" y="2764950"/>
                  <a:ext cx="291450" cy="293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720" extrusionOk="0">
                      <a:moveTo>
                        <a:pt x="4380" y="693"/>
                      </a:moveTo>
                      <a:cubicBezTo>
                        <a:pt x="6774" y="693"/>
                        <a:pt x="8161" y="1355"/>
                        <a:pt x="8161" y="1733"/>
                      </a:cubicBezTo>
                      <a:cubicBezTo>
                        <a:pt x="8161" y="2080"/>
                        <a:pt x="6774" y="2741"/>
                        <a:pt x="4380" y="2741"/>
                      </a:cubicBezTo>
                      <a:cubicBezTo>
                        <a:pt x="1986" y="2741"/>
                        <a:pt x="599" y="2080"/>
                        <a:pt x="599" y="1733"/>
                      </a:cubicBezTo>
                      <a:cubicBezTo>
                        <a:pt x="631" y="1355"/>
                        <a:pt x="2017" y="693"/>
                        <a:pt x="4380" y="693"/>
                      </a:cubicBezTo>
                      <a:close/>
                      <a:moveTo>
                        <a:pt x="8224" y="2710"/>
                      </a:moveTo>
                      <a:lnTo>
                        <a:pt x="8224" y="4190"/>
                      </a:lnTo>
                      <a:lnTo>
                        <a:pt x="7845" y="4190"/>
                      </a:lnTo>
                      <a:cubicBezTo>
                        <a:pt x="7815" y="4189"/>
                        <a:pt x="7784" y="4189"/>
                        <a:pt x="7753" y="4189"/>
                      </a:cubicBezTo>
                      <a:cubicBezTo>
                        <a:pt x="6625" y="4189"/>
                        <a:pt x="5622" y="4748"/>
                        <a:pt x="4947" y="5545"/>
                      </a:cubicBezTo>
                      <a:cubicBezTo>
                        <a:pt x="4743" y="5555"/>
                        <a:pt x="4544" y="5560"/>
                        <a:pt x="4352" y="5560"/>
                      </a:cubicBezTo>
                      <a:cubicBezTo>
                        <a:pt x="2081" y="5560"/>
                        <a:pt x="662" y="4912"/>
                        <a:pt x="662" y="4505"/>
                      </a:cubicBezTo>
                      <a:lnTo>
                        <a:pt x="662" y="2710"/>
                      </a:lnTo>
                      <a:cubicBezTo>
                        <a:pt x="1639" y="3308"/>
                        <a:pt x="3246" y="3466"/>
                        <a:pt x="4443" y="3466"/>
                      </a:cubicBezTo>
                      <a:cubicBezTo>
                        <a:pt x="5577" y="3466"/>
                        <a:pt x="7215" y="3308"/>
                        <a:pt x="8224" y="2710"/>
                      </a:cubicBezTo>
                      <a:close/>
                      <a:moveTo>
                        <a:pt x="631" y="5514"/>
                      </a:moveTo>
                      <a:cubicBezTo>
                        <a:pt x="1639" y="6081"/>
                        <a:pt x="3309" y="6238"/>
                        <a:pt x="4474" y="6238"/>
                      </a:cubicBezTo>
                      <a:cubicBezTo>
                        <a:pt x="4222" y="6711"/>
                        <a:pt x="4065" y="7309"/>
                        <a:pt x="4065" y="7939"/>
                      </a:cubicBezTo>
                      <a:lnTo>
                        <a:pt x="4065" y="8286"/>
                      </a:lnTo>
                      <a:cubicBezTo>
                        <a:pt x="1860" y="8223"/>
                        <a:pt x="631" y="7624"/>
                        <a:pt x="631" y="7278"/>
                      </a:cubicBezTo>
                      <a:lnTo>
                        <a:pt x="631" y="5514"/>
                      </a:lnTo>
                      <a:close/>
                      <a:moveTo>
                        <a:pt x="631" y="8223"/>
                      </a:moveTo>
                      <a:cubicBezTo>
                        <a:pt x="1576" y="8759"/>
                        <a:pt x="3120" y="8979"/>
                        <a:pt x="4222" y="8979"/>
                      </a:cubicBezTo>
                      <a:cubicBezTo>
                        <a:pt x="4474" y="9798"/>
                        <a:pt x="4947" y="10460"/>
                        <a:pt x="5609" y="10964"/>
                      </a:cubicBezTo>
                      <a:cubicBezTo>
                        <a:pt x="5199" y="11005"/>
                        <a:pt x="4802" y="11024"/>
                        <a:pt x="4424" y="11024"/>
                      </a:cubicBezTo>
                      <a:cubicBezTo>
                        <a:pt x="2216" y="11024"/>
                        <a:pt x="631" y="10391"/>
                        <a:pt x="631" y="9987"/>
                      </a:cubicBezTo>
                      <a:lnTo>
                        <a:pt x="631" y="8223"/>
                      </a:lnTo>
                      <a:close/>
                      <a:moveTo>
                        <a:pt x="7814" y="4852"/>
                      </a:moveTo>
                      <a:cubicBezTo>
                        <a:pt x="9515" y="4852"/>
                        <a:pt x="10933" y="6238"/>
                        <a:pt x="10933" y="7939"/>
                      </a:cubicBezTo>
                      <a:cubicBezTo>
                        <a:pt x="10964" y="9641"/>
                        <a:pt x="9547" y="11027"/>
                        <a:pt x="7814" y="11027"/>
                      </a:cubicBezTo>
                      <a:cubicBezTo>
                        <a:pt x="6113" y="11027"/>
                        <a:pt x="4726" y="9641"/>
                        <a:pt x="4726" y="7939"/>
                      </a:cubicBezTo>
                      <a:cubicBezTo>
                        <a:pt x="4726" y="6238"/>
                        <a:pt x="6113" y="4852"/>
                        <a:pt x="7814" y="4852"/>
                      </a:cubicBezTo>
                      <a:close/>
                      <a:moveTo>
                        <a:pt x="4411" y="0"/>
                      </a:moveTo>
                      <a:cubicBezTo>
                        <a:pt x="3277" y="0"/>
                        <a:pt x="2206" y="158"/>
                        <a:pt x="1418" y="410"/>
                      </a:cubicBezTo>
                      <a:cubicBezTo>
                        <a:pt x="253" y="819"/>
                        <a:pt x="1" y="1323"/>
                        <a:pt x="1" y="1733"/>
                      </a:cubicBezTo>
                      <a:lnTo>
                        <a:pt x="1" y="9987"/>
                      </a:lnTo>
                      <a:cubicBezTo>
                        <a:pt x="1" y="10334"/>
                        <a:pt x="253" y="10901"/>
                        <a:pt x="1418" y="11279"/>
                      </a:cubicBezTo>
                      <a:cubicBezTo>
                        <a:pt x="2269" y="11562"/>
                        <a:pt x="3309" y="11720"/>
                        <a:pt x="4411" y="11720"/>
                      </a:cubicBezTo>
                      <a:cubicBezTo>
                        <a:pt x="5199" y="11720"/>
                        <a:pt x="5955" y="11657"/>
                        <a:pt x="6617" y="11531"/>
                      </a:cubicBezTo>
                      <a:cubicBezTo>
                        <a:pt x="7026" y="11657"/>
                        <a:pt x="7404" y="11720"/>
                        <a:pt x="7845" y="11720"/>
                      </a:cubicBezTo>
                      <a:cubicBezTo>
                        <a:pt x="9925" y="11720"/>
                        <a:pt x="11658" y="10019"/>
                        <a:pt x="11658" y="7939"/>
                      </a:cubicBezTo>
                      <a:cubicBezTo>
                        <a:pt x="11626" y="6175"/>
                        <a:pt x="10397" y="4757"/>
                        <a:pt x="8822" y="4316"/>
                      </a:cubicBezTo>
                      <a:lnTo>
                        <a:pt x="8822" y="1733"/>
                      </a:lnTo>
                      <a:cubicBezTo>
                        <a:pt x="8822" y="1355"/>
                        <a:pt x="8602" y="819"/>
                        <a:pt x="7404" y="410"/>
                      </a:cubicBezTo>
                      <a:cubicBezTo>
                        <a:pt x="6585" y="158"/>
                        <a:pt x="5514" y="0"/>
                        <a:pt x="441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5" name="Google Shape;12551;p89">
                  <a:extLst>
                    <a:ext uri="{FF2B5EF4-FFF2-40B4-BE49-F238E27FC236}">
                      <a16:creationId xmlns:a16="http://schemas.microsoft.com/office/drawing/2014/main" id="{4BCA15B5-7D38-E691-3C74-B5EE94093389}"/>
                    </a:ext>
                  </a:extLst>
                </p:cNvPr>
                <p:cNvSpPr/>
                <p:nvPr/>
              </p:nvSpPr>
              <p:spPr>
                <a:xfrm>
                  <a:off x="-3707100" y="2937425"/>
                  <a:ext cx="103200" cy="67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2711" extrusionOk="0">
                      <a:moveTo>
                        <a:pt x="3785" y="1"/>
                      </a:moveTo>
                      <a:cubicBezTo>
                        <a:pt x="3695" y="1"/>
                        <a:pt x="3608" y="32"/>
                        <a:pt x="3561" y="95"/>
                      </a:cubicBezTo>
                      <a:lnTo>
                        <a:pt x="1733" y="1923"/>
                      </a:lnTo>
                      <a:lnTo>
                        <a:pt x="599" y="757"/>
                      </a:lnTo>
                      <a:cubicBezTo>
                        <a:pt x="536" y="710"/>
                        <a:pt x="450" y="686"/>
                        <a:pt x="363" y="686"/>
                      </a:cubicBezTo>
                      <a:cubicBezTo>
                        <a:pt x="276" y="686"/>
                        <a:pt x="190" y="710"/>
                        <a:pt x="127" y="757"/>
                      </a:cubicBezTo>
                      <a:cubicBezTo>
                        <a:pt x="1" y="883"/>
                        <a:pt x="1" y="1135"/>
                        <a:pt x="127" y="1229"/>
                      </a:cubicBezTo>
                      <a:lnTo>
                        <a:pt x="1513" y="2616"/>
                      </a:lnTo>
                      <a:cubicBezTo>
                        <a:pt x="1560" y="2679"/>
                        <a:pt x="1647" y="2710"/>
                        <a:pt x="1737" y="2710"/>
                      </a:cubicBezTo>
                      <a:cubicBezTo>
                        <a:pt x="1828" y="2710"/>
                        <a:pt x="1922" y="2679"/>
                        <a:pt x="1985" y="2616"/>
                      </a:cubicBezTo>
                      <a:lnTo>
                        <a:pt x="4033" y="568"/>
                      </a:lnTo>
                      <a:cubicBezTo>
                        <a:pt x="4128" y="442"/>
                        <a:pt x="4128" y="221"/>
                        <a:pt x="4033" y="95"/>
                      </a:cubicBezTo>
                      <a:cubicBezTo>
                        <a:pt x="3970" y="32"/>
                        <a:pt x="3876" y="1"/>
                        <a:pt x="37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8015" name="Google Shape;12554;p89">
                <a:extLst>
                  <a:ext uri="{FF2B5EF4-FFF2-40B4-BE49-F238E27FC236}">
                    <a16:creationId xmlns:a16="http://schemas.microsoft.com/office/drawing/2014/main" id="{91ED65F1-DB79-C82F-5C13-D5EBA7C7D0C8}"/>
                  </a:ext>
                </a:extLst>
              </p:cNvPr>
              <p:cNvGrpSpPr/>
              <p:nvPr/>
            </p:nvGrpSpPr>
            <p:grpSpPr>
              <a:xfrm>
                <a:off x="11152667" y="3454376"/>
                <a:ext cx="641288" cy="642992"/>
                <a:chOff x="-2060175" y="2768875"/>
                <a:chExt cx="291450" cy="292225"/>
              </a:xfrm>
              <a:grpFill/>
            </p:grpSpPr>
            <p:sp>
              <p:nvSpPr>
                <p:cNvPr id="18022" name="Google Shape;12555;p89">
                  <a:extLst>
                    <a:ext uri="{FF2B5EF4-FFF2-40B4-BE49-F238E27FC236}">
                      <a16:creationId xmlns:a16="http://schemas.microsoft.com/office/drawing/2014/main" id="{FEE895C4-0BDA-A479-18C6-8CA91E3DAF2D}"/>
                    </a:ext>
                  </a:extLst>
                </p:cNvPr>
                <p:cNvSpPr/>
                <p:nvPr/>
              </p:nvSpPr>
              <p:spPr>
                <a:xfrm>
                  <a:off x="-206017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cubicBezTo>
                        <a:pt x="10996" y="1198"/>
                        <a:pt x="10838" y="1355"/>
                        <a:pt x="10649" y="1355"/>
                      </a:cubicBezTo>
                      <a:lnTo>
                        <a:pt x="1040" y="1355"/>
                      </a:lnTo>
                      <a:cubicBezTo>
                        <a:pt x="851" y="1355"/>
                        <a:pt x="694" y="1198"/>
                        <a:pt x="694" y="1009"/>
                      </a:cubicBez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303" y="2049"/>
                      </a:moveTo>
                      <a:lnTo>
                        <a:pt x="10303" y="7908"/>
                      </a:lnTo>
                      <a:cubicBezTo>
                        <a:pt x="10334" y="8097"/>
                        <a:pt x="10177" y="8255"/>
                        <a:pt x="9988" y="8255"/>
                      </a:cubicBezTo>
                      <a:lnTo>
                        <a:pt x="1702" y="8255"/>
                      </a:lnTo>
                      <a:cubicBezTo>
                        <a:pt x="1513" y="8255"/>
                        <a:pt x="1355" y="8097"/>
                        <a:pt x="1355" y="7908"/>
                      </a:cubicBezTo>
                      <a:lnTo>
                        <a:pt x="1355" y="2049"/>
                      </a:lnTo>
                      <a:close/>
                      <a:moveTo>
                        <a:pt x="5797" y="10271"/>
                      </a:moveTo>
                      <a:cubicBezTo>
                        <a:pt x="5986" y="10271"/>
                        <a:pt x="6144" y="10429"/>
                        <a:pt x="6144" y="10618"/>
                      </a:cubicBezTo>
                      <a:cubicBezTo>
                        <a:pt x="6144" y="10807"/>
                        <a:pt x="5986" y="10964"/>
                        <a:pt x="5797" y="10964"/>
                      </a:cubicBezTo>
                      <a:cubicBezTo>
                        <a:pt x="5608" y="10964"/>
                        <a:pt x="5451" y="10807"/>
                        <a:pt x="5451" y="10618"/>
                      </a:cubicBezTo>
                      <a:cubicBezTo>
                        <a:pt x="5451" y="10429"/>
                        <a:pt x="5608" y="10271"/>
                        <a:pt x="5797" y="10271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cubicBezTo>
                        <a:pt x="1" y="1450"/>
                        <a:pt x="284" y="1828"/>
                        <a:pt x="694" y="1986"/>
                      </a:cubicBezTo>
                      <a:lnTo>
                        <a:pt x="694" y="7908"/>
                      </a:lnTo>
                      <a:cubicBezTo>
                        <a:pt x="694" y="8444"/>
                        <a:pt x="1166" y="8917"/>
                        <a:pt x="1702" y="8917"/>
                      </a:cubicBezTo>
                      <a:lnTo>
                        <a:pt x="5482" y="8917"/>
                      </a:lnTo>
                      <a:lnTo>
                        <a:pt x="5482" y="9673"/>
                      </a:lnTo>
                      <a:cubicBezTo>
                        <a:pt x="5104" y="9830"/>
                        <a:pt x="4821" y="10177"/>
                        <a:pt x="4821" y="10649"/>
                      </a:cubicBezTo>
                      <a:cubicBezTo>
                        <a:pt x="4821" y="11216"/>
                        <a:pt x="5293" y="11689"/>
                        <a:pt x="5829" y="11689"/>
                      </a:cubicBezTo>
                      <a:cubicBezTo>
                        <a:pt x="6396" y="11689"/>
                        <a:pt x="6869" y="11216"/>
                        <a:pt x="6869" y="10649"/>
                      </a:cubicBezTo>
                      <a:cubicBezTo>
                        <a:pt x="6869" y="10240"/>
                        <a:pt x="6585" y="9830"/>
                        <a:pt x="6207" y="9673"/>
                      </a:cubicBezTo>
                      <a:lnTo>
                        <a:pt x="6207" y="8917"/>
                      </a:lnTo>
                      <a:lnTo>
                        <a:pt x="10019" y="8917"/>
                      </a:lnTo>
                      <a:cubicBezTo>
                        <a:pt x="10555" y="8917"/>
                        <a:pt x="11027" y="8444"/>
                        <a:pt x="11027" y="7908"/>
                      </a:cubicBezTo>
                      <a:lnTo>
                        <a:pt x="11027" y="1986"/>
                      </a:lnTo>
                      <a:cubicBezTo>
                        <a:pt x="11405" y="1828"/>
                        <a:pt x="11657" y="1450"/>
                        <a:pt x="11657" y="1009"/>
                      </a:cubicBezTo>
                      <a:cubicBezTo>
                        <a:pt x="11657" y="473"/>
                        <a:pt x="11185" y="1"/>
                        <a:pt x="1064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3" name="Google Shape;12556;p89">
                  <a:extLst>
                    <a:ext uri="{FF2B5EF4-FFF2-40B4-BE49-F238E27FC236}">
                      <a16:creationId xmlns:a16="http://schemas.microsoft.com/office/drawing/2014/main" id="{ED642E8A-B009-EA15-067A-338517CBF719}"/>
                    </a:ext>
                  </a:extLst>
                </p:cNvPr>
                <p:cNvSpPr/>
                <p:nvPr/>
              </p:nvSpPr>
              <p:spPr>
                <a:xfrm>
                  <a:off x="-2008975" y="2855525"/>
                  <a:ext cx="189050" cy="84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3380" extrusionOk="0">
                      <a:moveTo>
                        <a:pt x="6553" y="0"/>
                      </a:moveTo>
                      <a:cubicBezTo>
                        <a:pt x="6144" y="0"/>
                        <a:pt x="6081" y="504"/>
                        <a:pt x="6427" y="662"/>
                      </a:cubicBezTo>
                      <a:lnTo>
                        <a:pt x="4474" y="2584"/>
                      </a:lnTo>
                      <a:lnTo>
                        <a:pt x="2647" y="788"/>
                      </a:lnTo>
                      <a:cubicBezTo>
                        <a:pt x="2584" y="725"/>
                        <a:pt x="2497" y="693"/>
                        <a:pt x="2410" y="693"/>
                      </a:cubicBezTo>
                      <a:cubicBezTo>
                        <a:pt x="2324" y="693"/>
                        <a:pt x="2237" y="725"/>
                        <a:pt x="2174" y="788"/>
                      </a:cubicBezTo>
                      <a:lnTo>
                        <a:pt x="126" y="2836"/>
                      </a:lnTo>
                      <a:cubicBezTo>
                        <a:pt x="0" y="2930"/>
                        <a:pt x="0" y="3182"/>
                        <a:pt x="126" y="3308"/>
                      </a:cubicBezTo>
                      <a:cubicBezTo>
                        <a:pt x="189" y="3356"/>
                        <a:pt x="276" y="3379"/>
                        <a:pt x="363" y="3379"/>
                      </a:cubicBezTo>
                      <a:cubicBezTo>
                        <a:pt x="449" y="3379"/>
                        <a:pt x="536" y="3356"/>
                        <a:pt x="599" y="3308"/>
                      </a:cubicBezTo>
                      <a:lnTo>
                        <a:pt x="2426" y="1481"/>
                      </a:lnTo>
                      <a:lnTo>
                        <a:pt x="4222" y="3308"/>
                      </a:lnTo>
                      <a:cubicBezTo>
                        <a:pt x="4285" y="3356"/>
                        <a:pt x="4372" y="3379"/>
                        <a:pt x="4458" y="3379"/>
                      </a:cubicBezTo>
                      <a:cubicBezTo>
                        <a:pt x="4545" y="3379"/>
                        <a:pt x="4632" y="3356"/>
                        <a:pt x="4695" y="3308"/>
                      </a:cubicBezTo>
                      <a:lnTo>
                        <a:pt x="6900" y="1134"/>
                      </a:lnTo>
                      <a:cubicBezTo>
                        <a:pt x="6931" y="1260"/>
                        <a:pt x="7057" y="1355"/>
                        <a:pt x="7215" y="1355"/>
                      </a:cubicBezTo>
                      <a:cubicBezTo>
                        <a:pt x="7404" y="1355"/>
                        <a:pt x="7562" y="1197"/>
                        <a:pt x="7562" y="1008"/>
                      </a:cubicBezTo>
                      <a:lnTo>
                        <a:pt x="7562" y="347"/>
                      </a:lnTo>
                      <a:cubicBezTo>
                        <a:pt x="7562" y="158"/>
                        <a:pt x="7467" y="0"/>
                        <a:pt x="724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8016" name="Google Shape;12566;p89">
                <a:extLst>
                  <a:ext uri="{FF2B5EF4-FFF2-40B4-BE49-F238E27FC236}">
                    <a16:creationId xmlns:a16="http://schemas.microsoft.com/office/drawing/2014/main" id="{ADB5BE7C-71C7-CEAD-74BE-A216916C6B80}"/>
                  </a:ext>
                </a:extLst>
              </p:cNvPr>
              <p:cNvSpPr/>
              <p:nvPr/>
            </p:nvSpPr>
            <p:spPr>
              <a:xfrm>
                <a:off x="3729407" y="3454999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797" y="2111"/>
                    </a:moveTo>
                    <a:cubicBezTo>
                      <a:pt x="6175" y="2111"/>
                      <a:pt x="6459" y="2426"/>
                      <a:pt x="6459" y="2773"/>
                    </a:cubicBezTo>
                    <a:cubicBezTo>
                      <a:pt x="6459" y="3151"/>
                      <a:pt x="6175" y="3466"/>
                      <a:pt x="5797" y="3466"/>
                    </a:cubicBezTo>
                    <a:cubicBezTo>
                      <a:pt x="5388" y="3466"/>
                      <a:pt x="5104" y="3151"/>
                      <a:pt x="5104" y="2773"/>
                    </a:cubicBezTo>
                    <a:cubicBezTo>
                      <a:pt x="5104" y="2426"/>
                      <a:pt x="5419" y="2111"/>
                      <a:pt x="5797" y="2111"/>
                    </a:cubicBezTo>
                    <a:close/>
                    <a:moveTo>
                      <a:pt x="6112" y="4159"/>
                    </a:moveTo>
                    <a:cubicBezTo>
                      <a:pt x="6648" y="4159"/>
                      <a:pt x="7120" y="4631"/>
                      <a:pt x="7120" y="5198"/>
                    </a:cubicBezTo>
                    <a:lnTo>
                      <a:pt x="7120" y="5545"/>
                    </a:lnTo>
                    <a:lnTo>
                      <a:pt x="4379" y="5545"/>
                    </a:lnTo>
                    <a:lnTo>
                      <a:pt x="4379" y="5198"/>
                    </a:lnTo>
                    <a:cubicBezTo>
                      <a:pt x="4411" y="4600"/>
                      <a:pt x="4884" y="4159"/>
                      <a:pt x="5419" y="4159"/>
                    </a:cubicBezTo>
                    <a:close/>
                    <a:moveTo>
                      <a:pt x="10586" y="662"/>
                    </a:moveTo>
                    <a:cubicBezTo>
                      <a:pt x="10775" y="662"/>
                      <a:pt x="10932" y="819"/>
                      <a:pt x="10932" y="1008"/>
                    </a:cubicBezTo>
                    <a:lnTo>
                      <a:pt x="10932" y="5860"/>
                    </a:lnTo>
                    <a:lnTo>
                      <a:pt x="10996" y="5860"/>
                    </a:lnTo>
                    <a:cubicBezTo>
                      <a:pt x="10996" y="6049"/>
                      <a:pt x="10838" y="6207"/>
                      <a:pt x="10617" y="6207"/>
                    </a:cubicBezTo>
                    <a:lnTo>
                      <a:pt x="9483" y="6207"/>
                    </a:lnTo>
                    <a:cubicBezTo>
                      <a:pt x="9326" y="5829"/>
                      <a:pt x="8979" y="5545"/>
                      <a:pt x="8507" y="5545"/>
                    </a:cubicBezTo>
                    <a:lnTo>
                      <a:pt x="7845" y="5545"/>
                    </a:lnTo>
                    <a:lnTo>
                      <a:pt x="7845" y="5198"/>
                    </a:lnTo>
                    <a:cubicBezTo>
                      <a:pt x="7845" y="4505"/>
                      <a:pt x="7435" y="3938"/>
                      <a:pt x="6837" y="3655"/>
                    </a:cubicBezTo>
                    <a:cubicBezTo>
                      <a:pt x="7057" y="3403"/>
                      <a:pt x="7152" y="3151"/>
                      <a:pt x="7152" y="2773"/>
                    </a:cubicBezTo>
                    <a:cubicBezTo>
                      <a:pt x="7152" y="2048"/>
                      <a:pt x="6522" y="1418"/>
                      <a:pt x="5797" y="1418"/>
                    </a:cubicBezTo>
                    <a:cubicBezTo>
                      <a:pt x="5041" y="1418"/>
                      <a:pt x="4411" y="2048"/>
                      <a:pt x="4411" y="2773"/>
                    </a:cubicBezTo>
                    <a:cubicBezTo>
                      <a:pt x="4411" y="3088"/>
                      <a:pt x="4537" y="3403"/>
                      <a:pt x="4726" y="3655"/>
                    </a:cubicBezTo>
                    <a:cubicBezTo>
                      <a:pt x="4127" y="3938"/>
                      <a:pt x="3749" y="4505"/>
                      <a:pt x="3749" y="5198"/>
                    </a:cubicBezTo>
                    <a:lnTo>
                      <a:pt x="3749" y="5545"/>
                    </a:lnTo>
                    <a:lnTo>
                      <a:pt x="3056" y="5545"/>
                    </a:lnTo>
                    <a:cubicBezTo>
                      <a:pt x="2647" y="5545"/>
                      <a:pt x="2237" y="5829"/>
                      <a:pt x="2080" y="6207"/>
                    </a:cubicBezTo>
                    <a:lnTo>
                      <a:pt x="977" y="6207"/>
                    </a:lnTo>
                    <a:cubicBezTo>
                      <a:pt x="788" y="6207"/>
                      <a:pt x="630" y="6049"/>
                      <a:pt x="630" y="5860"/>
                    </a:cubicBezTo>
                    <a:lnTo>
                      <a:pt x="630" y="1008"/>
                    </a:lnTo>
                    <a:cubicBezTo>
                      <a:pt x="630" y="819"/>
                      <a:pt x="788" y="662"/>
                      <a:pt x="977" y="662"/>
                    </a:cubicBezTo>
                    <a:close/>
                    <a:moveTo>
                      <a:pt x="8538" y="6175"/>
                    </a:moveTo>
                    <a:cubicBezTo>
                      <a:pt x="8759" y="6175"/>
                      <a:pt x="8916" y="6333"/>
                      <a:pt x="8916" y="6522"/>
                    </a:cubicBezTo>
                    <a:cubicBezTo>
                      <a:pt x="8853" y="6711"/>
                      <a:pt x="8696" y="6868"/>
                      <a:pt x="8538" y="6868"/>
                    </a:cubicBezTo>
                    <a:lnTo>
                      <a:pt x="3088" y="6868"/>
                    </a:lnTo>
                    <a:cubicBezTo>
                      <a:pt x="2867" y="6868"/>
                      <a:pt x="2710" y="6711"/>
                      <a:pt x="2710" y="6522"/>
                    </a:cubicBezTo>
                    <a:cubicBezTo>
                      <a:pt x="2710" y="6333"/>
                      <a:pt x="2867" y="6175"/>
                      <a:pt x="3088" y="6175"/>
                    </a:cubicBezTo>
                    <a:close/>
                    <a:moveTo>
                      <a:pt x="8160" y="7593"/>
                    </a:moveTo>
                    <a:lnTo>
                      <a:pt x="7561" y="11027"/>
                    </a:lnTo>
                    <a:lnTo>
                      <a:pt x="4033" y="11027"/>
                    </a:lnTo>
                    <a:lnTo>
                      <a:pt x="3466" y="7593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8"/>
                    </a:cubicBezTo>
                    <a:lnTo>
                      <a:pt x="0" y="5860"/>
                    </a:lnTo>
                    <a:cubicBezTo>
                      <a:pt x="0" y="6396"/>
                      <a:pt x="473" y="6868"/>
                      <a:pt x="1008" y="6868"/>
                    </a:cubicBezTo>
                    <a:lnTo>
                      <a:pt x="2111" y="6868"/>
                    </a:lnTo>
                    <a:cubicBezTo>
                      <a:pt x="2237" y="7183"/>
                      <a:pt x="2489" y="7435"/>
                      <a:pt x="2804" y="7498"/>
                    </a:cubicBezTo>
                    <a:lnTo>
                      <a:pt x="3434" y="11373"/>
                    </a:lnTo>
                    <a:cubicBezTo>
                      <a:pt x="3466" y="11531"/>
                      <a:pt x="3592" y="11657"/>
                      <a:pt x="3781" y="11657"/>
                    </a:cubicBezTo>
                    <a:lnTo>
                      <a:pt x="7877" y="11657"/>
                    </a:lnTo>
                    <a:cubicBezTo>
                      <a:pt x="8034" y="11657"/>
                      <a:pt x="8192" y="11531"/>
                      <a:pt x="8223" y="11373"/>
                    </a:cubicBezTo>
                    <a:lnTo>
                      <a:pt x="8853" y="7498"/>
                    </a:lnTo>
                    <a:cubicBezTo>
                      <a:pt x="9168" y="7435"/>
                      <a:pt x="9420" y="7183"/>
                      <a:pt x="9546" y="6868"/>
                    </a:cubicBezTo>
                    <a:lnTo>
                      <a:pt x="10680" y="6868"/>
                    </a:lnTo>
                    <a:cubicBezTo>
                      <a:pt x="11216" y="6868"/>
                      <a:pt x="11689" y="6396"/>
                      <a:pt x="11689" y="5860"/>
                    </a:cubicBezTo>
                    <a:lnTo>
                      <a:pt x="11689" y="1008"/>
                    </a:lnTo>
                    <a:cubicBezTo>
                      <a:pt x="11657" y="473"/>
                      <a:pt x="11185" y="0"/>
                      <a:pt x="1061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8017" name="Google Shape;12580;p89">
                <a:extLst>
                  <a:ext uri="{FF2B5EF4-FFF2-40B4-BE49-F238E27FC236}">
                    <a16:creationId xmlns:a16="http://schemas.microsoft.com/office/drawing/2014/main" id="{E237E88E-10C2-C5C1-F910-EEAC28D2EA77}"/>
                  </a:ext>
                </a:extLst>
              </p:cNvPr>
              <p:cNvGrpSpPr/>
              <p:nvPr/>
            </p:nvGrpSpPr>
            <p:grpSpPr>
              <a:xfrm>
                <a:off x="7973122" y="3454376"/>
                <a:ext cx="414267" cy="642992"/>
                <a:chOff x="-3443250" y="2765725"/>
                <a:chExt cx="188275" cy="292225"/>
              </a:xfrm>
              <a:grpFill/>
            </p:grpSpPr>
            <p:sp>
              <p:nvSpPr>
                <p:cNvPr id="18018" name="Google Shape;12581;p89">
                  <a:extLst>
                    <a:ext uri="{FF2B5EF4-FFF2-40B4-BE49-F238E27FC236}">
                      <a16:creationId xmlns:a16="http://schemas.microsoft.com/office/drawing/2014/main" id="{FFBA6400-A6DD-E966-C7A1-70CE2B4AA8C7}"/>
                    </a:ext>
                  </a:extLst>
                </p:cNvPr>
                <p:cNvSpPr/>
                <p:nvPr/>
              </p:nvSpPr>
              <p:spPr>
                <a:xfrm>
                  <a:off x="-3443250" y="2765725"/>
                  <a:ext cx="188275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31" h="11689" extrusionOk="0">
                      <a:moveTo>
                        <a:pt x="6491" y="662"/>
                      </a:moveTo>
                      <a:cubicBezTo>
                        <a:pt x="6711" y="662"/>
                        <a:pt x="6869" y="820"/>
                        <a:pt x="6869" y="1009"/>
                      </a:cubicBezTo>
                      <a:lnTo>
                        <a:pt x="6869" y="7908"/>
                      </a:lnTo>
                      <a:cubicBezTo>
                        <a:pt x="6869" y="8097"/>
                        <a:pt x="6711" y="8255"/>
                        <a:pt x="6491" y="8255"/>
                      </a:cubicBezTo>
                      <a:lnTo>
                        <a:pt x="1040" y="8255"/>
                      </a:lnTo>
                      <a:cubicBezTo>
                        <a:pt x="851" y="8255"/>
                        <a:pt x="694" y="8097"/>
                        <a:pt x="694" y="7908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4821" y="8948"/>
                      </a:moveTo>
                      <a:lnTo>
                        <a:pt x="4821" y="10996"/>
                      </a:lnTo>
                      <a:lnTo>
                        <a:pt x="2773" y="10996"/>
                      </a:lnTo>
                      <a:lnTo>
                        <a:pt x="2773" y="8948"/>
                      </a:lnTo>
                      <a:close/>
                      <a:moveTo>
                        <a:pt x="1040" y="1"/>
                      </a:moveTo>
                      <a:cubicBezTo>
                        <a:pt x="473" y="1"/>
                        <a:pt x="1" y="473"/>
                        <a:pt x="1" y="1009"/>
                      </a:cubicBezTo>
                      <a:lnTo>
                        <a:pt x="1" y="7908"/>
                      </a:lnTo>
                      <a:cubicBezTo>
                        <a:pt x="1" y="8475"/>
                        <a:pt x="473" y="8917"/>
                        <a:pt x="1040" y="8917"/>
                      </a:cubicBezTo>
                      <a:lnTo>
                        <a:pt x="2049" y="8917"/>
                      </a:lnTo>
                      <a:lnTo>
                        <a:pt x="2049" y="10964"/>
                      </a:lnTo>
                      <a:lnTo>
                        <a:pt x="1040" y="10964"/>
                      </a:lnTo>
                      <a:cubicBezTo>
                        <a:pt x="851" y="10964"/>
                        <a:pt x="694" y="11122"/>
                        <a:pt x="694" y="11342"/>
                      </a:cubicBezTo>
                      <a:cubicBezTo>
                        <a:pt x="694" y="11531"/>
                        <a:pt x="851" y="11689"/>
                        <a:pt x="1040" y="11689"/>
                      </a:cubicBezTo>
                      <a:lnTo>
                        <a:pt x="6491" y="11689"/>
                      </a:lnTo>
                      <a:cubicBezTo>
                        <a:pt x="6711" y="11689"/>
                        <a:pt x="6869" y="11531"/>
                        <a:pt x="6869" y="11342"/>
                      </a:cubicBezTo>
                      <a:cubicBezTo>
                        <a:pt x="6869" y="11122"/>
                        <a:pt x="6711" y="10964"/>
                        <a:pt x="6491" y="10964"/>
                      </a:cubicBezTo>
                      <a:lnTo>
                        <a:pt x="5483" y="10964"/>
                      </a:lnTo>
                      <a:lnTo>
                        <a:pt x="5483" y="8917"/>
                      </a:lnTo>
                      <a:lnTo>
                        <a:pt x="6491" y="8917"/>
                      </a:lnTo>
                      <a:cubicBezTo>
                        <a:pt x="7058" y="8917"/>
                        <a:pt x="7531" y="8475"/>
                        <a:pt x="7531" y="7908"/>
                      </a:cubicBezTo>
                      <a:lnTo>
                        <a:pt x="7531" y="1009"/>
                      </a:lnTo>
                      <a:cubicBezTo>
                        <a:pt x="7531" y="442"/>
                        <a:pt x="7089" y="1"/>
                        <a:pt x="649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19" name="Google Shape;12582;p89">
                  <a:extLst>
                    <a:ext uri="{FF2B5EF4-FFF2-40B4-BE49-F238E27FC236}">
                      <a16:creationId xmlns:a16="http://schemas.microsoft.com/office/drawing/2014/main" id="{7F6E0AEA-DDC7-1B87-0D26-266E64857D46}"/>
                    </a:ext>
                  </a:extLst>
                </p:cNvPr>
                <p:cNvSpPr/>
                <p:nvPr/>
              </p:nvSpPr>
              <p:spPr>
                <a:xfrm>
                  <a:off x="-3411725" y="2799375"/>
                  <a:ext cx="124450" cy="86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8" h="3444" extrusionOk="0">
                      <a:moveTo>
                        <a:pt x="1859" y="1144"/>
                      </a:moveTo>
                      <a:lnTo>
                        <a:pt x="2678" y="2750"/>
                      </a:lnTo>
                      <a:lnTo>
                        <a:pt x="1040" y="2750"/>
                      </a:lnTo>
                      <a:lnTo>
                        <a:pt x="1859" y="1144"/>
                      </a:lnTo>
                      <a:close/>
                      <a:moveTo>
                        <a:pt x="3151" y="1049"/>
                      </a:moveTo>
                      <a:lnTo>
                        <a:pt x="4033" y="2782"/>
                      </a:lnTo>
                      <a:lnTo>
                        <a:pt x="3403" y="2782"/>
                      </a:lnTo>
                      <a:lnTo>
                        <a:pt x="3403" y="2750"/>
                      </a:lnTo>
                      <a:lnTo>
                        <a:pt x="2804" y="1553"/>
                      </a:lnTo>
                      <a:lnTo>
                        <a:pt x="3151" y="1049"/>
                      </a:lnTo>
                      <a:close/>
                      <a:moveTo>
                        <a:pt x="3213" y="1"/>
                      </a:moveTo>
                      <a:cubicBezTo>
                        <a:pt x="3110" y="1"/>
                        <a:pt x="3003" y="48"/>
                        <a:pt x="2930" y="135"/>
                      </a:cubicBezTo>
                      <a:lnTo>
                        <a:pt x="2457" y="829"/>
                      </a:lnTo>
                      <a:lnTo>
                        <a:pt x="2142" y="198"/>
                      </a:lnTo>
                      <a:cubicBezTo>
                        <a:pt x="2079" y="72"/>
                        <a:pt x="1961" y="9"/>
                        <a:pt x="1839" y="9"/>
                      </a:cubicBezTo>
                      <a:cubicBezTo>
                        <a:pt x="1717" y="9"/>
                        <a:pt x="1591" y="72"/>
                        <a:pt x="1512" y="198"/>
                      </a:cubicBezTo>
                      <a:lnTo>
                        <a:pt x="126" y="2939"/>
                      </a:lnTo>
                      <a:cubicBezTo>
                        <a:pt x="0" y="3191"/>
                        <a:pt x="158" y="3443"/>
                        <a:pt x="441" y="3443"/>
                      </a:cubicBezTo>
                      <a:lnTo>
                        <a:pt x="4537" y="3443"/>
                      </a:lnTo>
                      <a:cubicBezTo>
                        <a:pt x="4757" y="3443"/>
                        <a:pt x="4978" y="3191"/>
                        <a:pt x="4852" y="2939"/>
                      </a:cubicBezTo>
                      <a:lnTo>
                        <a:pt x="3497" y="198"/>
                      </a:lnTo>
                      <a:cubicBezTo>
                        <a:pt x="3446" y="63"/>
                        <a:pt x="3332" y="1"/>
                        <a:pt x="321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0" name="Google Shape;12583;p89">
                  <a:extLst>
                    <a:ext uri="{FF2B5EF4-FFF2-40B4-BE49-F238E27FC236}">
                      <a16:creationId xmlns:a16="http://schemas.microsoft.com/office/drawing/2014/main" id="{13F50F80-E548-EC15-FE52-1FA4CAA0B01B}"/>
                    </a:ext>
                  </a:extLst>
                </p:cNvPr>
                <p:cNvSpPr/>
                <p:nvPr/>
              </p:nvSpPr>
              <p:spPr>
                <a:xfrm>
                  <a:off x="-3392825" y="290357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21" name="Google Shape;12584;p89">
                  <a:extLst>
                    <a:ext uri="{FF2B5EF4-FFF2-40B4-BE49-F238E27FC236}">
                      <a16:creationId xmlns:a16="http://schemas.microsoft.com/office/drawing/2014/main" id="{5B48A40C-A1C0-572C-B7DF-8505611F765B}"/>
                    </a:ext>
                  </a:extLst>
                </p:cNvPr>
                <p:cNvSpPr/>
                <p:nvPr/>
              </p:nvSpPr>
              <p:spPr>
                <a:xfrm>
                  <a:off x="-3392825" y="2938225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119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11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0A99978-D673-3A96-50A8-C251DC983E50}"/>
                </a:ext>
              </a:extLst>
            </p:cNvPr>
            <p:cNvGrpSpPr/>
            <p:nvPr/>
          </p:nvGrpSpPr>
          <p:grpSpPr>
            <a:xfrm>
              <a:off x="397192" y="1548962"/>
              <a:ext cx="11397616" cy="650754"/>
              <a:chOff x="397192" y="1883391"/>
              <a:chExt cx="11397616" cy="650754"/>
            </a:xfrm>
            <a:grpFill/>
          </p:grpSpPr>
          <p:sp>
            <p:nvSpPr>
              <p:cNvPr id="17962" name="Google Shape;12422;p89">
                <a:extLst>
                  <a:ext uri="{FF2B5EF4-FFF2-40B4-BE49-F238E27FC236}">
                    <a16:creationId xmlns:a16="http://schemas.microsoft.com/office/drawing/2014/main" id="{9636D8FA-1C7F-6C07-01DF-D25295DD78FF}"/>
                  </a:ext>
                </a:extLst>
              </p:cNvPr>
              <p:cNvSpPr/>
              <p:nvPr/>
            </p:nvSpPr>
            <p:spPr>
              <a:xfrm>
                <a:off x="397192" y="1884273"/>
                <a:ext cx="660320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2004" h="11713" extrusionOk="0">
                    <a:moveTo>
                      <a:pt x="8633" y="2088"/>
                    </a:moveTo>
                    <a:cubicBezTo>
                      <a:pt x="8900" y="2088"/>
                      <a:pt x="9168" y="2182"/>
                      <a:pt x="9357" y="2371"/>
                    </a:cubicBezTo>
                    <a:cubicBezTo>
                      <a:pt x="9767" y="2781"/>
                      <a:pt x="9767" y="3442"/>
                      <a:pt x="9357" y="3820"/>
                    </a:cubicBezTo>
                    <a:lnTo>
                      <a:pt x="8128" y="5018"/>
                    </a:lnTo>
                    <a:cubicBezTo>
                      <a:pt x="7939" y="4702"/>
                      <a:pt x="7750" y="4419"/>
                      <a:pt x="7498" y="4135"/>
                    </a:cubicBezTo>
                    <a:cubicBezTo>
                      <a:pt x="7278" y="3915"/>
                      <a:pt x="6994" y="3726"/>
                      <a:pt x="6679" y="3568"/>
                    </a:cubicBezTo>
                    <a:lnTo>
                      <a:pt x="7908" y="2371"/>
                    </a:lnTo>
                    <a:cubicBezTo>
                      <a:pt x="8097" y="2182"/>
                      <a:pt x="8365" y="2088"/>
                      <a:pt x="8633" y="2088"/>
                    </a:cubicBezTo>
                    <a:close/>
                    <a:moveTo>
                      <a:pt x="5230" y="5333"/>
                    </a:moveTo>
                    <a:cubicBezTo>
                      <a:pt x="5514" y="5333"/>
                      <a:pt x="5829" y="5396"/>
                      <a:pt x="6018" y="5648"/>
                    </a:cubicBezTo>
                    <a:cubicBezTo>
                      <a:pt x="6207" y="5837"/>
                      <a:pt x="6333" y="6120"/>
                      <a:pt x="6333" y="6435"/>
                    </a:cubicBezTo>
                    <a:cubicBezTo>
                      <a:pt x="6049" y="6435"/>
                      <a:pt x="5766" y="6309"/>
                      <a:pt x="5545" y="6120"/>
                    </a:cubicBezTo>
                    <a:cubicBezTo>
                      <a:pt x="5356" y="5931"/>
                      <a:pt x="5230" y="5648"/>
                      <a:pt x="5230" y="5333"/>
                    </a:cubicBezTo>
                    <a:close/>
                    <a:moveTo>
                      <a:pt x="8617" y="717"/>
                    </a:moveTo>
                    <a:cubicBezTo>
                      <a:pt x="9223" y="717"/>
                      <a:pt x="9830" y="953"/>
                      <a:pt x="10302" y="1426"/>
                    </a:cubicBezTo>
                    <a:cubicBezTo>
                      <a:pt x="11247" y="2340"/>
                      <a:pt x="11247" y="3883"/>
                      <a:pt x="10302" y="4828"/>
                    </a:cubicBezTo>
                    <a:lnTo>
                      <a:pt x="8381" y="6719"/>
                    </a:lnTo>
                    <a:cubicBezTo>
                      <a:pt x="8412" y="6404"/>
                      <a:pt x="8412" y="6089"/>
                      <a:pt x="8349" y="5774"/>
                    </a:cubicBezTo>
                    <a:lnTo>
                      <a:pt x="9798" y="4356"/>
                    </a:lnTo>
                    <a:cubicBezTo>
                      <a:pt x="10460" y="3663"/>
                      <a:pt x="10460" y="2560"/>
                      <a:pt x="9798" y="1930"/>
                    </a:cubicBezTo>
                    <a:cubicBezTo>
                      <a:pt x="9467" y="1599"/>
                      <a:pt x="9034" y="1434"/>
                      <a:pt x="8601" y="1434"/>
                    </a:cubicBezTo>
                    <a:cubicBezTo>
                      <a:pt x="8168" y="1434"/>
                      <a:pt x="7735" y="1599"/>
                      <a:pt x="7404" y="1930"/>
                    </a:cubicBezTo>
                    <a:cubicBezTo>
                      <a:pt x="7309" y="2025"/>
                      <a:pt x="5356" y="3946"/>
                      <a:pt x="5073" y="4230"/>
                    </a:cubicBezTo>
                    <a:cubicBezTo>
                      <a:pt x="4411" y="4892"/>
                      <a:pt x="4411" y="5963"/>
                      <a:pt x="5073" y="6624"/>
                    </a:cubicBezTo>
                    <a:cubicBezTo>
                      <a:pt x="5356" y="6908"/>
                      <a:pt x="5671" y="7065"/>
                      <a:pt x="6049" y="7097"/>
                    </a:cubicBezTo>
                    <a:lnTo>
                      <a:pt x="5514" y="7664"/>
                    </a:lnTo>
                    <a:cubicBezTo>
                      <a:pt x="5167" y="7538"/>
                      <a:pt x="4883" y="7349"/>
                      <a:pt x="4600" y="7097"/>
                    </a:cubicBezTo>
                    <a:cubicBezTo>
                      <a:pt x="3655" y="6152"/>
                      <a:pt x="3655" y="4671"/>
                      <a:pt x="4600" y="3726"/>
                    </a:cubicBezTo>
                    <a:lnTo>
                      <a:pt x="6931" y="1426"/>
                    </a:lnTo>
                    <a:cubicBezTo>
                      <a:pt x="7404" y="953"/>
                      <a:pt x="8010" y="717"/>
                      <a:pt x="8617" y="717"/>
                    </a:cubicBezTo>
                    <a:close/>
                    <a:moveTo>
                      <a:pt x="3497" y="6719"/>
                    </a:moveTo>
                    <a:cubicBezTo>
                      <a:pt x="3655" y="7034"/>
                      <a:pt x="3844" y="7286"/>
                      <a:pt x="4127" y="7569"/>
                    </a:cubicBezTo>
                    <a:cubicBezTo>
                      <a:pt x="4348" y="7821"/>
                      <a:pt x="4663" y="8042"/>
                      <a:pt x="4978" y="8168"/>
                    </a:cubicBezTo>
                    <a:lnTo>
                      <a:pt x="3812" y="9334"/>
                    </a:lnTo>
                    <a:cubicBezTo>
                      <a:pt x="3608" y="9538"/>
                      <a:pt x="3340" y="9641"/>
                      <a:pt x="3076" y="9641"/>
                    </a:cubicBezTo>
                    <a:cubicBezTo>
                      <a:pt x="2812" y="9641"/>
                      <a:pt x="2552" y="9538"/>
                      <a:pt x="2363" y="9334"/>
                    </a:cubicBezTo>
                    <a:cubicBezTo>
                      <a:pt x="1954" y="8956"/>
                      <a:pt x="1954" y="8294"/>
                      <a:pt x="2363" y="7884"/>
                    </a:cubicBezTo>
                    <a:lnTo>
                      <a:pt x="3497" y="6719"/>
                    </a:lnTo>
                    <a:close/>
                    <a:moveTo>
                      <a:pt x="6112" y="4135"/>
                    </a:moveTo>
                    <a:cubicBezTo>
                      <a:pt x="6396" y="4261"/>
                      <a:pt x="6742" y="4450"/>
                      <a:pt x="6963" y="4702"/>
                    </a:cubicBezTo>
                    <a:cubicBezTo>
                      <a:pt x="7908" y="5648"/>
                      <a:pt x="7908" y="7128"/>
                      <a:pt x="6963" y="8073"/>
                    </a:cubicBezTo>
                    <a:lnTo>
                      <a:pt x="4757" y="10342"/>
                    </a:lnTo>
                    <a:cubicBezTo>
                      <a:pt x="4285" y="10814"/>
                      <a:pt x="3671" y="11051"/>
                      <a:pt x="3056" y="11051"/>
                    </a:cubicBezTo>
                    <a:cubicBezTo>
                      <a:pt x="2442" y="11051"/>
                      <a:pt x="1828" y="10814"/>
                      <a:pt x="1355" y="10342"/>
                    </a:cubicBezTo>
                    <a:cubicBezTo>
                      <a:pt x="945" y="9901"/>
                      <a:pt x="662" y="9271"/>
                      <a:pt x="662" y="8641"/>
                    </a:cubicBezTo>
                    <a:cubicBezTo>
                      <a:pt x="662" y="8010"/>
                      <a:pt x="882" y="7380"/>
                      <a:pt x="1355" y="6939"/>
                    </a:cubicBezTo>
                    <a:lnTo>
                      <a:pt x="3214" y="5081"/>
                    </a:lnTo>
                    <a:lnTo>
                      <a:pt x="3214" y="5081"/>
                    </a:lnTo>
                    <a:cubicBezTo>
                      <a:pt x="3182" y="5396"/>
                      <a:pt x="3214" y="5679"/>
                      <a:pt x="3245" y="5994"/>
                    </a:cubicBezTo>
                    <a:lnTo>
                      <a:pt x="1828" y="7443"/>
                    </a:lnTo>
                    <a:cubicBezTo>
                      <a:pt x="1166" y="8105"/>
                      <a:pt x="1166" y="9176"/>
                      <a:pt x="1828" y="9838"/>
                    </a:cubicBezTo>
                    <a:cubicBezTo>
                      <a:pt x="2174" y="10184"/>
                      <a:pt x="2623" y="10358"/>
                      <a:pt x="3064" y="10358"/>
                    </a:cubicBezTo>
                    <a:cubicBezTo>
                      <a:pt x="3505" y="10358"/>
                      <a:pt x="3938" y="10184"/>
                      <a:pt x="4253" y="9838"/>
                    </a:cubicBezTo>
                    <a:lnTo>
                      <a:pt x="6490" y="7569"/>
                    </a:lnTo>
                    <a:cubicBezTo>
                      <a:pt x="7152" y="6908"/>
                      <a:pt x="7152" y="5837"/>
                      <a:pt x="6490" y="5175"/>
                    </a:cubicBezTo>
                    <a:cubicBezTo>
                      <a:pt x="6207" y="4892"/>
                      <a:pt x="5892" y="4734"/>
                      <a:pt x="5514" y="4702"/>
                    </a:cubicBezTo>
                    <a:lnTo>
                      <a:pt x="6112" y="4135"/>
                    </a:lnTo>
                    <a:close/>
                    <a:moveTo>
                      <a:pt x="8585" y="0"/>
                    </a:moveTo>
                    <a:cubicBezTo>
                      <a:pt x="7798" y="0"/>
                      <a:pt x="7010" y="308"/>
                      <a:pt x="6396" y="922"/>
                    </a:cubicBezTo>
                    <a:lnTo>
                      <a:pt x="4096" y="3190"/>
                    </a:lnTo>
                    <a:lnTo>
                      <a:pt x="882" y="6467"/>
                    </a:lnTo>
                    <a:cubicBezTo>
                      <a:pt x="315" y="7065"/>
                      <a:pt x="0" y="7821"/>
                      <a:pt x="0" y="8641"/>
                    </a:cubicBezTo>
                    <a:cubicBezTo>
                      <a:pt x="0" y="9460"/>
                      <a:pt x="315" y="10247"/>
                      <a:pt x="882" y="10814"/>
                    </a:cubicBezTo>
                    <a:cubicBezTo>
                      <a:pt x="1497" y="11413"/>
                      <a:pt x="2284" y="11712"/>
                      <a:pt x="3072" y="11712"/>
                    </a:cubicBezTo>
                    <a:cubicBezTo>
                      <a:pt x="3860" y="11712"/>
                      <a:pt x="4647" y="11413"/>
                      <a:pt x="5262" y="10814"/>
                    </a:cubicBezTo>
                    <a:cubicBezTo>
                      <a:pt x="8034" y="8010"/>
                      <a:pt x="6837" y="9145"/>
                      <a:pt x="10775" y="5301"/>
                    </a:cubicBezTo>
                    <a:cubicBezTo>
                      <a:pt x="12004" y="4072"/>
                      <a:pt x="12004" y="2151"/>
                      <a:pt x="10775" y="922"/>
                    </a:cubicBezTo>
                    <a:cubicBezTo>
                      <a:pt x="10161" y="308"/>
                      <a:pt x="9373" y="0"/>
                      <a:pt x="858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63" name="Google Shape;12427;p89">
                <a:extLst>
                  <a:ext uri="{FF2B5EF4-FFF2-40B4-BE49-F238E27FC236}">
                    <a16:creationId xmlns:a16="http://schemas.microsoft.com/office/drawing/2014/main" id="{0619430C-B5A8-493B-CFF5-7596EFB33DEE}"/>
                  </a:ext>
                </a:extLst>
              </p:cNvPr>
              <p:cNvGrpSpPr/>
              <p:nvPr/>
            </p:nvGrpSpPr>
            <p:grpSpPr>
              <a:xfrm>
                <a:off x="4523765" y="1886197"/>
                <a:ext cx="644752" cy="640848"/>
                <a:chOff x="-4932650" y="2046625"/>
                <a:chExt cx="293025" cy="291250"/>
              </a:xfrm>
              <a:grpFill/>
            </p:grpSpPr>
            <p:sp>
              <p:nvSpPr>
                <p:cNvPr id="18002" name="Google Shape;12428;p89">
                  <a:extLst>
                    <a:ext uri="{FF2B5EF4-FFF2-40B4-BE49-F238E27FC236}">
                      <a16:creationId xmlns:a16="http://schemas.microsoft.com/office/drawing/2014/main" id="{63D810C6-38C2-435C-F3A9-622C5793C54F}"/>
                    </a:ext>
                  </a:extLst>
                </p:cNvPr>
                <p:cNvSpPr/>
                <p:nvPr/>
              </p:nvSpPr>
              <p:spPr>
                <a:xfrm>
                  <a:off x="-4932650" y="2046625"/>
                  <a:ext cx="293025" cy="291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0" extrusionOk="0">
                      <a:moveTo>
                        <a:pt x="7625" y="694"/>
                      </a:moveTo>
                      <a:cubicBezTo>
                        <a:pt x="9515" y="694"/>
                        <a:pt x="11059" y="2206"/>
                        <a:pt x="11059" y="4096"/>
                      </a:cubicBezTo>
                      <a:cubicBezTo>
                        <a:pt x="11059" y="5987"/>
                        <a:pt x="9515" y="7530"/>
                        <a:pt x="7625" y="7530"/>
                      </a:cubicBezTo>
                      <a:cubicBezTo>
                        <a:pt x="5735" y="7530"/>
                        <a:pt x="4223" y="5987"/>
                        <a:pt x="4223" y="4096"/>
                      </a:cubicBezTo>
                      <a:cubicBezTo>
                        <a:pt x="4223" y="2206"/>
                        <a:pt x="5735" y="694"/>
                        <a:pt x="7625" y="694"/>
                      </a:cubicBezTo>
                      <a:close/>
                      <a:moveTo>
                        <a:pt x="3344" y="8066"/>
                      </a:moveTo>
                      <a:cubicBezTo>
                        <a:pt x="3435" y="8066"/>
                        <a:pt x="3529" y="8098"/>
                        <a:pt x="3593" y="8161"/>
                      </a:cubicBezTo>
                      <a:cubicBezTo>
                        <a:pt x="3719" y="8287"/>
                        <a:pt x="3719" y="8507"/>
                        <a:pt x="3593" y="8633"/>
                      </a:cubicBezTo>
                      <a:lnTo>
                        <a:pt x="1324" y="10870"/>
                      </a:lnTo>
                      <a:cubicBezTo>
                        <a:pt x="1277" y="10933"/>
                        <a:pt x="1190" y="10964"/>
                        <a:pt x="1100" y="10964"/>
                      </a:cubicBezTo>
                      <a:cubicBezTo>
                        <a:pt x="1009" y="10964"/>
                        <a:pt x="915" y="10933"/>
                        <a:pt x="852" y="10870"/>
                      </a:cubicBezTo>
                      <a:cubicBezTo>
                        <a:pt x="757" y="10744"/>
                        <a:pt x="757" y="10523"/>
                        <a:pt x="852" y="10397"/>
                      </a:cubicBezTo>
                      <a:lnTo>
                        <a:pt x="3120" y="8161"/>
                      </a:lnTo>
                      <a:cubicBezTo>
                        <a:pt x="3167" y="8098"/>
                        <a:pt x="3254" y="8066"/>
                        <a:pt x="3344" y="8066"/>
                      </a:cubicBezTo>
                      <a:close/>
                      <a:moveTo>
                        <a:pt x="7625" y="1"/>
                      </a:moveTo>
                      <a:cubicBezTo>
                        <a:pt x="5357" y="1"/>
                        <a:pt x="3529" y="1860"/>
                        <a:pt x="3529" y="4096"/>
                      </a:cubicBezTo>
                      <a:cubicBezTo>
                        <a:pt x="3529" y="5136"/>
                        <a:pt x="3908" y="6050"/>
                        <a:pt x="4538" y="6743"/>
                      </a:cubicBezTo>
                      <a:lnTo>
                        <a:pt x="3813" y="7467"/>
                      </a:lnTo>
                      <a:cubicBezTo>
                        <a:pt x="3673" y="7386"/>
                        <a:pt x="3520" y="7347"/>
                        <a:pt x="3367" y="7347"/>
                      </a:cubicBezTo>
                      <a:cubicBezTo>
                        <a:pt x="3106" y="7347"/>
                        <a:pt x="2846" y="7458"/>
                        <a:pt x="2647" y="7656"/>
                      </a:cubicBezTo>
                      <a:lnTo>
                        <a:pt x="379" y="9893"/>
                      </a:lnTo>
                      <a:cubicBezTo>
                        <a:pt x="1" y="10271"/>
                        <a:pt x="1" y="10964"/>
                        <a:pt x="379" y="11343"/>
                      </a:cubicBezTo>
                      <a:cubicBezTo>
                        <a:pt x="584" y="11547"/>
                        <a:pt x="852" y="11650"/>
                        <a:pt x="1119" y="11650"/>
                      </a:cubicBezTo>
                      <a:cubicBezTo>
                        <a:pt x="1387" y="11650"/>
                        <a:pt x="1655" y="11547"/>
                        <a:pt x="1860" y="11343"/>
                      </a:cubicBezTo>
                      <a:lnTo>
                        <a:pt x="4097" y="9106"/>
                      </a:lnTo>
                      <a:cubicBezTo>
                        <a:pt x="4412" y="8791"/>
                        <a:pt x="4506" y="8318"/>
                        <a:pt x="4286" y="7909"/>
                      </a:cubicBezTo>
                      <a:lnTo>
                        <a:pt x="5010" y="7215"/>
                      </a:lnTo>
                      <a:cubicBezTo>
                        <a:pt x="5703" y="7814"/>
                        <a:pt x="6648" y="8192"/>
                        <a:pt x="7625" y="8192"/>
                      </a:cubicBezTo>
                      <a:cubicBezTo>
                        <a:pt x="9925" y="8192"/>
                        <a:pt x="11721" y="6333"/>
                        <a:pt x="11721" y="4096"/>
                      </a:cubicBezTo>
                      <a:cubicBezTo>
                        <a:pt x="11721" y="1828"/>
                        <a:pt x="9893" y="1"/>
                        <a:pt x="762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03" name="Google Shape;12429;p89">
                  <a:extLst>
                    <a:ext uri="{FF2B5EF4-FFF2-40B4-BE49-F238E27FC236}">
                      <a16:creationId xmlns:a16="http://schemas.microsoft.com/office/drawing/2014/main" id="{EC5FB6FC-1AA1-236A-6098-4C930B905704}"/>
                    </a:ext>
                  </a:extLst>
                </p:cNvPr>
                <p:cNvSpPr/>
                <p:nvPr/>
              </p:nvSpPr>
              <p:spPr>
                <a:xfrm>
                  <a:off x="-4802675" y="2115050"/>
                  <a:ext cx="122100" cy="86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84" h="3443" extrusionOk="0">
                      <a:moveTo>
                        <a:pt x="2428" y="1"/>
                      </a:moveTo>
                      <a:cubicBezTo>
                        <a:pt x="2301" y="1"/>
                        <a:pt x="2172" y="72"/>
                        <a:pt x="2111" y="225"/>
                      </a:cubicBezTo>
                      <a:lnTo>
                        <a:pt x="1418" y="2116"/>
                      </a:lnTo>
                      <a:lnTo>
                        <a:pt x="693" y="225"/>
                      </a:lnTo>
                      <a:cubicBezTo>
                        <a:pt x="645" y="105"/>
                        <a:pt x="524" y="4"/>
                        <a:pt x="400" y="4"/>
                      </a:cubicBezTo>
                      <a:cubicBezTo>
                        <a:pt x="361" y="4"/>
                        <a:pt x="321" y="14"/>
                        <a:pt x="284" y="36"/>
                      </a:cubicBezTo>
                      <a:cubicBezTo>
                        <a:pt x="126" y="99"/>
                        <a:pt x="0" y="288"/>
                        <a:pt x="63" y="446"/>
                      </a:cubicBezTo>
                      <a:lnTo>
                        <a:pt x="1103" y="3218"/>
                      </a:lnTo>
                      <a:cubicBezTo>
                        <a:pt x="1168" y="3364"/>
                        <a:pt x="1299" y="3443"/>
                        <a:pt x="1428" y="3443"/>
                      </a:cubicBezTo>
                      <a:cubicBezTo>
                        <a:pt x="1551" y="3443"/>
                        <a:pt x="1672" y="3372"/>
                        <a:pt x="1733" y="3218"/>
                      </a:cubicBezTo>
                      <a:lnTo>
                        <a:pt x="2426" y="1328"/>
                      </a:lnTo>
                      <a:lnTo>
                        <a:pt x="3151" y="3218"/>
                      </a:lnTo>
                      <a:cubicBezTo>
                        <a:pt x="3215" y="3364"/>
                        <a:pt x="3346" y="3443"/>
                        <a:pt x="3476" y="3443"/>
                      </a:cubicBezTo>
                      <a:cubicBezTo>
                        <a:pt x="3598" y="3443"/>
                        <a:pt x="3719" y="3372"/>
                        <a:pt x="3781" y="3218"/>
                      </a:cubicBezTo>
                      <a:lnTo>
                        <a:pt x="4789" y="446"/>
                      </a:lnTo>
                      <a:cubicBezTo>
                        <a:pt x="4884" y="257"/>
                        <a:pt x="4789" y="68"/>
                        <a:pt x="4600" y="36"/>
                      </a:cubicBezTo>
                      <a:cubicBezTo>
                        <a:pt x="4562" y="14"/>
                        <a:pt x="4521" y="4"/>
                        <a:pt x="4479" y="4"/>
                      </a:cubicBezTo>
                      <a:cubicBezTo>
                        <a:pt x="4346" y="4"/>
                        <a:pt x="4207" y="105"/>
                        <a:pt x="4159" y="225"/>
                      </a:cubicBezTo>
                      <a:lnTo>
                        <a:pt x="3466" y="2116"/>
                      </a:lnTo>
                      <a:lnTo>
                        <a:pt x="2741" y="225"/>
                      </a:lnTo>
                      <a:cubicBezTo>
                        <a:pt x="2693" y="80"/>
                        <a:pt x="2561" y="1"/>
                        <a:pt x="24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4" name="Google Shape;12434;p89">
                <a:extLst>
                  <a:ext uri="{FF2B5EF4-FFF2-40B4-BE49-F238E27FC236}">
                    <a16:creationId xmlns:a16="http://schemas.microsoft.com/office/drawing/2014/main" id="{E78FBC4E-F3F4-2471-A124-01831244C7EC}"/>
                  </a:ext>
                </a:extLst>
              </p:cNvPr>
              <p:cNvGrpSpPr/>
              <p:nvPr/>
            </p:nvGrpSpPr>
            <p:grpSpPr>
              <a:xfrm>
                <a:off x="8665202" y="1924126"/>
                <a:ext cx="641288" cy="564991"/>
                <a:chOff x="-3137650" y="2067900"/>
                <a:chExt cx="291450" cy="256775"/>
              </a:xfrm>
              <a:grpFill/>
            </p:grpSpPr>
            <p:sp>
              <p:nvSpPr>
                <p:cNvPr id="17999" name="Google Shape;12435;p89">
                  <a:extLst>
                    <a:ext uri="{FF2B5EF4-FFF2-40B4-BE49-F238E27FC236}">
                      <a16:creationId xmlns:a16="http://schemas.microsoft.com/office/drawing/2014/main" id="{8942F43C-B2F0-5FE8-2427-F9B9FDB9B29D}"/>
                    </a:ext>
                  </a:extLst>
                </p:cNvPr>
                <p:cNvSpPr/>
                <p:nvPr/>
              </p:nvSpPr>
              <p:spPr>
                <a:xfrm>
                  <a:off x="-3137650" y="2067900"/>
                  <a:ext cx="291450" cy="187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7499" extrusionOk="0">
                      <a:moveTo>
                        <a:pt x="10618" y="694"/>
                      </a:moveTo>
                      <a:cubicBezTo>
                        <a:pt x="10838" y="694"/>
                        <a:pt x="10964" y="851"/>
                        <a:pt x="10964" y="1040"/>
                      </a:cubicBezTo>
                      <a:lnTo>
                        <a:pt x="10964" y="6522"/>
                      </a:lnTo>
                      <a:cubicBezTo>
                        <a:pt x="10964" y="6711"/>
                        <a:pt x="10838" y="6868"/>
                        <a:pt x="10618" y="6868"/>
                      </a:cubicBezTo>
                      <a:lnTo>
                        <a:pt x="1009" y="6868"/>
                      </a:lnTo>
                      <a:cubicBezTo>
                        <a:pt x="820" y="6868"/>
                        <a:pt x="662" y="6711"/>
                        <a:pt x="662" y="6522"/>
                      </a:cubicBezTo>
                      <a:lnTo>
                        <a:pt x="662" y="1040"/>
                      </a:lnTo>
                      <a:cubicBezTo>
                        <a:pt x="662" y="851"/>
                        <a:pt x="820" y="694"/>
                        <a:pt x="1009" y="694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6490"/>
                      </a:lnTo>
                      <a:cubicBezTo>
                        <a:pt x="1" y="7026"/>
                        <a:pt x="473" y="7499"/>
                        <a:pt x="1009" y="7499"/>
                      </a:cubicBezTo>
                      <a:lnTo>
                        <a:pt x="10618" y="7499"/>
                      </a:lnTo>
                      <a:cubicBezTo>
                        <a:pt x="11185" y="7499"/>
                        <a:pt x="11658" y="7026"/>
                        <a:pt x="11658" y="6490"/>
                      </a:cubicBezTo>
                      <a:lnTo>
                        <a:pt x="11658" y="1009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00" name="Google Shape;12436;p89">
                  <a:extLst>
                    <a:ext uri="{FF2B5EF4-FFF2-40B4-BE49-F238E27FC236}">
                      <a16:creationId xmlns:a16="http://schemas.microsoft.com/office/drawing/2014/main" id="{5E5238B5-0666-2EDE-D466-108CDA42A73B}"/>
                    </a:ext>
                  </a:extLst>
                </p:cNvPr>
                <p:cNvSpPr/>
                <p:nvPr/>
              </p:nvSpPr>
              <p:spPr>
                <a:xfrm>
                  <a:off x="-3137650" y="2273475"/>
                  <a:ext cx="291450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2048" extrusionOk="0">
                      <a:moveTo>
                        <a:pt x="10618" y="662"/>
                      </a:moveTo>
                      <a:cubicBezTo>
                        <a:pt x="10838" y="662"/>
                        <a:pt x="10964" y="819"/>
                        <a:pt x="10964" y="1008"/>
                      </a:cubicBezTo>
                      <a:cubicBezTo>
                        <a:pt x="10964" y="1197"/>
                        <a:pt x="10838" y="1355"/>
                        <a:pt x="10618" y="1355"/>
                      </a:cubicBezTo>
                      <a:lnTo>
                        <a:pt x="6050" y="1355"/>
                      </a:lnTo>
                      <a:cubicBezTo>
                        <a:pt x="6113" y="1260"/>
                        <a:pt x="6113" y="1134"/>
                        <a:pt x="6113" y="1008"/>
                      </a:cubicBezTo>
                      <a:cubicBezTo>
                        <a:pt x="6113" y="882"/>
                        <a:pt x="6050" y="788"/>
                        <a:pt x="6050" y="662"/>
                      </a:cubicBezTo>
                      <a:close/>
                      <a:moveTo>
                        <a:pt x="5105" y="662"/>
                      </a:moveTo>
                      <a:cubicBezTo>
                        <a:pt x="5294" y="662"/>
                        <a:pt x="5451" y="819"/>
                        <a:pt x="5451" y="1008"/>
                      </a:cubicBezTo>
                      <a:cubicBezTo>
                        <a:pt x="5451" y="1229"/>
                        <a:pt x="5294" y="1386"/>
                        <a:pt x="5105" y="1386"/>
                      </a:cubicBezTo>
                      <a:lnTo>
                        <a:pt x="1009" y="1386"/>
                      </a:lnTo>
                      <a:cubicBezTo>
                        <a:pt x="820" y="1355"/>
                        <a:pt x="662" y="1229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8"/>
                      </a:cubicBezTo>
                      <a:cubicBezTo>
                        <a:pt x="1" y="1575"/>
                        <a:pt x="473" y="2048"/>
                        <a:pt x="1009" y="2048"/>
                      </a:cubicBezTo>
                      <a:lnTo>
                        <a:pt x="10618" y="2048"/>
                      </a:lnTo>
                      <a:cubicBezTo>
                        <a:pt x="11185" y="2048"/>
                        <a:pt x="11658" y="1575"/>
                        <a:pt x="11658" y="1008"/>
                      </a:cubicBez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8001" name="Google Shape;12437;p89">
                  <a:extLst>
                    <a:ext uri="{FF2B5EF4-FFF2-40B4-BE49-F238E27FC236}">
                      <a16:creationId xmlns:a16="http://schemas.microsoft.com/office/drawing/2014/main" id="{B740A7CB-B335-728F-C77D-E89B3B5E0F3E}"/>
                    </a:ext>
                  </a:extLst>
                </p:cNvPr>
                <p:cNvSpPr/>
                <p:nvPr/>
              </p:nvSpPr>
              <p:spPr>
                <a:xfrm>
                  <a:off x="-3035250" y="2103000"/>
                  <a:ext cx="104000" cy="118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60" h="4740" extrusionOk="0">
                      <a:moveTo>
                        <a:pt x="662" y="896"/>
                      </a:moveTo>
                      <a:lnTo>
                        <a:pt x="3056" y="2346"/>
                      </a:lnTo>
                      <a:lnTo>
                        <a:pt x="662" y="3826"/>
                      </a:lnTo>
                      <a:lnTo>
                        <a:pt x="662" y="896"/>
                      </a:lnTo>
                      <a:close/>
                      <a:moveTo>
                        <a:pt x="322" y="1"/>
                      </a:moveTo>
                      <a:cubicBezTo>
                        <a:pt x="144" y="1"/>
                        <a:pt x="0" y="131"/>
                        <a:pt x="0" y="298"/>
                      </a:cubicBezTo>
                      <a:lnTo>
                        <a:pt x="0" y="4425"/>
                      </a:lnTo>
                      <a:cubicBezTo>
                        <a:pt x="0" y="4607"/>
                        <a:pt x="132" y="4740"/>
                        <a:pt x="301" y="4740"/>
                      </a:cubicBezTo>
                      <a:cubicBezTo>
                        <a:pt x="365" y="4740"/>
                        <a:pt x="435" y="4720"/>
                        <a:pt x="504" y="4677"/>
                      </a:cubicBezTo>
                      <a:lnTo>
                        <a:pt x="3939" y="2629"/>
                      </a:lnTo>
                      <a:cubicBezTo>
                        <a:pt x="4159" y="2535"/>
                        <a:pt x="4159" y="2219"/>
                        <a:pt x="3939" y="2093"/>
                      </a:cubicBezTo>
                      <a:lnTo>
                        <a:pt x="504" y="46"/>
                      </a:lnTo>
                      <a:cubicBezTo>
                        <a:pt x="443" y="15"/>
                        <a:pt x="381" y="1"/>
                        <a:pt x="3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65" name="Google Shape;12454;p89">
                <a:extLst>
                  <a:ext uri="{FF2B5EF4-FFF2-40B4-BE49-F238E27FC236}">
                    <a16:creationId xmlns:a16="http://schemas.microsoft.com/office/drawing/2014/main" id="{124B4D58-9924-AAFC-2F31-CB2234489B5A}"/>
                  </a:ext>
                </a:extLst>
              </p:cNvPr>
              <p:cNvSpPr/>
              <p:nvPr/>
            </p:nvSpPr>
            <p:spPr>
              <a:xfrm>
                <a:off x="1225976" y="1884797"/>
                <a:ext cx="642992" cy="643268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94" extrusionOk="0">
                    <a:moveTo>
                      <a:pt x="5829" y="2048"/>
                    </a:moveTo>
                    <a:cubicBezTo>
                      <a:pt x="6018" y="2048"/>
                      <a:pt x="6175" y="2206"/>
                      <a:pt x="6175" y="2395"/>
                    </a:cubicBezTo>
                    <a:cubicBezTo>
                      <a:pt x="6175" y="2615"/>
                      <a:pt x="6018" y="2804"/>
                      <a:pt x="5829" y="2804"/>
                    </a:cubicBezTo>
                    <a:cubicBezTo>
                      <a:pt x="5640" y="2804"/>
                      <a:pt x="5482" y="2615"/>
                      <a:pt x="5482" y="2395"/>
                    </a:cubicBezTo>
                    <a:cubicBezTo>
                      <a:pt x="5482" y="2206"/>
                      <a:pt x="5640" y="2048"/>
                      <a:pt x="5829" y="2048"/>
                    </a:cubicBezTo>
                    <a:close/>
                    <a:moveTo>
                      <a:pt x="5829" y="725"/>
                    </a:moveTo>
                    <a:cubicBezTo>
                      <a:pt x="6774" y="725"/>
                      <a:pt x="7530" y="1449"/>
                      <a:pt x="7530" y="2395"/>
                    </a:cubicBezTo>
                    <a:cubicBezTo>
                      <a:pt x="7530" y="2521"/>
                      <a:pt x="7530" y="2678"/>
                      <a:pt x="7467" y="2804"/>
                    </a:cubicBezTo>
                    <a:lnTo>
                      <a:pt x="6774" y="2804"/>
                    </a:lnTo>
                    <a:cubicBezTo>
                      <a:pt x="6806" y="2678"/>
                      <a:pt x="6837" y="2552"/>
                      <a:pt x="6837" y="2395"/>
                    </a:cubicBezTo>
                    <a:cubicBezTo>
                      <a:pt x="6837" y="1859"/>
                      <a:pt x="6364" y="1386"/>
                      <a:pt x="5829" y="1386"/>
                    </a:cubicBezTo>
                    <a:cubicBezTo>
                      <a:pt x="5262" y="1386"/>
                      <a:pt x="4789" y="1859"/>
                      <a:pt x="4789" y="2395"/>
                    </a:cubicBezTo>
                    <a:cubicBezTo>
                      <a:pt x="4789" y="2521"/>
                      <a:pt x="4852" y="2678"/>
                      <a:pt x="4884" y="2804"/>
                    </a:cubicBezTo>
                    <a:lnTo>
                      <a:pt x="4159" y="2804"/>
                    </a:lnTo>
                    <a:cubicBezTo>
                      <a:pt x="4128" y="2678"/>
                      <a:pt x="4128" y="2521"/>
                      <a:pt x="4128" y="2395"/>
                    </a:cubicBezTo>
                    <a:cubicBezTo>
                      <a:pt x="4128" y="1449"/>
                      <a:pt x="4884" y="725"/>
                      <a:pt x="5829" y="725"/>
                    </a:cubicBezTo>
                    <a:close/>
                    <a:moveTo>
                      <a:pt x="10681" y="3466"/>
                    </a:moveTo>
                    <a:cubicBezTo>
                      <a:pt x="10870" y="3466"/>
                      <a:pt x="11027" y="3623"/>
                      <a:pt x="11027" y="3812"/>
                    </a:cubicBezTo>
                    <a:cubicBezTo>
                      <a:pt x="11027" y="4033"/>
                      <a:pt x="10870" y="4190"/>
                      <a:pt x="10681" y="4190"/>
                    </a:cubicBezTo>
                    <a:lnTo>
                      <a:pt x="1009" y="4190"/>
                    </a:lnTo>
                    <a:cubicBezTo>
                      <a:pt x="820" y="4190"/>
                      <a:pt x="662" y="4033"/>
                      <a:pt x="662" y="3812"/>
                    </a:cubicBezTo>
                    <a:cubicBezTo>
                      <a:pt x="662" y="3623"/>
                      <a:pt x="851" y="3466"/>
                      <a:pt x="1009" y="3466"/>
                    </a:cubicBezTo>
                    <a:close/>
                    <a:moveTo>
                      <a:pt x="9799" y="4852"/>
                    </a:moveTo>
                    <a:lnTo>
                      <a:pt x="7058" y="7593"/>
                    </a:lnTo>
                    <a:lnTo>
                      <a:pt x="4600" y="7593"/>
                    </a:lnTo>
                    <a:lnTo>
                      <a:pt x="1859" y="4852"/>
                    </a:lnTo>
                    <a:close/>
                    <a:moveTo>
                      <a:pt x="6869" y="8255"/>
                    </a:moveTo>
                    <a:lnTo>
                      <a:pt x="6869" y="9767"/>
                    </a:lnTo>
                    <a:lnTo>
                      <a:pt x="4789" y="10775"/>
                    </a:lnTo>
                    <a:lnTo>
                      <a:pt x="4789" y="8255"/>
                    </a:lnTo>
                    <a:close/>
                    <a:moveTo>
                      <a:pt x="5829" y="0"/>
                    </a:moveTo>
                    <a:cubicBezTo>
                      <a:pt x="4474" y="0"/>
                      <a:pt x="3435" y="1071"/>
                      <a:pt x="3435" y="2395"/>
                    </a:cubicBezTo>
                    <a:cubicBezTo>
                      <a:pt x="3435" y="2521"/>
                      <a:pt x="3435" y="2678"/>
                      <a:pt x="3466" y="2804"/>
                    </a:cubicBezTo>
                    <a:lnTo>
                      <a:pt x="1009" y="2804"/>
                    </a:lnTo>
                    <a:cubicBezTo>
                      <a:pt x="473" y="2804"/>
                      <a:pt x="0" y="3277"/>
                      <a:pt x="0" y="3812"/>
                    </a:cubicBezTo>
                    <a:cubicBezTo>
                      <a:pt x="0" y="4348"/>
                      <a:pt x="379" y="4757"/>
                      <a:pt x="851" y="4852"/>
                    </a:cubicBezTo>
                    <a:lnTo>
                      <a:pt x="4096" y="8065"/>
                    </a:lnTo>
                    <a:lnTo>
                      <a:pt x="4096" y="11342"/>
                    </a:lnTo>
                    <a:cubicBezTo>
                      <a:pt x="4096" y="11518"/>
                      <a:pt x="4277" y="11694"/>
                      <a:pt x="4462" y="11694"/>
                    </a:cubicBezTo>
                    <a:cubicBezTo>
                      <a:pt x="4508" y="11694"/>
                      <a:pt x="4556" y="11683"/>
                      <a:pt x="4600" y="11657"/>
                    </a:cubicBezTo>
                    <a:lnTo>
                      <a:pt x="7373" y="10271"/>
                    </a:lnTo>
                    <a:cubicBezTo>
                      <a:pt x="7467" y="10239"/>
                      <a:pt x="7562" y="10113"/>
                      <a:pt x="7562" y="9956"/>
                    </a:cubicBezTo>
                    <a:lnTo>
                      <a:pt x="7562" y="8034"/>
                    </a:lnTo>
                    <a:lnTo>
                      <a:pt x="10838" y="4820"/>
                    </a:lnTo>
                    <a:cubicBezTo>
                      <a:pt x="11311" y="4757"/>
                      <a:pt x="11689" y="4348"/>
                      <a:pt x="11689" y="3812"/>
                    </a:cubicBezTo>
                    <a:cubicBezTo>
                      <a:pt x="11689" y="3277"/>
                      <a:pt x="11216" y="2804"/>
                      <a:pt x="10681" y="2804"/>
                    </a:cubicBezTo>
                    <a:lnTo>
                      <a:pt x="8192" y="2804"/>
                    </a:lnTo>
                    <a:cubicBezTo>
                      <a:pt x="8192" y="2678"/>
                      <a:pt x="8223" y="2521"/>
                      <a:pt x="8223" y="2395"/>
                    </a:cubicBezTo>
                    <a:cubicBezTo>
                      <a:pt x="8223" y="1071"/>
                      <a:pt x="7152" y="0"/>
                      <a:pt x="582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66" name="Google Shape;12461;p89">
                <a:extLst>
                  <a:ext uri="{FF2B5EF4-FFF2-40B4-BE49-F238E27FC236}">
                    <a16:creationId xmlns:a16="http://schemas.microsoft.com/office/drawing/2014/main" id="{89BF3148-715D-DDBB-3A44-930833B9BB57}"/>
                  </a:ext>
                </a:extLst>
              </p:cNvPr>
              <p:cNvGrpSpPr/>
              <p:nvPr/>
            </p:nvGrpSpPr>
            <p:grpSpPr>
              <a:xfrm>
                <a:off x="5349172" y="1883391"/>
                <a:ext cx="646458" cy="646458"/>
                <a:chOff x="-4573475" y="2045850"/>
                <a:chExt cx="293800" cy="293800"/>
              </a:xfrm>
              <a:grpFill/>
            </p:grpSpPr>
            <p:sp>
              <p:nvSpPr>
                <p:cNvPr id="17997" name="Google Shape;12462;p89">
                  <a:extLst>
                    <a:ext uri="{FF2B5EF4-FFF2-40B4-BE49-F238E27FC236}">
                      <a16:creationId xmlns:a16="http://schemas.microsoft.com/office/drawing/2014/main" id="{EB7F5B95-3715-280C-398C-F0955EA6B8C7}"/>
                    </a:ext>
                  </a:extLst>
                </p:cNvPr>
                <p:cNvSpPr/>
                <p:nvPr/>
              </p:nvSpPr>
              <p:spPr>
                <a:xfrm>
                  <a:off x="-4573475" y="2045850"/>
                  <a:ext cx="2938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52" h="11752" extrusionOk="0">
                      <a:moveTo>
                        <a:pt x="6333" y="756"/>
                      </a:moveTo>
                      <a:lnTo>
                        <a:pt x="6459" y="1292"/>
                      </a:lnTo>
                      <a:cubicBezTo>
                        <a:pt x="6490" y="1418"/>
                        <a:pt x="6585" y="1544"/>
                        <a:pt x="6742" y="1576"/>
                      </a:cubicBezTo>
                      <a:cubicBezTo>
                        <a:pt x="7372" y="1702"/>
                        <a:pt x="7908" y="1922"/>
                        <a:pt x="8444" y="2300"/>
                      </a:cubicBezTo>
                      <a:cubicBezTo>
                        <a:pt x="8491" y="2332"/>
                        <a:pt x="8546" y="2347"/>
                        <a:pt x="8605" y="2347"/>
                      </a:cubicBezTo>
                      <a:cubicBezTo>
                        <a:pt x="8664" y="2347"/>
                        <a:pt x="8727" y="2332"/>
                        <a:pt x="8790" y="2300"/>
                      </a:cubicBezTo>
                      <a:lnTo>
                        <a:pt x="9231" y="2017"/>
                      </a:lnTo>
                      <a:lnTo>
                        <a:pt x="9798" y="2584"/>
                      </a:lnTo>
                      <a:lnTo>
                        <a:pt x="9546" y="3025"/>
                      </a:lnTo>
                      <a:cubicBezTo>
                        <a:pt x="9452" y="3151"/>
                        <a:pt x="9452" y="3308"/>
                        <a:pt x="9546" y="3371"/>
                      </a:cubicBezTo>
                      <a:cubicBezTo>
                        <a:pt x="9893" y="3907"/>
                        <a:pt x="10113" y="4505"/>
                        <a:pt x="10239" y="5073"/>
                      </a:cubicBezTo>
                      <a:cubicBezTo>
                        <a:pt x="10271" y="5199"/>
                        <a:pt x="10365" y="5325"/>
                        <a:pt x="10523" y="5356"/>
                      </a:cubicBezTo>
                      <a:lnTo>
                        <a:pt x="11058" y="5482"/>
                      </a:lnTo>
                      <a:lnTo>
                        <a:pt x="11058" y="6301"/>
                      </a:lnTo>
                      <a:lnTo>
                        <a:pt x="10523" y="6427"/>
                      </a:lnTo>
                      <a:cubicBezTo>
                        <a:pt x="10397" y="6459"/>
                        <a:pt x="10271" y="6553"/>
                        <a:pt x="10239" y="6711"/>
                      </a:cubicBezTo>
                      <a:cubicBezTo>
                        <a:pt x="10113" y="7309"/>
                        <a:pt x="9893" y="7877"/>
                        <a:pt x="9546" y="8381"/>
                      </a:cubicBezTo>
                      <a:cubicBezTo>
                        <a:pt x="9452" y="8507"/>
                        <a:pt x="9452" y="8633"/>
                        <a:pt x="9546" y="8759"/>
                      </a:cubicBezTo>
                      <a:lnTo>
                        <a:pt x="9798" y="9168"/>
                      </a:lnTo>
                      <a:lnTo>
                        <a:pt x="9231" y="9767"/>
                      </a:lnTo>
                      <a:lnTo>
                        <a:pt x="8790" y="9483"/>
                      </a:lnTo>
                      <a:cubicBezTo>
                        <a:pt x="8727" y="9452"/>
                        <a:pt x="8656" y="9436"/>
                        <a:pt x="8593" y="9436"/>
                      </a:cubicBezTo>
                      <a:cubicBezTo>
                        <a:pt x="8530" y="9436"/>
                        <a:pt x="8475" y="9452"/>
                        <a:pt x="8444" y="9483"/>
                      </a:cubicBezTo>
                      <a:cubicBezTo>
                        <a:pt x="7908" y="9861"/>
                        <a:pt x="7341" y="10082"/>
                        <a:pt x="6742" y="10208"/>
                      </a:cubicBezTo>
                      <a:cubicBezTo>
                        <a:pt x="6616" y="10239"/>
                        <a:pt x="6490" y="10334"/>
                        <a:pt x="6459" y="10428"/>
                      </a:cubicBezTo>
                      <a:lnTo>
                        <a:pt x="6333" y="10964"/>
                      </a:lnTo>
                      <a:lnTo>
                        <a:pt x="5514" y="10964"/>
                      </a:lnTo>
                      <a:lnTo>
                        <a:pt x="5388" y="10428"/>
                      </a:lnTo>
                      <a:cubicBezTo>
                        <a:pt x="5356" y="10334"/>
                        <a:pt x="5230" y="10208"/>
                        <a:pt x="5136" y="10208"/>
                      </a:cubicBezTo>
                      <a:cubicBezTo>
                        <a:pt x="4505" y="10082"/>
                        <a:pt x="3938" y="9861"/>
                        <a:pt x="3434" y="9483"/>
                      </a:cubicBezTo>
                      <a:cubicBezTo>
                        <a:pt x="3371" y="9452"/>
                        <a:pt x="3308" y="9436"/>
                        <a:pt x="3249" y="9436"/>
                      </a:cubicBezTo>
                      <a:cubicBezTo>
                        <a:pt x="3190" y="9436"/>
                        <a:pt x="3135" y="9452"/>
                        <a:pt x="3088" y="9483"/>
                      </a:cubicBezTo>
                      <a:lnTo>
                        <a:pt x="2647" y="9767"/>
                      </a:lnTo>
                      <a:lnTo>
                        <a:pt x="2048" y="9168"/>
                      </a:lnTo>
                      <a:lnTo>
                        <a:pt x="2332" y="8759"/>
                      </a:lnTo>
                      <a:cubicBezTo>
                        <a:pt x="2395" y="8633"/>
                        <a:pt x="2395" y="8475"/>
                        <a:pt x="2332" y="8381"/>
                      </a:cubicBezTo>
                      <a:cubicBezTo>
                        <a:pt x="1985" y="7877"/>
                        <a:pt x="1733" y="7278"/>
                        <a:pt x="1607" y="6711"/>
                      </a:cubicBezTo>
                      <a:cubicBezTo>
                        <a:pt x="1575" y="6585"/>
                        <a:pt x="1512" y="6459"/>
                        <a:pt x="1386" y="6427"/>
                      </a:cubicBezTo>
                      <a:lnTo>
                        <a:pt x="882" y="6301"/>
                      </a:lnTo>
                      <a:lnTo>
                        <a:pt x="882" y="5482"/>
                      </a:lnTo>
                      <a:lnTo>
                        <a:pt x="1386" y="5356"/>
                      </a:lnTo>
                      <a:cubicBezTo>
                        <a:pt x="1512" y="5325"/>
                        <a:pt x="1607" y="5199"/>
                        <a:pt x="1607" y="5073"/>
                      </a:cubicBezTo>
                      <a:cubicBezTo>
                        <a:pt x="1733" y="4442"/>
                        <a:pt x="1985" y="3907"/>
                        <a:pt x="2332" y="3371"/>
                      </a:cubicBezTo>
                      <a:cubicBezTo>
                        <a:pt x="2395" y="3277"/>
                        <a:pt x="2395" y="3151"/>
                        <a:pt x="2332" y="3025"/>
                      </a:cubicBezTo>
                      <a:lnTo>
                        <a:pt x="2048" y="2584"/>
                      </a:lnTo>
                      <a:lnTo>
                        <a:pt x="2647" y="2017"/>
                      </a:lnTo>
                      <a:lnTo>
                        <a:pt x="3088" y="2300"/>
                      </a:lnTo>
                      <a:cubicBezTo>
                        <a:pt x="3135" y="2332"/>
                        <a:pt x="3198" y="2347"/>
                        <a:pt x="3261" y="2347"/>
                      </a:cubicBezTo>
                      <a:cubicBezTo>
                        <a:pt x="3324" y="2347"/>
                        <a:pt x="3387" y="2332"/>
                        <a:pt x="3434" y="2300"/>
                      </a:cubicBezTo>
                      <a:cubicBezTo>
                        <a:pt x="3938" y="1922"/>
                        <a:pt x="4537" y="1702"/>
                        <a:pt x="5136" y="1576"/>
                      </a:cubicBezTo>
                      <a:cubicBezTo>
                        <a:pt x="5230" y="1544"/>
                        <a:pt x="5356" y="1450"/>
                        <a:pt x="5388" y="1292"/>
                      </a:cubicBezTo>
                      <a:lnTo>
                        <a:pt x="5514" y="756"/>
                      </a:lnTo>
                      <a:close/>
                      <a:moveTo>
                        <a:pt x="5167" y="0"/>
                      </a:moveTo>
                      <a:cubicBezTo>
                        <a:pt x="5009" y="0"/>
                        <a:pt x="4852" y="126"/>
                        <a:pt x="4852" y="284"/>
                      </a:cubicBezTo>
                      <a:lnTo>
                        <a:pt x="4694" y="882"/>
                      </a:lnTo>
                      <a:cubicBezTo>
                        <a:pt x="4127" y="977"/>
                        <a:pt x="3623" y="1229"/>
                        <a:pt x="3119" y="1513"/>
                      </a:cubicBezTo>
                      <a:lnTo>
                        <a:pt x="2615" y="1197"/>
                      </a:lnTo>
                      <a:cubicBezTo>
                        <a:pt x="2557" y="1154"/>
                        <a:pt x="2485" y="1130"/>
                        <a:pt x="2412" y="1130"/>
                      </a:cubicBezTo>
                      <a:cubicBezTo>
                        <a:pt x="2327" y="1130"/>
                        <a:pt x="2242" y="1161"/>
                        <a:pt x="2174" y="1229"/>
                      </a:cubicBezTo>
                      <a:lnTo>
                        <a:pt x="1197" y="2206"/>
                      </a:lnTo>
                      <a:cubicBezTo>
                        <a:pt x="1071" y="2332"/>
                        <a:pt x="1071" y="2489"/>
                        <a:pt x="1134" y="2647"/>
                      </a:cubicBezTo>
                      <a:lnTo>
                        <a:pt x="1449" y="3151"/>
                      </a:lnTo>
                      <a:cubicBezTo>
                        <a:pt x="1134" y="3623"/>
                        <a:pt x="945" y="4159"/>
                        <a:pt x="819" y="4726"/>
                      </a:cubicBezTo>
                      <a:lnTo>
                        <a:pt x="284" y="4884"/>
                      </a:lnTo>
                      <a:cubicBezTo>
                        <a:pt x="126" y="4915"/>
                        <a:pt x="0" y="5041"/>
                        <a:pt x="0" y="5199"/>
                      </a:cubicBezTo>
                      <a:lnTo>
                        <a:pt x="0" y="6585"/>
                      </a:lnTo>
                      <a:cubicBezTo>
                        <a:pt x="0" y="6742"/>
                        <a:pt x="126" y="6868"/>
                        <a:pt x="284" y="6900"/>
                      </a:cubicBezTo>
                      <a:lnTo>
                        <a:pt x="819" y="7057"/>
                      </a:lnTo>
                      <a:cubicBezTo>
                        <a:pt x="945" y="7593"/>
                        <a:pt x="1197" y="8129"/>
                        <a:pt x="1449" y="8633"/>
                      </a:cubicBezTo>
                      <a:lnTo>
                        <a:pt x="1134" y="9137"/>
                      </a:lnTo>
                      <a:cubicBezTo>
                        <a:pt x="1071" y="9263"/>
                        <a:pt x="1071" y="9452"/>
                        <a:pt x="1197" y="9578"/>
                      </a:cubicBezTo>
                      <a:lnTo>
                        <a:pt x="2174" y="10554"/>
                      </a:lnTo>
                      <a:cubicBezTo>
                        <a:pt x="2242" y="10622"/>
                        <a:pt x="2318" y="10653"/>
                        <a:pt x="2399" y="10653"/>
                      </a:cubicBezTo>
                      <a:cubicBezTo>
                        <a:pt x="2469" y="10653"/>
                        <a:pt x="2542" y="10630"/>
                        <a:pt x="2615" y="10586"/>
                      </a:cubicBezTo>
                      <a:lnTo>
                        <a:pt x="3119" y="10271"/>
                      </a:lnTo>
                      <a:cubicBezTo>
                        <a:pt x="3592" y="10586"/>
                        <a:pt x="4127" y="10806"/>
                        <a:pt x="4694" y="10901"/>
                      </a:cubicBezTo>
                      <a:lnTo>
                        <a:pt x="4852" y="11468"/>
                      </a:lnTo>
                      <a:cubicBezTo>
                        <a:pt x="4883" y="11626"/>
                        <a:pt x="5009" y="11752"/>
                        <a:pt x="5167" y="11752"/>
                      </a:cubicBezTo>
                      <a:lnTo>
                        <a:pt x="6553" y="11752"/>
                      </a:lnTo>
                      <a:cubicBezTo>
                        <a:pt x="6711" y="11752"/>
                        <a:pt x="6805" y="11626"/>
                        <a:pt x="6868" y="11468"/>
                      </a:cubicBezTo>
                      <a:lnTo>
                        <a:pt x="7026" y="10901"/>
                      </a:lnTo>
                      <a:cubicBezTo>
                        <a:pt x="7561" y="10806"/>
                        <a:pt x="8065" y="10554"/>
                        <a:pt x="8601" y="10271"/>
                      </a:cubicBezTo>
                      <a:lnTo>
                        <a:pt x="9105" y="10586"/>
                      </a:lnTo>
                      <a:cubicBezTo>
                        <a:pt x="9164" y="10630"/>
                        <a:pt x="9236" y="10653"/>
                        <a:pt x="9309" y="10653"/>
                      </a:cubicBezTo>
                      <a:cubicBezTo>
                        <a:pt x="9393" y="10653"/>
                        <a:pt x="9479" y="10622"/>
                        <a:pt x="9546" y="10554"/>
                      </a:cubicBezTo>
                      <a:lnTo>
                        <a:pt x="10523" y="9578"/>
                      </a:lnTo>
                      <a:cubicBezTo>
                        <a:pt x="10649" y="9452"/>
                        <a:pt x="10649" y="9294"/>
                        <a:pt x="10554" y="9137"/>
                      </a:cubicBezTo>
                      <a:lnTo>
                        <a:pt x="10239" y="8633"/>
                      </a:lnTo>
                      <a:cubicBezTo>
                        <a:pt x="10554" y="8160"/>
                        <a:pt x="10743" y="7656"/>
                        <a:pt x="10869" y="7057"/>
                      </a:cubicBezTo>
                      <a:lnTo>
                        <a:pt x="11468" y="6900"/>
                      </a:lnTo>
                      <a:cubicBezTo>
                        <a:pt x="11626" y="6868"/>
                        <a:pt x="11752" y="6742"/>
                        <a:pt x="11752" y="6585"/>
                      </a:cubicBezTo>
                      <a:lnTo>
                        <a:pt x="11752" y="5199"/>
                      </a:lnTo>
                      <a:cubicBezTo>
                        <a:pt x="11752" y="5041"/>
                        <a:pt x="11626" y="4915"/>
                        <a:pt x="11468" y="4884"/>
                      </a:cubicBezTo>
                      <a:lnTo>
                        <a:pt x="10869" y="4726"/>
                      </a:lnTo>
                      <a:cubicBezTo>
                        <a:pt x="10743" y="4159"/>
                        <a:pt x="10523" y="3655"/>
                        <a:pt x="10239" y="3151"/>
                      </a:cubicBezTo>
                      <a:lnTo>
                        <a:pt x="10554" y="2647"/>
                      </a:lnTo>
                      <a:cubicBezTo>
                        <a:pt x="10649" y="2521"/>
                        <a:pt x="10649" y="2332"/>
                        <a:pt x="10523" y="2206"/>
                      </a:cubicBezTo>
                      <a:lnTo>
                        <a:pt x="9546" y="1229"/>
                      </a:lnTo>
                      <a:cubicBezTo>
                        <a:pt x="9479" y="1161"/>
                        <a:pt x="9402" y="1130"/>
                        <a:pt x="9321" y="1130"/>
                      </a:cubicBezTo>
                      <a:cubicBezTo>
                        <a:pt x="9251" y="1130"/>
                        <a:pt x="9178" y="1154"/>
                        <a:pt x="9105" y="1197"/>
                      </a:cubicBezTo>
                      <a:lnTo>
                        <a:pt x="8601" y="1513"/>
                      </a:lnTo>
                      <a:cubicBezTo>
                        <a:pt x="8128" y="1197"/>
                        <a:pt x="7593" y="977"/>
                        <a:pt x="7026" y="882"/>
                      </a:cubicBezTo>
                      <a:lnTo>
                        <a:pt x="6868" y="284"/>
                      </a:lnTo>
                      <a:cubicBezTo>
                        <a:pt x="6805" y="126"/>
                        <a:pt x="6711" y="0"/>
                        <a:pt x="6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8" name="Google Shape;12463;p89">
                  <a:extLst>
                    <a:ext uri="{FF2B5EF4-FFF2-40B4-BE49-F238E27FC236}">
                      <a16:creationId xmlns:a16="http://schemas.microsoft.com/office/drawing/2014/main" id="{885C0094-404D-3996-9CDD-0A2C1B7C6A73}"/>
                    </a:ext>
                  </a:extLst>
                </p:cNvPr>
                <p:cNvSpPr/>
                <p:nvPr/>
              </p:nvSpPr>
              <p:spPr>
                <a:xfrm>
                  <a:off x="-4521500" y="2099400"/>
                  <a:ext cx="189050" cy="188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62" h="7531" extrusionOk="0">
                      <a:moveTo>
                        <a:pt x="3750" y="662"/>
                      </a:moveTo>
                      <a:cubicBezTo>
                        <a:pt x="5451" y="662"/>
                        <a:pt x="6837" y="2017"/>
                        <a:pt x="6837" y="3718"/>
                      </a:cubicBezTo>
                      <a:cubicBezTo>
                        <a:pt x="6869" y="5104"/>
                        <a:pt x="6049" y="6239"/>
                        <a:pt x="4821" y="6648"/>
                      </a:cubicBezTo>
                      <a:lnTo>
                        <a:pt x="4821" y="5892"/>
                      </a:lnTo>
                      <a:cubicBezTo>
                        <a:pt x="5640" y="5514"/>
                        <a:pt x="6207" y="4663"/>
                        <a:pt x="6207" y="3718"/>
                      </a:cubicBezTo>
                      <a:cubicBezTo>
                        <a:pt x="6207" y="2710"/>
                        <a:pt x="5577" y="1796"/>
                        <a:pt x="4569" y="1481"/>
                      </a:cubicBezTo>
                      <a:cubicBezTo>
                        <a:pt x="4535" y="1472"/>
                        <a:pt x="4501" y="1467"/>
                        <a:pt x="4468" y="1467"/>
                      </a:cubicBezTo>
                      <a:cubicBezTo>
                        <a:pt x="4278" y="1467"/>
                        <a:pt x="4096" y="1609"/>
                        <a:pt x="4096" y="1796"/>
                      </a:cubicBezTo>
                      <a:lnTo>
                        <a:pt x="4096" y="3372"/>
                      </a:lnTo>
                      <a:lnTo>
                        <a:pt x="3435" y="3372"/>
                      </a:lnTo>
                      <a:lnTo>
                        <a:pt x="3435" y="1796"/>
                      </a:lnTo>
                      <a:cubicBezTo>
                        <a:pt x="3435" y="1609"/>
                        <a:pt x="3276" y="1467"/>
                        <a:pt x="3073" y="1467"/>
                      </a:cubicBezTo>
                      <a:cubicBezTo>
                        <a:pt x="3037" y="1467"/>
                        <a:pt x="3000" y="1472"/>
                        <a:pt x="2962" y="1481"/>
                      </a:cubicBezTo>
                      <a:cubicBezTo>
                        <a:pt x="2017" y="1828"/>
                        <a:pt x="1355" y="2742"/>
                        <a:pt x="1355" y="3718"/>
                      </a:cubicBezTo>
                      <a:cubicBezTo>
                        <a:pt x="1355" y="4663"/>
                        <a:pt x="1891" y="5514"/>
                        <a:pt x="2741" y="5892"/>
                      </a:cubicBezTo>
                      <a:lnTo>
                        <a:pt x="2741" y="6648"/>
                      </a:lnTo>
                      <a:cubicBezTo>
                        <a:pt x="1544" y="6207"/>
                        <a:pt x="694" y="5073"/>
                        <a:pt x="694" y="3718"/>
                      </a:cubicBezTo>
                      <a:cubicBezTo>
                        <a:pt x="694" y="2017"/>
                        <a:pt x="2048" y="662"/>
                        <a:pt x="3750" y="662"/>
                      </a:cubicBezTo>
                      <a:close/>
                      <a:moveTo>
                        <a:pt x="4852" y="2363"/>
                      </a:moveTo>
                      <a:cubicBezTo>
                        <a:pt x="5293" y="2679"/>
                        <a:pt x="5514" y="3183"/>
                        <a:pt x="5514" y="3718"/>
                      </a:cubicBezTo>
                      <a:cubicBezTo>
                        <a:pt x="5514" y="4443"/>
                        <a:pt x="5041" y="5104"/>
                        <a:pt x="4380" y="5356"/>
                      </a:cubicBezTo>
                      <a:cubicBezTo>
                        <a:pt x="4254" y="5388"/>
                        <a:pt x="4159" y="5545"/>
                        <a:pt x="4159" y="5671"/>
                      </a:cubicBezTo>
                      <a:lnTo>
                        <a:pt x="4159" y="6806"/>
                      </a:lnTo>
                      <a:lnTo>
                        <a:pt x="3781" y="6806"/>
                      </a:lnTo>
                      <a:cubicBezTo>
                        <a:pt x="3734" y="6821"/>
                        <a:pt x="3679" y="6829"/>
                        <a:pt x="3624" y="6829"/>
                      </a:cubicBezTo>
                      <a:cubicBezTo>
                        <a:pt x="3568" y="6829"/>
                        <a:pt x="3513" y="6821"/>
                        <a:pt x="3466" y="6806"/>
                      </a:cubicBezTo>
                      <a:lnTo>
                        <a:pt x="3466" y="5671"/>
                      </a:lnTo>
                      <a:cubicBezTo>
                        <a:pt x="3466" y="5514"/>
                        <a:pt x="3403" y="5388"/>
                        <a:pt x="3246" y="5356"/>
                      </a:cubicBezTo>
                      <a:cubicBezTo>
                        <a:pt x="2584" y="5104"/>
                        <a:pt x="2111" y="4443"/>
                        <a:pt x="2111" y="3718"/>
                      </a:cubicBezTo>
                      <a:cubicBezTo>
                        <a:pt x="2111" y="3183"/>
                        <a:pt x="2363" y="2679"/>
                        <a:pt x="2773" y="2363"/>
                      </a:cubicBezTo>
                      <a:lnTo>
                        <a:pt x="2773" y="3718"/>
                      </a:lnTo>
                      <a:cubicBezTo>
                        <a:pt x="2773" y="3939"/>
                        <a:pt x="2930" y="4096"/>
                        <a:pt x="3120" y="4096"/>
                      </a:cubicBezTo>
                      <a:lnTo>
                        <a:pt x="4506" y="4096"/>
                      </a:lnTo>
                      <a:cubicBezTo>
                        <a:pt x="4695" y="4096"/>
                        <a:pt x="4852" y="3939"/>
                        <a:pt x="4852" y="3718"/>
                      </a:cubicBezTo>
                      <a:lnTo>
                        <a:pt x="4852" y="2363"/>
                      </a:lnTo>
                      <a:close/>
                      <a:moveTo>
                        <a:pt x="3781" y="1"/>
                      </a:moveTo>
                      <a:cubicBezTo>
                        <a:pt x="1702" y="1"/>
                        <a:pt x="1" y="1670"/>
                        <a:pt x="1" y="3781"/>
                      </a:cubicBezTo>
                      <a:cubicBezTo>
                        <a:pt x="1" y="5861"/>
                        <a:pt x="1702" y="7530"/>
                        <a:pt x="3781" y="7530"/>
                      </a:cubicBezTo>
                      <a:cubicBezTo>
                        <a:pt x="5892" y="7530"/>
                        <a:pt x="7562" y="5861"/>
                        <a:pt x="7562" y="3781"/>
                      </a:cubicBezTo>
                      <a:cubicBezTo>
                        <a:pt x="7562" y="1670"/>
                        <a:pt x="5892" y="1"/>
                        <a:pt x="378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7" name="Google Shape;12473;p89">
                <a:extLst>
                  <a:ext uri="{FF2B5EF4-FFF2-40B4-BE49-F238E27FC236}">
                    <a16:creationId xmlns:a16="http://schemas.microsoft.com/office/drawing/2014/main" id="{DA894677-7B87-9FC3-C1F6-BCE105E09FD7}"/>
                  </a:ext>
                </a:extLst>
              </p:cNvPr>
              <p:cNvGrpSpPr/>
              <p:nvPr/>
            </p:nvGrpSpPr>
            <p:grpSpPr>
              <a:xfrm>
                <a:off x="9511570" y="1885950"/>
                <a:ext cx="632212" cy="641343"/>
                <a:chOff x="-2777700" y="2049775"/>
                <a:chExt cx="287325" cy="291475"/>
              </a:xfrm>
              <a:grpFill/>
            </p:grpSpPr>
            <p:sp>
              <p:nvSpPr>
                <p:cNvPr id="17994" name="Google Shape;12474;p89">
                  <a:extLst>
                    <a:ext uri="{FF2B5EF4-FFF2-40B4-BE49-F238E27FC236}">
                      <a16:creationId xmlns:a16="http://schemas.microsoft.com/office/drawing/2014/main" id="{EBB53317-8F2B-C961-8167-A3D69F910016}"/>
                    </a:ext>
                  </a:extLst>
                </p:cNvPr>
                <p:cNvSpPr/>
                <p:nvPr/>
              </p:nvSpPr>
              <p:spPr>
                <a:xfrm>
                  <a:off x="-2777700" y="2049775"/>
                  <a:ext cx="287325" cy="291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493" h="11659" extrusionOk="0">
                      <a:moveTo>
                        <a:pt x="7121" y="662"/>
                      </a:moveTo>
                      <a:cubicBezTo>
                        <a:pt x="7341" y="662"/>
                        <a:pt x="7499" y="820"/>
                        <a:pt x="7499" y="1040"/>
                      </a:cubicBezTo>
                      <a:cubicBezTo>
                        <a:pt x="7499" y="1230"/>
                        <a:pt x="7341" y="1387"/>
                        <a:pt x="7121" y="1387"/>
                      </a:cubicBezTo>
                      <a:lnTo>
                        <a:pt x="4380" y="1387"/>
                      </a:lnTo>
                      <a:cubicBezTo>
                        <a:pt x="4191" y="1387"/>
                        <a:pt x="4033" y="1230"/>
                        <a:pt x="4033" y="1040"/>
                      </a:cubicBezTo>
                      <a:cubicBezTo>
                        <a:pt x="4033" y="820"/>
                        <a:pt x="4191" y="662"/>
                        <a:pt x="4380" y="662"/>
                      </a:cubicBezTo>
                      <a:close/>
                      <a:moveTo>
                        <a:pt x="6774" y="2049"/>
                      </a:moveTo>
                      <a:lnTo>
                        <a:pt x="6774" y="4285"/>
                      </a:lnTo>
                      <a:cubicBezTo>
                        <a:pt x="6774" y="4412"/>
                        <a:pt x="6774" y="4443"/>
                        <a:pt x="7499" y="5514"/>
                      </a:cubicBezTo>
                      <a:lnTo>
                        <a:pt x="3970" y="5514"/>
                      </a:lnTo>
                      <a:cubicBezTo>
                        <a:pt x="4758" y="4412"/>
                        <a:pt x="4726" y="4443"/>
                        <a:pt x="4726" y="4348"/>
                      </a:cubicBezTo>
                      <a:lnTo>
                        <a:pt x="4726" y="2049"/>
                      </a:lnTo>
                      <a:close/>
                      <a:moveTo>
                        <a:pt x="8003" y="6176"/>
                      </a:moveTo>
                      <a:cubicBezTo>
                        <a:pt x="8696" y="7215"/>
                        <a:pt x="9578" y="8507"/>
                        <a:pt x="10177" y="9389"/>
                      </a:cubicBezTo>
                      <a:cubicBezTo>
                        <a:pt x="10649" y="10082"/>
                        <a:pt x="10177" y="10996"/>
                        <a:pt x="9294" y="10996"/>
                      </a:cubicBezTo>
                      <a:lnTo>
                        <a:pt x="2206" y="10996"/>
                      </a:lnTo>
                      <a:cubicBezTo>
                        <a:pt x="1387" y="10996"/>
                        <a:pt x="914" y="10051"/>
                        <a:pt x="1387" y="9389"/>
                      </a:cubicBezTo>
                      <a:cubicBezTo>
                        <a:pt x="1859" y="8665"/>
                        <a:pt x="2804" y="7341"/>
                        <a:pt x="3561" y="6176"/>
                      </a:cubicBezTo>
                      <a:close/>
                      <a:moveTo>
                        <a:pt x="4380" y="1"/>
                      </a:moveTo>
                      <a:cubicBezTo>
                        <a:pt x="3813" y="1"/>
                        <a:pt x="3340" y="473"/>
                        <a:pt x="3340" y="1040"/>
                      </a:cubicBezTo>
                      <a:cubicBezTo>
                        <a:pt x="3340" y="1513"/>
                        <a:pt x="3655" y="1860"/>
                        <a:pt x="4065" y="2017"/>
                      </a:cubicBezTo>
                      <a:lnTo>
                        <a:pt x="4065" y="4222"/>
                      </a:lnTo>
                      <a:cubicBezTo>
                        <a:pt x="3718" y="4790"/>
                        <a:pt x="1198" y="8413"/>
                        <a:pt x="788" y="8980"/>
                      </a:cubicBezTo>
                      <a:cubicBezTo>
                        <a:pt x="1" y="10114"/>
                        <a:pt x="820" y="11658"/>
                        <a:pt x="2206" y="11658"/>
                      </a:cubicBezTo>
                      <a:lnTo>
                        <a:pt x="9294" y="11658"/>
                      </a:lnTo>
                      <a:cubicBezTo>
                        <a:pt x="9308" y="11658"/>
                        <a:pt x="9322" y="11658"/>
                        <a:pt x="9335" y="11658"/>
                      </a:cubicBezTo>
                      <a:cubicBezTo>
                        <a:pt x="10697" y="11658"/>
                        <a:pt x="11492" y="10103"/>
                        <a:pt x="10712" y="9011"/>
                      </a:cubicBezTo>
                      <a:cubicBezTo>
                        <a:pt x="10271" y="8444"/>
                        <a:pt x="7845" y="4853"/>
                        <a:pt x="7499" y="4254"/>
                      </a:cubicBezTo>
                      <a:lnTo>
                        <a:pt x="7499" y="1986"/>
                      </a:lnTo>
                      <a:cubicBezTo>
                        <a:pt x="7877" y="1828"/>
                        <a:pt x="8160" y="1450"/>
                        <a:pt x="8160" y="1040"/>
                      </a:cubicBezTo>
                      <a:cubicBezTo>
                        <a:pt x="8160" y="473"/>
                        <a:pt x="7688" y="1"/>
                        <a:pt x="712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5" name="Google Shape;12475;p89">
                  <a:extLst>
                    <a:ext uri="{FF2B5EF4-FFF2-40B4-BE49-F238E27FC236}">
                      <a16:creationId xmlns:a16="http://schemas.microsoft.com/office/drawing/2014/main" id="{4F9C2A7A-93BB-AA19-0812-64B5CFEBC3F4}"/>
                    </a:ext>
                  </a:extLst>
                </p:cNvPr>
                <p:cNvSpPr/>
                <p:nvPr/>
              </p:nvSpPr>
              <p:spPr>
                <a:xfrm>
                  <a:off x="-2694200" y="2221475"/>
                  <a:ext cx="69325" cy="68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3" h="2742" extrusionOk="0">
                      <a:moveTo>
                        <a:pt x="1386" y="694"/>
                      </a:moveTo>
                      <a:cubicBezTo>
                        <a:pt x="1733" y="694"/>
                        <a:pt x="2048" y="1009"/>
                        <a:pt x="2048" y="1356"/>
                      </a:cubicBezTo>
                      <a:cubicBezTo>
                        <a:pt x="2048" y="1765"/>
                        <a:pt x="1764" y="2049"/>
                        <a:pt x="1386" y="2049"/>
                      </a:cubicBezTo>
                      <a:cubicBezTo>
                        <a:pt x="1008" y="2049"/>
                        <a:pt x="725" y="1702"/>
                        <a:pt x="725" y="1356"/>
                      </a:cubicBezTo>
                      <a:cubicBezTo>
                        <a:pt x="725" y="978"/>
                        <a:pt x="1040" y="694"/>
                        <a:pt x="1386" y="694"/>
                      </a:cubicBezTo>
                      <a:close/>
                      <a:moveTo>
                        <a:pt x="1386" y="1"/>
                      </a:moveTo>
                      <a:cubicBezTo>
                        <a:pt x="630" y="1"/>
                        <a:pt x="0" y="631"/>
                        <a:pt x="0" y="1356"/>
                      </a:cubicBezTo>
                      <a:cubicBezTo>
                        <a:pt x="0" y="2112"/>
                        <a:pt x="630" y="2742"/>
                        <a:pt x="1386" y="2742"/>
                      </a:cubicBezTo>
                      <a:cubicBezTo>
                        <a:pt x="2142" y="2742"/>
                        <a:pt x="2772" y="2112"/>
                        <a:pt x="2772" y="1356"/>
                      </a:cubicBezTo>
                      <a:cubicBezTo>
                        <a:pt x="2772" y="631"/>
                        <a:pt x="2142" y="1"/>
                        <a:pt x="138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6" name="Google Shape;12476;p89">
                  <a:extLst>
                    <a:ext uri="{FF2B5EF4-FFF2-40B4-BE49-F238E27FC236}">
                      <a16:creationId xmlns:a16="http://schemas.microsoft.com/office/drawing/2014/main" id="{86DF9ECB-8FF4-2B82-B30E-5A97A1CA4FA1}"/>
                    </a:ext>
                  </a:extLst>
                </p:cNvPr>
                <p:cNvSpPr/>
                <p:nvPr/>
              </p:nvSpPr>
              <p:spPr>
                <a:xfrm>
                  <a:off x="-2608350" y="2255350"/>
                  <a:ext cx="512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2049" extrusionOk="0">
                      <a:moveTo>
                        <a:pt x="1040" y="694"/>
                      </a:moveTo>
                      <a:cubicBezTo>
                        <a:pt x="1229" y="694"/>
                        <a:pt x="1386" y="851"/>
                        <a:pt x="1386" y="1040"/>
                      </a:cubicBezTo>
                      <a:cubicBezTo>
                        <a:pt x="1386" y="1229"/>
                        <a:pt x="1229" y="1387"/>
                        <a:pt x="1040" y="1387"/>
                      </a:cubicBezTo>
                      <a:cubicBezTo>
                        <a:pt x="819" y="1387"/>
                        <a:pt x="693" y="1229"/>
                        <a:pt x="693" y="1040"/>
                      </a:cubicBezTo>
                      <a:cubicBezTo>
                        <a:pt x="693" y="851"/>
                        <a:pt x="819" y="694"/>
                        <a:pt x="1040" y="694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40" y="2048"/>
                      </a:cubicBezTo>
                      <a:cubicBezTo>
                        <a:pt x="1575" y="2048"/>
                        <a:pt x="2048" y="1576"/>
                        <a:pt x="2048" y="1040"/>
                      </a:cubicBezTo>
                      <a:cubicBezTo>
                        <a:pt x="2048" y="473"/>
                        <a:pt x="1575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68" name="Google Shape;12508;p89">
                <a:extLst>
                  <a:ext uri="{FF2B5EF4-FFF2-40B4-BE49-F238E27FC236}">
                    <a16:creationId xmlns:a16="http://schemas.microsoft.com/office/drawing/2014/main" id="{0F44B8FD-FB2F-D2D3-8F5A-D3E9B0DB723F}"/>
                  </a:ext>
                </a:extLst>
              </p:cNvPr>
              <p:cNvGrpSpPr/>
              <p:nvPr/>
            </p:nvGrpSpPr>
            <p:grpSpPr>
              <a:xfrm>
                <a:off x="6173618" y="1886830"/>
                <a:ext cx="643048" cy="639583"/>
                <a:chOff x="-4211975" y="2046625"/>
                <a:chExt cx="292250" cy="290675"/>
              </a:xfrm>
              <a:grpFill/>
            </p:grpSpPr>
            <p:sp>
              <p:nvSpPr>
                <p:cNvPr id="17992" name="Google Shape;12509;p89">
                  <a:extLst>
                    <a:ext uri="{FF2B5EF4-FFF2-40B4-BE49-F238E27FC236}">
                      <a16:creationId xmlns:a16="http://schemas.microsoft.com/office/drawing/2014/main" id="{AE89C19B-810A-5A63-83FF-619012D0CB1E}"/>
                    </a:ext>
                  </a:extLst>
                </p:cNvPr>
                <p:cNvSpPr/>
                <p:nvPr/>
              </p:nvSpPr>
              <p:spPr>
                <a:xfrm>
                  <a:off x="-4211975" y="2081300"/>
                  <a:ext cx="256025" cy="25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41" h="10240" extrusionOk="0">
                      <a:moveTo>
                        <a:pt x="4758" y="693"/>
                      </a:moveTo>
                      <a:lnTo>
                        <a:pt x="4758" y="5167"/>
                      </a:lnTo>
                      <a:cubicBezTo>
                        <a:pt x="4758" y="5356"/>
                        <a:pt x="4916" y="5513"/>
                        <a:pt x="5105" y="5513"/>
                      </a:cubicBezTo>
                      <a:lnTo>
                        <a:pt x="9578" y="5513"/>
                      </a:lnTo>
                      <a:cubicBezTo>
                        <a:pt x="9358" y="7813"/>
                        <a:pt x="7436" y="9609"/>
                        <a:pt x="5105" y="9609"/>
                      </a:cubicBezTo>
                      <a:cubicBezTo>
                        <a:pt x="2679" y="9609"/>
                        <a:pt x="663" y="7593"/>
                        <a:pt x="663" y="5167"/>
                      </a:cubicBezTo>
                      <a:cubicBezTo>
                        <a:pt x="663" y="2835"/>
                        <a:pt x="2490" y="914"/>
                        <a:pt x="4758" y="693"/>
                      </a:cubicBezTo>
                      <a:close/>
                      <a:moveTo>
                        <a:pt x="5105" y="0"/>
                      </a:moveTo>
                      <a:cubicBezTo>
                        <a:pt x="2269" y="0"/>
                        <a:pt x="1" y="2300"/>
                        <a:pt x="1" y="5104"/>
                      </a:cubicBezTo>
                      <a:cubicBezTo>
                        <a:pt x="1" y="7939"/>
                        <a:pt x="2269" y="10239"/>
                        <a:pt x="5105" y="10239"/>
                      </a:cubicBezTo>
                      <a:cubicBezTo>
                        <a:pt x="7940" y="10239"/>
                        <a:pt x="10240" y="7939"/>
                        <a:pt x="10240" y="5104"/>
                      </a:cubicBezTo>
                      <a:cubicBezTo>
                        <a:pt x="10240" y="4978"/>
                        <a:pt x="10083" y="4820"/>
                        <a:pt x="9925" y="4820"/>
                      </a:cubicBezTo>
                      <a:lnTo>
                        <a:pt x="5483" y="4820"/>
                      </a:lnTo>
                      <a:lnTo>
                        <a:pt x="5483" y="347"/>
                      </a:lnTo>
                      <a:cubicBezTo>
                        <a:pt x="5483" y="158"/>
                        <a:pt x="5325" y="0"/>
                        <a:pt x="510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3" name="Google Shape;12510;p89">
                  <a:extLst>
                    <a:ext uri="{FF2B5EF4-FFF2-40B4-BE49-F238E27FC236}">
                      <a16:creationId xmlns:a16="http://schemas.microsoft.com/office/drawing/2014/main" id="{7B5680EF-2AD7-2C69-8AD4-58C2ACB72F1C}"/>
                    </a:ext>
                  </a:extLst>
                </p:cNvPr>
                <p:cNvSpPr/>
                <p:nvPr/>
              </p:nvSpPr>
              <p:spPr>
                <a:xfrm>
                  <a:off x="-4057600" y="2046625"/>
                  <a:ext cx="137875" cy="137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5" h="5515" extrusionOk="0">
                      <a:moveTo>
                        <a:pt x="663" y="694"/>
                      </a:moveTo>
                      <a:cubicBezTo>
                        <a:pt x="2836" y="851"/>
                        <a:pt x="4601" y="2616"/>
                        <a:pt x="4758" y="4790"/>
                      </a:cubicBezTo>
                      <a:lnTo>
                        <a:pt x="663" y="4790"/>
                      </a:lnTo>
                      <a:lnTo>
                        <a:pt x="663" y="694"/>
                      </a:lnTo>
                      <a:close/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lnTo>
                        <a:pt x="1" y="5168"/>
                      </a:lnTo>
                      <a:cubicBezTo>
                        <a:pt x="1" y="5357"/>
                        <a:pt x="158" y="5514"/>
                        <a:pt x="348" y="5514"/>
                      </a:cubicBezTo>
                      <a:lnTo>
                        <a:pt x="5168" y="5514"/>
                      </a:lnTo>
                      <a:cubicBezTo>
                        <a:pt x="5357" y="5514"/>
                        <a:pt x="5514" y="5357"/>
                        <a:pt x="5514" y="5168"/>
                      </a:cubicBezTo>
                      <a:cubicBezTo>
                        <a:pt x="5483" y="3750"/>
                        <a:pt x="4979" y="2490"/>
                        <a:pt x="3971" y="1513"/>
                      </a:cubicBezTo>
                      <a:cubicBezTo>
                        <a:pt x="2994" y="536"/>
                        <a:pt x="1734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69" name="Google Shape;12519;p89">
                <a:extLst>
                  <a:ext uri="{FF2B5EF4-FFF2-40B4-BE49-F238E27FC236}">
                    <a16:creationId xmlns:a16="http://schemas.microsoft.com/office/drawing/2014/main" id="{478C0741-70E8-9CBC-1EB2-3D78E0187C82}"/>
                  </a:ext>
                </a:extLst>
              </p:cNvPr>
              <p:cNvSpPr/>
              <p:nvPr/>
            </p:nvSpPr>
            <p:spPr>
              <a:xfrm>
                <a:off x="10331675" y="1884054"/>
                <a:ext cx="608338" cy="644753"/>
              </a:xfrm>
              <a:custGeom>
                <a:avLst/>
                <a:gdLst/>
                <a:ahLst/>
                <a:cxnLst/>
                <a:rect l="l" t="t" r="r" b="b"/>
                <a:pathLst>
                  <a:path w="11059" h="11721" extrusionOk="0">
                    <a:moveTo>
                      <a:pt x="1418" y="693"/>
                    </a:moveTo>
                    <a:lnTo>
                      <a:pt x="1418" y="1387"/>
                    </a:lnTo>
                    <a:lnTo>
                      <a:pt x="725" y="1387"/>
                    </a:lnTo>
                    <a:lnTo>
                      <a:pt x="725" y="693"/>
                    </a:lnTo>
                    <a:close/>
                    <a:moveTo>
                      <a:pt x="9011" y="693"/>
                    </a:moveTo>
                    <a:lnTo>
                      <a:pt x="9011" y="1387"/>
                    </a:lnTo>
                    <a:lnTo>
                      <a:pt x="8349" y="1387"/>
                    </a:lnTo>
                    <a:lnTo>
                      <a:pt x="8349" y="693"/>
                    </a:lnTo>
                    <a:close/>
                    <a:moveTo>
                      <a:pt x="7656" y="1324"/>
                    </a:moveTo>
                    <a:lnTo>
                      <a:pt x="7656" y="1670"/>
                    </a:lnTo>
                    <a:cubicBezTo>
                      <a:pt x="7656" y="1891"/>
                      <a:pt x="7813" y="2048"/>
                      <a:pt x="8034" y="2048"/>
                    </a:cubicBezTo>
                    <a:lnTo>
                      <a:pt x="8381" y="2048"/>
                    </a:lnTo>
                    <a:lnTo>
                      <a:pt x="8381" y="4222"/>
                    </a:lnTo>
                    <a:cubicBezTo>
                      <a:pt x="8255" y="4253"/>
                      <a:pt x="8160" y="4316"/>
                      <a:pt x="8034" y="4411"/>
                    </a:cubicBezTo>
                    <a:cubicBezTo>
                      <a:pt x="7845" y="4243"/>
                      <a:pt x="7614" y="4159"/>
                      <a:pt x="7369" y="4159"/>
                    </a:cubicBezTo>
                    <a:cubicBezTo>
                      <a:pt x="7246" y="4159"/>
                      <a:pt x="7120" y="4180"/>
                      <a:pt x="6994" y="4222"/>
                    </a:cubicBezTo>
                    <a:lnTo>
                      <a:pt x="6994" y="3088"/>
                    </a:lnTo>
                    <a:cubicBezTo>
                      <a:pt x="6994" y="2552"/>
                      <a:pt x="6522" y="2080"/>
                      <a:pt x="5986" y="2080"/>
                    </a:cubicBezTo>
                    <a:cubicBezTo>
                      <a:pt x="5419" y="2080"/>
                      <a:pt x="4947" y="2552"/>
                      <a:pt x="4947" y="3088"/>
                    </a:cubicBezTo>
                    <a:lnTo>
                      <a:pt x="4947" y="6459"/>
                    </a:lnTo>
                    <a:lnTo>
                      <a:pt x="4789" y="6301"/>
                    </a:lnTo>
                    <a:cubicBezTo>
                      <a:pt x="4600" y="6097"/>
                      <a:pt x="4340" y="5994"/>
                      <a:pt x="4076" y="5994"/>
                    </a:cubicBezTo>
                    <a:cubicBezTo>
                      <a:pt x="3812" y="5994"/>
                      <a:pt x="3545" y="6097"/>
                      <a:pt x="3340" y="6301"/>
                    </a:cubicBezTo>
                    <a:cubicBezTo>
                      <a:pt x="2962" y="6679"/>
                      <a:pt x="2962" y="7341"/>
                      <a:pt x="3340" y="7751"/>
                    </a:cubicBezTo>
                    <a:lnTo>
                      <a:pt x="3812" y="8223"/>
                    </a:lnTo>
                    <a:lnTo>
                      <a:pt x="2111" y="8223"/>
                    </a:lnTo>
                    <a:lnTo>
                      <a:pt x="2111" y="7908"/>
                    </a:lnTo>
                    <a:cubicBezTo>
                      <a:pt x="2111" y="7719"/>
                      <a:pt x="1954" y="7561"/>
                      <a:pt x="1765" y="7561"/>
                    </a:cubicBezTo>
                    <a:lnTo>
                      <a:pt x="1418" y="7561"/>
                    </a:lnTo>
                    <a:lnTo>
                      <a:pt x="1418" y="2048"/>
                    </a:lnTo>
                    <a:lnTo>
                      <a:pt x="1765" y="2048"/>
                    </a:lnTo>
                    <a:cubicBezTo>
                      <a:pt x="1954" y="2048"/>
                      <a:pt x="2111" y="1891"/>
                      <a:pt x="2111" y="1670"/>
                    </a:cubicBezTo>
                    <a:lnTo>
                      <a:pt x="2111" y="1324"/>
                    </a:lnTo>
                    <a:close/>
                    <a:moveTo>
                      <a:pt x="1418" y="8255"/>
                    </a:moveTo>
                    <a:lnTo>
                      <a:pt x="1418" y="8948"/>
                    </a:lnTo>
                    <a:lnTo>
                      <a:pt x="725" y="8948"/>
                    </a:lnTo>
                    <a:lnTo>
                      <a:pt x="725" y="8255"/>
                    </a:lnTo>
                    <a:close/>
                    <a:moveTo>
                      <a:pt x="5955" y="2836"/>
                    </a:moveTo>
                    <a:cubicBezTo>
                      <a:pt x="6144" y="2836"/>
                      <a:pt x="6301" y="2993"/>
                      <a:pt x="6301" y="3182"/>
                    </a:cubicBezTo>
                    <a:lnTo>
                      <a:pt x="6301" y="6616"/>
                    </a:lnTo>
                    <a:cubicBezTo>
                      <a:pt x="6301" y="6805"/>
                      <a:pt x="6459" y="6963"/>
                      <a:pt x="6648" y="6963"/>
                    </a:cubicBezTo>
                    <a:cubicBezTo>
                      <a:pt x="6837" y="6963"/>
                      <a:pt x="6994" y="6805"/>
                      <a:pt x="6994" y="6616"/>
                    </a:cubicBezTo>
                    <a:lnTo>
                      <a:pt x="6994" y="5230"/>
                    </a:lnTo>
                    <a:cubicBezTo>
                      <a:pt x="6994" y="5041"/>
                      <a:pt x="7152" y="4884"/>
                      <a:pt x="7372" y="4884"/>
                    </a:cubicBezTo>
                    <a:cubicBezTo>
                      <a:pt x="7561" y="4884"/>
                      <a:pt x="7719" y="5041"/>
                      <a:pt x="7719" y="5230"/>
                    </a:cubicBezTo>
                    <a:lnTo>
                      <a:pt x="7719" y="6616"/>
                    </a:lnTo>
                    <a:cubicBezTo>
                      <a:pt x="7719" y="6805"/>
                      <a:pt x="7876" y="6963"/>
                      <a:pt x="8066" y="6963"/>
                    </a:cubicBezTo>
                    <a:cubicBezTo>
                      <a:pt x="8255" y="6963"/>
                      <a:pt x="8412" y="6805"/>
                      <a:pt x="8412" y="6616"/>
                    </a:cubicBezTo>
                    <a:lnTo>
                      <a:pt x="8412" y="5230"/>
                    </a:lnTo>
                    <a:cubicBezTo>
                      <a:pt x="8412" y="5041"/>
                      <a:pt x="8570" y="4884"/>
                      <a:pt x="8790" y="4884"/>
                    </a:cubicBezTo>
                    <a:cubicBezTo>
                      <a:pt x="8979" y="4884"/>
                      <a:pt x="9137" y="5041"/>
                      <a:pt x="9137" y="5230"/>
                    </a:cubicBezTo>
                    <a:lnTo>
                      <a:pt x="9137" y="6616"/>
                    </a:lnTo>
                    <a:cubicBezTo>
                      <a:pt x="9137" y="6805"/>
                      <a:pt x="9294" y="6963"/>
                      <a:pt x="9483" y="6963"/>
                    </a:cubicBezTo>
                    <a:cubicBezTo>
                      <a:pt x="9672" y="6963"/>
                      <a:pt x="9830" y="6805"/>
                      <a:pt x="9830" y="6616"/>
                    </a:cubicBezTo>
                    <a:lnTo>
                      <a:pt x="9830" y="5955"/>
                    </a:lnTo>
                    <a:cubicBezTo>
                      <a:pt x="9704" y="5703"/>
                      <a:pt x="9861" y="5545"/>
                      <a:pt x="10019" y="5545"/>
                    </a:cubicBezTo>
                    <a:cubicBezTo>
                      <a:pt x="10239" y="5545"/>
                      <a:pt x="10397" y="5703"/>
                      <a:pt x="10397" y="5892"/>
                    </a:cubicBezTo>
                    <a:lnTo>
                      <a:pt x="10397" y="7057"/>
                    </a:lnTo>
                    <a:cubicBezTo>
                      <a:pt x="10397" y="8003"/>
                      <a:pt x="10176" y="8885"/>
                      <a:pt x="9830" y="9672"/>
                    </a:cubicBezTo>
                    <a:lnTo>
                      <a:pt x="6144" y="9672"/>
                    </a:lnTo>
                    <a:lnTo>
                      <a:pt x="3812" y="7372"/>
                    </a:lnTo>
                    <a:cubicBezTo>
                      <a:pt x="3686" y="7246"/>
                      <a:pt x="3686" y="6994"/>
                      <a:pt x="3812" y="6900"/>
                    </a:cubicBezTo>
                    <a:cubicBezTo>
                      <a:pt x="3875" y="6837"/>
                      <a:pt x="3962" y="6805"/>
                      <a:pt x="4049" y="6805"/>
                    </a:cubicBezTo>
                    <a:cubicBezTo>
                      <a:pt x="4135" y="6805"/>
                      <a:pt x="4222" y="6837"/>
                      <a:pt x="4285" y="6900"/>
                    </a:cubicBezTo>
                    <a:lnTo>
                      <a:pt x="5010" y="7593"/>
                    </a:lnTo>
                    <a:cubicBezTo>
                      <a:pt x="5075" y="7659"/>
                      <a:pt x="5163" y="7690"/>
                      <a:pt x="5251" y="7690"/>
                    </a:cubicBezTo>
                    <a:cubicBezTo>
                      <a:pt x="5415" y="7690"/>
                      <a:pt x="5577" y="7578"/>
                      <a:pt x="5577" y="7372"/>
                    </a:cubicBezTo>
                    <a:lnTo>
                      <a:pt x="5577" y="3182"/>
                    </a:lnTo>
                    <a:cubicBezTo>
                      <a:pt x="5577" y="2993"/>
                      <a:pt x="5734" y="2836"/>
                      <a:pt x="5955" y="2836"/>
                    </a:cubicBezTo>
                    <a:close/>
                    <a:moveTo>
                      <a:pt x="9672" y="10302"/>
                    </a:moveTo>
                    <a:lnTo>
                      <a:pt x="9672" y="10680"/>
                    </a:lnTo>
                    <a:cubicBezTo>
                      <a:pt x="9704" y="10869"/>
                      <a:pt x="9546" y="11027"/>
                      <a:pt x="9357" y="11027"/>
                    </a:cubicBezTo>
                    <a:lnTo>
                      <a:pt x="6616" y="11027"/>
                    </a:lnTo>
                    <a:cubicBezTo>
                      <a:pt x="6396" y="11027"/>
                      <a:pt x="6238" y="10869"/>
                      <a:pt x="6238" y="10680"/>
                    </a:cubicBezTo>
                    <a:lnTo>
                      <a:pt x="6238" y="10302"/>
                    </a:lnTo>
                    <a:close/>
                    <a:moveTo>
                      <a:pt x="347" y="0"/>
                    </a:moveTo>
                    <a:cubicBezTo>
                      <a:pt x="158" y="0"/>
                      <a:pt x="0" y="158"/>
                      <a:pt x="0" y="347"/>
                    </a:cubicBezTo>
                    <a:lnTo>
                      <a:pt x="0" y="1733"/>
                    </a:lnTo>
                    <a:cubicBezTo>
                      <a:pt x="0" y="1922"/>
                      <a:pt x="158" y="2080"/>
                      <a:pt x="347" y="2080"/>
                    </a:cubicBezTo>
                    <a:lnTo>
                      <a:pt x="693" y="2080"/>
                    </a:lnTo>
                    <a:lnTo>
                      <a:pt x="693" y="7593"/>
                    </a:lnTo>
                    <a:lnTo>
                      <a:pt x="347" y="7593"/>
                    </a:lnTo>
                    <a:cubicBezTo>
                      <a:pt x="158" y="7593"/>
                      <a:pt x="0" y="7751"/>
                      <a:pt x="0" y="7940"/>
                    </a:cubicBezTo>
                    <a:lnTo>
                      <a:pt x="0" y="9326"/>
                    </a:lnTo>
                    <a:cubicBezTo>
                      <a:pt x="0" y="9515"/>
                      <a:pt x="158" y="9672"/>
                      <a:pt x="347" y="9672"/>
                    </a:cubicBezTo>
                    <a:lnTo>
                      <a:pt x="1733" y="9672"/>
                    </a:lnTo>
                    <a:cubicBezTo>
                      <a:pt x="1922" y="9672"/>
                      <a:pt x="2080" y="9515"/>
                      <a:pt x="2080" y="9326"/>
                    </a:cubicBezTo>
                    <a:lnTo>
                      <a:pt x="2080" y="8979"/>
                    </a:lnTo>
                    <a:lnTo>
                      <a:pt x="4442" y="8979"/>
                    </a:lnTo>
                    <a:lnTo>
                      <a:pt x="5577" y="10113"/>
                    </a:lnTo>
                    <a:lnTo>
                      <a:pt x="5577" y="10712"/>
                    </a:lnTo>
                    <a:cubicBezTo>
                      <a:pt x="5577" y="11248"/>
                      <a:pt x="6049" y="11720"/>
                      <a:pt x="6616" y="11720"/>
                    </a:cubicBezTo>
                    <a:lnTo>
                      <a:pt x="9357" y="11720"/>
                    </a:lnTo>
                    <a:cubicBezTo>
                      <a:pt x="9924" y="11720"/>
                      <a:pt x="10397" y="11248"/>
                      <a:pt x="10397" y="10712"/>
                    </a:cubicBezTo>
                    <a:lnTo>
                      <a:pt x="10397" y="10113"/>
                    </a:lnTo>
                    <a:cubicBezTo>
                      <a:pt x="10806" y="9200"/>
                      <a:pt x="11058" y="8160"/>
                      <a:pt x="11058" y="7026"/>
                    </a:cubicBezTo>
                    <a:lnTo>
                      <a:pt x="11058" y="5892"/>
                    </a:lnTo>
                    <a:cubicBezTo>
                      <a:pt x="11058" y="5325"/>
                      <a:pt x="10617" y="4884"/>
                      <a:pt x="10019" y="4884"/>
                    </a:cubicBezTo>
                    <a:cubicBezTo>
                      <a:pt x="9924" y="4884"/>
                      <a:pt x="9767" y="4915"/>
                      <a:pt x="9641" y="4947"/>
                    </a:cubicBezTo>
                    <a:cubicBezTo>
                      <a:pt x="9546" y="4632"/>
                      <a:pt x="9326" y="4379"/>
                      <a:pt x="9011" y="4253"/>
                    </a:cubicBezTo>
                    <a:lnTo>
                      <a:pt x="9011" y="2080"/>
                    </a:lnTo>
                    <a:lnTo>
                      <a:pt x="9357" y="2080"/>
                    </a:lnTo>
                    <a:cubicBezTo>
                      <a:pt x="9546" y="2080"/>
                      <a:pt x="9735" y="1922"/>
                      <a:pt x="9735" y="1733"/>
                    </a:cubicBezTo>
                    <a:lnTo>
                      <a:pt x="9735" y="347"/>
                    </a:lnTo>
                    <a:cubicBezTo>
                      <a:pt x="9735" y="158"/>
                      <a:pt x="9546" y="0"/>
                      <a:pt x="9357" y="0"/>
                    </a:cubicBezTo>
                    <a:lnTo>
                      <a:pt x="7971" y="0"/>
                    </a:lnTo>
                    <a:cubicBezTo>
                      <a:pt x="7782" y="0"/>
                      <a:pt x="7624" y="158"/>
                      <a:pt x="7624" y="347"/>
                    </a:cubicBezTo>
                    <a:lnTo>
                      <a:pt x="7624" y="693"/>
                    </a:lnTo>
                    <a:lnTo>
                      <a:pt x="2080" y="693"/>
                    </a:lnTo>
                    <a:lnTo>
                      <a:pt x="2080" y="347"/>
                    </a:lnTo>
                    <a:cubicBezTo>
                      <a:pt x="2080" y="158"/>
                      <a:pt x="1922" y="0"/>
                      <a:pt x="173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70" name="Google Shape;12532;p89">
                <a:extLst>
                  <a:ext uri="{FF2B5EF4-FFF2-40B4-BE49-F238E27FC236}">
                    <a16:creationId xmlns:a16="http://schemas.microsoft.com/office/drawing/2014/main" id="{36202708-71AF-A3B2-CE09-064DBF19A87D}"/>
                  </a:ext>
                </a:extLst>
              </p:cNvPr>
              <p:cNvGrpSpPr/>
              <p:nvPr/>
            </p:nvGrpSpPr>
            <p:grpSpPr>
              <a:xfrm>
                <a:off x="2875060" y="1885975"/>
                <a:ext cx="644752" cy="641288"/>
                <a:chOff x="-5635200" y="2037975"/>
                <a:chExt cx="293025" cy="291450"/>
              </a:xfrm>
              <a:grpFill/>
            </p:grpSpPr>
            <p:sp>
              <p:nvSpPr>
                <p:cNvPr id="17990" name="Google Shape;12533;p89">
                  <a:extLst>
                    <a:ext uri="{FF2B5EF4-FFF2-40B4-BE49-F238E27FC236}">
                      <a16:creationId xmlns:a16="http://schemas.microsoft.com/office/drawing/2014/main" id="{BB80D8B9-5322-8798-EDCE-84FD391D3C7F}"/>
                    </a:ext>
                  </a:extLst>
                </p:cNvPr>
                <p:cNvSpPr/>
                <p:nvPr/>
              </p:nvSpPr>
              <p:spPr>
                <a:xfrm>
                  <a:off x="-5635200" y="203797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2395" y="725"/>
                      </a:moveTo>
                      <a:cubicBezTo>
                        <a:pt x="2930" y="725"/>
                        <a:pt x="3403" y="1197"/>
                        <a:pt x="3403" y="1733"/>
                      </a:cubicBezTo>
                      <a:cubicBezTo>
                        <a:pt x="3403" y="2300"/>
                        <a:pt x="2930" y="2773"/>
                        <a:pt x="2395" y="2773"/>
                      </a:cubicBezTo>
                      <a:cubicBezTo>
                        <a:pt x="1828" y="2773"/>
                        <a:pt x="1355" y="2300"/>
                        <a:pt x="1355" y="1733"/>
                      </a:cubicBezTo>
                      <a:cubicBezTo>
                        <a:pt x="1355" y="1197"/>
                        <a:pt x="1828" y="725"/>
                        <a:pt x="2395" y="725"/>
                      </a:cubicBezTo>
                      <a:close/>
                      <a:moveTo>
                        <a:pt x="10303" y="725"/>
                      </a:moveTo>
                      <a:lnTo>
                        <a:pt x="10303" y="6585"/>
                      </a:lnTo>
                      <a:lnTo>
                        <a:pt x="10334" y="6585"/>
                      </a:lnTo>
                      <a:cubicBezTo>
                        <a:pt x="10334" y="6774"/>
                        <a:pt x="10177" y="6931"/>
                        <a:pt x="9988" y="6931"/>
                      </a:cubicBezTo>
                      <a:lnTo>
                        <a:pt x="4789" y="6931"/>
                      </a:lnTo>
                      <a:lnTo>
                        <a:pt x="4789" y="5167"/>
                      </a:lnTo>
                      <a:cubicBezTo>
                        <a:pt x="4789" y="4253"/>
                        <a:pt x="4285" y="3434"/>
                        <a:pt x="3498" y="3025"/>
                      </a:cubicBezTo>
                      <a:cubicBezTo>
                        <a:pt x="3844" y="2710"/>
                        <a:pt x="4096" y="2237"/>
                        <a:pt x="4096" y="1733"/>
                      </a:cubicBezTo>
                      <a:cubicBezTo>
                        <a:pt x="4096" y="1355"/>
                        <a:pt x="3970" y="977"/>
                        <a:pt x="3718" y="725"/>
                      </a:cubicBezTo>
                      <a:close/>
                      <a:moveTo>
                        <a:pt x="2710" y="3466"/>
                      </a:moveTo>
                      <a:cubicBezTo>
                        <a:pt x="3498" y="3623"/>
                        <a:pt x="4096" y="4316"/>
                        <a:pt x="4096" y="5167"/>
                      </a:cubicBezTo>
                      <a:lnTo>
                        <a:pt x="4096" y="7246"/>
                      </a:lnTo>
                      <a:cubicBezTo>
                        <a:pt x="4128" y="7435"/>
                        <a:pt x="3970" y="7593"/>
                        <a:pt x="3750" y="7593"/>
                      </a:cubicBezTo>
                      <a:cubicBezTo>
                        <a:pt x="3561" y="7593"/>
                        <a:pt x="3403" y="7750"/>
                        <a:pt x="3403" y="7971"/>
                      </a:cubicBezTo>
                      <a:lnTo>
                        <a:pt x="3403" y="10712"/>
                      </a:lnTo>
                      <a:cubicBezTo>
                        <a:pt x="3403" y="10901"/>
                        <a:pt x="3246" y="11058"/>
                        <a:pt x="3056" y="11058"/>
                      </a:cubicBezTo>
                      <a:lnTo>
                        <a:pt x="1670" y="11058"/>
                      </a:lnTo>
                      <a:cubicBezTo>
                        <a:pt x="1481" y="11058"/>
                        <a:pt x="1324" y="10901"/>
                        <a:pt x="1324" y="10712"/>
                      </a:cubicBezTo>
                      <a:lnTo>
                        <a:pt x="1324" y="7971"/>
                      </a:lnTo>
                      <a:cubicBezTo>
                        <a:pt x="1324" y="7750"/>
                        <a:pt x="1166" y="7593"/>
                        <a:pt x="977" y="7593"/>
                      </a:cubicBezTo>
                      <a:cubicBezTo>
                        <a:pt x="788" y="7593"/>
                        <a:pt x="631" y="7435"/>
                        <a:pt x="631" y="7246"/>
                      </a:cubicBezTo>
                      <a:lnTo>
                        <a:pt x="631" y="5167"/>
                      </a:lnTo>
                      <a:cubicBezTo>
                        <a:pt x="631" y="4316"/>
                        <a:pt x="1198" y="3623"/>
                        <a:pt x="1985" y="3466"/>
                      </a:cubicBezTo>
                      <a:lnTo>
                        <a:pt x="1985" y="5829"/>
                      </a:lnTo>
                      <a:cubicBezTo>
                        <a:pt x="1985" y="6018"/>
                        <a:pt x="2143" y="6175"/>
                        <a:pt x="2363" y="6175"/>
                      </a:cubicBezTo>
                      <a:cubicBezTo>
                        <a:pt x="2552" y="6175"/>
                        <a:pt x="2710" y="6018"/>
                        <a:pt x="2710" y="5829"/>
                      </a:cubicBezTo>
                      <a:lnTo>
                        <a:pt x="2710" y="3466"/>
                      </a:lnTo>
                      <a:close/>
                      <a:moveTo>
                        <a:pt x="2395" y="0"/>
                      </a:moveTo>
                      <a:cubicBezTo>
                        <a:pt x="1450" y="0"/>
                        <a:pt x="694" y="756"/>
                        <a:pt x="694" y="1702"/>
                      </a:cubicBezTo>
                      <a:cubicBezTo>
                        <a:pt x="694" y="2206"/>
                        <a:pt x="946" y="2678"/>
                        <a:pt x="1292" y="2993"/>
                      </a:cubicBezTo>
                      <a:cubicBezTo>
                        <a:pt x="536" y="3403"/>
                        <a:pt x="1" y="4222"/>
                        <a:pt x="1" y="5136"/>
                      </a:cubicBezTo>
                      <a:lnTo>
                        <a:pt x="1" y="7215"/>
                      </a:lnTo>
                      <a:cubicBezTo>
                        <a:pt x="1" y="7656"/>
                        <a:pt x="253" y="8034"/>
                        <a:pt x="662" y="8192"/>
                      </a:cubicBezTo>
                      <a:lnTo>
                        <a:pt x="662" y="10649"/>
                      </a:lnTo>
                      <a:cubicBezTo>
                        <a:pt x="662" y="11184"/>
                        <a:pt x="1135" y="11657"/>
                        <a:pt x="1670" y="11657"/>
                      </a:cubicBezTo>
                      <a:lnTo>
                        <a:pt x="3056" y="11657"/>
                      </a:lnTo>
                      <a:cubicBezTo>
                        <a:pt x="3624" y="11657"/>
                        <a:pt x="4096" y="11184"/>
                        <a:pt x="4096" y="10649"/>
                      </a:cubicBezTo>
                      <a:lnTo>
                        <a:pt x="4096" y="8192"/>
                      </a:lnTo>
                      <a:cubicBezTo>
                        <a:pt x="4348" y="8065"/>
                        <a:pt x="4600" y="7876"/>
                        <a:pt x="4726" y="7561"/>
                      </a:cubicBezTo>
                      <a:lnTo>
                        <a:pt x="9988" y="7561"/>
                      </a:lnTo>
                      <a:cubicBezTo>
                        <a:pt x="10555" y="7561"/>
                        <a:pt x="11027" y="7089"/>
                        <a:pt x="11027" y="6553"/>
                      </a:cubicBezTo>
                      <a:lnTo>
                        <a:pt x="11027" y="662"/>
                      </a:lnTo>
                      <a:lnTo>
                        <a:pt x="11374" y="662"/>
                      </a:lnTo>
                      <a:cubicBezTo>
                        <a:pt x="11563" y="662"/>
                        <a:pt x="11720" y="504"/>
                        <a:pt x="11720" y="315"/>
                      </a:cubicBezTo>
                      <a:cubicBezTo>
                        <a:pt x="11720" y="158"/>
                        <a:pt x="11563" y="0"/>
                        <a:pt x="1137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91" name="Google Shape;12534;p89">
                  <a:extLst>
                    <a:ext uri="{FF2B5EF4-FFF2-40B4-BE49-F238E27FC236}">
                      <a16:creationId xmlns:a16="http://schemas.microsoft.com/office/drawing/2014/main" id="{C04E249A-478F-DF47-01B2-CE31CB8EB43F}"/>
                    </a:ext>
                  </a:extLst>
                </p:cNvPr>
                <p:cNvSpPr/>
                <p:nvPr/>
              </p:nvSpPr>
              <p:spPr>
                <a:xfrm>
                  <a:off x="-5496575" y="2072625"/>
                  <a:ext cx="102425" cy="102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4097" extrusionOk="0">
                      <a:moveTo>
                        <a:pt x="2395" y="725"/>
                      </a:moveTo>
                      <a:cubicBezTo>
                        <a:pt x="2867" y="851"/>
                        <a:pt x="3245" y="1229"/>
                        <a:pt x="3371" y="1733"/>
                      </a:cubicBezTo>
                      <a:lnTo>
                        <a:pt x="2395" y="1733"/>
                      </a:lnTo>
                      <a:lnTo>
                        <a:pt x="2395" y="725"/>
                      </a:lnTo>
                      <a:close/>
                      <a:moveTo>
                        <a:pt x="1733" y="757"/>
                      </a:moveTo>
                      <a:lnTo>
                        <a:pt x="1733" y="2080"/>
                      </a:lnTo>
                      <a:cubicBezTo>
                        <a:pt x="1733" y="2269"/>
                        <a:pt x="1891" y="2426"/>
                        <a:pt x="2080" y="2426"/>
                      </a:cubicBezTo>
                      <a:lnTo>
                        <a:pt x="3403" y="2426"/>
                      </a:lnTo>
                      <a:cubicBezTo>
                        <a:pt x="3245" y="3025"/>
                        <a:pt x="2741" y="3466"/>
                        <a:pt x="2080" y="3466"/>
                      </a:cubicBezTo>
                      <a:cubicBezTo>
                        <a:pt x="1324" y="3466"/>
                        <a:pt x="693" y="2836"/>
                        <a:pt x="693" y="2080"/>
                      </a:cubicBezTo>
                      <a:cubicBezTo>
                        <a:pt x="693" y="1418"/>
                        <a:pt x="1135" y="851"/>
                        <a:pt x="1733" y="757"/>
                      </a:cubicBezTo>
                      <a:close/>
                      <a:moveTo>
                        <a:pt x="2048" y="0"/>
                      </a:moveTo>
                      <a:cubicBezTo>
                        <a:pt x="883" y="0"/>
                        <a:pt x="0" y="914"/>
                        <a:pt x="0" y="2048"/>
                      </a:cubicBezTo>
                      <a:cubicBezTo>
                        <a:pt x="0" y="3182"/>
                        <a:pt x="946" y="4096"/>
                        <a:pt x="2048" y="4096"/>
                      </a:cubicBezTo>
                      <a:cubicBezTo>
                        <a:pt x="3182" y="4096"/>
                        <a:pt x="4096" y="3182"/>
                        <a:pt x="4096" y="2048"/>
                      </a:cubicBezTo>
                      <a:cubicBezTo>
                        <a:pt x="4096" y="914"/>
                        <a:pt x="3182" y="0"/>
                        <a:pt x="204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1" name="Google Shape;12543;p89">
                <a:extLst>
                  <a:ext uri="{FF2B5EF4-FFF2-40B4-BE49-F238E27FC236}">
                    <a16:creationId xmlns:a16="http://schemas.microsoft.com/office/drawing/2014/main" id="{7909E575-4799-3F40-682C-01B96AF230A5}"/>
                  </a:ext>
                </a:extLst>
              </p:cNvPr>
              <p:cNvGrpSpPr/>
              <p:nvPr/>
            </p:nvGrpSpPr>
            <p:grpSpPr>
              <a:xfrm>
                <a:off x="6983557" y="1885975"/>
                <a:ext cx="644752" cy="641288"/>
                <a:chOff x="-3854375" y="2046625"/>
                <a:chExt cx="293025" cy="291450"/>
              </a:xfrm>
              <a:grpFill/>
            </p:grpSpPr>
            <p:sp>
              <p:nvSpPr>
                <p:cNvPr id="17988" name="Google Shape;12544;p89">
                  <a:extLst>
                    <a:ext uri="{FF2B5EF4-FFF2-40B4-BE49-F238E27FC236}">
                      <a16:creationId xmlns:a16="http://schemas.microsoft.com/office/drawing/2014/main" id="{E4689601-FA05-9A75-62AE-059F64414DDA}"/>
                    </a:ext>
                  </a:extLst>
                </p:cNvPr>
                <p:cNvSpPr/>
                <p:nvPr/>
              </p:nvSpPr>
              <p:spPr>
                <a:xfrm>
                  <a:off x="-3854375" y="2046625"/>
                  <a:ext cx="29302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21" h="11658" extrusionOk="0">
                      <a:moveTo>
                        <a:pt x="7624" y="694"/>
                      </a:moveTo>
                      <a:cubicBezTo>
                        <a:pt x="9515" y="694"/>
                        <a:pt x="11058" y="2206"/>
                        <a:pt x="11058" y="4096"/>
                      </a:cubicBezTo>
                      <a:cubicBezTo>
                        <a:pt x="11058" y="5987"/>
                        <a:pt x="9515" y="7530"/>
                        <a:pt x="7624" y="7530"/>
                      </a:cubicBezTo>
                      <a:cubicBezTo>
                        <a:pt x="5734" y="7530"/>
                        <a:pt x="4190" y="5987"/>
                        <a:pt x="4190" y="4096"/>
                      </a:cubicBezTo>
                      <a:cubicBezTo>
                        <a:pt x="4190" y="2206"/>
                        <a:pt x="5734" y="694"/>
                        <a:pt x="7624" y="694"/>
                      </a:cubicBezTo>
                      <a:close/>
                      <a:moveTo>
                        <a:pt x="3336" y="8066"/>
                      </a:moveTo>
                      <a:cubicBezTo>
                        <a:pt x="3426" y="8066"/>
                        <a:pt x="3513" y="8098"/>
                        <a:pt x="3560" y="8161"/>
                      </a:cubicBezTo>
                      <a:cubicBezTo>
                        <a:pt x="3686" y="8287"/>
                        <a:pt x="3686" y="8507"/>
                        <a:pt x="3560" y="8633"/>
                      </a:cubicBezTo>
                      <a:lnTo>
                        <a:pt x="1323" y="10870"/>
                      </a:lnTo>
                      <a:cubicBezTo>
                        <a:pt x="1260" y="10933"/>
                        <a:pt x="1174" y="10964"/>
                        <a:pt x="1087" y="10964"/>
                      </a:cubicBezTo>
                      <a:cubicBezTo>
                        <a:pt x="1001" y="10964"/>
                        <a:pt x="914" y="10933"/>
                        <a:pt x="851" y="10870"/>
                      </a:cubicBezTo>
                      <a:cubicBezTo>
                        <a:pt x="725" y="10744"/>
                        <a:pt x="725" y="10523"/>
                        <a:pt x="851" y="10397"/>
                      </a:cubicBezTo>
                      <a:lnTo>
                        <a:pt x="3088" y="8161"/>
                      </a:lnTo>
                      <a:cubicBezTo>
                        <a:pt x="3151" y="8098"/>
                        <a:pt x="3245" y="8066"/>
                        <a:pt x="3336" y="8066"/>
                      </a:cubicBezTo>
                      <a:close/>
                      <a:moveTo>
                        <a:pt x="7624" y="1"/>
                      </a:moveTo>
                      <a:cubicBezTo>
                        <a:pt x="5356" y="1"/>
                        <a:pt x="3529" y="1860"/>
                        <a:pt x="3529" y="4096"/>
                      </a:cubicBezTo>
                      <a:cubicBezTo>
                        <a:pt x="3529" y="5136"/>
                        <a:pt x="3875" y="6050"/>
                        <a:pt x="4505" y="6743"/>
                      </a:cubicBezTo>
                      <a:lnTo>
                        <a:pt x="3812" y="7467"/>
                      </a:lnTo>
                      <a:cubicBezTo>
                        <a:pt x="3661" y="7386"/>
                        <a:pt x="3500" y="7347"/>
                        <a:pt x="3342" y="7347"/>
                      </a:cubicBezTo>
                      <a:cubicBezTo>
                        <a:pt x="3074" y="7347"/>
                        <a:pt x="2813" y="7458"/>
                        <a:pt x="2615" y="7656"/>
                      </a:cubicBezTo>
                      <a:lnTo>
                        <a:pt x="378" y="9893"/>
                      </a:lnTo>
                      <a:cubicBezTo>
                        <a:pt x="0" y="10271"/>
                        <a:pt x="0" y="10964"/>
                        <a:pt x="378" y="11343"/>
                      </a:cubicBezTo>
                      <a:cubicBezTo>
                        <a:pt x="567" y="11532"/>
                        <a:pt x="851" y="11658"/>
                        <a:pt x="1103" y="11658"/>
                      </a:cubicBezTo>
                      <a:cubicBezTo>
                        <a:pt x="1355" y="11658"/>
                        <a:pt x="1607" y="11532"/>
                        <a:pt x="1796" y="11343"/>
                      </a:cubicBezTo>
                      <a:lnTo>
                        <a:pt x="4033" y="9106"/>
                      </a:lnTo>
                      <a:cubicBezTo>
                        <a:pt x="4348" y="8791"/>
                        <a:pt x="4442" y="8318"/>
                        <a:pt x="4253" y="7909"/>
                      </a:cubicBezTo>
                      <a:lnTo>
                        <a:pt x="4947" y="7215"/>
                      </a:lnTo>
                      <a:cubicBezTo>
                        <a:pt x="5671" y="7814"/>
                        <a:pt x="6616" y="8192"/>
                        <a:pt x="7593" y="8192"/>
                      </a:cubicBezTo>
                      <a:cubicBezTo>
                        <a:pt x="9861" y="8192"/>
                        <a:pt x="11689" y="6333"/>
                        <a:pt x="11689" y="4096"/>
                      </a:cubicBezTo>
                      <a:cubicBezTo>
                        <a:pt x="11720" y="1828"/>
                        <a:pt x="9861" y="1"/>
                        <a:pt x="762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9" name="Google Shape;12545;p89">
                  <a:extLst>
                    <a:ext uri="{FF2B5EF4-FFF2-40B4-BE49-F238E27FC236}">
                      <a16:creationId xmlns:a16="http://schemas.microsoft.com/office/drawing/2014/main" id="{BE449B4E-D4AE-CAEE-1812-CE7A9C9B30B9}"/>
                    </a:ext>
                  </a:extLst>
                </p:cNvPr>
                <p:cNvSpPr/>
                <p:nvPr/>
              </p:nvSpPr>
              <p:spPr>
                <a:xfrm>
                  <a:off x="-3714975" y="2080500"/>
                  <a:ext cx="103200" cy="119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" h="4790" extrusionOk="0">
                      <a:moveTo>
                        <a:pt x="2048" y="694"/>
                      </a:moveTo>
                      <a:cubicBezTo>
                        <a:pt x="2458" y="694"/>
                        <a:pt x="2710" y="1009"/>
                        <a:pt x="2710" y="1387"/>
                      </a:cubicBezTo>
                      <a:cubicBezTo>
                        <a:pt x="2710" y="1765"/>
                        <a:pt x="2395" y="2048"/>
                        <a:pt x="2048" y="2048"/>
                      </a:cubicBezTo>
                      <a:cubicBezTo>
                        <a:pt x="1702" y="2048"/>
                        <a:pt x="1387" y="1733"/>
                        <a:pt x="1387" y="1387"/>
                      </a:cubicBezTo>
                      <a:cubicBezTo>
                        <a:pt x="1355" y="1009"/>
                        <a:pt x="1670" y="694"/>
                        <a:pt x="2048" y="694"/>
                      </a:cubicBezTo>
                      <a:close/>
                      <a:moveTo>
                        <a:pt x="2363" y="2741"/>
                      </a:moveTo>
                      <a:cubicBezTo>
                        <a:pt x="2931" y="2741"/>
                        <a:pt x="3403" y="3214"/>
                        <a:pt x="3403" y="3781"/>
                      </a:cubicBezTo>
                      <a:lnTo>
                        <a:pt x="3403" y="4128"/>
                      </a:lnTo>
                      <a:lnTo>
                        <a:pt x="662" y="4128"/>
                      </a:lnTo>
                      <a:lnTo>
                        <a:pt x="662" y="3781"/>
                      </a:lnTo>
                      <a:cubicBezTo>
                        <a:pt x="662" y="3214"/>
                        <a:pt x="1135" y="2741"/>
                        <a:pt x="1702" y="2741"/>
                      </a:cubicBezTo>
                      <a:close/>
                      <a:moveTo>
                        <a:pt x="2048" y="1"/>
                      </a:moveTo>
                      <a:cubicBezTo>
                        <a:pt x="1292" y="1"/>
                        <a:pt x="662" y="631"/>
                        <a:pt x="662" y="1387"/>
                      </a:cubicBezTo>
                      <a:cubicBezTo>
                        <a:pt x="662" y="1702"/>
                        <a:pt x="788" y="2017"/>
                        <a:pt x="977" y="2237"/>
                      </a:cubicBezTo>
                      <a:cubicBezTo>
                        <a:pt x="410" y="2521"/>
                        <a:pt x="1" y="3119"/>
                        <a:pt x="1" y="3781"/>
                      </a:cubicBezTo>
                      <a:lnTo>
                        <a:pt x="1" y="4443"/>
                      </a:lnTo>
                      <a:cubicBezTo>
                        <a:pt x="1" y="4632"/>
                        <a:pt x="158" y="4789"/>
                        <a:pt x="347" y="4789"/>
                      </a:cubicBezTo>
                      <a:lnTo>
                        <a:pt x="3781" y="4789"/>
                      </a:lnTo>
                      <a:cubicBezTo>
                        <a:pt x="3970" y="4789"/>
                        <a:pt x="4128" y="4632"/>
                        <a:pt x="4128" y="4443"/>
                      </a:cubicBezTo>
                      <a:lnTo>
                        <a:pt x="4128" y="3781"/>
                      </a:lnTo>
                      <a:cubicBezTo>
                        <a:pt x="4096" y="3119"/>
                        <a:pt x="3718" y="2521"/>
                        <a:pt x="3120" y="2237"/>
                      </a:cubicBezTo>
                      <a:cubicBezTo>
                        <a:pt x="3309" y="2017"/>
                        <a:pt x="3435" y="1733"/>
                        <a:pt x="3435" y="1387"/>
                      </a:cubicBezTo>
                      <a:cubicBezTo>
                        <a:pt x="3435" y="631"/>
                        <a:pt x="2805" y="1"/>
                        <a:pt x="20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72" name="Google Shape;12552;p89">
                <a:extLst>
                  <a:ext uri="{FF2B5EF4-FFF2-40B4-BE49-F238E27FC236}">
                    <a16:creationId xmlns:a16="http://schemas.microsoft.com/office/drawing/2014/main" id="{13886317-5D42-3B97-8676-54241CB954F7}"/>
                  </a:ext>
                </a:extLst>
              </p:cNvPr>
              <p:cNvSpPr/>
              <p:nvPr/>
            </p:nvSpPr>
            <p:spPr>
              <a:xfrm>
                <a:off x="11151816" y="1962933"/>
                <a:ext cx="642992" cy="486989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8853" extrusionOk="0">
                    <a:moveTo>
                      <a:pt x="1040" y="2709"/>
                    </a:moveTo>
                    <a:cubicBezTo>
                      <a:pt x="1229" y="2709"/>
                      <a:pt x="1386" y="2867"/>
                      <a:pt x="1386" y="3056"/>
                    </a:cubicBezTo>
                    <a:lnTo>
                      <a:pt x="1386" y="5828"/>
                    </a:lnTo>
                    <a:cubicBezTo>
                      <a:pt x="1386" y="6017"/>
                      <a:pt x="1229" y="6175"/>
                      <a:pt x="1040" y="6175"/>
                    </a:cubicBezTo>
                    <a:cubicBezTo>
                      <a:pt x="819" y="6175"/>
                      <a:pt x="662" y="6017"/>
                      <a:pt x="662" y="5828"/>
                    </a:cubicBezTo>
                    <a:lnTo>
                      <a:pt x="662" y="3056"/>
                    </a:lnTo>
                    <a:cubicBezTo>
                      <a:pt x="662" y="2867"/>
                      <a:pt x="819" y="2709"/>
                      <a:pt x="1040" y="2709"/>
                    </a:cubicBezTo>
                    <a:close/>
                    <a:moveTo>
                      <a:pt x="9641" y="1449"/>
                    </a:moveTo>
                    <a:lnTo>
                      <a:pt x="9641" y="7435"/>
                    </a:lnTo>
                    <a:lnTo>
                      <a:pt x="2079" y="5545"/>
                    </a:lnTo>
                    <a:lnTo>
                      <a:pt x="2079" y="3340"/>
                    </a:lnTo>
                    <a:lnTo>
                      <a:pt x="9641" y="1449"/>
                    </a:lnTo>
                    <a:close/>
                    <a:moveTo>
                      <a:pt x="3466" y="6616"/>
                    </a:moveTo>
                    <a:lnTo>
                      <a:pt x="6112" y="7278"/>
                    </a:lnTo>
                    <a:cubicBezTo>
                      <a:pt x="5954" y="7845"/>
                      <a:pt x="5450" y="8223"/>
                      <a:pt x="4820" y="8223"/>
                    </a:cubicBezTo>
                    <a:cubicBezTo>
                      <a:pt x="4064" y="8223"/>
                      <a:pt x="3434" y="7593"/>
                      <a:pt x="3434" y="6837"/>
                    </a:cubicBezTo>
                    <a:cubicBezTo>
                      <a:pt x="3434" y="6774"/>
                      <a:pt x="3434" y="6679"/>
                      <a:pt x="3466" y="6616"/>
                    </a:cubicBezTo>
                    <a:close/>
                    <a:moveTo>
                      <a:pt x="10680" y="662"/>
                    </a:moveTo>
                    <a:cubicBezTo>
                      <a:pt x="10869" y="662"/>
                      <a:pt x="11027" y="819"/>
                      <a:pt x="11027" y="1008"/>
                    </a:cubicBezTo>
                    <a:lnTo>
                      <a:pt x="11027" y="7876"/>
                    </a:lnTo>
                    <a:cubicBezTo>
                      <a:pt x="11027" y="8065"/>
                      <a:pt x="10869" y="8223"/>
                      <a:pt x="10680" y="8223"/>
                    </a:cubicBezTo>
                    <a:cubicBezTo>
                      <a:pt x="10491" y="8223"/>
                      <a:pt x="10334" y="8065"/>
                      <a:pt x="10334" y="7876"/>
                    </a:cubicBezTo>
                    <a:lnTo>
                      <a:pt x="10334" y="1008"/>
                    </a:lnTo>
                    <a:cubicBezTo>
                      <a:pt x="10334" y="819"/>
                      <a:pt x="10491" y="662"/>
                      <a:pt x="10680" y="662"/>
                    </a:cubicBezTo>
                    <a:close/>
                    <a:moveTo>
                      <a:pt x="10680" y="0"/>
                    </a:moveTo>
                    <a:cubicBezTo>
                      <a:pt x="10208" y="0"/>
                      <a:pt x="9798" y="315"/>
                      <a:pt x="9704" y="756"/>
                    </a:cubicBezTo>
                    <a:lnTo>
                      <a:pt x="1985" y="2678"/>
                    </a:lnTo>
                    <a:cubicBezTo>
                      <a:pt x="1827" y="2331"/>
                      <a:pt x="1449" y="2048"/>
                      <a:pt x="1040" y="2048"/>
                    </a:cubicBezTo>
                    <a:cubicBezTo>
                      <a:pt x="473" y="2048"/>
                      <a:pt x="0" y="2520"/>
                      <a:pt x="0" y="3056"/>
                    </a:cubicBezTo>
                    <a:lnTo>
                      <a:pt x="0" y="5828"/>
                    </a:lnTo>
                    <a:cubicBezTo>
                      <a:pt x="0" y="6364"/>
                      <a:pt x="473" y="6837"/>
                      <a:pt x="1040" y="6837"/>
                    </a:cubicBezTo>
                    <a:cubicBezTo>
                      <a:pt x="1449" y="6837"/>
                      <a:pt x="1827" y="6616"/>
                      <a:pt x="1985" y="6206"/>
                    </a:cubicBezTo>
                    <a:lnTo>
                      <a:pt x="2804" y="6427"/>
                    </a:lnTo>
                    <a:cubicBezTo>
                      <a:pt x="2772" y="6522"/>
                      <a:pt x="2772" y="6679"/>
                      <a:pt x="2772" y="6805"/>
                    </a:cubicBezTo>
                    <a:cubicBezTo>
                      <a:pt x="2772" y="7939"/>
                      <a:pt x="3655" y="8853"/>
                      <a:pt x="4820" y="8853"/>
                    </a:cubicBezTo>
                    <a:cubicBezTo>
                      <a:pt x="5324" y="8853"/>
                      <a:pt x="5828" y="8664"/>
                      <a:pt x="6175" y="8317"/>
                    </a:cubicBezTo>
                    <a:cubicBezTo>
                      <a:pt x="6459" y="8065"/>
                      <a:pt x="6648" y="7719"/>
                      <a:pt x="6774" y="7341"/>
                    </a:cubicBezTo>
                    <a:lnTo>
                      <a:pt x="9704" y="8065"/>
                    </a:lnTo>
                    <a:cubicBezTo>
                      <a:pt x="9798" y="8506"/>
                      <a:pt x="10208" y="8821"/>
                      <a:pt x="10680" y="8821"/>
                    </a:cubicBezTo>
                    <a:cubicBezTo>
                      <a:pt x="11216" y="8821"/>
                      <a:pt x="11688" y="8349"/>
                      <a:pt x="11688" y="7782"/>
                    </a:cubicBezTo>
                    <a:lnTo>
                      <a:pt x="11688" y="945"/>
                    </a:lnTo>
                    <a:cubicBezTo>
                      <a:pt x="11688" y="473"/>
                      <a:pt x="11279" y="0"/>
                      <a:pt x="10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73" name="Google Shape;12561;p89">
                <a:extLst>
                  <a:ext uri="{FF2B5EF4-FFF2-40B4-BE49-F238E27FC236}">
                    <a16:creationId xmlns:a16="http://schemas.microsoft.com/office/drawing/2014/main" id="{C00FDAAE-69D3-E24C-E469-6CD49F8C387C}"/>
                  </a:ext>
                </a:extLst>
              </p:cNvPr>
              <p:cNvGrpSpPr/>
              <p:nvPr/>
            </p:nvGrpSpPr>
            <p:grpSpPr>
              <a:xfrm>
                <a:off x="3710685" y="1885124"/>
                <a:ext cx="643048" cy="642992"/>
                <a:chOff x="-5276050" y="2037975"/>
                <a:chExt cx="292250" cy="292225"/>
              </a:xfrm>
              <a:grpFill/>
            </p:grpSpPr>
            <p:sp>
              <p:nvSpPr>
                <p:cNvPr id="17985" name="Google Shape;12562;p89">
                  <a:extLst>
                    <a:ext uri="{FF2B5EF4-FFF2-40B4-BE49-F238E27FC236}">
                      <a16:creationId xmlns:a16="http://schemas.microsoft.com/office/drawing/2014/main" id="{A5DD58D6-EABE-20F5-E8C5-D2838623B304}"/>
                    </a:ext>
                  </a:extLst>
                </p:cNvPr>
                <p:cNvSpPr/>
                <p:nvPr/>
              </p:nvSpPr>
              <p:spPr>
                <a:xfrm>
                  <a:off x="-5102775" y="2211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0"/>
                      </a:moveTo>
                      <a:cubicBezTo>
                        <a:pt x="253" y="0"/>
                        <a:pt x="158" y="32"/>
                        <a:pt x="95" y="95"/>
                      </a:cubicBezTo>
                      <a:cubicBezTo>
                        <a:pt x="1" y="189"/>
                        <a:pt x="1" y="441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1" y="1544"/>
                        <a:pt x="1" y="1765"/>
                        <a:pt x="95" y="1891"/>
                      </a:cubicBezTo>
                      <a:cubicBezTo>
                        <a:pt x="158" y="1954"/>
                        <a:pt x="253" y="1985"/>
                        <a:pt x="343" y="1985"/>
                      </a:cubicBezTo>
                      <a:cubicBezTo>
                        <a:pt x="434" y="1985"/>
                        <a:pt x="521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600" y="1985"/>
                        <a:pt x="1686" y="1985"/>
                      </a:cubicBezTo>
                      <a:cubicBezTo>
                        <a:pt x="1773" y="1985"/>
                        <a:pt x="1860" y="1954"/>
                        <a:pt x="1923" y="1891"/>
                      </a:cubicBezTo>
                      <a:cubicBezTo>
                        <a:pt x="2049" y="1765"/>
                        <a:pt x="2049" y="1544"/>
                        <a:pt x="1923" y="1418"/>
                      </a:cubicBezTo>
                      <a:lnTo>
                        <a:pt x="1482" y="977"/>
                      </a:lnTo>
                      <a:lnTo>
                        <a:pt x="1923" y="536"/>
                      </a:lnTo>
                      <a:cubicBezTo>
                        <a:pt x="2049" y="441"/>
                        <a:pt x="2049" y="189"/>
                        <a:pt x="1923" y="95"/>
                      </a:cubicBezTo>
                      <a:cubicBezTo>
                        <a:pt x="1860" y="32"/>
                        <a:pt x="1773" y="0"/>
                        <a:pt x="1686" y="0"/>
                      </a:cubicBezTo>
                      <a:cubicBezTo>
                        <a:pt x="1600" y="0"/>
                        <a:pt x="1513" y="32"/>
                        <a:pt x="1450" y="95"/>
                      </a:cubicBezTo>
                      <a:lnTo>
                        <a:pt x="1009" y="504"/>
                      </a:lnTo>
                      <a:lnTo>
                        <a:pt x="568" y="95"/>
                      </a:lnTo>
                      <a:cubicBezTo>
                        <a:pt x="521" y="32"/>
                        <a:pt x="434" y="0"/>
                        <a:pt x="3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6" name="Google Shape;12563;p89">
                  <a:extLst>
                    <a:ext uri="{FF2B5EF4-FFF2-40B4-BE49-F238E27FC236}">
                      <a16:creationId xmlns:a16="http://schemas.microsoft.com/office/drawing/2014/main" id="{CEF76C97-E780-392A-60A8-F452C2A66250}"/>
                    </a:ext>
                  </a:extLst>
                </p:cNvPr>
                <p:cNvSpPr/>
                <p:nvPr/>
              </p:nvSpPr>
              <p:spPr>
                <a:xfrm>
                  <a:off x="-5224050" y="2107875"/>
                  <a:ext cx="51200" cy="49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1993" extrusionOk="0">
                      <a:moveTo>
                        <a:pt x="351" y="0"/>
                      </a:moveTo>
                      <a:cubicBezTo>
                        <a:pt x="260" y="0"/>
                        <a:pt x="173" y="24"/>
                        <a:pt x="126" y="71"/>
                      </a:cubicBezTo>
                      <a:cubicBezTo>
                        <a:pt x="0" y="197"/>
                        <a:pt x="0" y="449"/>
                        <a:pt x="126" y="544"/>
                      </a:cubicBezTo>
                      <a:lnTo>
                        <a:pt x="536" y="985"/>
                      </a:lnTo>
                      <a:lnTo>
                        <a:pt x="126" y="1426"/>
                      </a:lnTo>
                      <a:cubicBezTo>
                        <a:pt x="0" y="1552"/>
                        <a:pt x="0" y="1772"/>
                        <a:pt x="126" y="1898"/>
                      </a:cubicBezTo>
                      <a:cubicBezTo>
                        <a:pt x="173" y="1961"/>
                        <a:pt x="260" y="1993"/>
                        <a:pt x="351" y="1993"/>
                      </a:cubicBezTo>
                      <a:cubicBezTo>
                        <a:pt x="441" y="1993"/>
                        <a:pt x="536" y="1961"/>
                        <a:pt x="599" y="1898"/>
                      </a:cubicBezTo>
                      <a:lnTo>
                        <a:pt x="1008" y="1457"/>
                      </a:lnTo>
                      <a:lnTo>
                        <a:pt x="1449" y="1898"/>
                      </a:lnTo>
                      <a:cubicBezTo>
                        <a:pt x="1512" y="1961"/>
                        <a:pt x="1599" y="1993"/>
                        <a:pt x="1686" y="1993"/>
                      </a:cubicBezTo>
                      <a:cubicBezTo>
                        <a:pt x="1772" y="1993"/>
                        <a:pt x="1859" y="1961"/>
                        <a:pt x="1922" y="1898"/>
                      </a:cubicBezTo>
                      <a:cubicBezTo>
                        <a:pt x="2048" y="1772"/>
                        <a:pt x="2048" y="1520"/>
                        <a:pt x="1922" y="1426"/>
                      </a:cubicBezTo>
                      <a:lnTo>
                        <a:pt x="1481" y="985"/>
                      </a:lnTo>
                      <a:lnTo>
                        <a:pt x="1922" y="544"/>
                      </a:lnTo>
                      <a:cubicBezTo>
                        <a:pt x="2048" y="449"/>
                        <a:pt x="2048" y="197"/>
                        <a:pt x="1922" y="71"/>
                      </a:cubicBezTo>
                      <a:cubicBezTo>
                        <a:pt x="1875" y="24"/>
                        <a:pt x="1788" y="0"/>
                        <a:pt x="1697" y="0"/>
                      </a:cubicBezTo>
                      <a:cubicBezTo>
                        <a:pt x="1607" y="0"/>
                        <a:pt x="1512" y="24"/>
                        <a:pt x="1449" y="71"/>
                      </a:cubicBezTo>
                      <a:lnTo>
                        <a:pt x="1008" y="512"/>
                      </a:lnTo>
                      <a:lnTo>
                        <a:pt x="599" y="71"/>
                      </a:lnTo>
                      <a:cubicBezTo>
                        <a:pt x="536" y="24"/>
                        <a:pt x="441" y="0"/>
                        <a:pt x="35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7" name="Google Shape;12564;p89">
                  <a:extLst>
                    <a:ext uri="{FF2B5EF4-FFF2-40B4-BE49-F238E27FC236}">
                      <a16:creationId xmlns:a16="http://schemas.microsoft.com/office/drawing/2014/main" id="{8532E8DF-0A44-FE37-CC51-737ACDC46DF6}"/>
                    </a:ext>
                  </a:extLst>
                </p:cNvPr>
                <p:cNvSpPr/>
                <p:nvPr/>
              </p:nvSpPr>
              <p:spPr>
                <a:xfrm>
                  <a:off x="-5276050" y="2037975"/>
                  <a:ext cx="2922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90" h="11689" extrusionOk="0">
                      <a:moveTo>
                        <a:pt x="10334" y="3119"/>
                      </a:moveTo>
                      <a:cubicBezTo>
                        <a:pt x="10712" y="3119"/>
                        <a:pt x="11028" y="3403"/>
                        <a:pt x="11028" y="3781"/>
                      </a:cubicBezTo>
                      <a:cubicBezTo>
                        <a:pt x="11028" y="4190"/>
                        <a:pt x="10712" y="4442"/>
                        <a:pt x="10334" y="4442"/>
                      </a:cubicBezTo>
                      <a:cubicBezTo>
                        <a:pt x="9956" y="4442"/>
                        <a:pt x="9673" y="4127"/>
                        <a:pt x="9673" y="3781"/>
                      </a:cubicBezTo>
                      <a:cubicBezTo>
                        <a:pt x="9673" y="3403"/>
                        <a:pt x="9988" y="3119"/>
                        <a:pt x="10334" y="3119"/>
                      </a:cubicBezTo>
                      <a:close/>
                      <a:moveTo>
                        <a:pt x="4443" y="7593"/>
                      </a:moveTo>
                      <a:cubicBezTo>
                        <a:pt x="4853" y="7593"/>
                        <a:pt x="5105" y="7908"/>
                        <a:pt x="5105" y="8255"/>
                      </a:cubicBezTo>
                      <a:cubicBezTo>
                        <a:pt x="5105" y="8664"/>
                        <a:pt x="4790" y="8948"/>
                        <a:pt x="4443" y="8948"/>
                      </a:cubicBezTo>
                      <a:cubicBezTo>
                        <a:pt x="4065" y="8948"/>
                        <a:pt x="3781" y="8633"/>
                        <a:pt x="3781" y="8255"/>
                      </a:cubicBezTo>
                      <a:cubicBezTo>
                        <a:pt x="3781" y="7876"/>
                        <a:pt x="4096" y="7593"/>
                        <a:pt x="4443" y="7593"/>
                      </a:cubicBezTo>
                      <a:close/>
                      <a:moveTo>
                        <a:pt x="5829" y="725"/>
                      </a:moveTo>
                      <a:cubicBezTo>
                        <a:pt x="7341" y="725"/>
                        <a:pt x="8822" y="1386"/>
                        <a:pt x="9799" y="2521"/>
                      </a:cubicBezTo>
                      <a:cubicBezTo>
                        <a:pt x="9326" y="2710"/>
                        <a:pt x="8980" y="3245"/>
                        <a:pt x="8980" y="3781"/>
                      </a:cubicBezTo>
                      <a:cubicBezTo>
                        <a:pt x="8980" y="3718"/>
                        <a:pt x="8917" y="3623"/>
                        <a:pt x="8885" y="3560"/>
                      </a:cubicBezTo>
                      <a:lnTo>
                        <a:pt x="8854" y="3497"/>
                      </a:lnTo>
                      <a:lnTo>
                        <a:pt x="8192" y="2836"/>
                      </a:lnTo>
                      <a:cubicBezTo>
                        <a:pt x="8129" y="2773"/>
                        <a:pt x="8035" y="2741"/>
                        <a:pt x="7944" y="2741"/>
                      </a:cubicBezTo>
                      <a:cubicBezTo>
                        <a:pt x="7853" y="2741"/>
                        <a:pt x="7767" y="2773"/>
                        <a:pt x="7719" y="2836"/>
                      </a:cubicBezTo>
                      <a:cubicBezTo>
                        <a:pt x="7593" y="2962"/>
                        <a:pt x="7593" y="3182"/>
                        <a:pt x="7719" y="3308"/>
                      </a:cubicBezTo>
                      <a:lnTo>
                        <a:pt x="7814" y="3434"/>
                      </a:lnTo>
                      <a:cubicBezTo>
                        <a:pt x="6869" y="3466"/>
                        <a:pt x="5987" y="3875"/>
                        <a:pt x="5262" y="4568"/>
                      </a:cubicBezTo>
                      <a:cubicBezTo>
                        <a:pt x="4600" y="5230"/>
                        <a:pt x="4254" y="6081"/>
                        <a:pt x="4159" y="6963"/>
                      </a:cubicBezTo>
                      <a:cubicBezTo>
                        <a:pt x="3561" y="7120"/>
                        <a:pt x="3151" y="7656"/>
                        <a:pt x="3151" y="8318"/>
                      </a:cubicBezTo>
                      <a:cubicBezTo>
                        <a:pt x="3151" y="9074"/>
                        <a:pt x="3781" y="9704"/>
                        <a:pt x="4506" y="9704"/>
                      </a:cubicBezTo>
                      <a:cubicBezTo>
                        <a:pt x="5262" y="9704"/>
                        <a:pt x="5892" y="9074"/>
                        <a:pt x="5892" y="8318"/>
                      </a:cubicBezTo>
                      <a:cubicBezTo>
                        <a:pt x="5892" y="7687"/>
                        <a:pt x="5451" y="7120"/>
                        <a:pt x="4884" y="6963"/>
                      </a:cubicBezTo>
                      <a:cubicBezTo>
                        <a:pt x="5042" y="5482"/>
                        <a:pt x="6302" y="4222"/>
                        <a:pt x="7814" y="4127"/>
                      </a:cubicBezTo>
                      <a:lnTo>
                        <a:pt x="7814" y="4127"/>
                      </a:lnTo>
                      <a:lnTo>
                        <a:pt x="7751" y="4222"/>
                      </a:lnTo>
                      <a:cubicBezTo>
                        <a:pt x="7625" y="4348"/>
                        <a:pt x="7625" y="4568"/>
                        <a:pt x="7751" y="4694"/>
                      </a:cubicBezTo>
                      <a:cubicBezTo>
                        <a:pt x="7814" y="4757"/>
                        <a:pt x="7901" y="4789"/>
                        <a:pt x="7987" y="4789"/>
                      </a:cubicBezTo>
                      <a:cubicBezTo>
                        <a:pt x="8074" y="4789"/>
                        <a:pt x="8161" y="4757"/>
                        <a:pt x="8224" y="4694"/>
                      </a:cubicBezTo>
                      <a:lnTo>
                        <a:pt x="8885" y="4033"/>
                      </a:lnTo>
                      <a:cubicBezTo>
                        <a:pt x="8980" y="3938"/>
                        <a:pt x="9011" y="3875"/>
                        <a:pt x="9011" y="3781"/>
                      </a:cubicBezTo>
                      <a:cubicBezTo>
                        <a:pt x="9011" y="4537"/>
                        <a:pt x="9641" y="5167"/>
                        <a:pt x="10397" y="5167"/>
                      </a:cubicBezTo>
                      <a:cubicBezTo>
                        <a:pt x="10618" y="5167"/>
                        <a:pt x="10807" y="5136"/>
                        <a:pt x="11028" y="5010"/>
                      </a:cubicBezTo>
                      <a:cubicBezTo>
                        <a:pt x="11059" y="5293"/>
                        <a:pt x="11091" y="5545"/>
                        <a:pt x="11091" y="5829"/>
                      </a:cubicBezTo>
                      <a:cubicBezTo>
                        <a:pt x="11028" y="8696"/>
                        <a:pt x="8696" y="11027"/>
                        <a:pt x="5829" y="11027"/>
                      </a:cubicBezTo>
                      <a:cubicBezTo>
                        <a:pt x="2994" y="11027"/>
                        <a:pt x="694" y="8696"/>
                        <a:pt x="694" y="5829"/>
                      </a:cubicBezTo>
                      <a:cubicBezTo>
                        <a:pt x="694" y="2993"/>
                        <a:pt x="2994" y="725"/>
                        <a:pt x="5829" y="725"/>
                      </a:cubicBezTo>
                      <a:close/>
                      <a:moveTo>
                        <a:pt x="5829" y="0"/>
                      </a:moveTo>
                      <a:cubicBezTo>
                        <a:pt x="2584" y="0"/>
                        <a:pt x="1" y="2615"/>
                        <a:pt x="1" y="5829"/>
                      </a:cubicBezTo>
                      <a:cubicBezTo>
                        <a:pt x="1" y="7404"/>
                        <a:pt x="599" y="8853"/>
                        <a:pt x="1702" y="9956"/>
                      </a:cubicBezTo>
                      <a:cubicBezTo>
                        <a:pt x="2773" y="11058"/>
                        <a:pt x="4254" y="11689"/>
                        <a:pt x="5829" y="11689"/>
                      </a:cubicBezTo>
                      <a:cubicBezTo>
                        <a:pt x="6617" y="11689"/>
                        <a:pt x="7341" y="11531"/>
                        <a:pt x="8098" y="11216"/>
                      </a:cubicBezTo>
                      <a:cubicBezTo>
                        <a:pt x="8822" y="10901"/>
                        <a:pt x="9452" y="10523"/>
                        <a:pt x="9956" y="9956"/>
                      </a:cubicBezTo>
                      <a:cubicBezTo>
                        <a:pt x="10492" y="9420"/>
                        <a:pt x="10901" y="8790"/>
                        <a:pt x="11217" y="8128"/>
                      </a:cubicBezTo>
                      <a:cubicBezTo>
                        <a:pt x="11532" y="7404"/>
                        <a:pt x="11689" y="6616"/>
                        <a:pt x="11689" y="5829"/>
                      </a:cubicBezTo>
                      <a:cubicBezTo>
                        <a:pt x="11689" y="5356"/>
                        <a:pt x="11658" y="4884"/>
                        <a:pt x="11532" y="4442"/>
                      </a:cubicBezTo>
                      <a:cubicBezTo>
                        <a:pt x="11595" y="4253"/>
                        <a:pt x="11689" y="4033"/>
                        <a:pt x="11689" y="3781"/>
                      </a:cubicBezTo>
                      <a:cubicBezTo>
                        <a:pt x="11689" y="3119"/>
                        <a:pt x="11217" y="2552"/>
                        <a:pt x="10586" y="2458"/>
                      </a:cubicBezTo>
                      <a:cubicBezTo>
                        <a:pt x="9484" y="945"/>
                        <a:pt x="7719" y="0"/>
                        <a:pt x="582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4" name="Google Shape;12567;p89">
                <a:extLst>
                  <a:ext uri="{FF2B5EF4-FFF2-40B4-BE49-F238E27FC236}">
                    <a16:creationId xmlns:a16="http://schemas.microsoft.com/office/drawing/2014/main" id="{FEBA73E1-421A-E645-DA44-228FBD0AF023}"/>
                  </a:ext>
                </a:extLst>
              </p:cNvPr>
              <p:cNvGrpSpPr/>
              <p:nvPr/>
            </p:nvGrpSpPr>
            <p:grpSpPr>
              <a:xfrm>
                <a:off x="7915085" y="1885975"/>
                <a:ext cx="493975" cy="641288"/>
                <a:chOff x="-3462150" y="2046625"/>
                <a:chExt cx="224500" cy="291450"/>
              </a:xfrm>
              <a:grpFill/>
            </p:grpSpPr>
            <p:sp>
              <p:nvSpPr>
                <p:cNvPr id="17978" name="Google Shape;12568;p89">
                  <a:extLst>
                    <a:ext uri="{FF2B5EF4-FFF2-40B4-BE49-F238E27FC236}">
                      <a16:creationId xmlns:a16="http://schemas.microsoft.com/office/drawing/2014/main" id="{89EE24A4-82FC-2BCF-0164-FDDB7844DFE3}"/>
                    </a:ext>
                  </a:extLst>
                </p:cNvPr>
                <p:cNvSpPr/>
                <p:nvPr/>
              </p:nvSpPr>
              <p:spPr>
                <a:xfrm>
                  <a:off x="-3425125" y="2253000"/>
                  <a:ext cx="51225" cy="50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17" extrusionOk="0">
                      <a:moveTo>
                        <a:pt x="1009" y="662"/>
                      </a:moveTo>
                      <a:cubicBezTo>
                        <a:pt x="1198" y="662"/>
                        <a:pt x="1355" y="819"/>
                        <a:pt x="1355" y="1008"/>
                      </a:cubicBezTo>
                      <a:cubicBezTo>
                        <a:pt x="1355" y="1197"/>
                        <a:pt x="1166" y="1355"/>
                        <a:pt x="1009" y="1355"/>
                      </a:cubicBezTo>
                      <a:cubicBezTo>
                        <a:pt x="820" y="1355"/>
                        <a:pt x="662" y="1197"/>
                        <a:pt x="662" y="1008"/>
                      </a:cubicBezTo>
                      <a:cubicBezTo>
                        <a:pt x="662" y="819"/>
                        <a:pt x="820" y="662"/>
                        <a:pt x="1009" y="662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0" y="441"/>
                        <a:pt x="0" y="1008"/>
                      </a:cubicBezTo>
                      <a:cubicBezTo>
                        <a:pt x="0" y="1575"/>
                        <a:pt x="473" y="2016"/>
                        <a:pt x="1009" y="2016"/>
                      </a:cubicBezTo>
                      <a:cubicBezTo>
                        <a:pt x="1576" y="2016"/>
                        <a:pt x="2048" y="1575"/>
                        <a:pt x="2048" y="1008"/>
                      </a:cubicBezTo>
                      <a:cubicBezTo>
                        <a:pt x="2048" y="441"/>
                        <a:pt x="1576" y="0"/>
                        <a:pt x="100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79" name="Google Shape;12569;p89">
                  <a:extLst>
                    <a:ext uri="{FF2B5EF4-FFF2-40B4-BE49-F238E27FC236}">
                      <a16:creationId xmlns:a16="http://schemas.microsoft.com/office/drawing/2014/main" id="{98D8E98C-6B4F-09E9-B0E1-0C8A6E15025C}"/>
                    </a:ext>
                  </a:extLst>
                </p:cNvPr>
                <p:cNvSpPr/>
                <p:nvPr/>
              </p:nvSpPr>
              <p:spPr>
                <a:xfrm>
                  <a:off x="-3425125" y="2116725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190"/>
                        <a:pt x="0" y="442"/>
                        <a:pt x="95" y="536"/>
                      </a:cubicBezTo>
                      <a:lnTo>
                        <a:pt x="536" y="977"/>
                      </a:lnTo>
                      <a:lnTo>
                        <a:pt x="95" y="1418"/>
                      </a:lnTo>
                      <a:cubicBezTo>
                        <a:pt x="0" y="1544"/>
                        <a:pt x="0" y="1765"/>
                        <a:pt x="95" y="1891"/>
                      </a:cubicBezTo>
                      <a:cubicBezTo>
                        <a:pt x="158" y="1954"/>
                        <a:pt x="252" y="1986"/>
                        <a:pt x="343" y="1986"/>
                      </a:cubicBezTo>
                      <a:cubicBezTo>
                        <a:pt x="434" y="1986"/>
                        <a:pt x="520" y="1954"/>
                        <a:pt x="568" y="1891"/>
                      </a:cubicBezTo>
                      <a:lnTo>
                        <a:pt x="1009" y="1450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6"/>
                        <a:pt x="1686" y="1986"/>
                      </a:cubicBezTo>
                      <a:cubicBezTo>
                        <a:pt x="1773" y="1986"/>
                        <a:pt x="1859" y="1954"/>
                        <a:pt x="1922" y="1891"/>
                      </a:cubicBezTo>
                      <a:cubicBezTo>
                        <a:pt x="2048" y="1765"/>
                        <a:pt x="2048" y="1544"/>
                        <a:pt x="1922" y="1418"/>
                      </a:cubicBezTo>
                      <a:lnTo>
                        <a:pt x="1481" y="977"/>
                      </a:lnTo>
                      <a:lnTo>
                        <a:pt x="1922" y="536"/>
                      </a:lnTo>
                      <a:cubicBezTo>
                        <a:pt x="2048" y="442"/>
                        <a:pt x="2048" y="190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05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0" name="Google Shape;12570;p89">
                  <a:extLst>
                    <a:ext uri="{FF2B5EF4-FFF2-40B4-BE49-F238E27FC236}">
                      <a16:creationId xmlns:a16="http://schemas.microsoft.com/office/drawing/2014/main" id="{6D922561-6533-8C0B-5611-3A45BE171933}"/>
                    </a:ext>
                  </a:extLst>
                </p:cNvPr>
                <p:cNvSpPr/>
                <p:nvPr/>
              </p:nvSpPr>
              <p:spPr>
                <a:xfrm>
                  <a:off x="-3425125" y="2185250"/>
                  <a:ext cx="51225" cy="49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1986" extrusionOk="0">
                      <a:moveTo>
                        <a:pt x="343" y="1"/>
                      </a:moveTo>
                      <a:cubicBezTo>
                        <a:pt x="252" y="1"/>
                        <a:pt x="158" y="32"/>
                        <a:pt x="95" y="95"/>
                      </a:cubicBezTo>
                      <a:cubicBezTo>
                        <a:pt x="0" y="221"/>
                        <a:pt x="0" y="442"/>
                        <a:pt x="95" y="568"/>
                      </a:cubicBezTo>
                      <a:lnTo>
                        <a:pt x="536" y="1009"/>
                      </a:lnTo>
                      <a:lnTo>
                        <a:pt x="95" y="1418"/>
                      </a:lnTo>
                      <a:cubicBezTo>
                        <a:pt x="0" y="1544"/>
                        <a:pt x="0" y="1796"/>
                        <a:pt x="95" y="1891"/>
                      </a:cubicBezTo>
                      <a:cubicBezTo>
                        <a:pt x="158" y="1954"/>
                        <a:pt x="252" y="1985"/>
                        <a:pt x="343" y="1985"/>
                      </a:cubicBezTo>
                      <a:cubicBezTo>
                        <a:pt x="434" y="1985"/>
                        <a:pt x="520" y="1954"/>
                        <a:pt x="568" y="1891"/>
                      </a:cubicBezTo>
                      <a:lnTo>
                        <a:pt x="1009" y="1481"/>
                      </a:lnTo>
                      <a:lnTo>
                        <a:pt x="1450" y="1891"/>
                      </a:lnTo>
                      <a:cubicBezTo>
                        <a:pt x="1513" y="1954"/>
                        <a:pt x="1599" y="1985"/>
                        <a:pt x="1686" y="1985"/>
                      </a:cubicBezTo>
                      <a:cubicBezTo>
                        <a:pt x="1773" y="1985"/>
                        <a:pt x="1859" y="1954"/>
                        <a:pt x="1922" y="1891"/>
                      </a:cubicBezTo>
                      <a:cubicBezTo>
                        <a:pt x="2048" y="1796"/>
                        <a:pt x="2048" y="1544"/>
                        <a:pt x="1922" y="1418"/>
                      </a:cubicBezTo>
                      <a:lnTo>
                        <a:pt x="1481" y="1009"/>
                      </a:lnTo>
                      <a:lnTo>
                        <a:pt x="1922" y="568"/>
                      </a:lnTo>
                      <a:cubicBezTo>
                        <a:pt x="2048" y="410"/>
                        <a:pt x="2048" y="221"/>
                        <a:pt x="1922" y="95"/>
                      </a:cubicBezTo>
                      <a:cubicBezTo>
                        <a:pt x="1859" y="32"/>
                        <a:pt x="1773" y="1"/>
                        <a:pt x="1686" y="1"/>
                      </a:cubicBezTo>
                      <a:cubicBezTo>
                        <a:pt x="1599" y="1"/>
                        <a:pt x="1513" y="32"/>
                        <a:pt x="1450" y="95"/>
                      </a:cubicBezTo>
                      <a:lnTo>
                        <a:pt x="1009" y="536"/>
                      </a:lnTo>
                      <a:lnTo>
                        <a:pt x="568" y="95"/>
                      </a:lnTo>
                      <a:cubicBezTo>
                        <a:pt x="520" y="32"/>
                        <a:pt x="434" y="1"/>
                        <a:pt x="3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1" name="Google Shape;12571;p89">
                  <a:extLst>
                    <a:ext uri="{FF2B5EF4-FFF2-40B4-BE49-F238E27FC236}">
                      <a16:creationId xmlns:a16="http://schemas.microsoft.com/office/drawing/2014/main" id="{E07FDB09-4E0B-0648-7916-18E6884C6D9C}"/>
                    </a:ext>
                  </a:extLst>
                </p:cNvPr>
                <p:cNvSpPr/>
                <p:nvPr/>
              </p:nvSpPr>
              <p:spPr>
                <a:xfrm>
                  <a:off x="-3462150" y="2046625"/>
                  <a:ext cx="2245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11658" extrusionOk="0">
                      <a:moveTo>
                        <a:pt x="5924" y="694"/>
                      </a:moveTo>
                      <a:cubicBezTo>
                        <a:pt x="6113" y="694"/>
                        <a:pt x="6270" y="851"/>
                        <a:pt x="6270" y="1040"/>
                      </a:cubicBezTo>
                      <a:cubicBezTo>
                        <a:pt x="6270" y="1229"/>
                        <a:pt x="6113" y="1387"/>
                        <a:pt x="5924" y="1387"/>
                      </a:cubicBezTo>
                      <a:lnTo>
                        <a:pt x="3151" y="1387"/>
                      </a:lnTo>
                      <a:cubicBezTo>
                        <a:pt x="2962" y="1387"/>
                        <a:pt x="2805" y="1229"/>
                        <a:pt x="2805" y="1040"/>
                      </a:cubicBezTo>
                      <a:cubicBezTo>
                        <a:pt x="2805" y="851"/>
                        <a:pt x="2962" y="694"/>
                        <a:pt x="3151" y="694"/>
                      </a:cubicBezTo>
                      <a:close/>
                      <a:moveTo>
                        <a:pt x="8034" y="1356"/>
                      </a:moveTo>
                      <a:cubicBezTo>
                        <a:pt x="8255" y="1356"/>
                        <a:pt x="8413" y="1513"/>
                        <a:pt x="8413" y="1702"/>
                      </a:cubicBezTo>
                      <a:lnTo>
                        <a:pt x="8413" y="10649"/>
                      </a:lnTo>
                      <a:lnTo>
                        <a:pt x="8287" y="10649"/>
                      </a:lnTo>
                      <a:cubicBezTo>
                        <a:pt x="8287" y="10838"/>
                        <a:pt x="8129" y="10996"/>
                        <a:pt x="7940" y="10996"/>
                      </a:cubicBezTo>
                      <a:lnTo>
                        <a:pt x="1103" y="10996"/>
                      </a:lnTo>
                      <a:cubicBezTo>
                        <a:pt x="914" y="10996"/>
                        <a:pt x="757" y="10838"/>
                        <a:pt x="757" y="10649"/>
                      </a:cubicBezTo>
                      <a:lnTo>
                        <a:pt x="757" y="1702"/>
                      </a:lnTo>
                      <a:cubicBezTo>
                        <a:pt x="757" y="1513"/>
                        <a:pt x="914" y="1356"/>
                        <a:pt x="1103" y="1356"/>
                      </a:cubicBezTo>
                      <a:lnTo>
                        <a:pt x="2206" y="1356"/>
                      </a:lnTo>
                      <a:cubicBezTo>
                        <a:pt x="2364" y="1734"/>
                        <a:pt x="2742" y="2017"/>
                        <a:pt x="3214" y="2017"/>
                      </a:cubicBezTo>
                      <a:lnTo>
                        <a:pt x="5955" y="2017"/>
                      </a:lnTo>
                      <a:cubicBezTo>
                        <a:pt x="6396" y="2017"/>
                        <a:pt x="6774" y="1734"/>
                        <a:pt x="6932" y="1356"/>
                      </a:cubicBezTo>
                      <a:close/>
                      <a:moveTo>
                        <a:pt x="3120" y="1"/>
                      </a:moveTo>
                      <a:cubicBezTo>
                        <a:pt x="2679" y="1"/>
                        <a:pt x="2301" y="284"/>
                        <a:pt x="2143" y="694"/>
                      </a:cubicBezTo>
                      <a:lnTo>
                        <a:pt x="1040" y="694"/>
                      </a:lnTo>
                      <a:cubicBezTo>
                        <a:pt x="473" y="694"/>
                        <a:pt x="1" y="1166"/>
                        <a:pt x="1" y="1702"/>
                      </a:cubicBezTo>
                      <a:lnTo>
                        <a:pt x="1" y="10649"/>
                      </a:lnTo>
                      <a:cubicBezTo>
                        <a:pt x="1" y="11185"/>
                        <a:pt x="473" y="11658"/>
                        <a:pt x="1040" y="11658"/>
                      </a:cubicBezTo>
                      <a:lnTo>
                        <a:pt x="7877" y="11658"/>
                      </a:lnTo>
                      <a:cubicBezTo>
                        <a:pt x="8444" y="11658"/>
                        <a:pt x="8917" y="11185"/>
                        <a:pt x="8917" y="10649"/>
                      </a:cubicBezTo>
                      <a:lnTo>
                        <a:pt x="8917" y="1702"/>
                      </a:lnTo>
                      <a:cubicBezTo>
                        <a:pt x="8980" y="1166"/>
                        <a:pt x="8507" y="694"/>
                        <a:pt x="7971" y="694"/>
                      </a:cubicBezTo>
                      <a:lnTo>
                        <a:pt x="6869" y="694"/>
                      </a:lnTo>
                      <a:cubicBezTo>
                        <a:pt x="6711" y="284"/>
                        <a:pt x="6365" y="1"/>
                        <a:pt x="58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2" name="Google Shape;12572;p89">
                  <a:extLst>
                    <a:ext uri="{FF2B5EF4-FFF2-40B4-BE49-F238E27FC236}">
                      <a16:creationId xmlns:a16="http://schemas.microsoft.com/office/drawing/2014/main" id="{DA0D56EE-8759-DB4C-49E4-E1B624EFB76C}"/>
                    </a:ext>
                  </a:extLst>
                </p:cNvPr>
                <p:cNvSpPr/>
                <p:nvPr/>
              </p:nvSpPr>
              <p:spPr>
                <a:xfrm>
                  <a:off x="-3358175" y="213327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78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78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3" name="Google Shape;12573;p89">
                  <a:extLst>
                    <a:ext uri="{FF2B5EF4-FFF2-40B4-BE49-F238E27FC236}">
                      <a16:creationId xmlns:a16="http://schemas.microsoft.com/office/drawing/2014/main" id="{FEE225A2-9D99-83C3-A3B2-FEDD51D5B889}"/>
                    </a:ext>
                  </a:extLst>
                </p:cNvPr>
                <p:cNvSpPr/>
                <p:nvPr/>
              </p:nvSpPr>
              <p:spPr>
                <a:xfrm>
                  <a:off x="-3358175" y="2201800"/>
                  <a:ext cx="866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3088" y="693"/>
                      </a:lnTo>
                      <a:cubicBezTo>
                        <a:pt x="3308" y="693"/>
                        <a:pt x="3466" y="536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84" name="Google Shape;12574;p89">
                  <a:extLst>
                    <a:ext uri="{FF2B5EF4-FFF2-40B4-BE49-F238E27FC236}">
                      <a16:creationId xmlns:a16="http://schemas.microsoft.com/office/drawing/2014/main" id="{1A241D4B-4C83-8348-5179-DC4AFB3DB8A2}"/>
                    </a:ext>
                  </a:extLst>
                </p:cNvPr>
                <p:cNvSpPr/>
                <p:nvPr/>
              </p:nvSpPr>
              <p:spPr>
                <a:xfrm>
                  <a:off x="-3358175" y="2270325"/>
                  <a:ext cx="866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725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67"/>
                        <a:pt x="158" y="725"/>
                        <a:pt x="347" y="725"/>
                      </a:cubicBezTo>
                      <a:lnTo>
                        <a:pt x="3088" y="725"/>
                      </a:lnTo>
                      <a:cubicBezTo>
                        <a:pt x="3308" y="725"/>
                        <a:pt x="3466" y="567"/>
                        <a:pt x="3466" y="347"/>
                      </a:cubicBezTo>
                      <a:cubicBezTo>
                        <a:pt x="3466" y="158"/>
                        <a:pt x="3308" y="0"/>
                        <a:pt x="308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75" name="Google Shape;12602;p89">
                <a:extLst>
                  <a:ext uri="{FF2B5EF4-FFF2-40B4-BE49-F238E27FC236}">
                    <a16:creationId xmlns:a16="http://schemas.microsoft.com/office/drawing/2014/main" id="{256AE27E-D89D-E2DF-0EF9-5C708167F5A2}"/>
                  </a:ext>
                </a:extLst>
              </p:cNvPr>
              <p:cNvGrpSpPr/>
              <p:nvPr/>
            </p:nvGrpSpPr>
            <p:grpSpPr>
              <a:xfrm>
                <a:off x="2063594" y="1908370"/>
                <a:ext cx="624120" cy="625775"/>
                <a:chOff x="6679825" y="2693700"/>
                <a:chExt cx="257875" cy="258575"/>
              </a:xfrm>
              <a:grpFill/>
            </p:grpSpPr>
            <p:sp>
              <p:nvSpPr>
                <p:cNvPr id="17976" name="Google Shape;12603;p89">
                  <a:extLst>
                    <a:ext uri="{FF2B5EF4-FFF2-40B4-BE49-F238E27FC236}">
                      <a16:creationId xmlns:a16="http://schemas.microsoft.com/office/drawing/2014/main" id="{78082250-4658-47A0-1E4E-DE548BB3223E}"/>
                    </a:ext>
                  </a:extLst>
                </p:cNvPr>
                <p:cNvSpPr/>
                <p:nvPr/>
              </p:nvSpPr>
              <p:spPr>
                <a:xfrm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77" name="Google Shape;12604;p89">
                  <a:extLst>
                    <a:ext uri="{FF2B5EF4-FFF2-40B4-BE49-F238E27FC236}">
                      <a16:creationId xmlns:a16="http://schemas.microsoft.com/office/drawing/2014/main" id="{776BBE0F-C223-19BB-39DD-9478263B0E64}"/>
                    </a:ext>
                  </a:extLst>
                </p:cNvPr>
                <p:cNvSpPr/>
                <p:nvPr/>
              </p:nvSpPr>
              <p:spPr>
                <a:xfrm flipH="1">
                  <a:off x="6679825" y="2693700"/>
                  <a:ext cx="257875" cy="258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15" h="10343" extrusionOk="0">
                      <a:moveTo>
                        <a:pt x="5102" y="670"/>
                      </a:moveTo>
                      <a:cubicBezTo>
                        <a:pt x="5604" y="670"/>
                        <a:pt x="6022" y="1088"/>
                        <a:pt x="6022" y="1562"/>
                      </a:cubicBezTo>
                      <a:cubicBezTo>
                        <a:pt x="6022" y="2063"/>
                        <a:pt x="5604" y="2481"/>
                        <a:pt x="5102" y="2481"/>
                      </a:cubicBezTo>
                      <a:cubicBezTo>
                        <a:pt x="4600" y="2481"/>
                        <a:pt x="4182" y="2063"/>
                        <a:pt x="4182" y="1562"/>
                      </a:cubicBezTo>
                      <a:cubicBezTo>
                        <a:pt x="4182" y="1088"/>
                        <a:pt x="4600" y="670"/>
                        <a:pt x="5102" y="670"/>
                      </a:cubicBezTo>
                      <a:close/>
                      <a:moveTo>
                        <a:pt x="1757" y="1896"/>
                      </a:moveTo>
                      <a:cubicBezTo>
                        <a:pt x="2063" y="1896"/>
                        <a:pt x="2342" y="2175"/>
                        <a:pt x="2342" y="2481"/>
                      </a:cubicBezTo>
                      <a:cubicBezTo>
                        <a:pt x="2342" y="2788"/>
                        <a:pt x="2063" y="3067"/>
                        <a:pt x="1757" y="3067"/>
                      </a:cubicBezTo>
                      <a:cubicBezTo>
                        <a:pt x="1422" y="3067"/>
                        <a:pt x="1143" y="2788"/>
                        <a:pt x="1143" y="2481"/>
                      </a:cubicBezTo>
                      <a:cubicBezTo>
                        <a:pt x="1143" y="2119"/>
                        <a:pt x="1422" y="1896"/>
                        <a:pt x="1757" y="1896"/>
                      </a:cubicBezTo>
                      <a:close/>
                      <a:moveTo>
                        <a:pt x="8447" y="1896"/>
                      </a:moveTo>
                      <a:cubicBezTo>
                        <a:pt x="8781" y="1896"/>
                        <a:pt x="9032" y="2175"/>
                        <a:pt x="9032" y="2481"/>
                      </a:cubicBezTo>
                      <a:cubicBezTo>
                        <a:pt x="9032" y="2788"/>
                        <a:pt x="8753" y="3067"/>
                        <a:pt x="8447" y="3067"/>
                      </a:cubicBezTo>
                      <a:cubicBezTo>
                        <a:pt x="8112" y="3067"/>
                        <a:pt x="7834" y="2788"/>
                        <a:pt x="7834" y="2481"/>
                      </a:cubicBezTo>
                      <a:cubicBezTo>
                        <a:pt x="7834" y="2119"/>
                        <a:pt x="8112" y="1896"/>
                        <a:pt x="8447" y="1896"/>
                      </a:cubicBezTo>
                      <a:close/>
                      <a:moveTo>
                        <a:pt x="1701" y="3624"/>
                      </a:moveTo>
                      <a:cubicBezTo>
                        <a:pt x="2370" y="3624"/>
                        <a:pt x="2927" y="4182"/>
                        <a:pt x="2927" y="4851"/>
                      </a:cubicBezTo>
                      <a:lnTo>
                        <a:pt x="2927" y="6412"/>
                      </a:lnTo>
                      <a:cubicBezTo>
                        <a:pt x="2955" y="6635"/>
                        <a:pt x="2816" y="6719"/>
                        <a:pt x="2649" y="6719"/>
                      </a:cubicBezTo>
                      <a:cubicBezTo>
                        <a:pt x="2481" y="6719"/>
                        <a:pt x="2342" y="6858"/>
                        <a:pt x="2342" y="7053"/>
                      </a:cubicBezTo>
                      <a:lnTo>
                        <a:pt x="2342" y="8865"/>
                      </a:lnTo>
                      <a:cubicBezTo>
                        <a:pt x="2342" y="9032"/>
                        <a:pt x="2203" y="9172"/>
                        <a:pt x="2035" y="9172"/>
                      </a:cubicBezTo>
                      <a:lnTo>
                        <a:pt x="1422" y="9172"/>
                      </a:lnTo>
                      <a:cubicBezTo>
                        <a:pt x="1255" y="9172"/>
                        <a:pt x="1116" y="9032"/>
                        <a:pt x="1116" y="8865"/>
                      </a:cubicBezTo>
                      <a:lnTo>
                        <a:pt x="1116" y="7053"/>
                      </a:lnTo>
                      <a:cubicBezTo>
                        <a:pt x="1116" y="6858"/>
                        <a:pt x="976" y="6719"/>
                        <a:pt x="809" y="6719"/>
                      </a:cubicBezTo>
                      <a:cubicBezTo>
                        <a:pt x="642" y="6719"/>
                        <a:pt x="502" y="6579"/>
                        <a:pt x="502" y="6412"/>
                      </a:cubicBezTo>
                      <a:lnTo>
                        <a:pt x="502" y="4851"/>
                      </a:lnTo>
                      <a:cubicBezTo>
                        <a:pt x="502" y="4182"/>
                        <a:pt x="1060" y="3624"/>
                        <a:pt x="1701" y="3624"/>
                      </a:cubicBezTo>
                      <a:close/>
                      <a:moveTo>
                        <a:pt x="8391" y="3624"/>
                      </a:moveTo>
                      <a:cubicBezTo>
                        <a:pt x="9060" y="3624"/>
                        <a:pt x="9618" y="4182"/>
                        <a:pt x="9618" y="4851"/>
                      </a:cubicBezTo>
                      <a:lnTo>
                        <a:pt x="9618" y="6440"/>
                      </a:lnTo>
                      <a:lnTo>
                        <a:pt x="9645" y="6440"/>
                      </a:lnTo>
                      <a:cubicBezTo>
                        <a:pt x="9645" y="6635"/>
                        <a:pt x="9506" y="6774"/>
                        <a:pt x="9339" y="6774"/>
                      </a:cubicBezTo>
                      <a:cubicBezTo>
                        <a:pt x="9172" y="6774"/>
                        <a:pt x="9032" y="6914"/>
                        <a:pt x="9032" y="7081"/>
                      </a:cubicBezTo>
                      <a:lnTo>
                        <a:pt x="9032" y="8893"/>
                      </a:lnTo>
                      <a:cubicBezTo>
                        <a:pt x="9032" y="9060"/>
                        <a:pt x="8893" y="9199"/>
                        <a:pt x="8726" y="9199"/>
                      </a:cubicBezTo>
                      <a:lnTo>
                        <a:pt x="8112" y="9199"/>
                      </a:lnTo>
                      <a:cubicBezTo>
                        <a:pt x="7945" y="9199"/>
                        <a:pt x="7806" y="9060"/>
                        <a:pt x="7806" y="8893"/>
                      </a:cubicBezTo>
                      <a:lnTo>
                        <a:pt x="7806" y="7053"/>
                      </a:lnTo>
                      <a:cubicBezTo>
                        <a:pt x="7806" y="6858"/>
                        <a:pt x="7666" y="6719"/>
                        <a:pt x="7499" y="6719"/>
                      </a:cubicBezTo>
                      <a:cubicBezTo>
                        <a:pt x="7332" y="6719"/>
                        <a:pt x="7192" y="6579"/>
                        <a:pt x="7192" y="6412"/>
                      </a:cubicBezTo>
                      <a:lnTo>
                        <a:pt x="7192" y="4851"/>
                      </a:lnTo>
                      <a:cubicBezTo>
                        <a:pt x="7192" y="4182"/>
                        <a:pt x="7750" y="3624"/>
                        <a:pt x="8391" y="3624"/>
                      </a:cubicBezTo>
                      <a:close/>
                      <a:moveTo>
                        <a:pt x="5381" y="3095"/>
                      </a:moveTo>
                      <a:cubicBezTo>
                        <a:pt x="6077" y="3234"/>
                        <a:pt x="6635" y="3875"/>
                        <a:pt x="6635" y="4600"/>
                      </a:cubicBezTo>
                      <a:lnTo>
                        <a:pt x="6635" y="6440"/>
                      </a:lnTo>
                      <a:cubicBezTo>
                        <a:pt x="6663" y="6635"/>
                        <a:pt x="6523" y="6719"/>
                        <a:pt x="6356" y="6719"/>
                      </a:cubicBezTo>
                      <a:cubicBezTo>
                        <a:pt x="6161" y="6719"/>
                        <a:pt x="6022" y="6858"/>
                        <a:pt x="6022" y="7053"/>
                      </a:cubicBezTo>
                      <a:lnTo>
                        <a:pt x="6022" y="9478"/>
                      </a:lnTo>
                      <a:cubicBezTo>
                        <a:pt x="6022" y="9645"/>
                        <a:pt x="5882" y="9785"/>
                        <a:pt x="5715" y="9785"/>
                      </a:cubicBezTo>
                      <a:lnTo>
                        <a:pt x="4461" y="9785"/>
                      </a:lnTo>
                      <a:cubicBezTo>
                        <a:pt x="4293" y="9785"/>
                        <a:pt x="4154" y="9645"/>
                        <a:pt x="4154" y="9478"/>
                      </a:cubicBezTo>
                      <a:lnTo>
                        <a:pt x="4154" y="7053"/>
                      </a:lnTo>
                      <a:cubicBezTo>
                        <a:pt x="4154" y="6858"/>
                        <a:pt x="4015" y="6719"/>
                        <a:pt x="3847" y="6719"/>
                      </a:cubicBezTo>
                      <a:cubicBezTo>
                        <a:pt x="3652" y="6719"/>
                        <a:pt x="3513" y="6579"/>
                        <a:pt x="3513" y="6412"/>
                      </a:cubicBezTo>
                      <a:lnTo>
                        <a:pt x="3513" y="4851"/>
                      </a:lnTo>
                      <a:lnTo>
                        <a:pt x="3513" y="4600"/>
                      </a:lnTo>
                      <a:cubicBezTo>
                        <a:pt x="3513" y="3875"/>
                        <a:pt x="4043" y="3234"/>
                        <a:pt x="4739" y="3095"/>
                      </a:cubicBezTo>
                      <a:lnTo>
                        <a:pt x="4739" y="5185"/>
                      </a:lnTo>
                      <a:cubicBezTo>
                        <a:pt x="4739" y="5381"/>
                        <a:pt x="4879" y="5520"/>
                        <a:pt x="5046" y="5520"/>
                      </a:cubicBezTo>
                      <a:cubicBezTo>
                        <a:pt x="5241" y="5520"/>
                        <a:pt x="5381" y="5381"/>
                        <a:pt x="5381" y="5185"/>
                      </a:cubicBezTo>
                      <a:lnTo>
                        <a:pt x="5381" y="3095"/>
                      </a:lnTo>
                      <a:close/>
                      <a:moveTo>
                        <a:pt x="5130" y="1"/>
                      </a:moveTo>
                      <a:cubicBezTo>
                        <a:pt x="4293" y="1"/>
                        <a:pt x="3624" y="670"/>
                        <a:pt x="3624" y="1506"/>
                      </a:cubicBezTo>
                      <a:cubicBezTo>
                        <a:pt x="3624" y="1952"/>
                        <a:pt x="3847" y="2370"/>
                        <a:pt x="4154" y="2649"/>
                      </a:cubicBezTo>
                      <a:cubicBezTo>
                        <a:pt x="3736" y="2872"/>
                        <a:pt x="3373" y="3234"/>
                        <a:pt x="3206" y="3652"/>
                      </a:cubicBezTo>
                      <a:cubicBezTo>
                        <a:pt x="3067" y="3485"/>
                        <a:pt x="2900" y="3346"/>
                        <a:pt x="2677" y="3234"/>
                      </a:cubicBezTo>
                      <a:cubicBezTo>
                        <a:pt x="2900" y="3039"/>
                        <a:pt x="3039" y="2732"/>
                        <a:pt x="3039" y="2398"/>
                      </a:cubicBezTo>
                      <a:cubicBezTo>
                        <a:pt x="3039" y="1757"/>
                        <a:pt x="2481" y="1199"/>
                        <a:pt x="1812" y="1199"/>
                      </a:cubicBezTo>
                      <a:cubicBezTo>
                        <a:pt x="1143" y="1199"/>
                        <a:pt x="586" y="1757"/>
                        <a:pt x="586" y="2398"/>
                      </a:cubicBezTo>
                      <a:cubicBezTo>
                        <a:pt x="586" y="2732"/>
                        <a:pt x="725" y="3039"/>
                        <a:pt x="948" y="3234"/>
                      </a:cubicBezTo>
                      <a:cubicBezTo>
                        <a:pt x="391" y="3569"/>
                        <a:pt x="1" y="4154"/>
                        <a:pt x="1" y="4851"/>
                      </a:cubicBezTo>
                      <a:lnTo>
                        <a:pt x="1" y="6412"/>
                      </a:lnTo>
                      <a:cubicBezTo>
                        <a:pt x="1" y="6802"/>
                        <a:pt x="251" y="7137"/>
                        <a:pt x="586" y="7276"/>
                      </a:cubicBezTo>
                      <a:lnTo>
                        <a:pt x="586" y="8865"/>
                      </a:lnTo>
                      <a:cubicBezTo>
                        <a:pt x="586" y="9339"/>
                        <a:pt x="1004" y="9757"/>
                        <a:pt x="1506" y="9757"/>
                      </a:cubicBezTo>
                      <a:lnTo>
                        <a:pt x="2091" y="9757"/>
                      </a:lnTo>
                      <a:cubicBezTo>
                        <a:pt x="2593" y="9757"/>
                        <a:pt x="3011" y="9339"/>
                        <a:pt x="3011" y="8865"/>
                      </a:cubicBezTo>
                      <a:lnTo>
                        <a:pt x="3011" y="7276"/>
                      </a:lnTo>
                      <a:cubicBezTo>
                        <a:pt x="3095" y="7248"/>
                        <a:pt x="3206" y="7192"/>
                        <a:pt x="3318" y="7109"/>
                      </a:cubicBezTo>
                      <a:cubicBezTo>
                        <a:pt x="3429" y="7192"/>
                        <a:pt x="3485" y="7248"/>
                        <a:pt x="3624" y="7276"/>
                      </a:cubicBezTo>
                      <a:lnTo>
                        <a:pt x="3624" y="9450"/>
                      </a:lnTo>
                      <a:cubicBezTo>
                        <a:pt x="3624" y="9924"/>
                        <a:pt x="4043" y="10342"/>
                        <a:pt x="4544" y="10342"/>
                      </a:cubicBezTo>
                      <a:lnTo>
                        <a:pt x="5799" y="10342"/>
                      </a:lnTo>
                      <a:cubicBezTo>
                        <a:pt x="6273" y="10342"/>
                        <a:pt x="6691" y="9924"/>
                        <a:pt x="6691" y="9450"/>
                      </a:cubicBezTo>
                      <a:lnTo>
                        <a:pt x="6691" y="7276"/>
                      </a:lnTo>
                      <a:cubicBezTo>
                        <a:pt x="6802" y="7248"/>
                        <a:pt x="6914" y="7192"/>
                        <a:pt x="6997" y="7109"/>
                      </a:cubicBezTo>
                      <a:cubicBezTo>
                        <a:pt x="7109" y="7192"/>
                        <a:pt x="7192" y="7248"/>
                        <a:pt x="7332" y="7276"/>
                      </a:cubicBezTo>
                      <a:lnTo>
                        <a:pt x="7332" y="8865"/>
                      </a:lnTo>
                      <a:cubicBezTo>
                        <a:pt x="7332" y="9339"/>
                        <a:pt x="7750" y="9757"/>
                        <a:pt x="8224" y="9757"/>
                      </a:cubicBezTo>
                      <a:lnTo>
                        <a:pt x="8809" y="9757"/>
                      </a:lnTo>
                      <a:cubicBezTo>
                        <a:pt x="9311" y="9757"/>
                        <a:pt x="9729" y="9339"/>
                        <a:pt x="9729" y="8865"/>
                      </a:cubicBezTo>
                      <a:lnTo>
                        <a:pt x="9729" y="7276"/>
                      </a:lnTo>
                      <a:cubicBezTo>
                        <a:pt x="10064" y="7137"/>
                        <a:pt x="10314" y="6830"/>
                        <a:pt x="10314" y="6412"/>
                      </a:cubicBezTo>
                      <a:lnTo>
                        <a:pt x="10314" y="4851"/>
                      </a:lnTo>
                      <a:cubicBezTo>
                        <a:pt x="10287" y="4210"/>
                        <a:pt x="9896" y="3596"/>
                        <a:pt x="9339" y="3318"/>
                      </a:cubicBezTo>
                      <a:cubicBezTo>
                        <a:pt x="9562" y="3095"/>
                        <a:pt x="9701" y="2788"/>
                        <a:pt x="9701" y="2481"/>
                      </a:cubicBezTo>
                      <a:cubicBezTo>
                        <a:pt x="9701" y="1812"/>
                        <a:pt x="9144" y="1255"/>
                        <a:pt x="8475" y="1255"/>
                      </a:cubicBezTo>
                      <a:cubicBezTo>
                        <a:pt x="7806" y="1255"/>
                        <a:pt x="7248" y="1812"/>
                        <a:pt x="7248" y="2481"/>
                      </a:cubicBezTo>
                      <a:cubicBezTo>
                        <a:pt x="7248" y="2788"/>
                        <a:pt x="7388" y="3095"/>
                        <a:pt x="7611" y="3318"/>
                      </a:cubicBezTo>
                      <a:cubicBezTo>
                        <a:pt x="7388" y="3429"/>
                        <a:pt x="7220" y="3569"/>
                        <a:pt x="7081" y="3736"/>
                      </a:cubicBezTo>
                      <a:cubicBezTo>
                        <a:pt x="6969" y="3485"/>
                        <a:pt x="6802" y="3290"/>
                        <a:pt x="6635" y="3067"/>
                      </a:cubicBezTo>
                      <a:cubicBezTo>
                        <a:pt x="6496" y="2927"/>
                        <a:pt x="6300" y="2788"/>
                        <a:pt x="6105" y="2677"/>
                      </a:cubicBezTo>
                      <a:cubicBezTo>
                        <a:pt x="6440" y="2370"/>
                        <a:pt x="6663" y="1952"/>
                        <a:pt x="6663" y="1534"/>
                      </a:cubicBezTo>
                      <a:cubicBezTo>
                        <a:pt x="6663" y="1116"/>
                        <a:pt x="6496" y="725"/>
                        <a:pt x="6217" y="447"/>
                      </a:cubicBezTo>
                      <a:cubicBezTo>
                        <a:pt x="5938" y="168"/>
                        <a:pt x="5520" y="1"/>
                        <a:pt x="513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53965333-89C9-7913-C510-ED06EEBC28B9}"/>
                </a:ext>
              </a:extLst>
            </p:cNvPr>
            <p:cNvGrpSpPr/>
            <p:nvPr/>
          </p:nvGrpSpPr>
          <p:grpSpPr>
            <a:xfrm>
              <a:off x="401737" y="2551020"/>
              <a:ext cx="11393071" cy="646514"/>
              <a:chOff x="401737" y="2659314"/>
              <a:chExt cx="11393071" cy="646514"/>
            </a:xfrm>
            <a:grpFill/>
          </p:grpSpPr>
          <p:grpSp>
            <p:nvGrpSpPr>
              <p:cNvPr id="17910" name="Google Shape;12423;p89">
                <a:extLst>
                  <a:ext uri="{FF2B5EF4-FFF2-40B4-BE49-F238E27FC236}">
                    <a16:creationId xmlns:a16="http://schemas.microsoft.com/office/drawing/2014/main" id="{235070D5-7167-FE33-1ED0-81DE0A6EA5DF}"/>
                  </a:ext>
                </a:extLst>
              </p:cNvPr>
              <p:cNvGrpSpPr/>
              <p:nvPr/>
            </p:nvGrpSpPr>
            <p:grpSpPr>
              <a:xfrm>
                <a:off x="401737" y="2661924"/>
                <a:ext cx="649923" cy="641288"/>
                <a:chOff x="-6713450" y="2397900"/>
                <a:chExt cx="295375" cy="291450"/>
              </a:xfrm>
              <a:grpFill/>
            </p:grpSpPr>
            <p:sp>
              <p:nvSpPr>
                <p:cNvPr id="17960" name="Google Shape;12424;p89">
                  <a:extLst>
                    <a:ext uri="{FF2B5EF4-FFF2-40B4-BE49-F238E27FC236}">
                      <a16:creationId xmlns:a16="http://schemas.microsoft.com/office/drawing/2014/main" id="{D926DD64-0F13-4258-CBB9-925E0B544AB7}"/>
                    </a:ext>
                  </a:extLst>
                </p:cNvPr>
                <p:cNvSpPr/>
                <p:nvPr/>
              </p:nvSpPr>
              <p:spPr>
                <a:xfrm>
                  <a:off x="-6628400" y="2465650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79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36"/>
                        <a:pt x="158" y="693"/>
                        <a:pt x="379" y="693"/>
                      </a:cubicBezTo>
                      <a:lnTo>
                        <a:pt x="2427" y="693"/>
                      </a:lnTo>
                      <a:cubicBezTo>
                        <a:pt x="2616" y="693"/>
                        <a:pt x="2773" y="536"/>
                        <a:pt x="2773" y="347"/>
                      </a:cubicBezTo>
                      <a:cubicBezTo>
                        <a:pt x="2773" y="158"/>
                        <a:pt x="2616" y="0"/>
                        <a:pt x="24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61" name="Google Shape;12425;p89">
                  <a:extLst>
                    <a:ext uri="{FF2B5EF4-FFF2-40B4-BE49-F238E27FC236}">
                      <a16:creationId xmlns:a16="http://schemas.microsoft.com/office/drawing/2014/main" id="{59DA1AC1-35B8-5B90-9D27-232D6E6C0F9A}"/>
                    </a:ext>
                  </a:extLst>
                </p:cNvPr>
                <p:cNvSpPr/>
                <p:nvPr/>
              </p:nvSpPr>
              <p:spPr>
                <a:xfrm>
                  <a:off x="-6713450" y="2397900"/>
                  <a:ext cx="295375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5" h="11658" extrusionOk="0">
                      <a:moveTo>
                        <a:pt x="2048" y="1167"/>
                      </a:moveTo>
                      <a:lnTo>
                        <a:pt x="2048" y="2017"/>
                      </a:lnTo>
                      <a:lnTo>
                        <a:pt x="1166" y="2017"/>
                      </a:lnTo>
                      <a:lnTo>
                        <a:pt x="2048" y="1167"/>
                      </a:lnTo>
                      <a:close/>
                      <a:moveTo>
                        <a:pt x="10330" y="2773"/>
                      </a:moveTo>
                      <a:cubicBezTo>
                        <a:pt x="10507" y="2773"/>
                        <a:pt x="10680" y="2836"/>
                        <a:pt x="10806" y="2962"/>
                      </a:cubicBezTo>
                      <a:cubicBezTo>
                        <a:pt x="11058" y="3246"/>
                        <a:pt x="11058" y="3687"/>
                        <a:pt x="10775" y="3908"/>
                      </a:cubicBezTo>
                      <a:lnTo>
                        <a:pt x="10176" y="4506"/>
                      </a:lnTo>
                      <a:lnTo>
                        <a:pt x="9231" y="3561"/>
                      </a:lnTo>
                      <a:lnTo>
                        <a:pt x="9830" y="2962"/>
                      </a:lnTo>
                      <a:cubicBezTo>
                        <a:pt x="9972" y="2836"/>
                        <a:pt x="10153" y="2773"/>
                        <a:pt x="10330" y="2773"/>
                      </a:cubicBezTo>
                      <a:close/>
                      <a:moveTo>
                        <a:pt x="8727" y="4034"/>
                      </a:moveTo>
                      <a:lnTo>
                        <a:pt x="9672" y="4979"/>
                      </a:lnTo>
                      <a:cubicBezTo>
                        <a:pt x="8538" y="6207"/>
                        <a:pt x="7026" y="7688"/>
                        <a:pt x="5892" y="8854"/>
                      </a:cubicBezTo>
                      <a:lnTo>
                        <a:pt x="4915" y="7846"/>
                      </a:lnTo>
                      <a:lnTo>
                        <a:pt x="8727" y="4034"/>
                      </a:lnTo>
                      <a:close/>
                      <a:moveTo>
                        <a:pt x="4600" y="8539"/>
                      </a:moveTo>
                      <a:lnTo>
                        <a:pt x="5230" y="9169"/>
                      </a:lnTo>
                      <a:lnTo>
                        <a:pt x="4285" y="9421"/>
                      </a:lnTo>
                      <a:cubicBezTo>
                        <a:pt x="4348" y="9232"/>
                        <a:pt x="4505" y="8728"/>
                        <a:pt x="4600" y="8539"/>
                      </a:cubicBezTo>
                      <a:close/>
                      <a:moveTo>
                        <a:pt x="7908" y="694"/>
                      </a:moveTo>
                      <a:cubicBezTo>
                        <a:pt x="8097" y="694"/>
                        <a:pt x="8255" y="852"/>
                        <a:pt x="8255" y="1041"/>
                      </a:cubicBezTo>
                      <a:lnTo>
                        <a:pt x="8255" y="3592"/>
                      </a:lnTo>
                      <a:lnTo>
                        <a:pt x="7467" y="4380"/>
                      </a:lnTo>
                      <a:cubicBezTo>
                        <a:pt x="7435" y="4286"/>
                        <a:pt x="7309" y="4160"/>
                        <a:pt x="7152" y="4160"/>
                      </a:cubicBezTo>
                      <a:lnTo>
                        <a:pt x="1733" y="4160"/>
                      </a:lnTo>
                      <a:cubicBezTo>
                        <a:pt x="1512" y="4160"/>
                        <a:pt x="1386" y="4317"/>
                        <a:pt x="1386" y="4506"/>
                      </a:cubicBezTo>
                      <a:cubicBezTo>
                        <a:pt x="1386" y="4695"/>
                        <a:pt x="1512" y="4853"/>
                        <a:pt x="1733" y="4853"/>
                      </a:cubicBezTo>
                      <a:lnTo>
                        <a:pt x="6994" y="4853"/>
                      </a:lnTo>
                      <a:lnTo>
                        <a:pt x="6333" y="5546"/>
                      </a:lnTo>
                      <a:lnTo>
                        <a:pt x="1733" y="5546"/>
                      </a:lnTo>
                      <a:cubicBezTo>
                        <a:pt x="1512" y="5546"/>
                        <a:pt x="1355" y="5703"/>
                        <a:pt x="1355" y="5892"/>
                      </a:cubicBezTo>
                      <a:cubicBezTo>
                        <a:pt x="1355" y="6081"/>
                        <a:pt x="1512" y="6239"/>
                        <a:pt x="1733" y="6239"/>
                      </a:cubicBezTo>
                      <a:lnTo>
                        <a:pt x="5608" y="6239"/>
                      </a:lnTo>
                      <a:lnTo>
                        <a:pt x="4947" y="6901"/>
                      </a:lnTo>
                      <a:lnTo>
                        <a:pt x="1733" y="6901"/>
                      </a:lnTo>
                      <a:cubicBezTo>
                        <a:pt x="1512" y="6901"/>
                        <a:pt x="1355" y="7058"/>
                        <a:pt x="1355" y="7279"/>
                      </a:cubicBezTo>
                      <a:cubicBezTo>
                        <a:pt x="1355" y="7468"/>
                        <a:pt x="1512" y="7625"/>
                        <a:pt x="1733" y="7625"/>
                      </a:cubicBezTo>
                      <a:lnTo>
                        <a:pt x="4285" y="7625"/>
                      </a:lnTo>
                      <a:cubicBezTo>
                        <a:pt x="4190" y="7688"/>
                        <a:pt x="4159" y="7751"/>
                        <a:pt x="4127" y="7814"/>
                      </a:cubicBezTo>
                      <a:lnTo>
                        <a:pt x="3970" y="8287"/>
                      </a:lnTo>
                      <a:lnTo>
                        <a:pt x="1733" y="8287"/>
                      </a:lnTo>
                      <a:cubicBezTo>
                        <a:pt x="1512" y="8287"/>
                        <a:pt x="1355" y="8444"/>
                        <a:pt x="1355" y="8633"/>
                      </a:cubicBezTo>
                      <a:cubicBezTo>
                        <a:pt x="1355" y="8854"/>
                        <a:pt x="1512" y="9011"/>
                        <a:pt x="1733" y="9011"/>
                      </a:cubicBezTo>
                      <a:lnTo>
                        <a:pt x="3718" y="9011"/>
                      </a:lnTo>
                      <a:lnTo>
                        <a:pt x="3466" y="9893"/>
                      </a:lnTo>
                      <a:cubicBezTo>
                        <a:pt x="3385" y="10136"/>
                        <a:pt x="3557" y="10355"/>
                        <a:pt x="3766" y="10355"/>
                      </a:cubicBezTo>
                      <a:cubicBezTo>
                        <a:pt x="3802" y="10355"/>
                        <a:pt x="3839" y="10348"/>
                        <a:pt x="3875" y="10335"/>
                      </a:cubicBezTo>
                      <a:lnTo>
                        <a:pt x="6018" y="9704"/>
                      </a:lnTo>
                      <a:cubicBezTo>
                        <a:pt x="6049" y="9704"/>
                        <a:pt x="6144" y="9673"/>
                        <a:pt x="6175" y="9641"/>
                      </a:cubicBezTo>
                      <a:lnTo>
                        <a:pt x="8286" y="7499"/>
                      </a:lnTo>
                      <a:lnTo>
                        <a:pt x="8286" y="10681"/>
                      </a:lnTo>
                      <a:cubicBezTo>
                        <a:pt x="8255" y="10839"/>
                        <a:pt x="8097" y="10996"/>
                        <a:pt x="7908" y="10996"/>
                      </a:cubicBezTo>
                      <a:lnTo>
                        <a:pt x="1040" y="10996"/>
                      </a:lnTo>
                      <a:cubicBezTo>
                        <a:pt x="851" y="10996"/>
                        <a:pt x="693" y="10839"/>
                        <a:pt x="693" y="10650"/>
                      </a:cubicBezTo>
                      <a:lnTo>
                        <a:pt x="693" y="2742"/>
                      </a:lnTo>
                      <a:lnTo>
                        <a:pt x="2395" y="2742"/>
                      </a:lnTo>
                      <a:cubicBezTo>
                        <a:pt x="2584" y="2742"/>
                        <a:pt x="2741" y="2584"/>
                        <a:pt x="2741" y="2395"/>
                      </a:cubicBezTo>
                      <a:lnTo>
                        <a:pt x="2741" y="694"/>
                      </a:lnTo>
                      <a:close/>
                      <a:moveTo>
                        <a:pt x="2363" y="1"/>
                      </a:moveTo>
                      <a:cubicBezTo>
                        <a:pt x="2237" y="1"/>
                        <a:pt x="2143" y="64"/>
                        <a:pt x="2111" y="127"/>
                      </a:cubicBezTo>
                      <a:lnTo>
                        <a:pt x="158" y="2112"/>
                      </a:lnTo>
                      <a:cubicBezTo>
                        <a:pt x="63" y="2175"/>
                        <a:pt x="0" y="2269"/>
                        <a:pt x="0" y="2364"/>
                      </a:cubicBezTo>
                      <a:lnTo>
                        <a:pt x="0" y="10650"/>
                      </a:lnTo>
                      <a:cubicBezTo>
                        <a:pt x="0" y="11217"/>
                        <a:pt x="473" y="11658"/>
                        <a:pt x="1008" y="11658"/>
                      </a:cubicBezTo>
                      <a:lnTo>
                        <a:pt x="7908" y="11658"/>
                      </a:lnTo>
                      <a:cubicBezTo>
                        <a:pt x="8444" y="11658"/>
                        <a:pt x="8916" y="11217"/>
                        <a:pt x="8916" y="10650"/>
                      </a:cubicBezTo>
                      <a:lnTo>
                        <a:pt x="8916" y="6774"/>
                      </a:lnTo>
                      <a:lnTo>
                        <a:pt x="11279" y="4412"/>
                      </a:lnTo>
                      <a:cubicBezTo>
                        <a:pt x="11815" y="3876"/>
                        <a:pt x="11815" y="3025"/>
                        <a:pt x="11279" y="2490"/>
                      </a:cubicBezTo>
                      <a:cubicBezTo>
                        <a:pt x="11011" y="2222"/>
                        <a:pt x="10657" y="2088"/>
                        <a:pt x="10306" y="2088"/>
                      </a:cubicBezTo>
                      <a:cubicBezTo>
                        <a:pt x="9956" y="2088"/>
                        <a:pt x="9609" y="2222"/>
                        <a:pt x="9357" y="2490"/>
                      </a:cubicBezTo>
                      <a:lnTo>
                        <a:pt x="8916" y="2931"/>
                      </a:lnTo>
                      <a:lnTo>
                        <a:pt x="8916" y="1041"/>
                      </a:ln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11" name="Google Shape;12430;p89">
                <a:extLst>
                  <a:ext uri="{FF2B5EF4-FFF2-40B4-BE49-F238E27FC236}">
                    <a16:creationId xmlns:a16="http://schemas.microsoft.com/office/drawing/2014/main" id="{4943C284-2F6A-A0AE-E30C-F09A4079110D}"/>
                  </a:ext>
                </a:extLst>
              </p:cNvPr>
              <p:cNvSpPr/>
              <p:nvPr/>
            </p:nvSpPr>
            <p:spPr>
              <a:xfrm>
                <a:off x="4525976" y="2662556"/>
                <a:ext cx="641288" cy="639583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27" extrusionOk="0">
                    <a:moveTo>
                      <a:pt x="6806" y="2017"/>
                    </a:moveTo>
                    <a:lnTo>
                      <a:pt x="6806" y="2773"/>
                    </a:lnTo>
                    <a:lnTo>
                      <a:pt x="4758" y="2773"/>
                    </a:lnTo>
                    <a:lnTo>
                      <a:pt x="4758" y="2017"/>
                    </a:lnTo>
                    <a:close/>
                    <a:moveTo>
                      <a:pt x="7152" y="694"/>
                    </a:moveTo>
                    <a:cubicBezTo>
                      <a:pt x="7688" y="694"/>
                      <a:pt x="8192" y="1167"/>
                      <a:pt x="8192" y="1702"/>
                    </a:cubicBezTo>
                    <a:lnTo>
                      <a:pt x="8192" y="2773"/>
                    </a:lnTo>
                    <a:lnTo>
                      <a:pt x="7499" y="2773"/>
                    </a:lnTo>
                    <a:lnTo>
                      <a:pt x="7499" y="1702"/>
                    </a:lnTo>
                    <a:cubicBezTo>
                      <a:pt x="7499" y="1513"/>
                      <a:pt x="7341" y="1356"/>
                      <a:pt x="7152" y="1356"/>
                    </a:cubicBezTo>
                    <a:lnTo>
                      <a:pt x="4411" y="1356"/>
                    </a:lnTo>
                    <a:cubicBezTo>
                      <a:pt x="4191" y="1356"/>
                      <a:pt x="4033" y="1513"/>
                      <a:pt x="4033" y="1702"/>
                    </a:cubicBezTo>
                    <a:lnTo>
                      <a:pt x="4033" y="2773"/>
                    </a:lnTo>
                    <a:lnTo>
                      <a:pt x="3371" y="2773"/>
                    </a:lnTo>
                    <a:lnTo>
                      <a:pt x="3371" y="1702"/>
                    </a:lnTo>
                    <a:cubicBezTo>
                      <a:pt x="3371" y="1167"/>
                      <a:pt x="3844" y="694"/>
                      <a:pt x="4411" y="694"/>
                    </a:cubicBezTo>
                    <a:close/>
                    <a:moveTo>
                      <a:pt x="10618" y="3498"/>
                    </a:moveTo>
                    <a:cubicBezTo>
                      <a:pt x="10807" y="3498"/>
                      <a:pt x="10964" y="3656"/>
                      <a:pt x="10964" y="3845"/>
                    </a:cubicBezTo>
                    <a:lnTo>
                      <a:pt x="10964" y="5010"/>
                    </a:lnTo>
                    <a:cubicBezTo>
                      <a:pt x="9546" y="6239"/>
                      <a:pt x="7688" y="6901"/>
                      <a:pt x="5766" y="6901"/>
                    </a:cubicBezTo>
                    <a:cubicBezTo>
                      <a:pt x="3876" y="6901"/>
                      <a:pt x="2080" y="6239"/>
                      <a:pt x="662" y="5010"/>
                    </a:cubicBezTo>
                    <a:lnTo>
                      <a:pt x="662" y="3971"/>
                    </a:lnTo>
                    <a:cubicBezTo>
                      <a:pt x="662" y="3687"/>
                      <a:pt x="851" y="3498"/>
                      <a:pt x="1135" y="3498"/>
                    </a:cubicBezTo>
                    <a:close/>
                    <a:moveTo>
                      <a:pt x="6806" y="7531"/>
                    </a:moveTo>
                    <a:lnTo>
                      <a:pt x="6806" y="7940"/>
                    </a:lnTo>
                    <a:cubicBezTo>
                      <a:pt x="6806" y="8129"/>
                      <a:pt x="6648" y="8287"/>
                      <a:pt x="6459" y="8287"/>
                    </a:cubicBezTo>
                    <a:lnTo>
                      <a:pt x="5073" y="8287"/>
                    </a:lnTo>
                    <a:cubicBezTo>
                      <a:pt x="4884" y="8287"/>
                      <a:pt x="4726" y="8129"/>
                      <a:pt x="4726" y="7940"/>
                    </a:cubicBezTo>
                    <a:lnTo>
                      <a:pt x="4726" y="7531"/>
                    </a:lnTo>
                    <a:lnTo>
                      <a:pt x="4758" y="7531"/>
                    </a:lnTo>
                    <a:cubicBezTo>
                      <a:pt x="5104" y="7594"/>
                      <a:pt x="5419" y="7625"/>
                      <a:pt x="5766" y="7625"/>
                    </a:cubicBezTo>
                    <a:cubicBezTo>
                      <a:pt x="6112" y="7625"/>
                      <a:pt x="6427" y="7594"/>
                      <a:pt x="6806" y="7531"/>
                    </a:cubicBezTo>
                    <a:close/>
                    <a:moveTo>
                      <a:pt x="10964" y="5892"/>
                    </a:moveTo>
                    <a:lnTo>
                      <a:pt x="10964" y="9988"/>
                    </a:lnTo>
                    <a:cubicBezTo>
                      <a:pt x="10964" y="10524"/>
                      <a:pt x="10492" y="10996"/>
                      <a:pt x="9956" y="10996"/>
                    </a:cubicBezTo>
                    <a:lnTo>
                      <a:pt x="1670" y="10996"/>
                    </a:lnTo>
                    <a:cubicBezTo>
                      <a:pt x="1135" y="10996"/>
                      <a:pt x="662" y="10524"/>
                      <a:pt x="662" y="9988"/>
                    </a:cubicBezTo>
                    <a:lnTo>
                      <a:pt x="662" y="5892"/>
                    </a:lnTo>
                    <a:cubicBezTo>
                      <a:pt x="1670" y="6649"/>
                      <a:pt x="2804" y="7184"/>
                      <a:pt x="4065" y="7436"/>
                    </a:cubicBezTo>
                    <a:lnTo>
                      <a:pt x="4065" y="7940"/>
                    </a:lnTo>
                    <a:cubicBezTo>
                      <a:pt x="4065" y="8476"/>
                      <a:pt x="4537" y="8948"/>
                      <a:pt x="5104" y="8948"/>
                    </a:cubicBezTo>
                    <a:lnTo>
                      <a:pt x="6490" y="8948"/>
                    </a:lnTo>
                    <a:cubicBezTo>
                      <a:pt x="7026" y="8948"/>
                      <a:pt x="7499" y="8476"/>
                      <a:pt x="7499" y="7940"/>
                    </a:cubicBezTo>
                    <a:lnTo>
                      <a:pt x="7499" y="7436"/>
                    </a:lnTo>
                    <a:cubicBezTo>
                      <a:pt x="7971" y="7342"/>
                      <a:pt x="8444" y="7184"/>
                      <a:pt x="8916" y="7027"/>
                    </a:cubicBezTo>
                    <a:cubicBezTo>
                      <a:pt x="9672" y="6743"/>
                      <a:pt x="10334" y="6365"/>
                      <a:pt x="10964" y="5892"/>
                    </a:cubicBezTo>
                    <a:close/>
                    <a:moveTo>
                      <a:pt x="4411" y="1"/>
                    </a:moveTo>
                    <a:cubicBezTo>
                      <a:pt x="3466" y="1"/>
                      <a:pt x="2710" y="757"/>
                      <a:pt x="2710" y="1702"/>
                    </a:cubicBezTo>
                    <a:lnTo>
                      <a:pt x="2710" y="2773"/>
                    </a:lnTo>
                    <a:lnTo>
                      <a:pt x="1135" y="2773"/>
                    </a:lnTo>
                    <a:cubicBezTo>
                      <a:pt x="505" y="2773"/>
                      <a:pt x="0" y="3277"/>
                      <a:pt x="0" y="3908"/>
                    </a:cubicBezTo>
                    <a:lnTo>
                      <a:pt x="0" y="9957"/>
                    </a:lnTo>
                    <a:cubicBezTo>
                      <a:pt x="0" y="10902"/>
                      <a:pt x="725" y="11626"/>
                      <a:pt x="1670" y="11626"/>
                    </a:cubicBezTo>
                    <a:lnTo>
                      <a:pt x="9956" y="11626"/>
                    </a:lnTo>
                    <a:cubicBezTo>
                      <a:pt x="10901" y="11626"/>
                      <a:pt x="11657" y="10902"/>
                      <a:pt x="11657" y="9957"/>
                    </a:cubicBezTo>
                    <a:lnTo>
                      <a:pt x="11657" y="3813"/>
                    </a:lnTo>
                    <a:cubicBezTo>
                      <a:pt x="11626" y="3246"/>
                      <a:pt x="11153" y="2773"/>
                      <a:pt x="10618" y="2773"/>
                    </a:cubicBezTo>
                    <a:lnTo>
                      <a:pt x="8853" y="2773"/>
                    </a:lnTo>
                    <a:lnTo>
                      <a:pt x="8853" y="1702"/>
                    </a:lnTo>
                    <a:cubicBezTo>
                      <a:pt x="8853" y="757"/>
                      <a:pt x="8097" y="1"/>
                      <a:pt x="715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12" name="Google Shape;12438;p89">
                <a:extLst>
                  <a:ext uri="{FF2B5EF4-FFF2-40B4-BE49-F238E27FC236}">
                    <a16:creationId xmlns:a16="http://schemas.microsoft.com/office/drawing/2014/main" id="{B2123A64-A04E-082B-E9EB-D788C84BC4A8}"/>
                  </a:ext>
                </a:extLst>
              </p:cNvPr>
              <p:cNvGrpSpPr/>
              <p:nvPr/>
            </p:nvGrpSpPr>
            <p:grpSpPr>
              <a:xfrm>
                <a:off x="8665202" y="2661183"/>
                <a:ext cx="641288" cy="642773"/>
                <a:chOff x="-3137650" y="2408950"/>
                <a:chExt cx="291450" cy="292125"/>
              </a:xfrm>
              <a:grpFill/>
            </p:grpSpPr>
            <p:sp>
              <p:nvSpPr>
                <p:cNvPr id="17955" name="Google Shape;12439;p89">
                  <a:extLst>
                    <a:ext uri="{FF2B5EF4-FFF2-40B4-BE49-F238E27FC236}">
                      <a16:creationId xmlns:a16="http://schemas.microsoft.com/office/drawing/2014/main" id="{DE7E6BAD-B2C5-EA9E-CDCF-F36245FF52DB}"/>
                    </a:ext>
                  </a:extLst>
                </p:cNvPr>
                <p:cNvSpPr/>
                <p:nvPr/>
              </p:nvSpPr>
              <p:spPr>
                <a:xfrm>
                  <a:off x="-3137650" y="2408950"/>
                  <a:ext cx="291450" cy="292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5" extrusionOk="0">
                      <a:moveTo>
                        <a:pt x="10618" y="662"/>
                      </a:moveTo>
                      <a:cubicBezTo>
                        <a:pt x="10807" y="662"/>
                        <a:pt x="10964" y="851"/>
                        <a:pt x="10964" y="1040"/>
                      </a:cubicBezTo>
                      <a:lnTo>
                        <a:pt x="10964" y="2741"/>
                      </a:lnTo>
                      <a:lnTo>
                        <a:pt x="662" y="2741"/>
                      </a:lnTo>
                      <a:lnTo>
                        <a:pt x="662" y="1040"/>
                      </a:lnTo>
                      <a:cubicBezTo>
                        <a:pt x="662" y="851"/>
                        <a:pt x="820" y="662"/>
                        <a:pt x="1009" y="662"/>
                      </a:cubicBezTo>
                      <a:close/>
                      <a:moveTo>
                        <a:pt x="10964" y="3403"/>
                      </a:moveTo>
                      <a:lnTo>
                        <a:pt x="10964" y="8601"/>
                      </a:lnTo>
                      <a:cubicBezTo>
                        <a:pt x="10964" y="8790"/>
                        <a:pt x="10838" y="8947"/>
                        <a:pt x="10618" y="8947"/>
                      </a:cubicBezTo>
                      <a:lnTo>
                        <a:pt x="10145" y="8947"/>
                      </a:lnTo>
                      <a:cubicBezTo>
                        <a:pt x="10208" y="8727"/>
                        <a:pt x="10240" y="8443"/>
                        <a:pt x="10240" y="8160"/>
                      </a:cubicBezTo>
                      <a:lnTo>
                        <a:pt x="10240" y="5860"/>
                      </a:lnTo>
                      <a:cubicBezTo>
                        <a:pt x="10240" y="5673"/>
                        <a:pt x="10058" y="5531"/>
                        <a:pt x="9868" y="5531"/>
                      </a:cubicBezTo>
                      <a:cubicBezTo>
                        <a:pt x="9835" y="5531"/>
                        <a:pt x="9801" y="5535"/>
                        <a:pt x="9767" y="5545"/>
                      </a:cubicBezTo>
                      <a:cubicBezTo>
                        <a:pt x="9545" y="5641"/>
                        <a:pt x="9341" y="5691"/>
                        <a:pt x="9142" y="5691"/>
                      </a:cubicBezTo>
                      <a:cubicBezTo>
                        <a:pt x="8693" y="5691"/>
                        <a:pt x="8275" y="5439"/>
                        <a:pt x="7751" y="4915"/>
                      </a:cubicBezTo>
                      <a:cubicBezTo>
                        <a:pt x="7688" y="4868"/>
                        <a:pt x="7601" y="4844"/>
                        <a:pt x="7515" y="4844"/>
                      </a:cubicBezTo>
                      <a:cubicBezTo>
                        <a:pt x="7428" y="4844"/>
                        <a:pt x="7341" y="4868"/>
                        <a:pt x="7278" y="4915"/>
                      </a:cubicBezTo>
                      <a:cubicBezTo>
                        <a:pt x="6753" y="5440"/>
                        <a:pt x="6334" y="5677"/>
                        <a:pt x="5884" y="5677"/>
                      </a:cubicBezTo>
                      <a:cubicBezTo>
                        <a:pt x="5686" y="5677"/>
                        <a:pt x="5483" y="5631"/>
                        <a:pt x="5262" y="5545"/>
                      </a:cubicBezTo>
                      <a:cubicBezTo>
                        <a:pt x="5229" y="5535"/>
                        <a:pt x="5195" y="5531"/>
                        <a:pt x="5161" y="5531"/>
                      </a:cubicBezTo>
                      <a:cubicBezTo>
                        <a:pt x="4971" y="5531"/>
                        <a:pt x="4789" y="5673"/>
                        <a:pt x="4789" y="5860"/>
                      </a:cubicBezTo>
                      <a:lnTo>
                        <a:pt x="4789" y="8160"/>
                      </a:lnTo>
                      <a:cubicBezTo>
                        <a:pt x="4789" y="8443"/>
                        <a:pt x="4821" y="8664"/>
                        <a:pt x="4884" y="8947"/>
                      </a:cubicBezTo>
                      <a:lnTo>
                        <a:pt x="1009" y="8947"/>
                      </a:lnTo>
                      <a:cubicBezTo>
                        <a:pt x="820" y="8947"/>
                        <a:pt x="662" y="8790"/>
                        <a:pt x="662" y="8601"/>
                      </a:cubicBezTo>
                      <a:lnTo>
                        <a:pt x="662" y="3403"/>
                      </a:lnTo>
                      <a:close/>
                      <a:moveTo>
                        <a:pt x="7152" y="5923"/>
                      </a:moveTo>
                      <a:lnTo>
                        <a:pt x="7152" y="10838"/>
                      </a:lnTo>
                      <a:cubicBezTo>
                        <a:pt x="6144" y="10365"/>
                        <a:pt x="5451" y="9357"/>
                        <a:pt x="5451" y="8160"/>
                      </a:cubicBezTo>
                      <a:lnTo>
                        <a:pt x="5451" y="6301"/>
                      </a:lnTo>
                      <a:cubicBezTo>
                        <a:pt x="5604" y="6330"/>
                        <a:pt x="5750" y="6344"/>
                        <a:pt x="5891" y="6344"/>
                      </a:cubicBezTo>
                      <a:cubicBezTo>
                        <a:pt x="6359" y="6344"/>
                        <a:pt x="6765" y="6189"/>
                        <a:pt x="7152" y="5923"/>
                      </a:cubicBezTo>
                      <a:close/>
                      <a:moveTo>
                        <a:pt x="7877" y="5923"/>
                      </a:moveTo>
                      <a:cubicBezTo>
                        <a:pt x="8242" y="6166"/>
                        <a:pt x="8644" y="6353"/>
                        <a:pt x="9128" y="6353"/>
                      </a:cubicBezTo>
                      <a:cubicBezTo>
                        <a:pt x="9271" y="6353"/>
                        <a:pt x="9420" y="6337"/>
                        <a:pt x="9578" y="6301"/>
                      </a:cubicBezTo>
                      <a:lnTo>
                        <a:pt x="9578" y="8160"/>
                      </a:lnTo>
                      <a:cubicBezTo>
                        <a:pt x="9547" y="9357"/>
                        <a:pt x="8885" y="10365"/>
                        <a:pt x="7877" y="10838"/>
                      </a:cubicBezTo>
                      <a:lnTo>
                        <a:pt x="7877" y="5923"/>
                      </a:ln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40"/>
                      </a:cubicBezTo>
                      <a:lnTo>
                        <a:pt x="1" y="8601"/>
                      </a:lnTo>
                      <a:cubicBezTo>
                        <a:pt x="1" y="9136"/>
                        <a:pt x="473" y="9609"/>
                        <a:pt x="1009" y="9609"/>
                      </a:cubicBezTo>
                      <a:lnTo>
                        <a:pt x="5073" y="9609"/>
                      </a:lnTo>
                      <a:cubicBezTo>
                        <a:pt x="5199" y="9893"/>
                        <a:pt x="5357" y="10145"/>
                        <a:pt x="5514" y="10365"/>
                      </a:cubicBezTo>
                      <a:cubicBezTo>
                        <a:pt x="5987" y="10995"/>
                        <a:pt x="6617" y="11436"/>
                        <a:pt x="7404" y="11657"/>
                      </a:cubicBezTo>
                      <a:cubicBezTo>
                        <a:pt x="7446" y="11657"/>
                        <a:pt x="7488" y="11685"/>
                        <a:pt x="7530" y="11685"/>
                      </a:cubicBezTo>
                      <a:cubicBezTo>
                        <a:pt x="7551" y="11685"/>
                        <a:pt x="7572" y="11678"/>
                        <a:pt x="7593" y="11657"/>
                      </a:cubicBezTo>
                      <a:cubicBezTo>
                        <a:pt x="8350" y="11436"/>
                        <a:pt x="9011" y="10995"/>
                        <a:pt x="9484" y="10365"/>
                      </a:cubicBezTo>
                      <a:cubicBezTo>
                        <a:pt x="9641" y="10145"/>
                        <a:pt x="9799" y="9893"/>
                        <a:pt x="9925" y="9609"/>
                      </a:cubicBezTo>
                      <a:lnTo>
                        <a:pt x="10618" y="9609"/>
                      </a:lnTo>
                      <a:cubicBezTo>
                        <a:pt x="11185" y="9609"/>
                        <a:pt x="11658" y="9136"/>
                        <a:pt x="11658" y="8601"/>
                      </a:cubicBezTo>
                      <a:lnTo>
                        <a:pt x="11658" y="1040"/>
                      </a:lnTo>
                      <a:cubicBezTo>
                        <a:pt x="11658" y="473"/>
                        <a:pt x="11217" y="0"/>
                        <a:pt x="1061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6" name="Google Shape;12440;p89">
                  <a:extLst>
                    <a:ext uri="{FF2B5EF4-FFF2-40B4-BE49-F238E27FC236}">
                      <a16:creationId xmlns:a16="http://schemas.microsoft.com/office/drawing/2014/main" id="{EB87A8EB-B2D1-02C0-328D-B73DF8C8686A}"/>
                    </a:ext>
                  </a:extLst>
                </p:cNvPr>
                <p:cNvSpPr/>
                <p:nvPr/>
              </p:nvSpPr>
              <p:spPr>
                <a:xfrm>
                  <a:off x="-3104575" y="2442800"/>
                  <a:ext cx="181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694" extrusionOk="0">
                      <a:moveTo>
                        <a:pt x="348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8" y="694"/>
                      </a:cubicBezTo>
                      <a:cubicBezTo>
                        <a:pt x="568" y="694"/>
                        <a:pt x="726" y="536"/>
                        <a:pt x="726" y="347"/>
                      </a:cubicBezTo>
                      <a:cubicBezTo>
                        <a:pt x="726" y="158"/>
                        <a:pt x="568" y="1"/>
                        <a:pt x="34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7" name="Google Shape;12441;p89">
                  <a:extLst>
                    <a:ext uri="{FF2B5EF4-FFF2-40B4-BE49-F238E27FC236}">
                      <a16:creationId xmlns:a16="http://schemas.microsoft.com/office/drawing/2014/main" id="{9D4BD96B-A1AF-0F63-AEC3-2D8E04F3826F}"/>
                    </a:ext>
                  </a:extLst>
                </p:cNvPr>
                <p:cNvSpPr/>
                <p:nvPr/>
              </p:nvSpPr>
              <p:spPr>
                <a:xfrm>
                  <a:off x="-306990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8" name="Google Shape;12442;p89">
                  <a:extLst>
                    <a:ext uri="{FF2B5EF4-FFF2-40B4-BE49-F238E27FC236}">
                      <a16:creationId xmlns:a16="http://schemas.microsoft.com/office/drawing/2014/main" id="{80944169-8515-6BEF-7FF7-74E0C2DB6FF1}"/>
                    </a:ext>
                  </a:extLst>
                </p:cNvPr>
                <p:cNvSpPr/>
                <p:nvPr/>
              </p:nvSpPr>
              <p:spPr>
                <a:xfrm>
                  <a:off x="-3035250" y="2442800"/>
                  <a:ext cx="17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94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36"/>
                        <a:pt x="158" y="694"/>
                        <a:pt x="347" y="694"/>
                      </a:cubicBezTo>
                      <a:cubicBezTo>
                        <a:pt x="536" y="694"/>
                        <a:pt x="693" y="536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9" name="Google Shape;12443;p89">
                  <a:extLst>
                    <a:ext uri="{FF2B5EF4-FFF2-40B4-BE49-F238E27FC236}">
                      <a16:creationId xmlns:a16="http://schemas.microsoft.com/office/drawing/2014/main" id="{974F1ED1-2271-0CA1-17E0-19BA09B76310}"/>
                    </a:ext>
                  </a:extLst>
                </p:cNvPr>
                <p:cNvSpPr/>
                <p:nvPr/>
              </p:nvSpPr>
              <p:spPr>
                <a:xfrm>
                  <a:off x="-3002175" y="2442800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32" y="536"/>
                        <a:pt x="190" y="694"/>
                        <a:pt x="347" y="694"/>
                      </a:cubicBezTo>
                      <a:lnTo>
                        <a:pt x="4443" y="694"/>
                      </a:lnTo>
                      <a:cubicBezTo>
                        <a:pt x="4663" y="694"/>
                        <a:pt x="4821" y="536"/>
                        <a:pt x="4821" y="347"/>
                      </a:cubicBezTo>
                      <a:cubicBezTo>
                        <a:pt x="4821" y="158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13" name="Google Shape;12455;p89">
                <a:extLst>
                  <a:ext uri="{FF2B5EF4-FFF2-40B4-BE49-F238E27FC236}">
                    <a16:creationId xmlns:a16="http://schemas.microsoft.com/office/drawing/2014/main" id="{DA10476B-BAE2-59D0-A85D-C45105BACB6A}"/>
                  </a:ext>
                </a:extLst>
              </p:cNvPr>
              <p:cNvSpPr/>
              <p:nvPr/>
            </p:nvSpPr>
            <p:spPr>
              <a:xfrm>
                <a:off x="1223364" y="2660190"/>
                <a:ext cx="648218" cy="644314"/>
              </a:xfrm>
              <a:custGeom>
                <a:avLst/>
                <a:gdLst/>
                <a:ahLst/>
                <a:cxnLst/>
                <a:rect l="l" t="t" r="r" b="b"/>
                <a:pathLst>
                  <a:path w="11784" h="11713" extrusionOk="0">
                    <a:moveTo>
                      <a:pt x="5136" y="4128"/>
                    </a:moveTo>
                    <a:cubicBezTo>
                      <a:pt x="5671" y="4128"/>
                      <a:pt x="6112" y="4569"/>
                      <a:pt x="6144" y="5136"/>
                    </a:cubicBezTo>
                    <a:lnTo>
                      <a:pt x="5230" y="4853"/>
                    </a:lnTo>
                    <a:cubicBezTo>
                      <a:pt x="5198" y="4839"/>
                      <a:pt x="5165" y="4832"/>
                      <a:pt x="5131" y="4832"/>
                    </a:cubicBezTo>
                    <a:cubicBezTo>
                      <a:pt x="4934" y="4832"/>
                      <a:pt x="4735" y="5052"/>
                      <a:pt x="4789" y="5294"/>
                    </a:cubicBezTo>
                    <a:lnTo>
                      <a:pt x="5073" y="6239"/>
                    </a:lnTo>
                    <a:cubicBezTo>
                      <a:pt x="4537" y="6176"/>
                      <a:pt x="4096" y="5703"/>
                      <a:pt x="4096" y="5168"/>
                    </a:cubicBezTo>
                    <a:cubicBezTo>
                      <a:pt x="4096" y="4601"/>
                      <a:pt x="4569" y="4128"/>
                      <a:pt x="5136" y="4128"/>
                    </a:cubicBezTo>
                    <a:close/>
                    <a:moveTo>
                      <a:pt x="5199" y="2364"/>
                    </a:moveTo>
                    <a:cubicBezTo>
                      <a:pt x="6680" y="2364"/>
                      <a:pt x="7940" y="3592"/>
                      <a:pt x="7940" y="5136"/>
                    </a:cubicBezTo>
                    <a:cubicBezTo>
                      <a:pt x="7940" y="5294"/>
                      <a:pt x="7940" y="5388"/>
                      <a:pt x="7908" y="5546"/>
                    </a:cubicBezTo>
                    <a:lnTo>
                      <a:pt x="6932" y="5294"/>
                    </a:lnTo>
                    <a:lnTo>
                      <a:pt x="6932" y="5136"/>
                    </a:lnTo>
                    <a:cubicBezTo>
                      <a:pt x="6806" y="4223"/>
                      <a:pt x="6049" y="3466"/>
                      <a:pt x="5104" y="3466"/>
                    </a:cubicBezTo>
                    <a:cubicBezTo>
                      <a:pt x="4159" y="3466"/>
                      <a:pt x="3435" y="4223"/>
                      <a:pt x="3435" y="5168"/>
                    </a:cubicBezTo>
                    <a:cubicBezTo>
                      <a:pt x="3435" y="5609"/>
                      <a:pt x="3624" y="6081"/>
                      <a:pt x="3939" y="6396"/>
                    </a:cubicBezTo>
                    <a:cubicBezTo>
                      <a:pt x="4254" y="6743"/>
                      <a:pt x="4695" y="6900"/>
                      <a:pt x="5167" y="6900"/>
                    </a:cubicBezTo>
                    <a:lnTo>
                      <a:pt x="5325" y="6900"/>
                    </a:lnTo>
                    <a:lnTo>
                      <a:pt x="5577" y="7877"/>
                    </a:lnTo>
                    <a:cubicBezTo>
                      <a:pt x="5482" y="7909"/>
                      <a:pt x="5325" y="7909"/>
                      <a:pt x="5199" y="7909"/>
                    </a:cubicBezTo>
                    <a:cubicBezTo>
                      <a:pt x="3687" y="7909"/>
                      <a:pt x="2426" y="6648"/>
                      <a:pt x="2426" y="5136"/>
                    </a:cubicBezTo>
                    <a:cubicBezTo>
                      <a:pt x="2426" y="3624"/>
                      <a:pt x="3655" y="2364"/>
                      <a:pt x="5199" y="2364"/>
                    </a:cubicBezTo>
                    <a:close/>
                    <a:moveTo>
                      <a:pt x="5167" y="726"/>
                    </a:moveTo>
                    <a:cubicBezTo>
                      <a:pt x="7940" y="726"/>
                      <a:pt x="10051" y="3277"/>
                      <a:pt x="9515" y="6018"/>
                    </a:cubicBezTo>
                    <a:lnTo>
                      <a:pt x="8507" y="5766"/>
                    </a:lnTo>
                    <a:cubicBezTo>
                      <a:pt x="8538" y="5546"/>
                      <a:pt x="8538" y="5357"/>
                      <a:pt x="8538" y="5136"/>
                    </a:cubicBezTo>
                    <a:cubicBezTo>
                      <a:pt x="8538" y="3246"/>
                      <a:pt x="7026" y="1702"/>
                      <a:pt x="5104" y="1702"/>
                    </a:cubicBezTo>
                    <a:cubicBezTo>
                      <a:pt x="3214" y="1702"/>
                      <a:pt x="1702" y="3246"/>
                      <a:pt x="1702" y="5136"/>
                    </a:cubicBezTo>
                    <a:cubicBezTo>
                      <a:pt x="1702" y="7027"/>
                      <a:pt x="3214" y="8602"/>
                      <a:pt x="5104" y="8602"/>
                    </a:cubicBezTo>
                    <a:cubicBezTo>
                      <a:pt x="5325" y="8602"/>
                      <a:pt x="5514" y="8602"/>
                      <a:pt x="5703" y="8539"/>
                    </a:cubicBezTo>
                    <a:lnTo>
                      <a:pt x="5986" y="9578"/>
                    </a:lnTo>
                    <a:cubicBezTo>
                      <a:pt x="5695" y="9636"/>
                      <a:pt x="5405" y="9664"/>
                      <a:pt x="5119" y="9664"/>
                    </a:cubicBezTo>
                    <a:cubicBezTo>
                      <a:pt x="2751" y="9664"/>
                      <a:pt x="694" y="7758"/>
                      <a:pt x="694" y="5199"/>
                    </a:cubicBezTo>
                    <a:cubicBezTo>
                      <a:pt x="694" y="2679"/>
                      <a:pt x="2773" y="726"/>
                      <a:pt x="5167" y="726"/>
                    </a:cubicBezTo>
                    <a:close/>
                    <a:moveTo>
                      <a:pt x="5671" y="5672"/>
                    </a:moveTo>
                    <a:lnTo>
                      <a:pt x="5671" y="5672"/>
                    </a:lnTo>
                    <a:cubicBezTo>
                      <a:pt x="10240" y="6964"/>
                      <a:pt x="9578" y="6774"/>
                      <a:pt x="9704" y="6806"/>
                    </a:cubicBezTo>
                    <a:lnTo>
                      <a:pt x="8853" y="7373"/>
                    </a:lnTo>
                    <a:cubicBezTo>
                      <a:pt x="8664" y="7499"/>
                      <a:pt x="8664" y="7751"/>
                      <a:pt x="8822" y="7877"/>
                    </a:cubicBezTo>
                    <a:lnTo>
                      <a:pt x="10964" y="9956"/>
                    </a:lnTo>
                    <a:cubicBezTo>
                      <a:pt x="11027" y="10114"/>
                      <a:pt x="11027" y="10335"/>
                      <a:pt x="10901" y="10492"/>
                    </a:cubicBezTo>
                    <a:lnTo>
                      <a:pt x="10429" y="10965"/>
                    </a:lnTo>
                    <a:cubicBezTo>
                      <a:pt x="10366" y="11012"/>
                      <a:pt x="10279" y="11035"/>
                      <a:pt x="10192" y="11035"/>
                    </a:cubicBezTo>
                    <a:cubicBezTo>
                      <a:pt x="10106" y="11035"/>
                      <a:pt x="10019" y="11012"/>
                      <a:pt x="9956" y="10965"/>
                    </a:cubicBezTo>
                    <a:lnTo>
                      <a:pt x="7845" y="8854"/>
                    </a:lnTo>
                    <a:cubicBezTo>
                      <a:pt x="7777" y="8786"/>
                      <a:pt x="7691" y="8753"/>
                      <a:pt x="7606" y="8753"/>
                    </a:cubicBezTo>
                    <a:cubicBezTo>
                      <a:pt x="7493" y="8753"/>
                      <a:pt x="7381" y="8809"/>
                      <a:pt x="7310" y="8917"/>
                    </a:cubicBezTo>
                    <a:cubicBezTo>
                      <a:pt x="7247" y="8980"/>
                      <a:pt x="6806" y="9641"/>
                      <a:pt x="6774" y="9736"/>
                    </a:cubicBezTo>
                    <a:cubicBezTo>
                      <a:pt x="6680" y="9484"/>
                      <a:pt x="5703" y="5861"/>
                      <a:pt x="5671" y="5672"/>
                    </a:cubicBezTo>
                    <a:close/>
                    <a:moveTo>
                      <a:pt x="5104" y="1"/>
                    </a:moveTo>
                    <a:cubicBezTo>
                      <a:pt x="2363" y="1"/>
                      <a:pt x="0" y="2238"/>
                      <a:pt x="0" y="5168"/>
                    </a:cubicBezTo>
                    <a:cubicBezTo>
                      <a:pt x="0" y="8066"/>
                      <a:pt x="2332" y="10303"/>
                      <a:pt x="5104" y="10303"/>
                    </a:cubicBezTo>
                    <a:cubicBezTo>
                      <a:pt x="5482" y="10303"/>
                      <a:pt x="5797" y="10272"/>
                      <a:pt x="6144" y="10208"/>
                    </a:cubicBezTo>
                    <a:lnTo>
                      <a:pt x="6270" y="10587"/>
                    </a:lnTo>
                    <a:cubicBezTo>
                      <a:pt x="6307" y="10755"/>
                      <a:pt x="6444" y="10845"/>
                      <a:pt x="6596" y="10845"/>
                    </a:cubicBezTo>
                    <a:cubicBezTo>
                      <a:pt x="6700" y="10845"/>
                      <a:pt x="6810" y="10802"/>
                      <a:pt x="6900" y="10713"/>
                    </a:cubicBezTo>
                    <a:lnTo>
                      <a:pt x="7625" y="9610"/>
                    </a:lnTo>
                    <a:lnTo>
                      <a:pt x="9483" y="11406"/>
                    </a:lnTo>
                    <a:cubicBezTo>
                      <a:pt x="9688" y="11610"/>
                      <a:pt x="9956" y="11713"/>
                      <a:pt x="10220" y="11713"/>
                    </a:cubicBezTo>
                    <a:cubicBezTo>
                      <a:pt x="10484" y="11713"/>
                      <a:pt x="10744" y="11610"/>
                      <a:pt x="10933" y="11406"/>
                    </a:cubicBezTo>
                    <a:lnTo>
                      <a:pt x="11405" y="10933"/>
                    </a:lnTo>
                    <a:cubicBezTo>
                      <a:pt x="11783" y="10555"/>
                      <a:pt x="11783" y="9893"/>
                      <a:pt x="11374" y="9484"/>
                    </a:cubicBezTo>
                    <a:lnTo>
                      <a:pt x="9515" y="7720"/>
                    </a:lnTo>
                    <a:lnTo>
                      <a:pt x="10618" y="6964"/>
                    </a:lnTo>
                    <a:cubicBezTo>
                      <a:pt x="10870" y="6806"/>
                      <a:pt x="10838" y="6428"/>
                      <a:pt x="10555" y="6333"/>
                    </a:cubicBezTo>
                    <a:lnTo>
                      <a:pt x="10145" y="6239"/>
                    </a:lnTo>
                    <a:cubicBezTo>
                      <a:pt x="10303" y="5483"/>
                      <a:pt x="10271" y="4695"/>
                      <a:pt x="10082" y="3908"/>
                    </a:cubicBezTo>
                    <a:cubicBezTo>
                      <a:pt x="9483" y="1576"/>
                      <a:pt x="7436" y="1"/>
                      <a:pt x="510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14" name="Google Shape;12464;p89">
                <a:extLst>
                  <a:ext uri="{FF2B5EF4-FFF2-40B4-BE49-F238E27FC236}">
                    <a16:creationId xmlns:a16="http://schemas.microsoft.com/office/drawing/2014/main" id="{8F88F0EC-7613-AE49-DDFE-6DB0225E87C3}"/>
                  </a:ext>
                </a:extLst>
              </p:cNvPr>
              <p:cNvGrpSpPr/>
              <p:nvPr/>
            </p:nvGrpSpPr>
            <p:grpSpPr>
              <a:xfrm>
                <a:off x="5348293" y="2659314"/>
                <a:ext cx="648218" cy="646514"/>
                <a:chOff x="-4570325" y="2405775"/>
                <a:chExt cx="294600" cy="293825"/>
              </a:xfrm>
              <a:grpFill/>
            </p:grpSpPr>
            <p:sp>
              <p:nvSpPr>
                <p:cNvPr id="17953" name="Google Shape;12465;p89">
                  <a:extLst>
                    <a:ext uri="{FF2B5EF4-FFF2-40B4-BE49-F238E27FC236}">
                      <a16:creationId xmlns:a16="http://schemas.microsoft.com/office/drawing/2014/main" id="{F3E858C9-E5AE-FDFE-85A8-52936780A604}"/>
                    </a:ext>
                  </a:extLst>
                </p:cNvPr>
                <p:cNvSpPr/>
                <p:nvPr/>
              </p:nvSpPr>
              <p:spPr>
                <a:xfrm>
                  <a:off x="-4570325" y="2405775"/>
                  <a:ext cx="294600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3" extrusionOk="0">
                      <a:moveTo>
                        <a:pt x="5734" y="694"/>
                      </a:moveTo>
                      <a:cubicBezTo>
                        <a:pt x="7624" y="694"/>
                        <a:pt x="9168" y="2238"/>
                        <a:pt x="9168" y="4128"/>
                      </a:cubicBezTo>
                      <a:cubicBezTo>
                        <a:pt x="9168" y="6050"/>
                        <a:pt x="7624" y="7594"/>
                        <a:pt x="5734" y="7594"/>
                      </a:cubicBezTo>
                      <a:cubicBezTo>
                        <a:pt x="3844" y="7594"/>
                        <a:pt x="2332" y="6018"/>
                        <a:pt x="2332" y="4128"/>
                      </a:cubicBezTo>
                      <a:cubicBezTo>
                        <a:pt x="2332" y="2238"/>
                        <a:pt x="3844" y="694"/>
                        <a:pt x="5734" y="694"/>
                      </a:cubicBezTo>
                      <a:close/>
                      <a:moveTo>
                        <a:pt x="977" y="7531"/>
                      </a:moveTo>
                      <a:cubicBezTo>
                        <a:pt x="1166" y="7531"/>
                        <a:pt x="1323" y="7688"/>
                        <a:pt x="1323" y="7909"/>
                      </a:cubicBezTo>
                      <a:cubicBezTo>
                        <a:pt x="1292" y="8129"/>
                        <a:pt x="1134" y="8255"/>
                        <a:pt x="977" y="8255"/>
                      </a:cubicBezTo>
                      <a:cubicBezTo>
                        <a:pt x="788" y="8255"/>
                        <a:pt x="630" y="8098"/>
                        <a:pt x="630" y="7909"/>
                      </a:cubicBezTo>
                      <a:cubicBezTo>
                        <a:pt x="630" y="7688"/>
                        <a:pt x="788" y="7531"/>
                        <a:pt x="977" y="7531"/>
                      </a:cubicBezTo>
                      <a:close/>
                      <a:moveTo>
                        <a:pt x="10586" y="7531"/>
                      </a:moveTo>
                      <a:cubicBezTo>
                        <a:pt x="10775" y="7531"/>
                        <a:pt x="10932" y="7688"/>
                        <a:pt x="10932" y="7909"/>
                      </a:cubicBezTo>
                      <a:cubicBezTo>
                        <a:pt x="10932" y="8129"/>
                        <a:pt x="10775" y="8255"/>
                        <a:pt x="10586" y="8255"/>
                      </a:cubicBezTo>
                      <a:cubicBezTo>
                        <a:pt x="10397" y="8255"/>
                        <a:pt x="10239" y="8098"/>
                        <a:pt x="10239" y="7909"/>
                      </a:cubicBezTo>
                      <a:cubicBezTo>
                        <a:pt x="10239" y="7688"/>
                        <a:pt x="10397" y="7531"/>
                        <a:pt x="10586" y="7531"/>
                      </a:cubicBezTo>
                      <a:close/>
                      <a:moveTo>
                        <a:pt x="3025" y="9641"/>
                      </a:moveTo>
                      <a:cubicBezTo>
                        <a:pt x="3214" y="9641"/>
                        <a:pt x="3371" y="9799"/>
                        <a:pt x="3371" y="9988"/>
                      </a:cubicBezTo>
                      <a:cubicBezTo>
                        <a:pt x="3340" y="10177"/>
                        <a:pt x="3214" y="10335"/>
                        <a:pt x="3025" y="10335"/>
                      </a:cubicBezTo>
                      <a:cubicBezTo>
                        <a:pt x="2836" y="10335"/>
                        <a:pt x="2678" y="10177"/>
                        <a:pt x="2678" y="9988"/>
                      </a:cubicBezTo>
                      <a:cubicBezTo>
                        <a:pt x="2678" y="9799"/>
                        <a:pt x="2836" y="9641"/>
                        <a:pt x="3025" y="9641"/>
                      </a:cubicBezTo>
                      <a:close/>
                      <a:moveTo>
                        <a:pt x="8475" y="9641"/>
                      </a:moveTo>
                      <a:cubicBezTo>
                        <a:pt x="8696" y="9641"/>
                        <a:pt x="8822" y="9799"/>
                        <a:pt x="8822" y="9988"/>
                      </a:cubicBezTo>
                      <a:cubicBezTo>
                        <a:pt x="8822" y="10177"/>
                        <a:pt x="8664" y="10335"/>
                        <a:pt x="8475" y="10335"/>
                      </a:cubicBezTo>
                      <a:cubicBezTo>
                        <a:pt x="8255" y="10335"/>
                        <a:pt x="8128" y="10177"/>
                        <a:pt x="8128" y="9988"/>
                      </a:cubicBezTo>
                      <a:cubicBezTo>
                        <a:pt x="8128" y="9799"/>
                        <a:pt x="8255" y="9641"/>
                        <a:pt x="8475" y="9641"/>
                      </a:cubicBezTo>
                      <a:close/>
                      <a:moveTo>
                        <a:pt x="5734" y="10303"/>
                      </a:moveTo>
                      <a:cubicBezTo>
                        <a:pt x="5955" y="10303"/>
                        <a:pt x="6112" y="10461"/>
                        <a:pt x="6112" y="10650"/>
                      </a:cubicBezTo>
                      <a:cubicBezTo>
                        <a:pt x="6112" y="10839"/>
                        <a:pt x="5955" y="10996"/>
                        <a:pt x="5734" y="10996"/>
                      </a:cubicBezTo>
                      <a:cubicBezTo>
                        <a:pt x="5545" y="10996"/>
                        <a:pt x="5388" y="10839"/>
                        <a:pt x="5388" y="10650"/>
                      </a:cubicBezTo>
                      <a:cubicBezTo>
                        <a:pt x="5388" y="10461"/>
                        <a:pt x="5545" y="10303"/>
                        <a:pt x="5734" y="10303"/>
                      </a:cubicBezTo>
                      <a:close/>
                      <a:moveTo>
                        <a:pt x="5797" y="1"/>
                      </a:moveTo>
                      <a:cubicBezTo>
                        <a:pt x="3497" y="1"/>
                        <a:pt x="1701" y="1860"/>
                        <a:pt x="1701" y="4097"/>
                      </a:cubicBezTo>
                      <a:cubicBezTo>
                        <a:pt x="1701" y="5010"/>
                        <a:pt x="2017" y="5924"/>
                        <a:pt x="2552" y="6617"/>
                      </a:cubicBezTo>
                      <a:lnTo>
                        <a:pt x="1701" y="7153"/>
                      </a:lnTo>
                      <a:cubicBezTo>
                        <a:pt x="1481" y="6995"/>
                        <a:pt x="1260" y="6901"/>
                        <a:pt x="1040" y="6901"/>
                      </a:cubicBezTo>
                      <a:cubicBezTo>
                        <a:pt x="473" y="6901"/>
                        <a:pt x="0" y="7373"/>
                        <a:pt x="0" y="7940"/>
                      </a:cubicBezTo>
                      <a:cubicBezTo>
                        <a:pt x="0" y="8476"/>
                        <a:pt x="473" y="8948"/>
                        <a:pt x="1040" y="8948"/>
                      </a:cubicBezTo>
                      <a:cubicBezTo>
                        <a:pt x="1575" y="8948"/>
                        <a:pt x="2048" y="8476"/>
                        <a:pt x="2048" y="7940"/>
                      </a:cubicBezTo>
                      <a:lnTo>
                        <a:pt x="2048" y="7751"/>
                      </a:lnTo>
                      <a:lnTo>
                        <a:pt x="3088" y="7153"/>
                      </a:lnTo>
                      <a:cubicBezTo>
                        <a:pt x="3340" y="7373"/>
                        <a:pt x="3623" y="7625"/>
                        <a:pt x="3970" y="7783"/>
                      </a:cubicBezTo>
                      <a:lnTo>
                        <a:pt x="3308" y="8948"/>
                      </a:lnTo>
                      <a:lnTo>
                        <a:pt x="3119" y="8948"/>
                      </a:lnTo>
                      <a:cubicBezTo>
                        <a:pt x="2552" y="8948"/>
                        <a:pt x="2080" y="9421"/>
                        <a:pt x="2080" y="9988"/>
                      </a:cubicBezTo>
                      <a:cubicBezTo>
                        <a:pt x="2080" y="10524"/>
                        <a:pt x="2552" y="10996"/>
                        <a:pt x="3119" y="10996"/>
                      </a:cubicBezTo>
                      <a:cubicBezTo>
                        <a:pt x="3655" y="10996"/>
                        <a:pt x="4127" y="10524"/>
                        <a:pt x="4127" y="9988"/>
                      </a:cubicBezTo>
                      <a:cubicBezTo>
                        <a:pt x="4127" y="9736"/>
                        <a:pt x="4064" y="9515"/>
                        <a:pt x="3907" y="9326"/>
                      </a:cubicBezTo>
                      <a:lnTo>
                        <a:pt x="4600" y="8098"/>
                      </a:lnTo>
                      <a:cubicBezTo>
                        <a:pt x="4883" y="8161"/>
                        <a:pt x="5199" y="8255"/>
                        <a:pt x="5514" y="8287"/>
                      </a:cubicBezTo>
                      <a:lnTo>
                        <a:pt x="5514" y="9736"/>
                      </a:lnTo>
                      <a:cubicBezTo>
                        <a:pt x="5136" y="9894"/>
                        <a:pt x="4852" y="10272"/>
                        <a:pt x="4852" y="10713"/>
                      </a:cubicBezTo>
                      <a:cubicBezTo>
                        <a:pt x="4852" y="11280"/>
                        <a:pt x="5325" y="11752"/>
                        <a:pt x="5860" y="11752"/>
                      </a:cubicBezTo>
                      <a:cubicBezTo>
                        <a:pt x="6427" y="11752"/>
                        <a:pt x="6900" y="11280"/>
                        <a:pt x="6900" y="10713"/>
                      </a:cubicBezTo>
                      <a:cubicBezTo>
                        <a:pt x="6900" y="10303"/>
                        <a:pt x="6616" y="9894"/>
                        <a:pt x="6238" y="9736"/>
                      </a:cubicBezTo>
                      <a:lnTo>
                        <a:pt x="6238" y="8287"/>
                      </a:lnTo>
                      <a:cubicBezTo>
                        <a:pt x="6553" y="8255"/>
                        <a:pt x="6868" y="8224"/>
                        <a:pt x="7120" y="8098"/>
                      </a:cubicBezTo>
                      <a:lnTo>
                        <a:pt x="7845" y="9326"/>
                      </a:lnTo>
                      <a:cubicBezTo>
                        <a:pt x="7687" y="9515"/>
                        <a:pt x="7593" y="9736"/>
                        <a:pt x="7593" y="9988"/>
                      </a:cubicBezTo>
                      <a:cubicBezTo>
                        <a:pt x="7593" y="10524"/>
                        <a:pt x="8065" y="10996"/>
                        <a:pt x="8633" y="10996"/>
                      </a:cubicBezTo>
                      <a:cubicBezTo>
                        <a:pt x="9168" y="10996"/>
                        <a:pt x="9641" y="10524"/>
                        <a:pt x="9641" y="9988"/>
                      </a:cubicBezTo>
                      <a:cubicBezTo>
                        <a:pt x="9641" y="9421"/>
                        <a:pt x="9168" y="8948"/>
                        <a:pt x="8633" y="8948"/>
                      </a:cubicBezTo>
                      <a:lnTo>
                        <a:pt x="8444" y="8948"/>
                      </a:lnTo>
                      <a:lnTo>
                        <a:pt x="7750" y="7783"/>
                      </a:lnTo>
                      <a:cubicBezTo>
                        <a:pt x="8065" y="7625"/>
                        <a:pt x="8381" y="7373"/>
                        <a:pt x="8664" y="7153"/>
                      </a:cubicBezTo>
                      <a:lnTo>
                        <a:pt x="9735" y="7751"/>
                      </a:lnTo>
                      <a:lnTo>
                        <a:pt x="9735" y="7940"/>
                      </a:lnTo>
                      <a:cubicBezTo>
                        <a:pt x="9735" y="8476"/>
                        <a:pt x="10208" y="8948"/>
                        <a:pt x="10743" y="8948"/>
                      </a:cubicBezTo>
                      <a:cubicBezTo>
                        <a:pt x="11310" y="8948"/>
                        <a:pt x="11783" y="8476"/>
                        <a:pt x="11783" y="7940"/>
                      </a:cubicBezTo>
                      <a:cubicBezTo>
                        <a:pt x="11626" y="7342"/>
                        <a:pt x="11153" y="6901"/>
                        <a:pt x="10586" y="6901"/>
                      </a:cubicBezTo>
                      <a:cubicBezTo>
                        <a:pt x="10302" y="6901"/>
                        <a:pt x="10082" y="6995"/>
                        <a:pt x="9924" y="7153"/>
                      </a:cubicBezTo>
                      <a:lnTo>
                        <a:pt x="9011" y="6617"/>
                      </a:lnTo>
                      <a:cubicBezTo>
                        <a:pt x="9578" y="5924"/>
                        <a:pt x="9893" y="5010"/>
                        <a:pt x="9893" y="4097"/>
                      </a:cubicBezTo>
                      <a:cubicBezTo>
                        <a:pt x="9893" y="1828"/>
                        <a:pt x="8034" y="1"/>
                        <a:pt x="57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4" name="Google Shape;12466;p89">
                  <a:extLst>
                    <a:ext uri="{FF2B5EF4-FFF2-40B4-BE49-F238E27FC236}">
                      <a16:creationId xmlns:a16="http://schemas.microsoft.com/office/drawing/2014/main" id="{EBDB175D-931E-0B7D-33EE-EB41F064C384}"/>
                    </a:ext>
                  </a:extLst>
                </p:cNvPr>
                <p:cNvSpPr/>
                <p:nvPr/>
              </p:nvSpPr>
              <p:spPr>
                <a:xfrm>
                  <a:off x="-4478175" y="2439650"/>
                  <a:ext cx="103975" cy="120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9" h="4821" extrusionOk="0">
                      <a:moveTo>
                        <a:pt x="2048" y="725"/>
                      </a:moveTo>
                      <a:cubicBezTo>
                        <a:pt x="2458" y="725"/>
                        <a:pt x="2741" y="1040"/>
                        <a:pt x="2741" y="1387"/>
                      </a:cubicBezTo>
                      <a:cubicBezTo>
                        <a:pt x="2741" y="1765"/>
                        <a:pt x="2426" y="2049"/>
                        <a:pt x="2048" y="2049"/>
                      </a:cubicBezTo>
                      <a:cubicBezTo>
                        <a:pt x="1702" y="2049"/>
                        <a:pt x="1387" y="1733"/>
                        <a:pt x="1387" y="1387"/>
                      </a:cubicBezTo>
                      <a:cubicBezTo>
                        <a:pt x="1387" y="1040"/>
                        <a:pt x="1702" y="725"/>
                        <a:pt x="2048" y="725"/>
                      </a:cubicBezTo>
                      <a:close/>
                      <a:moveTo>
                        <a:pt x="2363" y="2773"/>
                      </a:moveTo>
                      <a:cubicBezTo>
                        <a:pt x="2930" y="2773"/>
                        <a:pt x="3403" y="3246"/>
                        <a:pt x="3403" y="3781"/>
                      </a:cubicBezTo>
                      <a:lnTo>
                        <a:pt x="3403" y="4128"/>
                      </a:lnTo>
                      <a:lnTo>
                        <a:pt x="630" y="4128"/>
                      </a:lnTo>
                      <a:lnTo>
                        <a:pt x="630" y="3781"/>
                      </a:lnTo>
                      <a:lnTo>
                        <a:pt x="693" y="3781"/>
                      </a:lnTo>
                      <a:cubicBezTo>
                        <a:pt x="693" y="3246"/>
                        <a:pt x="1166" y="2773"/>
                        <a:pt x="1702" y="2773"/>
                      </a:cubicBezTo>
                      <a:close/>
                      <a:moveTo>
                        <a:pt x="2111" y="1"/>
                      </a:moveTo>
                      <a:cubicBezTo>
                        <a:pt x="1355" y="1"/>
                        <a:pt x="725" y="631"/>
                        <a:pt x="725" y="1387"/>
                      </a:cubicBezTo>
                      <a:cubicBezTo>
                        <a:pt x="725" y="1702"/>
                        <a:pt x="851" y="2017"/>
                        <a:pt x="1040" y="2238"/>
                      </a:cubicBezTo>
                      <a:cubicBezTo>
                        <a:pt x="441" y="2521"/>
                        <a:pt x="63" y="3120"/>
                        <a:pt x="63" y="3781"/>
                      </a:cubicBezTo>
                      <a:lnTo>
                        <a:pt x="63" y="4443"/>
                      </a:lnTo>
                      <a:cubicBezTo>
                        <a:pt x="0" y="4663"/>
                        <a:pt x="158" y="4821"/>
                        <a:pt x="378" y="4821"/>
                      </a:cubicBezTo>
                      <a:lnTo>
                        <a:pt x="3781" y="4821"/>
                      </a:lnTo>
                      <a:cubicBezTo>
                        <a:pt x="4001" y="4821"/>
                        <a:pt x="4159" y="4663"/>
                        <a:pt x="4159" y="4443"/>
                      </a:cubicBezTo>
                      <a:lnTo>
                        <a:pt x="4159" y="3781"/>
                      </a:lnTo>
                      <a:cubicBezTo>
                        <a:pt x="4159" y="3120"/>
                        <a:pt x="3749" y="2521"/>
                        <a:pt x="3151" y="2238"/>
                      </a:cubicBezTo>
                      <a:cubicBezTo>
                        <a:pt x="3371" y="2017"/>
                        <a:pt x="3466" y="1733"/>
                        <a:pt x="3466" y="1387"/>
                      </a:cubicBezTo>
                      <a:cubicBezTo>
                        <a:pt x="3466" y="631"/>
                        <a:pt x="2836" y="1"/>
                        <a:pt x="211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5" name="Google Shape;12477;p89">
                <a:extLst>
                  <a:ext uri="{FF2B5EF4-FFF2-40B4-BE49-F238E27FC236}">
                    <a16:creationId xmlns:a16="http://schemas.microsoft.com/office/drawing/2014/main" id="{6AFF3CB8-423E-09B0-D949-E18BA5A99A54}"/>
                  </a:ext>
                </a:extLst>
              </p:cNvPr>
              <p:cNvGrpSpPr/>
              <p:nvPr/>
            </p:nvGrpSpPr>
            <p:grpSpPr>
              <a:xfrm>
                <a:off x="9506180" y="2661954"/>
                <a:ext cx="642992" cy="641232"/>
                <a:chOff x="-2571737" y="2403625"/>
                <a:chExt cx="292225" cy="291425"/>
              </a:xfrm>
              <a:grpFill/>
            </p:grpSpPr>
            <p:sp>
              <p:nvSpPr>
                <p:cNvPr id="17946" name="Google Shape;12478;p89">
                  <a:extLst>
                    <a:ext uri="{FF2B5EF4-FFF2-40B4-BE49-F238E27FC236}">
                      <a16:creationId xmlns:a16="http://schemas.microsoft.com/office/drawing/2014/main" id="{921B997F-BF35-FD71-95E0-CA667DD81679}"/>
                    </a:ext>
                  </a:extLst>
                </p:cNvPr>
                <p:cNvSpPr/>
                <p:nvPr/>
              </p:nvSpPr>
              <p:spPr>
                <a:xfrm>
                  <a:off x="-2571737" y="2403625"/>
                  <a:ext cx="292225" cy="2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11657" extrusionOk="0">
                      <a:moveTo>
                        <a:pt x="9547" y="725"/>
                      </a:moveTo>
                      <a:cubicBezTo>
                        <a:pt x="9704" y="725"/>
                        <a:pt x="9830" y="788"/>
                        <a:pt x="9893" y="914"/>
                      </a:cubicBezTo>
                      <a:lnTo>
                        <a:pt x="10681" y="2772"/>
                      </a:lnTo>
                      <a:lnTo>
                        <a:pt x="1135" y="2772"/>
                      </a:lnTo>
                      <a:lnTo>
                        <a:pt x="1891" y="914"/>
                      </a:lnTo>
                      <a:cubicBezTo>
                        <a:pt x="1922" y="788"/>
                        <a:pt x="2080" y="725"/>
                        <a:pt x="2206" y="725"/>
                      </a:cubicBezTo>
                      <a:close/>
                      <a:moveTo>
                        <a:pt x="10649" y="3403"/>
                      </a:moveTo>
                      <a:cubicBezTo>
                        <a:pt x="10870" y="3403"/>
                        <a:pt x="11027" y="3560"/>
                        <a:pt x="11027" y="3749"/>
                      </a:cubicBezTo>
                      <a:lnTo>
                        <a:pt x="11027" y="5167"/>
                      </a:lnTo>
                      <a:cubicBezTo>
                        <a:pt x="11027" y="5356"/>
                        <a:pt x="10870" y="5513"/>
                        <a:pt x="10649" y="5513"/>
                      </a:cubicBezTo>
                      <a:lnTo>
                        <a:pt x="1040" y="5513"/>
                      </a:lnTo>
                      <a:cubicBezTo>
                        <a:pt x="851" y="5513"/>
                        <a:pt x="694" y="5356"/>
                        <a:pt x="694" y="5167"/>
                      </a:cubicBezTo>
                      <a:lnTo>
                        <a:pt x="694" y="3749"/>
                      </a:lnTo>
                      <a:cubicBezTo>
                        <a:pt x="694" y="3560"/>
                        <a:pt x="851" y="3403"/>
                        <a:pt x="1040" y="3403"/>
                      </a:cubicBezTo>
                      <a:close/>
                      <a:moveTo>
                        <a:pt x="10681" y="6206"/>
                      </a:moveTo>
                      <a:cubicBezTo>
                        <a:pt x="10870" y="6238"/>
                        <a:pt x="11027" y="6364"/>
                        <a:pt x="11027" y="6553"/>
                      </a:cubicBezTo>
                      <a:lnTo>
                        <a:pt x="11027" y="7939"/>
                      </a:lnTo>
                      <a:cubicBezTo>
                        <a:pt x="11027" y="8128"/>
                        <a:pt x="10870" y="8286"/>
                        <a:pt x="10681" y="8286"/>
                      </a:cubicBezTo>
                      <a:lnTo>
                        <a:pt x="1072" y="8286"/>
                      </a:lnTo>
                      <a:cubicBezTo>
                        <a:pt x="851" y="8286"/>
                        <a:pt x="694" y="8128"/>
                        <a:pt x="694" y="7939"/>
                      </a:cubicBezTo>
                      <a:lnTo>
                        <a:pt x="694" y="6553"/>
                      </a:lnTo>
                      <a:cubicBezTo>
                        <a:pt x="694" y="6364"/>
                        <a:pt x="851" y="6206"/>
                        <a:pt x="1072" y="6206"/>
                      </a:cubicBezTo>
                      <a:close/>
                      <a:moveTo>
                        <a:pt x="10681" y="8947"/>
                      </a:moveTo>
                      <a:cubicBezTo>
                        <a:pt x="10870" y="8947"/>
                        <a:pt x="11027" y="9105"/>
                        <a:pt x="11027" y="9294"/>
                      </a:cubicBezTo>
                      <a:lnTo>
                        <a:pt x="11027" y="10680"/>
                      </a:lnTo>
                      <a:cubicBezTo>
                        <a:pt x="11027" y="10869"/>
                        <a:pt x="10870" y="11027"/>
                        <a:pt x="10681" y="11027"/>
                      </a:cubicBezTo>
                      <a:lnTo>
                        <a:pt x="1072" y="11027"/>
                      </a:lnTo>
                      <a:cubicBezTo>
                        <a:pt x="851" y="11027"/>
                        <a:pt x="694" y="10869"/>
                        <a:pt x="694" y="10680"/>
                      </a:cubicBezTo>
                      <a:lnTo>
                        <a:pt x="694" y="9294"/>
                      </a:lnTo>
                      <a:cubicBezTo>
                        <a:pt x="694" y="9105"/>
                        <a:pt x="851" y="8947"/>
                        <a:pt x="1072" y="8947"/>
                      </a:cubicBezTo>
                      <a:close/>
                      <a:moveTo>
                        <a:pt x="2174" y="0"/>
                      </a:moveTo>
                      <a:cubicBezTo>
                        <a:pt x="1733" y="0"/>
                        <a:pt x="1387" y="252"/>
                        <a:pt x="1229" y="630"/>
                      </a:cubicBezTo>
                      <a:lnTo>
                        <a:pt x="64" y="3403"/>
                      </a:lnTo>
                      <a:cubicBezTo>
                        <a:pt x="32" y="3529"/>
                        <a:pt x="0" y="3686"/>
                        <a:pt x="0" y="3781"/>
                      </a:cubicBezTo>
                      <a:lnTo>
                        <a:pt x="0" y="5198"/>
                      </a:lnTo>
                      <a:cubicBezTo>
                        <a:pt x="0" y="5482"/>
                        <a:pt x="127" y="5734"/>
                        <a:pt x="284" y="5860"/>
                      </a:cubicBezTo>
                      <a:cubicBezTo>
                        <a:pt x="127" y="6080"/>
                        <a:pt x="0" y="6301"/>
                        <a:pt x="0" y="6553"/>
                      </a:cubicBezTo>
                      <a:lnTo>
                        <a:pt x="0" y="7908"/>
                      </a:lnTo>
                      <a:cubicBezTo>
                        <a:pt x="0" y="8191"/>
                        <a:pt x="127" y="8443"/>
                        <a:pt x="284" y="8601"/>
                      </a:cubicBezTo>
                      <a:cubicBezTo>
                        <a:pt x="127" y="8790"/>
                        <a:pt x="0" y="9010"/>
                        <a:pt x="0" y="9262"/>
                      </a:cubicBezTo>
                      <a:lnTo>
                        <a:pt x="0" y="10649"/>
                      </a:lnTo>
                      <a:cubicBezTo>
                        <a:pt x="0" y="11184"/>
                        <a:pt x="473" y="11657"/>
                        <a:pt x="1009" y="11657"/>
                      </a:cubicBezTo>
                      <a:lnTo>
                        <a:pt x="10618" y="11657"/>
                      </a:lnTo>
                      <a:cubicBezTo>
                        <a:pt x="11185" y="11657"/>
                        <a:pt x="11657" y="11184"/>
                        <a:pt x="11657" y="10649"/>
                      </a:cubicBezTo>
                      <a:lnTo>
                        <a:pt x="11657" y="9262"/>
                      </a:lnTo>
                      <a:cubicBezTo>
                        <a:pt x="11657" y="8979"/>
                        <a:pt x="11531" y="8758"/>
                        <a:pt x="11374" y="8601"/>
                      </a:cubicBezTo>
                      <a:cubicBezTo>
                        <a:pt x="11531" y="8380"/>
                        <a:pt x="11657" y="8160"/>
                        <a:pt x="11657" y="7908"/>
                      </a:cubicBezTo>
                      <a:lnTo>
                        <a:pt x="11657" y="6553"/>
                      </a:lnTo>
                      <a:cubicBezTo>
                        <a:pt x="11657" y="6269"/>
                        <a:pt x="11531" y="6017"/>
                        <a:pt x="11374" y="5860"/>
                      </a:cubicBezTo>
                      <a:cubicBezTo>
                        <a:pt x="11531" y="5671"/>
                        <a:pt x="11657" y="5450"/>
                        <a:pt x="11657" y="5198"/>
                      </a:cubicBezTo>
                      <a:lnTo>
                        <a:pt x="11657" y="3781"/>
                      </a:lnTo>
                      <a:lnTo>
                        <a:pt x="11689" y="3781"/>
                      </a:lnTo>
                      <a:cubicBezTo>
                        <a:pt x="11689" y="3686"/>
                        <a:pt x="11657" y="3529"/>
                        <a:pt x="11594" y="3403"/>
                      </a:cubicBezTo>
                      <a:lnTo>
                        <a:pt x="10460" y="630"/>
                      </a:lnTo>
                      <a:cubicBezTo>
                        <a:pt x="10303" y="252"/>
                        <a:pt x="9925" y="0"/>
                        <a:pt x="951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7" name="Google Shape;12479;p89">
                  <a:extLst>
                    <a:ext uri="{FF2B5EF4-FFF2-40B4-BE49-F238E27FC236}">
                      <a16:creationId xmlns:a16="http://schemas.microsoft.com/office/drawing/2014/main" id="{DA31558F-C9C0-711C-12F6-89C3486DC946}"/>
                    </a:ext>
                  </a:extLst>
                </p:cNvPr>
                <p:cNvSpPr/>
                <p:nvPr/>
              </p:nvSpPr>
              <p:spPr>
                <a:xfrm>
                  <a:off x="-2485967" y="2649150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lnTo>
                        <a:pt x="6585" y="726"/>
                      </a:lnTo>
                      <a:cubicBezTo>
                        <a:pt x="6774" y="726"/>
                        <a:pt x="6931" y="568"/>
                        <a:pt x="6931" y="379"/>
                      </a:cubicBezTo>
                      <a:cubicBezTo>
                        <a:pt x="6931" y="159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8" name="Google Shape;12480;p89">
                  <a:extLst>
                    <a:ext uri="{FF2B5EF4-FFF2-40B4-BE49-F238E27FC236}">
                      <a16:creationId xmlns:a16="http://schemas.microsoft.com/office/drawing/2014/main" id="{865D2A7C-061E-B673-07A7-01B5BF587C07}"/>
                    </a:ext>
                  </a:extLst>
                </p:cNvPr>
                <p:cNvSpPr/>
                <p:nvPr/>
              </p:nvSpPr>
              <p:spPr>
                <a:xfrm>
                  <a:off x="-2485967" y="2511325"/>
                  <a:ext cx="17330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2" h="726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78" y="725"/>
                      </a:cubicBezTo>
                      <a:lnTo>
                        <a:pt x="6585" y="725"/>
                      </a:lnTo>
                      <a:cubicBezTo>
                        <a:pt x="6774" y="725"/>
                        <a:pt x="6931" y="568"/>
                        <a:pt x="6931" y="379"/>
                      </a:cubicBezTo>
                      <a:cubicBezTo>
                        <a:pt x="6931" y="158"/>
                        <a:pt x="6774" y="1"/>
                        <a:pt x="658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9" name="Google Shape;12481;p89">
                  <a:extLst>
                    <a:ext uri="{FF2B5EF4-FFF2-40B4-BE49-F238E27FC236}">
                      <a16:creationId xmlns:a16="http://schemas.microsoft.com/office/drawing/2014/main" id="{A7F437E1-1D76-22E7-740D-9C0A1C53EC03}"/>
                    </a:ext>
                  </a:extLst>
                </p:cNvPr>
                <p:cNvSpPr/>
                <p:nvPr/>
              </p:nvSpPr>
              <p:spPr>
                <a:xfrm>
                  <a:off x="-2540185" y="2511325"/>
                  <a:ext cx="18125" cy="18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57" extrusionOk="0">
                      <a:moveTo>
                        <a:pt x="378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57"/>
                        <a:pt x="378" y="757"/>
                      </a:cubicBezTo>
                      <a:cubicBezTo>
                        <a:pt x="567" y="757"/>
                        <a:pt x="725" y="568"/>
                        <a:pt x="725" y="379"/>
                      </a:cubicBezTo>
                      <a:cubicBezTo>
                        <a:pt x="725" y="158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0" name="Google Shape;12482;p89">
                  <a:extLst>
                    <a:ext uri="{FF2B5EF4-FFF2-40B4-BE49-F238E27FC236}">
                      <a16:creationId xmlns:a16="http://schemas.microsoft.com/office/drawing/2014/main" id="{5D03F988-B22F-D11C-D816-7B43CA186117}"/>
                    </a:ext>
                  </a:extLst>
                </p:cNvPr>
                <p:cNvSpPr/>
                <p:nvPr/>
              </p:nvSpPr>
              <p:spPr>
                <a:xfrm>
                  <a:off x="-2485579" y="2580625"/>
                  <a:ext cx="172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01" h="694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32" y="536"/>
                        <a:pt x="158" y="693"/>
                        <a:pt x="347" y="693"/>
                      </a:cubicBezTo>
                      <a:lnTo>
                        <a:pt x="6554" y="693"/>
                      </a:lnTo>
                      <a:cubicBezTo>
                        <a:pt x="6774" y="693"/>
                        <a:pt x="6900" y="536"/>
                        <a:pt x="6900" y="347"/>
                      </a:cubicBezTo>
                      <a:cubicBezTo>
                        <a:pt x="6900" y="158"/>
                        <a:pt x="6774" y="0"/>
                        <a:pt x="655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1" name="Google Shape;12483;p89">
                  <a:extLst>
                    <a:ext uri="{FF2B5EF4-FFF2-40B4-BE49-F238E27FC236}">
                      <a16:creationId xmlns:a16="http://schemas.microsoft.com/office/drawing/2014/main" id="{55CCAF49-0EA5-E651-74F6-642DFE58B183}"/>
                    </a:ext>
                  </a:extLst>
                </p:cNvPr>
                <p:cNvSpPr/>
                <p:nvPr/>
              </p:nvSpPr>
              <p:spPr>
                <a:xfrm>
                  <a:off x="-2540185" y="2580625"/>
                  <a:ext cx="181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694" extrusionOk="0">
                      <a:moveTo>
                        <a:pt x="378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78" y="693"/>
                      </a:cubicBezTo>
                      <a:cubicBezTo>
                        <a:pt x="567" y="693"/>
                        <a:pt x="725" y="536"/>
                        <a:pt x="725" y="347"/>
                      </a:cubicBezTo>
                      <a:cubicBezTo>
                        <a:pt x="725" y="158"/>
                        <a:pt x="567" y="0"/>
                        <a:pt x="3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52" name="Google Shape;12484;p89">
                  <a:extLst>
                    <a:ext uri="{FF2B5EF4-FFF2-40B4-BE49-F238E27FC236}">
                      <a16:creationId xmlns:a16="http://schemas.microsoft.com/office/drawing/2014/main" id="{1953CE53-D970-ABFB-61AC-E11656D8EAD3}"/>
                    </a:ext>
                  </a:extLst>
                </p:cNvPr>
                <p:cNvSpPr/>
                <p:nvPr/>
              </p:nvSpPr>
              <p:spPr>
                <a:xfrm>
                  <a:off x="-2540185" y="2649150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78" y="1"/>
                      </a:moveTo>
                      <a:cubicBezTo>
                        <a:pt x="158" y="1"/>
                        <a:pt x="0" y="159"/>
                        <a:pt x="0" y="379"/>
                      </a:cubicBezTo>
                      <a:cubicBezTo>
                        <a:pt x="0" y="568"/>
                        <a:pt x="158" y="726"/>
                        <a:pt x="378" y="726"/>
                      </a:cubicBezTo>
                      <a:cubicBezTo>
                        <a:pt x="567" y="726"/>
                        <a:pt x="725" y="568"/>
                        <a:pt x="725" y="379"/>
                      </a:cubicBezTo>
                      <a:cubicBezTo>
                        <a:pt x="725" y="159"/>
                        <a:pt x="567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6" name="Google Shape;12511;p89">
                <a:extLst>
                  <a:ext uri="{FF2B5EF4-FFF2-40B4-BE49-F238E27FC236}">
                    <a16:creationId xmlns:a16="http://schemas.microsoft.com/office/drawing/2014/main" id="{C18DD444-575E-5890-ED73-B9D53083201D}"/>
                  </a:ext>
                </a:extLst>
              </p:cNvPr>
              <p:cNvGrpSpPr/>
              <p:nvPr/>
            </p:nvGrpSpPr>
            <p:grpSpPr>
              <a:xfrm>
                <a:off x="6249888" y="2659314"/>
                <a:ext cx="490509" cy="646514"/>
                <a:chOff x="-4178875" y="2405775"/>
                <a:chExt cx="222925" cy="293825"/>
              </a:xfrm>
              <a:grpFill/>
            </p:grpSpPr>
            <p:sp>
              <p:nvSpPr>
                <p:cNvPr id="17943" name="Google Shape;12512;p89">
                  <a:extLst>
                    <a:ext uri="{FF2B5EF4-FFF2-40B4-BE49-F238E27FC236}">
                      <a16:creationId xmlns:a16="http://schemas.microsoft.com/office/drawing/2014/main" id="{E296B638-B224-E3C2-3EFC-EABC6D2DE2C6}"/>
                    </a:ext>
                  </a:extLst>
                </p:cNvPr>
                <p:cNvSpPr/>
                <p:nvPr/>
              </p:nvSpPr>
              <p:spPr>
                <a:xfrm>
                  <a:off x="-4178875" y="2405775"/>
                  <a:ext cx="222925" cy="2938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11753" extrusionOk="0">
                      <a:moveTo>
                        <a:pt x="4474" y="694"/>
                      </a:moveTo>
                      <a:cubicBezTo>
                        <a:pt x="6553" y="694"/>
                        <a:pt x="8254" y="2395"/>
                        <a:pt x="8254" y="4475"/>
                      </a:cubicBezTo>
                      <a:cubicBezTo>
                        <a:pt x="8191" y="5262"/>
                        <a:pt x="7971" y="6018"/>
                        <a:pt x="7530" y="6649"/>
                      </a:cubicBezTo>
                      <a:lnTo>
                        <a:pt x="4474" y="10776"/>
                      </a:lnTo>
                      <a:lnTo>
                        <a:pt x="1418" y="6712"/>
                      </a:lnTo>
                      <a:cubicBezTo>
                        <a:pt x="945" y="6050"/>
                        <a:pt x="693" y="5294"/>
                        <a:pt x="693" y="4475"/>
                      </a:cubicBezTo>
                      <a:cubicBezTo>
                        <a:pt x="693" y="2395"/>
                        <a:pt x="2363" y="694"/>
                        <a:pt x="4474" y="694"/>
                      </a:cubicBezTo>
                      <a:close/>
                      <a:moveTo>
                        <a:pt x="4474" y="1"/>
                      </a:moveTo>
                      <a:cubicBezTo>
                        <a:pt x="2017" y="1"/>
                        <a:pt x="0" y="2017"/>
                        <a:pt x="0" y="4475"/>
                      </a:cubicBezTo>
                      <a:cubicBezTo>
                        <a:pt x="0" y="5451"/>
                        <a:pt x="315" y="6365"/>
                        <a:pt x="882" y="7153"/>
                      </a:cubicBezTo>
                      <a:lnTo>
                        <a:pt x="4190" y="11595"/>
                      </a:lnTo>
                      <a:cubicBezTo>
                        <a:pt x="4253" y="11689"/>
                        <a:pt x="4348" y="11752"/>
                        <a:pt x="4474" y="11752"/>
                      </a:cubicBezTo>
                      <a:cubicBezTo>
                        <a:pt x="4568" y="11752"/>
                        <a:pt x="4663" y="11721"/>
                        <a:pt x="4726" y="11595"/>
                      </a:cubicBezTo>
                      <a:lnTo>
                        <a:pt x="8097" y="7058"/>
                      </a:lnTo>
                      <a:cubicBezTo>
                        <a:pt x="8633" y="6333"/>
                        <a:pt x="8916" y="5420"/>
                        <a:pt x="8916" y="4506"/>
                      </a:cubicBezTo>
                      <a:cubicBezTo>
                        <a:pt x="8916" y="1986"/>
                        <a:pt x="6900" y="1"/>
                        <a:pt x="447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4" name="Google Shape;12513;p89">
                  <a:extLst>
                    <a:ext uri="{FF2B5EF4-FFF2-40B4-BE49-F238E27FC236}">
                      <a16:creationId xmlns:a16="http://schemas.microsoft.com/office/drawing/2014/main" id="{38BFB5F0-4FE6-C17E-1E45-D61408AC5B9F}"/>
                    </a:ext>
                  </a:extLst>
                </p:cNvPr>
                <p:cNvSpPr/>
                <p:nvPr/>
              </p:nvSpPr>
              <p:spPr>
                <a:xfrm>
                  <a:off x="-4093025" y="2491650"/>
                  <a:ext cx="51225" cy="51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9" h="2048" extrusionOk="0">
                      <a:moveTo>
                        <a:pt x="1040" y="630"/>
                      </a:moveTo>
                      <a:cubicBezTo>
                        <a:pt x="1229" y="630"/>
                        <a:pt x="1386" y="788"/>
                        <a:pt x="1386" y="1008"/>
                      </a:cubicBezTo>
                      <a:cubicBezTo>
                        <a:pt x="1386" y="1197"/>
                        <a:pt x="1197" y="1355"/>
                        <a:pt x="1040" y="1355"/>
                      </a:cubicBezTo>
                      <a:cubicBezTo>
                        <a:pt x="819" y="1355"/>
                        <a:pt x="662" y="1197"/>
                        <a:pt x="662" y="1008"/>
                      </a:cubicBezTo>
                      <a:cubicBezTo>
                        <a:pt x="662" y="788"/>
                        <a:pt x="819" y="630"/>
                        <a:pt x="1040" y="630"/>
                      </a:cubicBezTo>
                      <a:close/>
                      <a:moveTo>
                        <a:pt x="1040" y="0"/>
                      </a:moveTo>
                      <a:cubicBezTo>
                        <a:pt x="473" y="0"/>
                        <a:pt x="0" y="473"/>
                        <a:pt x="0" y="1040"/>
                      </a:cubicBezTo>
                      <a:cubicBezTo>
                        <a:pt x="0" y="1575"/>
                        <a:pt x="473" y="2048"/>
                        <a:pt x="1040" y="2048"/>
                      </a:cubicBezTo>
                      <a:cubicBezTo>
                        <a:pt x="1575" y="2048"/>
                        <a:pt x="2048" y="1575"/>
                        <a:pt x="2048" y="1040"/>
                      </a:cubicBezTo>
                      <a:cubicBezTo>
                        <a:pt x="2048" y="441"/>
                        <a:pt x="1575" y="0"/>
                        <a:pt x="104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5" name="Google Shape;12514;p89">
                  <a:extLst>
                    <a:ext uri="{FF2B5EF4-FFF2-40B4-BE49-F238E27FC236}">
                      <a16:creationId xmlns:a16="http://schemas.microsoft.com/office/drawing/2014/main" id="{F21535A2-49CB-A77D-AD20-062AE3B0FB08}"/>
                    </a:ext>
                  </a:extLst>
                </p:cNvPr>
                <p:cNvSpPr/>
                <p:nvPr/>
              </p:nvSpPr>
              <p:spPr>
                <a:xfrm>
                  <a:off x="-4145800" y="2439650"/>
                  <a:ext cx="155975" cy="155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39" h="6208" extrusionOk="0">
                      <a:moveTo>
                        <a:pt x="3403" y="694"/>
                      </a:moveTo>
                      <a:lnTo>
                        <a:pt x="3403" y="1166"/>
                      </a:lnTo>
                      <a:cubicBezTo>
                        <a:pt x="3403" y="1324"/>
                        <a:pt x="3497" y="1450"/>
                        <a:pt x="3655" y="1481"/>
                      </a:cubicBezTo>
                      <a:cubicBezTo>
                        <a:pt x="3844" y="1576"/>
                        <a:pt x="4033" y="1670"/>
                        <a:pt x="4191" y="1828"/>
                      </a:cubicBezTo>
                      <a:cubicBezTo>
                        <a:pt x="4268" y="1867"/>
                        <a:pt x="4358" y="1894"/>
                        <a:pt x="4445" y="1894"/>
                      </a:cubicBezTo>
                      <a:cubicBezTo>
                        <a:pt x="4499" y="1894"/>
                        <a:pt x="4552" y="1884"/>
                        <a:pt x="4600" y="1859"/>
                      </a:cubicBezTo>
                      <a:lnTo>
                        <a:pt x="4978" y="1607"/>
                      </a:lnTo>
                      <a:lnTo>
                        <a:pt x="5356" y="2206"/>
                      </a:lnTo>
                      <a:lnTo>
                        <a:pt x="4947" y="2458"/>
                      </a:lnTo>
                      <a:cubicBezTo>
                        <a:pt x="4821" y="2521"/>
                        <a:pt x="4789" y="2647"/>
                        <a:pt x="4789" y="2805"/>
                      </a:cubicBezTo>
                      <a:cubicBezTo>
                        <a:pt x="4821" y="3025"/>
                        <a:pt x="4821" y="3183"/>
                        <a:pt x="4789" y="3435"/>
                      </a:cubicBezTo>
                      <a:cubicBezTo>
                        <a:pt x="4758" y="3592"/>
                        <a:pt x="4821" y="3687"/>
                        <a:pt x="4947" y="3781"/>
                      </a:cubicBezTo>
                      <a:lnTo>
                        <a:pt x="5356" y="4033"/>
                      </a:lnTo>
                      <a:lnTo>
                        <a:pt x="4978" y="4600"/>
                      </a:lnTo>
                      <a:lnTo>
                        <a:pt x="4600" y="4380"/>
                      </a:lnTo>
                      <a:cubicBezTo>
                        <a:pt x="4554" y="4345"/>
                        <a:pt x="4503" y="4332"/>
                        <a:pt x="4452" y="4332"/>
                      </a:cubicBezTo>
                      <a:cubicBezTo>
                        <a:pt x="4363" y="4332"/>
                        <a:pt x="4270" y="4372"/>
                        <a:pt x="4191" y="4411"/>
                      </a:cubicBezTo>
                      <a:cubicBezTo>
                        <a:pt x="4033" y="4537"/>
                        <a:pt x="3844" y="4632"/>
                        <a:pt x="3655" y="4726"/>
                      </a:cubicBezTo>
                      <a:cubicBezTo>
                        <a:pt x="3529" y="4758"/>
                        <a:pt x="3403" y="4915"/>
                        <a:pt x="3403" y="5041"/>
                      </a:cubicBezTo>
                      <a:lnTo>
                        <a:pt x="3403" y="5514"/>
                      </a:lnTo>
                      <a:lnTo>
                        <a:pt x="2741" y="5514"/>
                      </a:lnTo>
                      <a:lnTo>
                        <a:pt x="2741" y="5041"/>
                      </a:lnTo>
                      <a:cubicBezTo>
                        <a:pt x="2741" y="4884"/>
                        <a:pt x="2678" y="4758"/>
                        <a:pt x="2521" y="4726"/>
                      </a:cubicBezTo>
                      <a:cubicBezTo>
                        <a:pt x="2300" y="4663"/>
                        <a:pt x="2111" y="4569"/>
                        <a:pt x="1954" y="4411"/>
                      </a:cubicBezTo>
                      <a:cubicBezTo>
                        <a:pt x="1874" y="4372"/>
                        <a:pt x="1782" y="4332"/>
                        <a:pt x="1701" y="4332"/>
                      </a:cubicBezTo>
                      <a:cubicBezTo>
                        <a:pt x="1654" y="4332"/>
                        <a:pt x="1610" y="4345"/>
                        <a:pt x="1576" y="4380"/>
                      </a:cubicBezTo>
                      <a:lnTo>
                        <a:pt x="1166" y="4600"/>
                      </a:lnTo>
                      <a:lnTo>
                        <a:pt x="820" y="4033"/>
                      </a:lnTo>
                      <a:lnTo>
                        <a:pt x="1198" y="3781"/>
                      </a:lnTo>
                      <a:cubicBezTo>
                        <a:pt x="1324" y="3718"/>
                        <a:pt x="1418" y="3592"/>
                        <a:pt x="1355" y="3435"/>
                      </a:cubicBezTo>
                      <a:cubicBezTo>
                        <a:pt x="1324" y="3183"/>
                        <a:pt x="1324" y="3025"/>
                        <a:pt x="1355" y="2805"/>
                      </a:cubicBezTo>
                      <a:cubicBezTo>
                        <a:pt x="1418" y="2647"/>
                        <a:pt x="1324" y="2521"/>
                        <a:pt x="1198" y="2458"/>
                      </a:cubicBezTo>
                      <a:lnTo>
                        <a:pt x="820" y="2206"/>
                      </a:lnTo>
                      <a:lnTo>
                        <a:pt x="1166" y="1607"/>
                      </a:lnTo>
                      <a:lnTo>
                        <a:pt x="1576" y="1859"/>
                      </a:lnTo>
                      <a:cubicBezTo>
                        <a:pt x="1612" y="1884"/>
                        <a:pt x="1657" y="1894"/>
                        <a:pt x="1706" y="1894"/>
                      </a:cubicBezTo>
                      <a:cubicBezTo>
                        <a:pt x="1786" y="1894"/>
                        <a:pt x="1876" y="1867"/>
                        <a:pt x="1954" y="1828"/>
                      </a:cubicBezTo>
                      <a:cubicBezTo>
                        <a:pt x="2111" y="1702"/>
                        <a:pt x="2300" y="1576"/>
                        <a:pt x="2521" y="1481"/>
                      </a:cubicBezTo>
                      <a:cubicBezTo>
                        <a:pt x="2615" y="1450"/>
                        <a:pt x="2741" y="1292"/>
                        <a:pt x="2741" y="1166"/>
                      </a:cubicBezTo>
                      <a:lnTo>
                        <a:pt x="2741" y="694"/>
                      </a:lnTo>
                      <a:close/>
                      <a:moveTo>
                        <a:pt x="2426" y="1"/>
                      </a:moveTo>
                      <a:cubicBezTo>
                        <a:pt x="2237" y="1"/>
                        <a:pt x="2080" y="158"/>
                        <a:pt x="2080" y="347"/>
                      </a:cubicBezTo>
                      <a:lnTo>
                        <a:pt x="2080" y="946"/>
                      </a:lnTo>
                      <a:cubicBezTo>
                        <a:pt x="1954" y="977"/>
                        <a:pt x="1828" y="1072"/>
                        <a:pt x="1765" y="1135"/>
                      </a:cubicBezTo>
                      <a:lnTo>
                        <a:pt x="1261" y="851"/>
                      </a:lnTo>
                      <a:cubicBezTo>
                        <a:pt x="1211" y="831"/>
                        <a:pt x="1158" y="821"/>
                        <a:pt x="1104" y="821"/>
                      </a:cubicBezTo>
                      <a:cubicBezTo>
                        <a:pt x="990" y="821"/>
                        <a:pt x="874" y="870"/>
                        <a:pt x="788" y="977"/>
                      </a:cubicBezTo>
                      <a:lnTo>
                        <a:pt x="126" y="2175"/>
                      </a:lnTo>
                      <a:cubicBezTo>
                        <a:pt x="32" y="2332"/>
                        <a:pt x="63" y="2521"/>
                        <a:pt x="221" y="2647"/>
                      </a:cubicBezTo>
                      <a:lnTo>
                        <a:pt x="757" y="2899"/>
                      </a:lnTo>
                      <a:lnTo>
                        <a:pt x="757" y="3120"/>
                      </a:lnTo>
                      <a:lnTo>
                        <a:pt x="757" y="3309"/>
                      </a:lnTo>
                      <a:lnTo>
                        <a:pt x="221" y="3592"/>
                      </a:lnTo>
                      <a:cubicBezTo>
                        <a:pt x="63" y="3655"/>
                        <a:pt x="0" y="3907"/>
                        <a:pt x="126" y="4065"/>
                      </a:cubicBezTo>
                      <a:lnTo>
                        <a:pt x="788" y="5231"/>
                      </a:lnTo>
                      <a:cubicBezTo>
                        <a:pt x="831" y="5337"/>
                        <a:pt x="960" y="5415"/>
                        <a:pt x="1088" y="5415"/>
                      </a:cubicBezTo>
                      <a:cubicBezTo>
                        <a:pt x="1149" y="5415"/>
                        <a:pt x="1210" y="5397"/>
                        <a:pt x="1261" y="5357"/>
                      </a:cubicBezTo>
                      <a:lnTo>
                        <a:pt x="1765" y="5073"/>
                      </a:lnTo>
                      <a:cubicBezTo>
                        <a:pt x="1891" y="5167"/>
                        <a:pt x="1954" y="5199"/>
                        <a:pt x="2080" y="5262"/>
                      </a:cubicBezTo>
                      <a:lnTo>
                        <a:pt x="2080" y="5861"/>
                      </a:lnTo>
                      <a:cubicBezTo>
                        <a:pt x="2080" y="6050"/>
                        <a:pt x="2237" y="6207"/>
                        <a:pt x="2426" y="6207"/>
                      </a:cubicBezTo>
                      <a:lnTo>
                        <a:pt x="3812" y="6207"/>
                      </a:lnTo>
                      <a:cubicBezTo>
                        <a:pt x="4002" y="6207"/>
                        <a:pt x="4159" y="6050"/>
                        <a:pt x="4159" y="5861"/>
                      </a:cubicBezTo>
                      <a:lnTo>
                        <a:pt x="4159" y="5262"/>
                      </a:lnTo>
                      <a:cubicBezTo>
                        <a:pt x="4285" y="5231"/>
                        <a:pt x="4411" y="5167"/>
                        <a:pt x="4474" y="5073"/>
                      </a:cubicBezTo>
                      <a:lnTo>
                        <a:pt x="4978" y="5357"/>
                      </a:lnTo>
                      <a:cubicBezTo>
                        <a:pt x="5028" y="5376"/>
                        <a:pt x="5084" y="5387"/>
                        <a:pt x="5141" y="5387"/>
                      </a:cubicBezTo>
                      <a:cubicBezTo>
                        <a:pt x="5263" y="5387"/>
                        <a:pt x="5386" y="5338"/>
                        <a:pt x="5451" y="5231"/>
                      </a:cubicBezTo>
                      <a:lnTo>
                        <a:pt x="6144" y="4065"/>
                      </a:lnTo>
                      <a:cubicBezTo>
                        <a:pt x="6207" y="3907"/>
                        <a:pt x="6175" y="3687"/>
                        <a:pt x="6018" y="3592"/>
                      </a:cubicBezTo>
                      <a:lnTo>
                        <a:pt x="5514" y="3309"/>
                      </a:lnTo>
                      <a:lnTo>
                        <a:pt x="5514" y="3120"/>
                      </a:lnTo>
                      <a:lnTo>
                        <a:pt x="5514" y="2899"/>
                      </a:lnTo>
                      <a:lnTo>
                        <a:pt x="6018" y="2647"/>
                      </a:lnTo>
                      <a:cubicBezTo>
                        <a:pt x="6175" y="2521"/>
                        <a:pt x="6238" y="2332"/>
                        <a:pt x="6144" y="2175"/>
                      </a:cubicBezTo>
                      <a:lnTo>
                        <a:pt x="5451" y="977"/>
                      </a:lnTo>
                      <a:cubicBezTo>
                        <a:pt x="5408" y="870"/>
                        <a:pt x="5278" y="807"/>
                        <a:pt x="5149" y="807"/>
                      </a:cubicBezTo>
                      <a:cubicBezTo>
                        <a:pt x="5089" y="807"/>
                        <a:pt x="5029" y="821"/>
                        <a:pt x="4978" y="851"/>
                      </a:cubicBezTo>
                      <a:lnTo>
                        <a:pt x="4474" y="1135"/>
                      </a:lnTo>
                      <a:cubicBezTo>
                        <a:pt x="4348" y="1072"/>
                        <a:pt x="4285" y="1009"/>
                        <a:pt x="4159" y="946"/>
                      </a:cubicBezTo>
                      <a:lnTo>
                        <a:pt x="4159" y="347"/>
                      </a:lnTo>
                      <a:cubicBezTo>
                        <a:pt x="4159" y="158"/>
                        <a:pt x="4002" y="1"/>
                        <a:pt x="38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7" name="Google Shape;12520;p89">
                <a:extLst>
                  <a:ext uri="{FF2B5EF4-FFF2-40B4-BE49-F238E27FC236}">
                    <a16:creationId xmlns:a16="http://schemas.microsoft.com/office/drawing/2014/main" id="{CBE1D596-53C2-62CB-5CE5-1C24CA6B0F0D}"/>
                  </a:ext>
                </a:extLst>
              </p:cNvPr>
              <p:cNvGrpSpPr/>
              <p:nvPr/>
            </p:nvGrpSpPr>
            <p:grpSpPr>
              <a:xfrm>
                <a:off x="10314963" y="2661925"/>
                <a:ext cx="641288" cy="641288"/>
                <a:chOff x="-2419325" y="2408150"/>
                <a:chExt cx="291450" cy="291450"/>
              </a:xfrm>
              <a:grpFill/>
            </p:grpSpPr>
            <p:sp>
              <p:nvSpPr>
                <p:cNvPr id="17936" name="Google Shape;12521;p89">
                  <a:extLst>
                    <a:ext uri="{FF2B5EF4-FFF2-40B4-BE49-F238E27FC236}">
                      <a16:creationId xmlns:a16="http://schemas.microsoft.com/office/drawing/2014/main" id="{31F545B9-DF46-87AC-FF1B-65E055502B2D}"/>
                    </a:ext>
                  </a:extLst>
                </p:cNvPr>
                <p:cNvSpPr/>
                <p:nvPr/>
              </p:nvSpPr>
              <p:spPr>
                <a:xfrm>
                  <a:off x="-2419325" y="2408150"/>
                  <a:ext cx="29145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58" extrusionOk="0">
                      <a:moveTo>
                        <a:pt x="8948" y="725"/>
                      </a:moveTo>
                      <a:lnTo>
                        <a:pt x="8948" y="2489"/>
                      </a:lnTo>
                      <a:lnTo>
                        <a:pt x="8948" y="10366"/>
                      </a:lnTo>
                      <a:cubicBezTo>
                        <a:pt x="8948" y="10586"/>
                        <a:pt x="9011" y="10838"/>
                        <a:pt x="9137" y="11027"/>
                      </a:cubicBezTo>
                      <a:lnTo>
                        <a:pt x="1733" y="11027"/>
                      </a:lnTo>
                      <a:cubicBezTo>
                        <a:pt x="1134" y="11027"/>
                        <a:pt x="662" y="10586"/>
                        <a:pt x="662" y="10019"/>
                      </a:cubicBezTo>
                      <a:lnTo>
                        <a:pt x="662" y="725"/>
                      </a:lnTo>
                      <a:close/>
                      <a:moveTo>
                        <a:pt x="11027" y="2836"/>
                      </a:moveTo>
                      <a:lnTo>
                        <a:pt x="11027" y="10366"/>
                      </a:lnTo>
                      <a:lnTo>
                        <a:pt x="10995" y="10366"/>
                      </a:lnTo>
                      <a:cubicBezTo>
                        <a:pt x="10995" y="10744"/>
                        <a:pt x="10680" y="11027"/>
                        <a:pt x="10334" y="11027"/>
                      </a:cubicBezTo>
                      <a:cubicBezTo>
                        <a:pt x="9987" y="11027"/>
                        <a:pt x="9672" y="10712"/>
                        <a:pt x="9672" y="10366"/>
                      </a:cubicBezTo>
                      <a:lnTo>
                        <a:pt x="9672" y="2836"/>
                      </a:lnTo>
                      <a:close/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9956"/>
                      </a:lnTo>
                      <a:cubicBezTo>
                        <a:pt x="0" y="10901"/>
                        <a:pt x="756" y="11657"/>
                        <a:pt x="1702" y="11657"/>
                      </a:cubicBezTo>
                      <a:lnTo>
                        <a:pt x="10302" y="11657"/>
                      </a:lnTo>
                      <a:cubicBezTo>
                        <a:pt x="11027" y="11657"/>
                        <a:pt x="11657" y="11027"/>
                        <a:pt x="11657" y="10271"/>
                      </a:cubicBezTo>
                      <a:lnTo>
                        <a:pt x="11657" y="2395"/>
                      </a:lnTo>
                      <a:cubicBezTo>
                        <a:pt x="11657" y="2300"/>
                        <a:pt x="11500" y="2143"/>
                        <a:pt x="11342" y="2143"/>
                      </a:cubicBezTo>
                      <a:lnTo>
                        <a:pt x="9641" y="2143"/>
                      </a:lnTo>
                      <a:lnTo>
                        <a:pt x="9641" y="347"/>
                      </a:lnTo>
                      <a:cubicBezTo>
                        <a:pt x="9641" y="158"/>
                        <a:pt x="9483" y="1"/>
                        <a:pt x="929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7" name="Google Shape;12522;p89">
                  <a:extLst>
                    <a:ext uri="{FF2B5EF4-FFF2-40B4-BE49-F238E27FC236}">
                      <a16:creationId xmlns:a16="http://schemas.microsoft.com/office/drawing/2014/main" id="{2A3506A7-D906-2548-13A5-D69DED6E19F9}"/>
                    </a:ext>
                  </a:extLst>
                </p:cNvPr>
                <p:cNvSpPr/>
                <p:nvPr/>
              </p:nvSpPr>
              <p:spPr>
                <a:xfrm>
                  <a:off x="-2385475" y="2444375"/>
                  <a:ext cx="17332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3467" extrusionOk="0">
                      <a:moveTo>
                        <a:pt x="6207" y="694"/>
                      </a:moveTo>
                      <a:lnTo>
                        <a:pt x="6207" y="2742"/>
                      </a:lnTo>
                      <a:lnTo>
                        <a:pt x="694" y="2742"/>
                      </a:lnTo>
                      <a:lnTo>
                        <a:pt x="694" y="694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79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6554" y="3466"/>
                      </a:lnTo>
                      <a:cubicBezTo>
                        <a:pt x="6775" y="3466"/>
                        <a:pt x="6932" y="3309"/>
                        <a:pt x="6932" y="3120"/>
                      </a:cubicBezTo>
                      <a:lnTo>
                        <a:pt x="6932" y="379"/>
                      </a:lnTo>
                      <a:cubicBezTo>
                        <a:pt x="6869" y="158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8" name="Google Shape;12523;p89">
                  <a:extLst>
                    <a:ext uri="{FF2B5EF4-FFF2-40B4-BE49-F238E27FC236}">
                      <a16:creationId xmlns:a16="http://schemas.microsoft.com/office/drawing/2014/main" id="{D4289652-BC4E-6B63-6141-2A42468FC51D}"/>
                    </a:ext>
                  </a:extLst>
                </p:cNvPr>
                <p:cNvSpPr/>
                <p:nvPr/>
              </p:nvSpPr>
              <p:spPr>
                <a:xfrm>
                  <a:off x="-2385475" y="2545975"/>
                  <a:ext cx="86675" cy="8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7" h="3467" extrusionOk="0">
                      <a:moveTo>
                        <a:pt x="2742" y="757"/>
                      </a:moveTo>
                      <a:lnTo>
                        <a:pt x="2742" y="2805"/>
                      </a:lnTo>
                      <a:lnTo>
                        <a:pt x="694" y="2805"/>
                      </a:lnTo>
                      <a:lnTo>
                        <a:pt x="694" y="757"/>
                      </a:lnTo>
                      <a:close/>
                      <a:moveTo>
                        <a:pt x="348" y="1"/>
                      </a:moveTo>
                      <a:cubicBezTo>
                        <a:pt x="159" y="1"/>
                        <a:pt x="1" y="158"/>
                        <a:pt x="1" y="347"/>
                      </a:cubicBezTo>
                      <a:lnTo>
                        <a:pt x="1" y="3120"/>
                      </a:lnTo>
                      <a:cubicBezTo>
                        <a:pt x="1" y="3309"/>
                        <a:pt x="159" y="3466"/>
                        <a:pt x="348" y="3466"/>
                      </a:cubicBezTo>
                      <a:lnTo>
                        <a:pt x="3088" y="3466"/>
                      </a:lnTo>
                      <a:cubicBezTo>
                        <a:pt x="3309" y="3466"/>
                        <a:pt x="3467" y="3309"/>
                        <a:pt x="3467" y="3120"/>
                      </a:cubicBezTo>
                      <a:lnTo>
                        <a:pt x="3467" y="347"/>
                      </a:lnTo>
                      <a:cubicBezTo>
                        <a:pt x="3467" y="158"/>
                        <a:pt x="3309" y="1"/>
                        <a:pt x="3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9" name="Google Shape;12524;p89">
                  <a:extLst>
                    <a:ext uri="{FF2B5EF4-FFF2-40B4-BE49-F238E27FC236}">
                      <a16:creationId xmlns:a16="http://schemas.microsoft.com/office/drawing/2014/main" id="{4899E015-8B2A-A5C7-E822-449A4C40A70F}"/>
                    </a:ext>
                  </a:extLst>
                </p:cNvPr>
                <p:cNvSpPr/>
                <p:nvPr/>
              </p:nvSpPr>
              <p:spPr>
                <a:xfrm>
                  <a:off x="-2281500" y="2546775"/>
                  <a:ext cx="69350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78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7"/>
                        <a:pt x="2773" y="378"/>
                      </a:cubicBezTo>
                      <a:cubicBezTo>
                        <a:pt x="2710" y="158"/>
                        <a:pt x="2553" y="0"/>
                        <a:pt x="239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0" name="Google Shape;12525;p89">
                  <a:extLst>
                    <a:ext uri="{FF2B5EF4-FFF2-40B4-BE49-F238E27FC236}">
                      <a16:creationId xmlns:a16="http://schemas.microsoft.com/office/drawing/2014/main" id="{40A262F1-8F59-FEFA-1ECB-0148BF09822F}"/>
                    </a:ext>
                  </a:extLst>
                </p:cNvPr>
                <p:cNvSpPr/>
                <p:nvPr/>
              </p:nvSpPr>
              <p:spPr>
                <a:xfrm>
                  <a:off x="-2281500" y="2581425"/>
                  <a:ext cx="69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2395" y="725"/>
                      </a:lnTo>
                      <a:cubicBezTo>
                        <a:pt x="2616" y="725"/>
                        <a:pt x="2773" y="568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1" name="Google Shape;12526;p89">
                  <a:extLst>
                    <a:ext uri="{FF2B5EF4-FFF2-40B4-BE49-F238E27FC236}">
                      <a16:creationId xmlns:a16="http://schemas.microsoft.com/office/drawing/2014/main" id="{616FDFE0-8124-3813-8625-394D90B03D40}"/>
                    </a:ext>
                  </a:extLst>
                </p:cNvPr>
                <p:cNvSpPr/>
                <p:nvPr/>
              </p:nvSpPr>
              <p:spPr>
                <a:xfrm>
                  <a:off x="-2281500" y="2616075"/>
                  <a:ext cx="69350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4" h="694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694"/>
                        <a:pt x="347" y="694"/>
                      </a:cubicBezTo>
                      <a:lnTo>
                        <a:pt x="2395" y="694"/>
                      </a:lnTo>
                      <a:cubicBezTo>
                        <a:pt x="2616" y="694"/>
                        <a:pt x="2773" y="536"/>
                        <a:pt x="2773" y="347"/>
                      </a:cubicBezTo>
                      <a:cubicBezTo>
                        <a:pt x="2710" y="158"/>
                        <a:pt x="2553" y="1"/>
                        <a:pt x="239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42" name="Google Shape;12527;p89">
                  <a:extLst>
                    <a:ext uri="{FF2B5EF4-FFF2-40B4-BE49-F238E27FC236}">
                      <a16:creationId xmlns:a16="http://schemas.microsoft.com/office/drawing/2014/main" id="{B2D90093-D4C2-436D-AEE2-E97DD3D2E44A}"/>
                    </a:ext>
                  </a:extLst>
                </p:cNvPr>
                <p:cNvSpPr/>
                <p:nvPr/>
              </p:nvSpPr>
              <p:spPr>
                <a:xfrm>
                  <a:off x="-2385475" y="2649150"/>
                  <a:ext cx="1733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33" h="726" extrusionOk="0">
                      <a:moveTo>
                        <a:pt x="348" y="1"/>
                      </a:moveTo>
                      <a:cubicBezTo>
                        <a:pt x="159" y="1"/>
                        <a:pt x="1" y="159"/>
                        <a:pt x="1" y="379"/>
                      </a:cubicBezTo>
                      <a:cubicBezTo>
                        <a:pt x="1" y="568"/>
                        <a:pt x="159" y="726"/>
                        <a:pt x="348" y="726"/>
                      </a:cubicBezTo>
                      <a:lnTo>
                        <a:pt x="6554" y="726"/>
                      </a:lnTo>
                      <a:cubicBezTo>
                        <a:pt x="6775" y="726"/>
                        <a:pt x="6932" y="568"/>
                        <a:pt x="6932" y="379"/>
                      </a:cubicBezTo>
                      <a:cubicBezTo>
                        <a:pt x="6869" y="159"/>
                        <a:pt x="6712" y="1"/>
                        <a:pt x="65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8" name="Google Shape;12535;p89">
                <a:extLst>
                  <a:ext uri="{FF2B5EF4-FFF2-40B4-BE49-F238E27FC236}">
                    <a16:creationId xmlns:a16="http://schemas.microsoft.com/office/drawing/2014/main" id="{24C4B461-37E4-32CA-43EA-2006F7AA39C6}"/>
                  </a:ext>
                </a:extLst>
              </p:cNvPr>
              <p:cNvGrpSpPr/>
              <p:nvPr/>
            </p:nvGrpSpPr>
            <p:grpSpPr>
              <a:xfrm>
                <a:off x="2872448" y="2661924"/>
                <a:ext cx="649979" cy="641288"/>
                <a:chOff x="-5637575" y="2397900"/>
                <a:chExt cx="295400" cy="291450"/>
              </a:xfrm>
              <a:grpFill/>
            </p:grpSpPr>
            <p:sp>
              <p:nvSpPr>
                <p:cNvPr id="17932" name="Google Shape;12536;p89">
                  <a:extLst>
                    <a:ext uri="{FF2B5EF4-FFF2-40B4-BE49-F238E27FC236}">
                      <a16:creationId xmlns:a16="http://schemas.microsoft.com/office/drawing/2014/main" id="{24372630-B038-9420-2836-DE731CAB85D9}"/>
                    </a:ext>
                  </a:extLst>
                </p:cNvPr>
                <p:cNvSpPr/>
                <p:nvPr/>
              </p:nvSpPr>
              <p:spPr>
                <a:xfrm>
                  <a:off x="-5575350" y="2547550"/>
                  <a:ext cx="79575" cy="88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83" h="3530" extrusionOk="0">
                      <a:moveTo>
                        <a:pt x="1088" y="1"/>
                      </a:moveTo>
                      <a:cubicBezTo>
                        <a:pt x="1001" y="1"/>
                        <a:pt x="915" y="32"/>
                        <a:pt x="852" y="95"/>
                      </a:cubicBezTo>
                      <a:lnTo>
                        <a:pt x="379" y="568"/>
                      </a:lnTo>
                      <a:cubicBezTo>
                        <a:pt x="1" y="978"/>
                        <a:pt x="1" y="1639"/>
                        <a:pt x="379" y="2017"/>
                      </a:cubicBezTo>
                      <a:cubicBezTo>
                        <a:pt x="584" y="2222"/>
                        <a:pt x="852" y="2324"/>
                        <a:pt x="1115" y="2324"/>
                      </a:cubicBezTo>
                      <a:cubicBezTo>
                        <a:pt x="1379" y="2324"/>
                        <a:pt x="1639" y="2222"/>
                        <a:pt x="1828" y="2017"/>
                      </a:cubicBezTo>
                      <a:cubicBezTo>
                        <a:pt x="1891" y="1970"/>
                        <a:pt x="1986" y="1946"/>
                        <a:pt x="2076" y="1946"/>
                      </a:cubicBezTo>
                      <a:cubicBezTo>
                        <a:pt x="2167" y="1946"/>
                        <a:pt x="2253" y="1970"/>
                        <a:pt x="2301" y="2017"/>
                      </a:cubicBezTo>
                      <a:cubicBezTo>
                        <a:pt x="2427" y="2143"/>
                        <a:pt x="2427" y="2395"/>
                        <a:pt x="2301" y="2490"/>
                      </a:cubicBezTo>
                      <a:lnTo>
                        <a:pt x="1828" y="2962"/>
                      </a:lnTo>
                      <a:cubicBezTo>
                        <a:pt x="1734" y="3088"/>
                        <a:pt x="1734" y="3340"/>
                        <a:pt x="1828" y="3435"/>
                      </a:cubicBezTo>
                      <a:cubicBezTo>
                        <a:pt x="1891" y="3498"/>
                        <a:pt x="1986" y="3529"/>
                        <a:pt x="2076" y="3529"/>
                      </a:cubicBezTo>
                      <a:cubicBezTo>
                        <a:pt x="2167" y="3529"/>
                        <a:pt x="2253" y="3498"/>
                        <a:pt x="2301" y="3435"/>
                      </a:cubicBezTo>
                      <a:lnTo>
                        <a:pt x="2773" y="2962"/>
                      </a:lnTo>
                      <a:cubicBezTo>
                        <a:pt x="3183" y="2584"/>
                        <a:pt x="3183" y="1923"/>
                        <a:pt x="2773" y="1513"/>
                      </a:cubicBezTo>
                      <a:cubicBezTo>
                        <a:pt x="2569" y="1293"/>
                        <a:pt x="2309" y="1182"/>
                        <a:pt x="2049" y="1182"/>
                      </a:cubicBezTo>
                      <a:cubicBezTo>
                        <a:pt x="1789" y="1182"/>
                        <a:pt x="1529" y="1293"/>
                        <a:pt x="1324" y="1513"/>
                      </a:cubicBezTo>
                      <a:cubicBezTo>
                        <a:pt x="1261" y="1576"/>
                        <a:pt x="1174" y="1608"/>
                        <a:pt x="1088" y="1608"/>
                      </a:cubicBezTo>
                      <a:cubicBezTo>
                        <a:pt x="1001" y="1608"/>
                        <a:pt x="915" y="1576"/>
                        <a:pt x="852" y="1513"/>
                      </a:cubicBezTo>
                      <a:cubicBezTo>
                        <a:pt x="726" y="1387"/>
                        <a:pt x="726" y="1167"/>
                        <a:pt x="852" y="1041"/>
                      </a:cubicBezTo>
                      <a:lnTo>
                        <a:pt x="1324" y="568"/>
                      </a:lnTo>
                      <a:cubicBezTo>
                        <a:pt x="1450" y="442"/>
                        <a:pt x="1450" y="221"/>
                        <a:pt x="1324" y="95"/>
                      </a:cubicBezTo>
                      <a:cubicBezTo>
                        <a:pt x="1261" y="32"/>
                        <a:pt x="1174" y="1"/>
                        <a:pt x="108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3" name="Google Shape;12537;p89">
                  <a:extLst>
                    <a:ext uri="{FF2B5EF4-FFF2-40B4-BE49-F238E27FC236}">
                      <a16:creationId xmlns:a16="http://schemas.microsoft.com/office/drawing/2014/main" id="{01E43FCF-63C5-51F2-9B86-C07C9F9BC7FD}"/>
                    </a:ext>
                  </a:extLst>
                </p:cNvPr>
                <p:cNvSpPr/>
                <p:nvPr/>
              </p:nvSpPr>
              <p:spPr>
                <a:xfrm>
                  <a:off x="-5526500" y="2499525"/>
                  <a:ext cx="85075" cy="81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3" h="3269" extrusionOk="0">
                      <a:moveTo>
                        <a:pt x="1107" y="0"/>
                      </a:moveTo>
                      <a:cubicBezTo>
                        <a:pt x="1016" y="0"/>
                        <a:pt x="930" y="32"/>
                        <a:pt x="882" y="95"/>
                      </a:cubicBezTo>
                      <a:lnTo>
                        <a:pt x="410" y="567"/>
                      </a:lnTo>
                      <a:cubicBezTo>
                        <a:pt x="0" y="945"/>
                        <a:pt x="0" y="1638"/>
                        <a:pt x="410" y="2016"/>
                      </a:cubicBezTo>
                      <a:lnTo>
                        <a:pt x="882" y="2489"/>
                      </a:lnTo>
                      <a:lnTo>
                        <a:pt x="1355" y="2962"/>
                      </a:lnTo>
                      <a:cubicBezTo>
                        <a:pt x="1544" y="3166"/>
                        <a:pt x="1804" y="3269"/>
                        <a:pt x="2068" y="3269"/>
                      </a:cubicBezTo>
                      <a:cubicBezTo>
                        <a:pt x="2332" y="3269"/>
                        <a:pt x="2599" y="3166"/>
                        <a:pt x="2804" y="2962"/>
                      </a:cubicBezTo>
                      <a:lnTo>
                        <a:pt x="3277" y="2489"/>
                      </a:lnTo>
                      <a:cubicBezTo>
                        <a:pt x="3403" y="2363"/>
                        <a:pt x="3403" y="2142"/>
                        <a:pt x="3277" y="2016"/>
                      </a:cubicBezTo>
                      <a:cubicBezTo>
                        <a:pt x="3178" y="1918"/>
                        <a:pt x="3070" y="1870"/>
                        <a:pt x="2977" y="1870"/>
                      </a:cubicBezTo>
                      <a:cubicBezTo>
                        <a:pt x="2892" y="1870"/>
                        <a:pt x="2818" y="1910"/>
                        <a:pt x="2773" y="1985"/>
                      </a:cubicBezTo>
                      <a:lnTo>
                        <a:pt x="2300" y="2457"/>
                      </a:lnTo>
                      <a:cubicBezTo>
                        <a:pt x="2237" y="2520"/>
                        <a:pt x="2143" y="2552"/>
                        <a:pt x="2052" y="2552"/>
                      </a:cubicBezTo>
                      <a:cubicBezTo>
                        <a:pt x="1961" y="2552"/>
                        <a:pt x="1875" y="2520"/>
                        <a:pt x="1827" y="2457"/>
                      </a:cubicBezTo>
                      <a:lnTo>
                        <a:pt x="1575" y="2205"/>
                      </a:lnTo>
                      <a:lnTo>
                        <a:pt x="2300" y="1512"/>
                      </a:lnTo>
                      <a:cubicBezTo>
                        <a:pt x="2395" y="1386"/>
                        <a:pt x="2395" y="1134"/>
                        <a:pt x="2300" y="1040"/>
                      </a:cubicBezTo>
                      <a:cubicBezTo>
                        <a:pt x="2237" y="977"/>
                        <a:pt x="2143" y="945"/>
                        <a:pt x="2052" y="945"/>
                      </a:cubicBezTo>
                      <a:cubicBezTo>
                        <a:pt x="1961" y="945"/>
                        <a:pt x="1875" y="977"/>
                        <a:pt x="1827" y="1040"/>
                      </a:cubicBezTo>
                      <a:lnTo>
                        <a:pt x="1103" y="1733"/>
                      </a:lnTo>
                      <a:lnTo>
                        <a:pt x="882" y="1512"/>
                      </a:lnTo>
                      <a:cubicBezTo>
                        <a:pt x="756" y="1386"/>
                        <a:pt x="756" y="1166"/>
                        <a:pt x="882" y="1040"/>
                      </a:cubicBezTo>
                      <a:lnTo>
                        <a:pt x="1355" y="567"/>
                      </a:lnTo>
                      <a:cubicBezTo>
                        <a:pt x="1449" y="441"/>
                        <a:pt x="1449" y="221"/>
                        <a:pt x="1355" y="95"/>
                      </a:cubicBezTo>
                      <a:cubicBezTo>
                        <a:pt x="1292" y="32"/>
                        <a:pt x="1197" y="0"/>
                        <a:pt x="110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4" name="Google Shape;12538;p89">
                  <a:extLst>
                    <a:ext uri="{FF2B5EF4-FFF2-40B4-BE49-F238E27FC236}">
                      <a16:creationId xmlns:a16="http://schemas.microsoft.com/office/drawing/2014/main" id="{8A6D95F0-C143-3B8D-0916-FC908A6EB3E7}"/>
                    </a:ext>
                  </a:extLst>
                </p:cNvPr>
                <p:cNvSpPr/>
                <p:nvPr/>
              </p:nvSpPr>
              <p:spPr>
                <a:xfrm>
                  <a:off x="-5480050" y="2456975"/>
                  <a:ext cx="80375" cy="756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15" h="3026" extrusionOk="0">
                      <a:moveTo>
                        <a:pt x="1100" y="686"/>
                      </a:moveTo>
                      <a:cubicBezTo>
                        <a:pt x="1190" y="686"/>
                        <a:pt x="1277" y="710"/>
                        <a:pt x="1324" y="757"/>
                      </a:cubicBezTo>
                      <a:lnTo>
                        <a:pt x="2332" y="1765"/>
                      </a:lnTo>
                      <a:cubicBezTo>
                        <a:pt x="2490" y="1860"/>
                        <a:pt x="2490" y="2112"/>
                        <a:pt x="2332" y="2238"/>
                      </a:cubicBezTo>
                      <a:cubicBezTo>
                        <a:pt x="2269" y="2285"/>
                        <a:pt x="2183" y="2309"/>
                        <a:pt x="2096" y="2309"/>
                      </a:cubicBezTo>
                      <a:cubicBezTo>
                        <a:pt x="2009" y="2309"/>
                        <a:pt x="1923" y="2285"/>
                        <a:pt x="1860" y="2238"/>
                      </a:cubicBezTo>
                      <a:lnTo>
                        <a:pt x="852" y="1229"/>
                      </a:lnTo>
                      <a:cubicBezTo>
                        <a:pt x="757" y="1135"/>
                        <a:pt x="757" y="883"/>
                        <a:pt x="852" y="757"/>
                      </a:cubicBezTo>
                      <a:cubicBezTo>
                        <a:pt x="915" y="710"/>
                        <a:pt x="1009" y="686"/>
                        <a:pt x="1100" y="686"/>
                      </a:cubicBezTo>
                      <a:close/>
                      <a:moveTo>
                        <a:pt x="1119" y="1"/>
                      </a:moveTo>
                      <a:cubicBezTo>
                        <a:pt x="852" y="1"/>
                        <a:pt x="584" y="95"/>
                        <a:pt x="379" y="284"/>
                      </a:cubicBezTo>
                      <a:cubicBezTo>
                        <a:pt x="1" y="694"/>
                        <a:pt x="1" y="1356"/>
                        <a:pt x="379" y="1765"/>
                      </a:cubicBezTo>
                      <a:lnTo>
                        <a:pt x="1387" y="2742"/>
                      </a:lnTo>
                      <a:cubicBezTo>
                        <a:pt x="1576" y="2931"/>
                        <a:pt x="1836" y="3025"/>
                        <a:pt x="2100" y="3025"/>
                      </a:cubicBezTo>
                      <a:cubicBezTo>
                        <a:pt x="2364" y="3025"/>
                        <a:pt x="2632" y="2931"/>
                        <a:pt x="2836" y="2742"/>
                      </a:cubicBezTo>
                      <a:cubicBezTo>
                        <a:pt x="3214" y="2332"/>
                        <a:pt x="3214" y="1671"/>
                        <a:pt x="2836" y="1293"/>
                      </a:cubicBezTo>
                      <a:lnTo>
                        <a:pt x="1860" y="284"/>
                      </a:lnTo>
                      <a:cubicBezTo>
                        <a:pt x="1655" y="95"/>
                        <a:pt x="1387" y="1"/>
                        <a:pt x="111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5" name="Google Shape;12539;p89">
                  <a:extLst>
                    <a:ext uri="{FF2B5EF4-FFF2-40B4-BE49-F238E27FC236}">
                      <a16:creationId xmlns:a16="http://schemas.microsoft.com/office/drawing/2014/main" id="{009E0E45-7417-52F0-696C-2491A44194F7}"/>
                    </a:ext>
                  </a:extLst>
                </p:cNvPr>
                <p:cNvSpPr/>
                <p:nvPr/>
              </p:nvSpPr>
              <p:spPr>
                <a:xfrm>
                  <a:off x="-5637575" y="2397900"/>
                  <a:ext cx="295400" cy="29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16" h="11658" extrusionOk="0">
                      <a:moveTo>
                        <a:pt x="9185" y="1479"/>
                      </a:moveTo>
                      <a:cubicBezTo>
                        <a:pt x="9245" y="1479"/>
                        <a:pt x="9245" y="1482"/>
                        <a:pt x="9263" y="1482"/>
                      </a:cubicBezTo>
                      <a:cubicBezTo>
                        <a:pt x="9421" y="1482"/>
                        <a:pt x="9579" y="1513"/>
                        <a:pt x="9673" y="1545"/>
                      </a:cubicBezTo>
                      <a:lnTo>
                        <a:pt x="9106" y="2143"/>
                      </a:lnTo>
                      <a:cubicBezTo>
                        <a:pt x="8980" y="2269"/>
                        <a:pt x="8980" y="2490"/>
                        <a:pt x="9106" y="2616"/>
                      </a:cubicBezTo>
                      <a:cubicBezTo>
                        <a:pt x="9153" y="2679"/>
                        <a:pt x="9240" y="2710"/>
                        <a:pt x="9330" y="2710"/>
                      </a:cubicBezTo>
                      <a:cubicBezTo>
                        <a:pt x="9421" y="2710"/>
                        <a:pt x="9515" y="2679"/>
                        <a:pt x="9579" y="2616"/>
                      </a:cubicBezTo>
                      <a:lnTo>
                        <a:pt x="10146" y="2017"/>
                      </a:lnTo>
                      <a:cubicBezTo>
                        <a:pt x="10272" y="2175"/>
                        <a:pt x="10303" y="2332"/>
                        <a:pt x="10303" y="2553"/>
                      </a:cubicBezTo>
                      <a:lnTo>
                        <a:pt x="10146" y="5325"/>
                      </a:lnTo>
                      <a:cubicBezTo>
                        <a:pt x="10114" y="5798"/>
                        <a:pt x="9925" y="6239"/>
                        <a:pt x="9515" y="6554"/>
                      </a:cubicBezTo>
                      <a:lnTo>
                        <a:pt x="9484" y="6585"/>
                      </a:lnTo>
                      <a:lnTo>
                        <a:pt x="8570" y="7499"/>
                      </a:lnTo>
                      <a:cubicBezTo>
                        <a:pt x="5231" y="10902"/>
                        <a:pt x="5829" y="10303"/>
                        <a:pt x="5199" y="10902"/>
                      </a:cubicBezTo>
                      <a:cubicBezTo>
                        <a:pt x="5136" y="10949"/>
                        <a:pt x="5050" y="10972"/>
                        <a:pt x="4963" y="10972"/>
                      </a:cubicBezTo>
                      <a:cubicBezTo>
                        <a:pt x="4876" y="10972"/>
                        <a:pt x="4790" y="10949"/>
                        <a:pt x="4727" y="10902"/>
                      </a:cubicBezTo>
                      <a:lnTo>
                        <a:pt x="820" y="6995"/>
                      </a:lnTo>
                      <a:cubicBezTo>
                        <a:pt x="694" y="6869"/>
                        <a:pt x="694" y="6648"/>
                        <a:pt x="820" y="6522"/>
                      </a:cubicBezTo>
                      <a:lnTo>
                        <a:pt x="5262" y="2112"/>
                      </a:lnTo>
                      <a:cubicBezTo>
                        <a:pt x="5577" y="1797"/>
                        <a:pt x="5987" y="1639"/>
                        <a:pt x="6365" y="1608"/>
                      </a:cubicBezTo>
                      <a:cubicBezTo>
                        <a:pt x="8503" y="1495"/>
                        <a:pt x="9033" y="1479"/>
                        <a:pt x="9185" y="1479"/>
                      </a:cubicBezTo>
                      <a:close/>
                      <a:moveTo>
                        <a:pt x="11422" y="1"/>
                      </a:moveTo>
                      <a:cubicBezTo>
                        <a:pt x="11335" y="1"/>
                        <a:pt x="11248" y="32"/>
                        <a:pt x="11185" y="95"/>
                      </a:cubicBezTo>
                      <a:lnTo>
                        <a:pt x="10240" y="1041"/>
                      </a:lnTo>
                      <a:cubicBezTo>
                        <a:pt x="9958" y="871"/>
                        <a:pt x="9650" y="752"/>
                        <a:pt x="9316" y="752"/>
                      </a:cubicBezTo>
                      <a:cubicBezTo>
                        <a:pt x="9278" y="752"/>
                        <a:pt x="9239" y="754"/>
                        <a:pt x="9200" y="757"/>
                      </a:cubicBezTo>
                      <a:lnTo>
                        <a:pt x="6428" y="883"/>
                      </a:lnTo>
                      <a:cubicBezTo>
                        <a:pt x="5829" y="915"/>
                        <a:pt x="5262" y="1167"/>
                        <a:pt x="4853" y="1608"/>
                      </a:cubicBezTo>
                      <a:lnTo>
                        <a:pt x="379" y="6018"/>
                      </a:lnTo>
                      <a:cubicBezTo>
                        <a:pt x="1" y="6396"/>
                        <a:pt x="1" y="7058"/>
                        <a:pt x="379" y="7468"/>
                      </a:cubicBezTo>
                      <a:lnTo>
                        <a:pt x="4286" y="11374"/>
                      </a:lnTo>
                      <a:cubicBezTo>
                        <a:pt x="4490" y="11563"/>
                        <a:pt x="4758" y="11658"/>
                        <a:pt x="5022" y="11658"/>
                      </a:cubicBezTo>
                      <a:cubicBezTo>
                        <a:pt x="5286" y="11658"/>
                        <a:pt x="5546" y="11563"/>
                        <a:pt x="5735" y="11374"/>
                      </a:cubicBezTo>
                      <a:lnTo>
                        <a:pt x="9137" y="7972"/>
                      </a:lnTo>
                      <a:lnTo>
                        <a:pt x="10051" y="7058"/>
                      </a:lnTo>
                      <a:cubicBezTo>
                        <a:pt x="10555" y="6648"/>
                        <a:pt x="10870" y="6018"/>
                        <a:pt x="10902" y="5388"/>
                      </a:cubicBezTo>
                      <a:lnTo>
                        <a:pt x="11059" y="2584"/>
                      </a:lnTo>
                      <a:cubicBezTo>
                        <a:pt x="11059" y="2238"/>
                        <a:pt x="10996" y="1828"/>
                        <a:pt x="10776" y="1545"/>
                      </a:cubicBezTo>
                      <a:lnTo>
                        <a:pt x="11721" y="600"/>
                      </a:lnTo>
                      <a:cubicBezTo>
                        <a:pt x="11815" y="442"/>
                        <a:pt x="11815" y="221"/>
                        <a:pt x="11658" y="95"/>
                      </a:cubicBezTo>
                      <a:cubicBezTo>
                        <a:pt x="11595" y="32"/>
                        <a:pt x="11508" y="1"/>
                        <a:pt x="1142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19" name="Google Shape;12546;p89">
                <a:extLst>
                  <a:ext uri="{FF2B5EF4-FFF2-40B4-BE49-F238E27FC236}">
                    <a16:creationId xmlns:a16="http://schemas.microsoft.com/office/drawing/2014/main" id="{9FC9ED1C-9C23-AA5D-345B-B162C8B5DF84}"/>
                  </a:ext>
                </a:extLst>
              </p:cNvPr>
              <p:cNvGrpSpPr/>
              <p:nvPr/>
            </p:nvGrpSpPr>
            <p:grpSpPr>
              <a:xfrm>
                <a:off x="6981824" y="2659341"/>
                <a:ext cx="648218" cy="646458"/>
                <a:chOff x="-3854375" y="2405000"/>
                <a:chExt cx="294600" cy="293800"/>
              </a:xfrm>
              <a:grpFill/>
            </p:grpSpPr>
            <p:sp>
              <p:nvSpPr>
                <p:cNvPr id="17930" name="Google Shape;12547;p89">
                  <a:extLst>
                    <a:ext uri="{FF2B5EF4-FFF2-40B4-BE49-F238E27FC236}">
                      <a16:creationId xmlns:a16="http://schemas.microsoft.com/office/drawing/2014/main" id="{CF4A9842-FA89-D11D-FB35-CD221623D43A}"/>
                    </a:ext>
                  </a:extLst>
                </p:cNvPr>
                <p:cNvSpPr/>
                <p:nvPr/>
              </p:nvSpPr>
              <p:spPr>
                <a:xfrm>
                  <a:off x="-3854375" y="2405000"/>
                  <a:ext cx="294600" cy="293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784" h="11752" extrusionOk="0">
                      <a:moveTo>
                        <a:pt x="6994" y="694"/>
                      </a:moveTo>
                      <a:lnTo>
                        <a:pt x="6994" y="1103"/>
                      </a:lnTo>
                      <a:cubicBezTo>
                        <a:pt x="6994" y="1261"/>
                        <a:pt x="7120" y="1387"/>
                        <a:pt x="7278" y="1418"/>
                      </a:cubicBezTo>
                      <a:cubicBezTo>
                        <a:pt x="7467" y="1481"/>
                        <a:pt x="7719" y="1576"/>
                        <a:pt x="7908" y="1702"/>
                      </a:cubicBezTo>
                      <a:cubicBezTo>
                        <a:pt x="7954" y="1736"/>
                        <a:pt x="8009" y="1750"/>
                        <a:pt x="8066" y="1750"/>
                      </a:cubicBezTo>
                      <a:cubicBezTo>
                        <a:pt x="8164" y="1750"/>
                        <a:pt x="8269" y="1710"/>
                        <a:pt x="8349" y="1670"/>
                      </a:cubicBezTo>
                      <a:lnTo>
                        <a:pt x="8664" y="1355"/>
                      </a:lnTo>
                      <a:lnTo>
                        <a:pt x="9137" y="1828"/>
                      </a:lnTo>
                      <a:lnTo>
                        <a:pt x="8822" y="2143"/>
                      </a:lnTo>
                      <a:cubicBezTo>
                        <a:pt x="8696" y="2269"/>
                        <a:pt x="8696" y="2426"/>
                        <a:pt x="8759" y="2584"/>
                      </a:cubicBezTo>
                      <a:cubicBezTo>
                        <a:pt x="8885" y="2773"/>
                        <a:pt x="8979" y="2962"/>
                        <a:pt x="9042" y="3214"/>
                      </a:cubicBezTo>
                      <a:cubicBezTo>
                        <a:pt x="9074" y="3372"/>
                        <a:pt x="9200" y="3466"/>
                        <a:pt x="9357" y="3466"/>
                      </a:cubicBezTo>
                      <a:lnTo>
                        <a:pt x="9798" y="3466"/>
                      </a:lnTo>
                      <a:lnTo>
                        <a:pt x="9798" y="4159"/>
                      </a:lnTo>
                      <a:lnTo>
                        <a:pt x="9357" y="4159"/>
                      </a:lnTo>
                      <a:cubicBezTo>
                        <a:pt x="9200" y="4159"/>
                        <a:pt x="9074" y="4222"/>
                        <a:pt x="9042" y="4380"/>
                      </a:cubicBezTo>
                      <a:cubicBezTo>
                        <a:pt x="9011" y="4569"/>
                        <a:pt x="8885" y="4821"/>
                        <a:pt x="8759" y="5010"/>
                      </a:cubicBezTo>
                      <a:cubicBezTo>
                        <a:pt x="8696" y="5136"/>
                        <a:pt x="8727" y="5325"/>
                        <a:pt x="8822" y="5451"/>
                      </a:cubicBezTo>
                      <a:lnTo>
                        <a:pt x="9137" y="5766"/>
                      </a:lnTo>
                      <a:lnTo>
                        <a:pt x="8664" y="6238"/>
                      </a:lnTo>
                      <a:lnTo>
                        <a:pt x="8349" y="5923"/>
                      </a:lnTo>
                      <a:cubicBezTo>
                        <a:pt x="8275" y="5850"/>
                        <a:pt x="8191" y="5819"/>
                        <a:pt x="8101" y="5819"/>
                      </a:cubicBezTo>
                      <a:cubicBezTo>
                        <a:pt x="8038" y="5819"/>
                        <a:pt x="7973" y="5834"/>
                        <a:pt x="7908" y="5860"/>
                      </a:cubicBezTo>
                      <a:cubicBezTo>
                        <a:pt x="7719" y="5986"/>
                        <a:pt x="7498" y="6081"/>
                        <a:pt x="7278" y="6144"/>
                      </a:cubicBezTo>
                      <a:cubicBezTo>
                        <a:pt x="7120" y="6175"/>
                        <a:pt x="6994" y="6301"/>
                        <a:pt x="6994" y="6459"/>
                      </a:cubicBezTo>
                      <a:lnTo>
                        <a:pt x="6994" y="6900"/>
                      </a:lnTo>
                      <a:lnTo>
                        <a:pt x="6333" y="6900"/>
                      </a:lnTo>
                      <a:lnTo>
                        <a:pt x="6333" y="6459"/>
                      </a:lnTo>
                      <a:cubicBezTo>
                        <a:pt x="6333" y="6301"/>
                        <a:pt x="6207" y="6207"/>
                        <a:pt x="6049" y="6144"/>
                      </a:cubicBezTo>
                      <a:cubicBezTo>
                        <a:pt x="5860" y="6112"/>
                        <a:pt x="5608" y="5986"/>
                        <a:pt x="5419" y="5860"/>
                      </a:cubicBezTo>
                      <a:cubicBezTo>
                        <a:pt x="5374" y="5838"/>
                        <a:pt x="5322" y="5828"/>
                        <a:pt x="5267" y="5828"/>
                      </a:cubicBezTo>
                      <a:cubicBezTo>
                        <a:pt x="5167" y="5828"/>
                        <a:pt x="5059" y="5862"/>
                        <a:pt x="4978" y="5923"/>
                      </a:cubicBezTo>
                      <a:lnTo>
                        <a:pt x="4663" y="6238"/>
                      </a:lnTo>
                      <a:lnTo>
                        <a:pt x="4190" y="5766"/>
                      </a:lnTo>
                      <a:lnTo>
                        <a:pt x="4505" y="5451"/>
                      </a:lnTo>
                      <a:cubicBezTo>
                        <a:pt x="4631" y="5325"/>
                        <a:pt x="4631" y="5167"/>
                        <a:pt x="4568" y="5010"/>
                      </a:cubicBezTo>
                      <a:cubicBezTo>
                        <a:pt x="4442" y="4821"/>
                        <a:pt x="4348" y="4632"/>
                        <a:pt x="4285" y="4380"/>
                      </a:cubicBezTo>
                      <a:cubicBezTo>
                        <a:pt x="4253" y="4254"/>
                        <a:pt x="4127" y="4159"/>
                        <a:pt x="4001" y="4159"/>
                      </a:cubicBezTo>
                      <a:lnTo>
                        <a:pt x="3529" y="4159"/>
                      </a:lnTo>
                      <a:lnTo>
                        <a:pt x="3529" y="3466"/>
                      </a:lnTo>
                      <a:lnTo>
                        <a:pt x="3970" y="3466"/>
                      </a:lnTo>
                      <a:cubicBezTo>
                        <a:pt x="4127" y="3466"/>
                        <a:pt x="4253" y="3372"/>
                        <a:pt x="4285" y="3214"/>
                      </a:cubicBezTo>
                      <a:cubicBezTo>
                        <a:pt x="4316" y="2993"/>
                        <a:pt x="4442" y="2773"/>
                        <a:pt x="4568" y="2584"/>
                      </a:cubicBezTo>
                      <a:cubicBezTo>
                        <a:pt x="4631" y="2458"/>
                        <a:pt x="4600" y="2269"/>
                        <a:pt x="4505" y="2143"/>
                      </a:cubicBezTo>
                      <a:lnTo>
                        <a:pt x="4190" y="1828"/>
                      </a:lnTo>
                      <a:lnTo>
                        <a:pt x="4663" y="1355"/>
                      </a:lnTo>
                      <a:lnTo>
                        <a:pt x="4978" y="1670"/>
                      </a:lnTo>
                      <a:cubicBezTo>
                        <a:pt x="5046" y="1738"/>
                        <a:pt x="5122" y="1769"/>
                        <a:pt x="5203" y="1769"/>
                      </a:cubicBezTo>
                      <a:cubicBezTo>
                        <a:pt x="5273" y="1769"/>
                        <a:pt x="5346" y="1746"/>
                        <a:pt x="5419" y="1702"/>
                      </a:cubicBezTo>
                      <a:cubicBezTo>
                        <a:pt x="5608" y="1576"/>
                        <a:pt x="5829" y="1513"/>
                        <a:pt x="6049" y="1418"/>
                      </a:cubicBezTo>
                      <a:cubicBezTo>
                        <a:pt x="6207" y="1387"/>
                        <a:pt x="6333" y="1261"/>
                        <a:pt x="6333" y="1103"/>
                      </a:cubicBezTo>
                      <a:lnTo>
                        <a:pt x="6333" y="694"/>
                      </a:lnTo>
                      <a:close/>
                      <a:moveTo>
                        <a:pt x="10964" y="4821"/>
                      </a:moveTo>
                      <a:lnTo>
                        <a:pt x="9830" y="8255"/>
                      </a:lnTo>
                      <a:lnTo>
                        <a:pt x="2773" y="8255"/>
                      </a:lnTo>
                      <a:lnTo>
                        <a:pt x="2143" y="4821"/>
                      </a:lnTo>
                      <a:lnTo>
                        <a:pt x="3686" y="4821"/>
                      </a:lnTo>
                      <a:cubicBezTo>
                        <a:pt x="3718" y="4947"/>
                        <a:pt x="3781" y="5010"/>
                        <a:pt x="3812" y="5136"/>
                      </a:cubicBezTo>
                      <a:lnTo>
                        <a:pt x="3466" y="5482"/>
                      </a:lnTo>
                      <a:cubicBezTo>
                        <a:pt x="3340" y="5608"/>
                        <a:pt x="3340" y="5829"/>
                        <a:pt x="3466" y="5955"/>
                      </a:cubicBezTo>
                      <a:lnTo>
                        <a:pt x="4442" y="6932"/>
                      </a:lnTo>
                      <a:cubicBezTo>
                        <a:pt x="4505" y="6995"/>
                        <a:pt x="4592" y="7026"/>
                        <a:pt x="4679" y="7026"/>
                      </a:cubicBezTo>
                      <a:cubicBezTo>
                        <a:pt x="4765" y="7026"/>
                        <a:pt x="4852" y="6995"/>
                        <a:pt x="4915" y="6932"/>
                      </a:cubicBezTo>
                      <a:lnTo>
                        <a:pt x="5262" y="6585"/>
                      </a:lnTo>
                      <a:cubicBezTo>
                        <a:pt x="5356" y="6617"/>
                        <a:pt x="5451" y="6680"/>
                        <a:pt x="5577" y="6711"/>
                      </a:cubicBezTo>
                      <a:lnTo>
                        <a:pt x="5577" y="7215"/>
                      </a:lnTo>
                      <a:cubicBezTo>
                        <a:pt x="5577" y="7404"/>
                        <a:pt x="5734" y="7562"/>
                        <a:pt x="5923" y="7562"/>
                      </a:cubicBezTo>
                      <a:lnTo>
                        <a:pt x="7309" y="7562"/>
                      </a:lnTo>
                      <a:cubicBezTo>
                        <a:pt x="7498" y="7562"/>
                        <a:pt x="7656" y="7404"/>
                        <a:pt x="7656" y="7215"/>
                      </a:cubicBezTo>
                      <a:lnTo>
                        <a:pt x="7656" y="6711"/>
                      </a:lnTo>
                      <a:cubicBezTo>
                        <a:pt x="7782" y="6680"/>
                        <a:pt x="7876" y="6617"/>
                        <a:pt x="7971" y="6585"/>
                      </a:cubicBezTo>
                      <a:lnTo>
                        <a:pt x="8349" y="6932"/>
                      </a:lnTo>
                      <a:cubicBezTo>
                        <a:pt x="8396" y="6995"/>
                        <a:pt x="8483" y="7026"/>
                        <a:pt x="8574" y="7026"/>
                      </a:cubicBezTo>
                      <a:cubicBezTo>
                        <a:pt x="8664" y="7026"/>
                        <a:pt x="8759" y="6995"/>
                        <a:pt x="8822" y="6932"/>
                      </a:cubicBezTo>
                      <a:lnTo>
                        <a:pt x="9798" y="5955"/>
                      </a:lnTo>
                      <a:cubicBezTo>
                        <a:pt x="9924" y="5829"/>
                        <a:pt x="9924" y="5608"/>
                        <a:pt x="9798" y="5482"/>
                      </a:cubicBezTo>
                      <a:lnTo>
                        <a:pt x="9452" y="5136"/>
                      </a:lnTo>
                      <a:cubicBezTo>
                        <a:pt x="9483" y="5041"/>
                        <a:pt x="9515" y="4947"/>
                        <a:pt x="9546" y="4821"/>
                      </a:cubicBezTo>
                      <a:close/>
                      <a:moveTo>
                        <a:pt x="3907" y="10334"/>
                      </a:moveTo>
                      <a:cubicBezTo>
                        <a:pt x="4096" y="10366"/>
                        <a:pt x="4253" y="10523"/>
                        <a:pt x="4253" y="10681"/>
                      </a:cubicBezTo>
                      <a:cubicBezTo>
                        <a:pt x="4253" y="10870"/>
                        <a:pt x="4096" y="11027"/>
                        <a:pt x="3907" y="11027"/>
                      </a:cubicBezTo>
                      <a:cubicBezTo>
                        <a:pt x="3686" y="11027"/>
                        <a:pt x="3529" y="10870"/>
                        <a:pt x="3529" y="10681"/>
                      </a:cubicBezTo>
                      <a:cubicBezTo>
                        <a:pt x="3529" y="10492"/>
                        <a:pt x="3686" y="10334"/>
                        <a:pt x="3907" y="10334"/>
                      </a:cubicBezTo>
                      <a:close/>
                      <a:moveTo>
                        <a:pt x="8664" y="10334"/>
                      </a:moveTo>
                      <a:cubicBezTo>
                        <a:pt x="8853" y="10366"/>
                        <a:pt x="9011" y="10523"/>
                        <a:pt x="9011" y="10681"/>
                      </a:cubicBezTo>
                      <a:cubicBezTo>
                        <a:pt x="9011" y="10870"/>
                        <a:pt x="8853" y="11027"/>
                        <a:pt x="8664" y="11027"/>
                      </a:cubicBezTo>
                      <a:cubicBezTo>
                        <a:pt x="8444" y="11027"/>
                        <a:pt x="8286" y="10870"/>
                        <a:pt x="8286" y="10681"/>
                      </a:cubicBezTo>
                      <a:cubicBezTo>
                        <a:pt x="8286" y="10492"/>
                        <a:pt x="8444" y="10334"/>
                        <a:pt x="8664" y="10334"/>
                      </a:cubicBezTo>
                      <a:close/>
                      <a:moveTo>
                        <a:pt x="5892" y="0"/>
                      </a:moveTo>
                      <a:cubicBezTo>
                        <a:pt x="5703" y="0"/>
                        <a:pt x="5545" y="158"/>
                        <a:pt x="5545" y="379"/>
                      </a:cubicBezTo>
                      <a:lnTo>
                        <a:pt x="5545" y="883"/>
                      </a:lnTo>
                      <a:cubicBezTo>
                        <a:pt x="5419" y="914"/>
                        <a:pt x="5356" y="946"/>
                        <a:pt x="5230" y="1009"/>
                      </a:cubicBezTo>
                      <a:lnTo>
                        <a:pt x="4883" y="631"/>
                      </a:lnTo>
                      <a:cubicBezTo>
                        <a:pt x="4820" y="583"/>
                        <a:pt x="4734" y="560"/>
                        <a:pt x="4647" y="560"/>
                      </a:cubicBezTo>
                      <a:cubicBezTo>
                        <a:pt x="4561" y="560"/>
                        <a:pt x="4474" y="583"/>
                        <a:pt x="4411" y="631"/>
                      </a:cubicBezTo>
                      <a:lnTo>
                        <a:pt x="3434" y="1639"/>
                      </a:lnTo>
                      <a:cubicBezTo>
                        <a:pt x="3308" y="1733"/>
                        <a:pt x="3308" y="1985"/>
                        <a:pt x="3434" y="2111"/>
                      </a:cubicBezTo>
                      <a:lnTo>
                        <a:pt x="3781" y="2458"/>
                      </a:lnTo>
                      <a:cubicBezTo>
                        <a:pt x="3718" y="2521"/>
                        <a:pt x="3686" y="2647"/>
                        <a:pt x="3655" y="2773"/>
                      </a:cubicBezTo>
                      <a:lnTo>
                        <a:pt x="3151" y="2773"/>
                      </a:lnTo>
                      <a:cubicBezTo>
                        <a:pt x="2930" y="2773"/>
                        <a:pt x="2773" y="2930"/>
                        <a:pt x="2773" y="3119"/>
                      </a:cubicBezTo>
                      <a:lnTo>
                        <a:pt x="2773" y="4159"/>
                      </a:lnTo>
                      <a:lnTo>
                        <a:pt x="1985" y="4159"/>
                      </a:lnTo>
                      <a:lnTo>
                        <a:pt x="1765" y="2930"/>
                      </a:lnTo>
                      <a:cubicBezTo>
                        <a:pt x="1670" y="2458"/>
                        <a:pt x="1197" y="2111"/>
                        <a:pt x="693" y="2111"/>
                      </a:cubicBezTo>
                      <a:lnTo>
                        <a:pt x="347" y="2111"/>
                      </a:lnTo>
                      <a:cubicBezTo>
                        <a:pt x="158" y="2111"/>
                        <a:pt x="0" y="2269"/>
                        <a:pt x="0" y="2458"/>
                      </a:cubicBezTo>
                      <a:cubicBezTo>
                        <a:pt x="0" y="2647"/>
                        <a:pt x="158" y="2804"/>
                        <a:pt x="347" y="2804"/>
                      </a:cubicBezTo>
                      <a:lnTo>
                        <a:pt x="693" y="2804"/>
                      </a:lnTo>
                      <a:cubicBezTo>
                        <a:pt x="882" y="2804"/>
                        <a:pt x="1103" y="2930"/>
                        <a:pt x="1103" y="3088"/>
                      </a:cubicBezTo>
                      <a:lnTo>
                        <a:pt x="2080" y="8570"/>
                      </a:lnTo>
                      <a:cubicBezTo>
                        <a:pt x="1891" y="8759"/>
                        <a:pt x="1765" y="9042"/>
                        <a:pt x="1765" y="9357"/>
                      </a:cubicBezTo>
                      <a:cubicBezTo>
                        <a:pt x="1765" y="9861"/>
                        <a:pt x="2143" y="10366"/>
                        <a:pt x="2867" y="10366"/>
                      </a:cubicBezTo>
                      <a:cubicBezTo>
                        <a:pt x="2836" y="10492"/>
                        <a:pt x="2836" y="10618"/>
                        <a:pt x="2836" y="10712"/>
                      </a:cubicBezTo>
                      <a:cubicBezTo>
                        <a:pt x="2836" y="11279"/>
                        <a:pt x="3308" y="11752"/>
                        <a:pt x="3844" y="11752"/>
                      </a:cubicBezTo>
                      <a:cubicBezTo>
                        <a:pt x="4411" y="11752"/>
                        <a:pt x="4883" y="11279"/>
                        <a:pt x="4883" y="10712"/>
                      </a:cubicBezTo>
                      <a:cubicBezTo>
                        <a:pt x="4883" y="10618"/>
                        <a:pt x="4820" y="10492"/>
                        <a:pt x="4820" y="10366"/>
                      </a:cubicBezTo>
                      <a:lnTo>
                        <a:pt x="7719" y="10366"/>
                      </a:lnTo>
                      <a:cubicBezTo>
                        <a:pt x="7656" y="10492"/>
                        <a:pt x="7656" y="10618"/>
                        <a:pt x="7656" y="10712"/>
                      </a:cubicBezTo>
                      <a:cubicBezTo>
                        <a:pt x="7656" y="11279"/>
                        <a:pt x="8129" y="11752"/>
                        <a:pt x="8696" y="11752"/>
                      </a:cubicBezTo>
                      <a:cubicBezTo>
                        <a:pt x="9231" y="11752"/>
                        <a:pt x="9735" y="11279"/>
                        <a:pt x="9735" y="10712"/>
                      </a:cubicBezTo>
                      <a:cubicBezTo>
                        <a:pt x="9735" y="10618"/>
                        <a:pt x="9672" y="10492"/>
                        <a:pt x="9672" y="10366"/>
                      </a:cubicBezTo>
                      <a:lnTo>
                        <a:pt x="10082" y="10366"/>
                      </a:lnTo>
                      <a:cubicBezTo>
                        <a:pt x="10271" y="10366"/>
                        <a:pt x="10428" y="10208"/>
                        <a:pt x="10428" y="10019"/>
                      </a:cubicBezTo>
                      <a:cubicBezTo>
                        <a:pt x="10428" y="9830"/>
                        <a:pt x="10271" y="9672"/>
                        <a:pt x="10082" y="9672"/>
                      </a:cubicBezTo>
                      <a:lnTo>
                        <a:pt x="2867" y="9672"/>
                      </a:lnTo>
                      <a:cubicBezTo>
                        <a:pt x="2678" y="9672"/>
                        <a:pt x="2521" y="9515"/>
                        <a:pt x="2521" y="9294"/>
                      </a:cubicBezTo>
                      <a:cubicBezTo>
                        <a:pt x="2521" y="9137"/>
                        <a:pt x="2678" y="8948"/>
                        <a:pt x="2867" y="8948"/>
                      </a:cubicBezTo>
                      <a:lnTo>
                        <a:pt x="10082" y="8948"/>
                      </a:lnTo>
                      <a:cubicBezTo>
                        <a:pt x="10239" y="8948"/>
                        <a:pt x="10334" y="8885"/>
                        <a:pt x="10397" y="8727"/>
                      </a:cubicBezTo>
                      <a:lnTo>
                        <a:pt x="11720" y="4663"/>
                      </a:lnTo>
                      <a:cubicBezTo>
                        <a:pt x="11783" y="4537"/>
                        <a:pt x="11720" y="4411"/>
                        <a:pt x="11689" y="4348"/>
                      </a:cubicBezTo>
                      <a:cubicBezTo>
                        <a:pt x="11563" y="4191"/>
                        <a:pt x="11405" y="4191"/>
                        <a:pt x="11279" y="4191"/>
                      </a:cubicBezTo>
                      <a:lnTo>
                        <a:pt x="10397" y="4191"/>
                      </a:lnTo>
                      <a:lnTo>
                        <a:pt x="10397" y="3119"/>
                      </a:lnTo>
                      <a:cubicBezTo>
                        <a:pt x="10397" y="2930"/>
                        <a:pt x="10239" y="2773"/>
                        <a:pt x="10019" y="2773"/>
                      </a:cubicBezTo>
                      <a:lnTo>
                        <a:pt x="9515" y="2773"/>
                      </a:lnTo>
                      <a:cubicBezTo>
                        <a:pt x="9483" y="2647"/>
                        <a:pt x="9452" y="2584"/>
                        <a:pt x="9389" y="2458"/>
                      </a:cubicBezTo>
                      <a:lnTo>
                        <a:pt x="9767" y="2080"/>
                      </a:lnTo>
                      <a:cubicBezTo>
                        <a:pt x="9861" y="1985"/>
                        <a:pt x="9861" y="1733"/>
                        <a:pt x="9767" y="1607"/>
                      </a:cubicBezTo>
                      <a:lnTo>
                        <a:pt x="8759" y="631"/>
                      </a:lnTo>
                      <a:cubicBezTo>
                        <a:pt x="8711" y="568"/>
                        <a:pt x="8625" y="536"/>
                        <a:pt x="8534" y="536"/>
                      </a:cubicBezTo>
                      <a:cubicBezTo>
                        <a:pt x="8444" y="536"/>
                        <a:pt x="8349" y="568"/>
                        <a:pt x="8286" y="631"/>
                      </a:cubicBezTo>
                      <a:lnTo>
                        <a:pt x="7939" y="1009"/>
                      </a:lnTo>
                      <a:cubicBezTo>
                        <a:pt x="7876" y="946"/>
                        <a:pt x="7750" y="914"/>
                        <a:pt x="7624" y="883"/>
                      </a:cubicBezTo>
                      <a:lnTo>
                        <a:pt x="7624" y="379"/>
                      </a:lnTo>
                      <a:cubicBezTo>
                        <a:pt x="7624" y="158"/>
                        <a:pt x="7467" y="0"/>
                        <a:pt x="727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31" name="Google Shape;12548;p89">
                  <a:extLst>
                    <a:ext uri="{FF2B5EF4-FFF2-40B4-BE49-F238E27FC236}">
                      <a16:creationId xmlns:a16="http://schemas.microsoft.com/office/drawing/2014/main" id="{6EB5A4D6-B014-8D53-01AF-705A47F2E3AF}"/>
                    </a:ext>
                  </a:extLst>
                </p:cNvPr>
                <p:cNvSpPr/>
                <p:nvPr/>
              </p:nvSpPr>
              <p:spPr>
                <a:xfrm>
                  <a:off x="-3731500" y="2458550"/>
                  <a:ext cx="84300" cy="843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3372" extrusionOk="0">
                      <a:moveTo>
                        <a:pt x="1701" y="631"/>
                      </a:moveTo>
                      <a:cubicBezTo>
                        <a:pt x="2237" y="631"/>
                        <a:pt x="2709" y="1103"/>
                        <a:pt x="2709" y="1639"/>
                      </a:cubicBezTo>
                      <a:cubicBezTo>
                        <a:pt x="2709" y="2206"/>
                        <a:pt x="2237" y="2679"/>
                        <a:pt x="1701" y="2679"/>
                      </a:cubicBezTo>
                      <a:cubicBezTo>
                        <a:pt x="1134" y="2679"/>
                        <a:pt x="662" y="2206"/>
                        <a:pt x="662" y="1639"/>
                      </a:cubicBezTo>
                      <a:cubicBezTo>
                        <a:pt x="662" y="1103"/>
                        <a:pt x="1134" y="631"/>
                        <a:pt x="1701" y="631"/>
                      </a:cubicBezTo>
                      <a:close/>
                      <a:moveTo>
                        <a:pt x="1701" y="1"/>
                      </a:moveTo>
                      <a:cubicBezTo>
                        <a:pt x="756" y="1"/>
                        <a:pt x="0" y="725"/>
                        <a:pt x="0" y="1702"/>
                      </a:cubicBezTo>
                      <a:cubicBezTo>
                        <a:pt x="0" y="2647"/>
                        <a:pt x="756" y="3372"/>
                        <a:pt x="1701" y="3372"/>
                      </a:cubicBezTo>
                      <a:cubicBezTo>
                        <a:pt x="2646" y="3372"/>
                        <a:pt x="3371" y="2647"/>
                        <a:pt x="3371" y="1702"/>
                      </a:cubicBezTo>
                      <a:cubicBezTo>
                        <a:pt x="3371" y="725"/>
                        <a:pt x="2646" y="1"/>
                        <a:pt x="170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920" name="Google Shape;12553;p89">
                <a:extLst>
                  <a:ext uri="{FF2B5EF4-FFF2-40B4-BE49-F238E27FC236}">
                    <a16:creationId xmlns:a16="http://schemas.microsoft.com/office/drawing/2014/main" id="{4D890F3F-F373-DF0E-09C8-B09329338EDA}"/>
                  </a:ext>
                </a:extLst>
              </p:cNvPr>
              <p:cNvSpPr/>
              <p:nvPr/>
            </p:nvSpPr>
            <p:spPr>
              <a:xfrm>
                <a:off x="11151816" y="2661730"/>
                <a:ext cx="642992" cy="641232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1657" extrusionOk="0">
                    <a:moveTo>
                      <a:pt x="5860" y="662"/>
                    </a:moveTo>
                    <a:cubicBezTo>
                      <a:pt x="6080" y="662"/>
                      <a:pt x="6238" y="851"/>
                      <a:pt x="6238" y="1040"/>
                    </a:cubicBezTo>
                    <a:lnTo>
                      <a:pt x="6238" y="1386"/>
                    </a:lnTo>
                    <a:lnTo>
                      <a:pt x="756" y="1386"/>
                    </a:lnTo>
                    <a:lnTo>
                      <a:pt x="756" y="1040"/>
                    </a:lnTo>
                    <a:cubicBezTo>
                      <a:pt x="725" y="851"/>
                      <a:pt x="882" y="662"/>
                      <a:pt x="1071" y="662"/>
                    </a:cubicBezTo>
                    <a:close/>
                    <a:moveTo>
                      <a:pt x="6175" y="2048"/>
                    </a:moveTo>
                    <a:lnTo>
                      <a:pt x="6175" y="3686"/>
                    </a:lnTo>
                    <a:cubicBezTo>
                      <a:pt x="5639" y="3686"/>
                      <a:pt x="5198" y="4096"/>
                      <a:pt x="5198" y="4663"/>
                    </a:cubicBezTo>
                    <a:cubicBezTo>
                      <a:pt x="4820" y="4694"/>
                      <a:pt x="4505" y="4883"/>
                      <a:pt x="4348" y="5261"/>
                    </a:cubicBezTo>
                    <a:lnTo>
                      <a:pt x="3592" y="4505"/>
                    </a:lnTo>
                    <a:cubicBezTo>
                      <a:pt x="3403" y="4300"/>
                      <a:pt x="3135" y="4198"/>
                      <a:pt x="2867" y="4198"/>
                    </a:cubicBezTo>
                    <a:cubicBezTo>
                      <a:pt x="2599" y="4198"/>
                      <a:pt x="2331" y="4300"/>
                      <a:pt x="2142" y="4505"/>
                    </a:cubicBezTo>
                    <a:cubicBezTo>
                      <a:pt x="1733" y="4883"/>
                      <a:pt x="1733" y="5576"/>
                      <a:pt x="2142" y="5954"/>
                    </a:cubicBezTo>
                    <a:lnTo>
                      <a:pt x="4505" y="8317"/>
                    </a:lnTo>
                    <a:lnTo>
                      <a:pt x="4316" y="8317"/>
                    </a:lnTo>
                    <a:cubicBezTo>
                      <a:pt x="3875" y="8317"/>
                      <a:pt x="3466" y="8601"/>
                      <a:pt x="3308" y="9042"/>
                    </a:cubicBezTo>
                    <a:lnTo>
                      <a:pt x="725" y="9042"/>
                    </a:lnTo>
                    <a:lnTo>
                      <a:pt x="725" y="8979"/>
                    </a:lnTo>
                    <a:lnTo>
                      <a:pt x="725" y="2048"/>
                    </a:lnTo>
                    <a:close/>
                    <a:moveTo>
                      <a:pt x="7640" y="3907"/>
                    </a:moveTo>
                    <a:cubicBezTo>
                      <a:pt x="7727" y="3907"/>
                      <a:pt x="7813" y="3938"/>
                      <a:pt x="7876" y="4001"/>
                    </a:cubicBezTo>
                    <a:lnTo>
                      <a:pt x="8664" y="4789"/>
                    </a:lnTo>
                    <a:cubicBezTo>
                      <a:pt x="9325" y="5450"/>
                      <a:pt x="9861" y="6238"/>
                      <a:pt x="10113" y="7026"/>
                    </a:cubicBezTo>
                    <a:lnTo>
                      <a:pt x="7530" y="9609"/>
                    </a:lnTo>
                    <a:lnTo>
                      <a:pt x="4222" y="9609"/>
                    </a:lnTo>
                    <a:cubicBezTo>
                      <a:pt x="4033" y="9609"/>
                      <a:pt x="3875" y="9451"/>
                      <a:pt x="3875" y="9262"/>
                    </a:cubicBezTo>
                    <a:cubicBezTo>
                      <a:pt x="3875" y="9073"/>
                      <a:pt x="4033" y="8916"/>
                      <a:pt x="4222" y="8916"/>
                    </a:cubicBezTo>
                    <a:lnTo>
                      <a:pt x="5230" y="8916"/>
                    </a:lnTo>
                    <a:cubicBezTo>
                      <a:pt x="5387" y="8916"/>
                      <a:pt x="5513" y="8821"/>
                      <a:pt x="5545" y="8695"/>
                    </a:cubicBezTo>
                    <a:cubicBezTo>
                      <a:pt x="5608" y="8601"/>
                      <a:pt x="5608" y="8443"/>
                      <a:pt x="5482" y="8349"/>
                    </a:cubicBezTo>
                    <a:lnTo>
                      <a:pt x="2520" y="5387"/>
                    </a:lnTo>
                    <a:cubicBezTo>
                      <a:pt x="2394" y="5293"/>
                      <a:pt x="2394" y="5041"/>
                      <a:pt x="2520" y="4915"/>
                    </a:cubicBezTo>
                    <a:cubicBezTo>
                      <a:pt x="2583" y="4868"/>
                      <a:pt x="2670" y="4844"/>
                      <a:pt x="2757" y="4844"/>
                    </a:cubicBezTo>
                    <a:cubicBezTo>
                      <a:pt x="2843" y="4844"/>
                      <a:pt x="2930" y="4868"/>
                      <a:pt x="2993" y="4915"/>
                    </a:cubicBezTo>
                    <a:lnTo>
                      <a:pt x="4442" y="6395"/>
                    </a:lnTo>
                    <a:lnTo>
                      <a:pt x="5450" y="7372"/>
                    </a:lnTo>
                    <a:cubicBezTo>
                      <a:pt x="5498" y="7435"/>
                      <a:pt x="5584" y="7467"/>
                      <a:pt x="5675" y="7467"/>
                    </a:cubicBezTo>
                    <a:cubicBezTo>
                      <a:pt x="5765" y="7467"/>
                      <a:pt x="5860" y="7435"/>
                      <a:pt x="5923" y="7372"/>
                    </a:cubicBezTo>
                    <a:cubicBezTo>
                      <a:pt x="6017" y="7246"/>
                      <a:pt x="6017" y="7026"/>
                      <a:pt x="5923" y="6900"/>
                    </a:cubicBezTo>
                    <a:lnTo>
                      <a:pt x="4915" y="5923"/>
                    </a:lnTo>
                    <a:cubicBezTo>
                      <a:pt x="4820" y="5797"/>
                      <a:pt x="4820" y="5545"/>
                      <a:pt x="4915" y="5450"/>
                    </a:cubicBezTo>
                    <a:cubicBezTo>
                      <a:pt x="4978" y="5387"/>
                      <a:pt x="5072" y="5356"/>
                      <a:pt x="5163" y="5356"/>
                    </a:cubicBezTo>
                    <a:cubicBezTo>
                      <a:pt x="5253" y="5356"/>
                      <a:pt x="5340" y="5387"/>
                      <a:pt x="5387" y="5450"/>
                    </a:cubicBezTo>
                    <a:lnTo>
                      <a:pt x="6396" y="6427"/>
                    </a:lnTo>
                    <a:cubicBezTo>
                      <a:pt x="6443" y="6490"/>
                      <a:pt x="6529" y="6522"/>
                      <a:pt x="6620" y="6522"/>
                    </a:cubicBezTo>
                    <a:cubicBezTo>
                      <a:pt x="6711" y="6522"/>
                      <a:pt x="6805" y="6490"/>
                      <a:pt x="6868" y="6427"/>
                    </a:cubicBezTo>
                    <a:cubicBezTo>
                      <a:pt x="6963" y="6301"/>
                      <a:pt x="6963" y="6080"/>
                      <a:pt x="6868" y="5954"/>
                    </a:cubicBezTo>
                    <a:lnTo>
                      <a:pt x="5860" y="4978"/>
                    </a:lnTo>
                    <a:cubicBezTo>
                      <a:pt x="5765" y="4852"/>
                      <a:pt x="5765" y="4631"/>
                      <a:pt x="5860" y="4505"/>
                    </a:cubicBezTo>
                    <a:cubicBezTo>
                      <a:pt x="5923" y="4442"/>
                      <a:pt x="6017" y="4411"/>
                      <a:pt x="6108" y="4411"/>
                    </a:cubicBezTo>
                    <a:cubicBezTo>
                      <a:pt x="6199" y="4411"/>
                      <a:pt x="6285" y="4442"/>
                      <a:pt x="6333" y="4505"/>
                    </a:cubicBezTo>
                    <a:lnTo>
                      <a:pt x="7341" y="5482"/>
                    </a:lnTo>
                    <a:cubicBezTo>
                      <a:pt x="7388" y="5545"/>
                      <a:pt x="7475" y="5576"/>
                      <a:pt x="7565" y="5576"/>
                    </a:cubicBezTo>
                    <a:cubicBezTo>
                      <a:pt x="7656" y="5576"/>
                      <a:pt x="7750" y="5545"/>
                      <a:pt x="7813" y="5482"/>
                    </a:cubicBezTo>
                    <a:cubicBezTo>
                      <a:pt x="7908" y="5356"/>
                      <a:pt x="7908" y="5135"/>
                      <a:pt x="7813" y="5009"/>
                    </a:cubicBezTo>
                    <a:lnTo>
                      <a:pt x="7341" y="4537"/>
                    </a:lnTo>
                    <a:cubicBezTo>
                      <a:pt x="7278" y="4348"/>
                      <a:pt x="7278" y="4096"/>
                      <a:pt x="7404" y="4001"/>
                    </a:cubicBezTo>
                    <a:cubicBezTo>
                      <a:pt x="7467" y="3938"/>
                      <a:pt x="7553" y="3907"/>
                      <a:pt x="7640" y="3907"/>
                    </a:cubicBezTo>
                    <a:close/>
                    <a:moveTo>
                      <a:pt x="10554" y="7624"/>
                    </a:moveTo>
                    <a:lnTo>
                      <a:pt x="10806" y="7845"/>
                    </a:lnTo>
                    <a:cubicBezTo>
                      <a:pt x="10964" y="8002"/>
                      <a:pt x="10964" y="8191"/>
                      <a:pt x="10806" y="8317"/>
                    </a:cubicBezTo>
                    <a:lnTo>
                      <a:pt x="8853" y="10239"/>
                    </a:lnTo>
                    <a:cubicBezTo>
                      <a:pt x="8806" y="10302"/>
                      <a:pt x="8719" y="10334"/>
                      <a:pt x="8628" y="10334"/>
                    </a:cubicBezTo>
                    <a:cubicBezTo>
                      <a:pt x="8538" y="10334"/>
                      <a:pt x="8443" y="10302"/>
                      <a:pt x="8380" y="10239"/>
                    </a:cubicBezTo>
                    <a:lnTo>
                      <a:pt x="8160" y="10019"/>
                    </a:lnTo>
                    <a:lnTo>
                      <a:pt x="10554" y="7624"/>
                    </a:lnTo>
                    <a:close/>
                    <a:moveTo>
                      <a:pt x="3277" y="9672"/>
                    </a:moveTo>
                    <a:cubicBezTo>
                      <a:pt x="3434" y="10050"/>
                      <a:pt x="3781" y="10334"/>
                      <a:pt x="4222" y="10334"/>
                    </a:cubicBezTo>
                    <a:lnTo>
                      <a:pt x="6143" y="10334"/>
                    </a:lnTo>
                    <a:lnTo>
                      <a:pt x="6143" y="10680"/>
                    </a:lnTo>
                    <a:lnTo>
                      <a:pt x="6175" y="10680"/>
                    </a:lnTo>
                    <a:cubicBezTo>
                      <a:pt x="6175" y="10869"/>
                      <a:pt x="6017" y="11027"/>
                      <a:pt x="5828" y="11027"/>
                    </a:cubicBezTo>
                    <a:lnTo>
                      <a:pt x="1040" y="11027"/>
                    </a:lnTo>
                    <a:cubicBezTo>
                      <a:pt x="819" y="11027"/>
                      <a:pt x="662" y="10869"/>
                      <a:pt x="662" y="10680"/>
                    </a:cubicBezTo>
                    <a:lnTo>
                      <a:pt x="662" y="9672"/>
                    </a:lnTo>
                    <a:close/>
                    <a:moveTo>
                      <a:pt x="1040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10649"/>
                    </a:lnTo>
                    <a:cubicBezTo>
                      <a:pt x="0" y="11184"/>
                      <a:pt x="473" y="11657"/>
                      <a:pt x="1040" y="11657"/>
                    </a:cubicBezTo>
                    <a:lnTo>
                      <a:pt x="5828" y="11657"/>
                    </a:lnTo>
                    <a:cubicBezTo>
                      <a:pt x="6396" y="11657"/>
                      <a:pt x="6868" y="11184"/>
                      <a:pt x="6868" y="10649"/>
                    </a:cubicBezTo>
                    <a:lnTo>
                      <a:pt x="6868" y="10334"/>
                    </a:lnTo>
                    <a:lnTo>
                      <a:pt x="7467" y="10334"/>
                    </a:lnTo>
                    <a:lnTo>
                      <a:pt x="7876" y="10775"/>
                    </a:lnTo>
                    <a:cubicBezTo>
                      <a:pt x="8081" y="10964"/>
                      <a:pt x="8349" y="11058"/>
                      <a:pt x="8613" y="11058"/>
                    </a:cubicBezTo>
                    <a:cubicBezTo>
                      <a:pt x="8877" y="11058"/>
                      <a:pt x="9136" y="10964"/>
                      <a:pt x="9325" y="10775"/>
                    </a:cubicBezTo>
                    <a:lnTo>
                      <a:pt x="11279" y="8821"/>
                    </a:lnTo>
                    <a:cubicBezTo>
                      <a:pt x="11688" y="8443"/>
                      <a:pt x="11688" y="7782"/>
                      <a:pt x="11310" y="7372"/>
                    </a:cubicBezTo>
                    <a:lnTo>
                      <a:pt x="10869" y="6931"/>
                    </a:lnTo>
                    <a:cubicBezTo>
                      <a:pt x="10554" y="6080"/>
                      <a:pt x="10082" y="5261"/>
                      <a:pt x="9420" y="4505"/>
                    </a:cubicBezTo>
                    <a:lnTo>
                      <a:pt x="8380" y="3466"/>
                    </a:lnTo>
                    <a:cubicBezTo>
                      <a:pt x="8191" y="3277"/>
                      <a:pt x="7931" y="3182"/>
                      <a:pt x="7668" y="3182"/>
                    </a:cubicBezTo>
                    <a:cubicBezTo>
                      <a:pt x="7404" y="3182"/>
                      <a:pt x="7136" y="3277"/>
                      <a:pt x="6931" y="3466"/>
                    </a:cubicBezTo>
                    <a:lnTo>
                      <a:pt x="6868" y="3560"/>
                    </a:lnTo>
                    <a:lnTo>
                      <a:pt x="6868" y="1040"/>
                    </a:lnTo>
                    <a:cubicBezTo>
                      <a:pt x="6868" y="473"/>
                      <a:pt x="6396" y="0"/>
                      <a:pt x="582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921" name="Google Shape;12565;p89">
                <a:extLst>
                  <a:ext uri="{FF2B5EF4-FFF2-40B4-BE49-F238E27FC236}">
                    <a16:creationId xmlns:a16="http://schemas.microsoft.com/office/drawing/2014/main" id="{B8441954-3CBD-BA88-144B-9BB99E064BFF}"/>
                  </a:ext>
                </a:extLst>
              </p:cNvPr>
              <p:cNvSpPr/>
              <p:nvPr/>
            </p:nvSpPr>
            <p:spPr>
              <a:xfrm>
                <a:off x="3705147" y="2680982"/>
                <a:ext cx="655149" cy="602727"/>
              </a:xfrm>
              <a:custGeom>
                <a:avLst/>
                <a:gdLst/>
                <a:ahLst/>
                <a:cxnLst/>
                <a:rect l="l" t="t" r="r" b="b"/>
                <a:pathLst>
                  <a:path w="11910" h="10957" extrusionOk="0">
                    <a:moveTo>
                      <a:pt x="7325" y="654"/>
                    </a:moveTo>
                    <a:cubicBezTo>
                      <a:pt x="7412" y="654"/>
                      <a:pt x="7498" y="686"/>
                      <a:pt x="7561" y="749"/>
                    </a:cubicBezTo>
                    <a:lnTo>
                      <a:pt x="10995" y="4088"/>
                    </a:lnTo>
                    <a:cubicBezTo>
                      <a:pt x="11122" y="4246"/>
                      <a:pt x="11122" y="4466"/>
                      <a:pt x="10995" y="4592"/>
                    </a:cubicBezTo>
                    <a:lnTo>
                      <a:pt x="10082" y="5506"/>
                    </a:lnTo>
                    <a:lnTo>
                      <a:pt x="7404" y="2859"/>
                    </a:lnTo>
                    <a:cubicBezTo>
                      <a:pt x="7215" y="2670"/>
                      <a:pt x="6955" y="2576"/>
                      <a:pt x="6691" y="2576"/>
                    </a:cubicBezTo>
                    <a:cubicBezTo>
                      <a:pt x="6427" y="2576"/>
                      <a:pt x="6159" y="2670"/>
                      <a:pt x="5955" y="2859"/>
                    </a:cubicBezTo>
                    <a:lnTo>
                      <a:pt x="4978" y="3805"/>
                    </a:lnTo>
                    <a:cubicBezTo>
                      <a:pt x="4915" y="3868"/>
                      <a:pt x="4828" y="3899"/>
                      <a:pt x="4742" y="3899"/>
                    </a:cubicBezTo>
                    <a:cubicBezTo>
                      <a:pt x="4655" y="3899"/>
                      <a:pt x="4568" y="3868"/>
                      <a:pt x="4505" y="3805"/>
                    </a:cubicBezTo>
                    <a:cubicBezTo>
                      <a:pt x="4379" y="3679"/>
                      <a:pt x="4379" y="3458"/>
                      <a:pt x="4505" y="3332"/>
                    </a:cubicBezTo>
                    <a:lnTo>
                      <a:pt x="5955" y="1883"/>
                    </a:lnTo>
                    <a:lnTo>
                      <a:pt x="7089" y="749"/>
                    </a:lnTo>
                    <a:cubicBezTo>
                      <a:pt x="7152" y="686"/>
                      <a:pt x="7239" y="654"/>
                      <a:pt x="7325" y="654"/>
                    </a:cubicBezTo>
                    <a:close/>
                    <a:moveTo>
                      <a:pt x="2808" y="5183"/>
                    </a:moveTo>
                    <a:cubicBezTo>
                      <a:pt x="2899" y="5183"/>
                      <a:pt x="2993" y="5207"/>
                      <a:pt x="3056" y="5254"/>
                    </a:cubicBezTo>
                    <a:cubicBezTo>
                      <a:pt x="3151" y="5380"/>
                      <a:pt x="3151" y="5632"/>
                      <a:pt x="3056" y="5726"/>
                    </a:cubicBezTo>
                    <a:lnTo>
                      <a:pt x="2048" y="6735"/>
                    </a:lnTo>
                    <a:cubicBezTo>
                      <a:pt x="2001" y="6782"/>
                      <a:pt x="1914" y="6805"/>
                      <a:pt x="1824" y="6805"/>
                    </a:cubicBezTo>
                    <a:cubicBezTo>
                      <a:pt x="1733" y="6805"/>
                      <a:pt x="1639" y="6782"/>
                      <a:pt x="1576" y="6735"/>
                    </a:cubicBezTo>
                    <a:cubicBezTo>
                      <a:pt x="1449" y="6609"/>
                      <a:pt x="1449" y="6357"/>
                      <a:pt x="1576" y="6262"/>
                    </a:cubicBezTo>
                    <a:lnTo>
                      <a:pt x="2584" y="5254"/>
                    </a:lnTo>
                    <a:cubicBezTo>
                      <a:pt x="2631" y="5207"/>
                      <a:pt x="2718" y="5183"/>
                      <a:pt x="2808" y="5183"/>
                    </a:cubicBezTo>
                    <a:close/>
                    <a:moveTo>
                      <a:pt x="3785" y="6167"/>
                    </a:moveTo>
                    <a:cubicBezTo>
                      <a:pt x="3875" y="6167"/>
                      <a:pt x="3970" y="6199"/>
                      <a:pt x="4033" y="6262"/>
                    </a:cubicBezTo>
                    <a:cubicBezTo>
                      <a:pt x="4159" y="6357"/>
                      <a:pt x="4159" y="6609"/>
                      <a:pt x="4033" y="6735"/>
                    </a:cubicBezTo>
                    <a:lnTo>
                      <a:pt x="3056" y="7711"/>
                    </a:lnTo>
                    <a:cubicBezTo>
                      <a:pt x="2993" y="7774"/>
                      <a:pt x="2899" y="7806"/>
                      <a:pt x="2808" y="7806"/>
                    </a:cubicBezTo>
                    <a:cubicBezTo>
                      <a:pt x="2718" y="7806"/>
                      <a:pt x="2631" y="7774"/>
                      <a:pt x="2584" y="7711"/>
                    </a:cubicBezTo>
                    <a:cubicBezTo>
                      <a:pt x="2395" y="7554"/>
                      <a:pt x="2395" y="7365"/>
                      <a:pt x="2584" y="7239"/>
                    </a:cubicBezTo>
                    <a:lnTo>
                      <a:pt x="3560" y="6262"/>
                    </a:lnTo>
                    <a:cubicBezTo>
                      <a:pt x="3608" y="6199"/>
                      <a:pt x="3694" y="6167"/>
                      <a:pt x="3785" y="6167"/>
                    </a:cubicBezTo>
                    <a:close/>
                    <a:moveTo>
                      <a:pt x="4730" y="7113"/>
                    </a:moveTo>
                    <a:cubicBezTo>
                      <a:pt x="4821" y="7113"/>
                      <a:pt x="4915" y="7144"/>
                      <a:pt x="4978" y="7207"/>
                    </a:cubicBezTo>
                    <a:cubicBezTo>
                      <a:pt x="5073" y="7302"/>
                      <a:pt x="5073" y="7554"/>
                      <a:pt x="4978" y="7680"/>
                    </a:cubicBezTo>
                    <a:lnTo>
                      <a:pt x="4001" y="8656"/>
                    </a:lnTo>
                    <a:cubicBezTo>
                      <a:pt x="3938" y="8719"/>
                      <a:pt x="3844" y="8751"/>
                      <a:pt x="3749" y="8751"/>
                    </a:cubicBezTo>
                    <a:cubicBezTo>
                      <a:pt x="3655" y="8751"/>
                      <a:pt x="3560" y="8719"/>
                      <a:pt x="3497" y="8656"/>
                    </a:cubicBezTo>
                    <a:cubicBezTo>
                      <a:pt x="3403" y="8530"/>
                      <a:pt x="3403" y="8310"/>
                      <a:pt x="3497" y="8184"/>
                    </a:cubicBezTo>
                    <a:lnTo>
                      <a:pt x="4505" y="7207"/>
                    </a:lnTo>
                    <a:cubicBezTo>
                      <a:pt x="4553" y="7144"/>
                      <a:pt x="4639" y="7113"/>
                      <a:pt x="4730" y="7113"/>
                    </a:cubicBezTo>
                    <a:close/>
                    <a:moveTo>
                      <a:pt x="4100" y="969"/>
                    </a:moveTo>
                    <a:cubicBezTo>
                      <a:pt x="4190" y="969"/>
                      <a:pt x="4285" y="1001"/>
                      <a:pt x="4348" y="1064"/>
                    </a:cubicBezTo>
                    <a:lnTo>
                      <a:pt x="5041" y="1725"/>
                    </a:lnTo>
                    <a:lnTo>
                      <a:pt x="3938" y="2828"/>
                    </a:lnTo>
                    <a:cubicBezTo>
                      <a:pt x="3560" y="3206"/>
                      <a:pt x="3560" y="3899"/>
                      <a:pt x="3938" y="4277"/>
                    </a:cubicBezTo>
                    <a:cubicBezTo>
                      <a:pt x="4143" y="4482"/>
                      <a:pt x="4411" y="4584"/>
                      <a:pt x="4675" y="4584"/>
                    </a:cubicBezTo>
                    <a:cubicBezTo>
                      <a:pt x="4939" y="4584"/>
                      <a:pt x="5199" y="4482"/>
                      <a:pt x="5388" y="4277"/>
                    </a:cubicBezTo>
                    <a:lnTo>
                      <a:pt x="6396" y="3332"/>
                    </a:lnTo>
                    <a:cubicBezTo>
                      <a:pt x="6443" y="3269"/>
                      <a:pt x="6530" y="3238"/>
                      <a:pt x="6620" y="3238"/>
                    </a:cubicBezTo>
                    <a:cubicBezTo>
                      <a:pt x="6711" y="3238"/>
                      <a:pt x="6805" y="3269"/>
                      <a:pt x="6868" y="3332"/>
                    </a:cubicBezTo>
                    <a:lnTo>
                      <a:pt x="10334" y="6735"/>
                    </a:lnTo>
                    <a:cubicBezTo>
                      <a:pt x="10491" y="6829"/>
                      <a:pt x="10491" y="7113"/>
                      <a:pt x="10365" y="7239"/>
                    </a:cubicBezTo>
                    <a:cubicBezTo>
                      <a:pt x="10302" y="7302"/>
                      <a:pt x="10216" y="7333"/>
                      <a:pt x="10129" y="7333"/>
                    </a:cubicBezTo>
                    <a:cubicBezTo>
                      <a:pt x="10042" y="7333"/>
                      <a:pt x="9956" y="7302"/>
                      <a:pt x="9893" y="7239"/>
                    </a:cubicBezTo>
                    <a:lnTo>
                      <a:pt x="8444" y="5789"/>
                    </a:lnTo>
                    <a:cubicBezTo>
                      <a:pt x="8381" y="5726"/>
                      <a:pt x="8286" y="5695"/>
                      <a:pt x="8195" y="5695"/>
                    </a:cubicBezTo>
                    <a:cubicBezTo>
                      <a:pt x="8105" y="5695"/>
                      <a:pt x="8018" y="5726"/>
                      <a:pt x="7971" y="5789"/>
                    </a:cubicBezTo>
                    <a:cubicBezTo>
                      <a:pt x="7845" y="5884"/>
                      <a:pt x="7845" y="6136"/>
                      <a:pt x="7971" y="6262"/>
                    </a:cubicBezTo>
                    <a:lnTo>
                      <a:pt x="9420" y="7711"/>
                    </a:lnTo>
                    <a:cubicBezTo>
                      <a:pt x="9546" y="7837"/>
                      <a:pt x="9546" y="8058"/>
                      <a:pt x="9420" y="8184"/>
                    </a:cubicBezTo>
                    <a:cubicBezTo>
                      <a:pt x="9357" y="8247"/>
                      <a:pt x="9271" y="8278"/>
                      <a:pt x="9184" y="8278"/>
                    </a:cubicBezTo>
                    <a:cubicBezTo>
                      <a:pt x="9097" y="8278"/>
                      <a:pt x="9011" y="8247"/>
                      <a:pt x="8948" y="8184"/>
                    </a:cubicBezTo>
                    <a:lnTo>
                      <a:pt x="7498" y="6735"/>
                    </a:lnTo>
                    <a:cubicBezTo>
                      <a:pt x="7435" y="6672"/>
                      <a:pt x="7341" y="6640"/>
                      <a:pt x="7250" y="6640"/>
                    </a:cubicBezTo>
                    <a:cubicBezTo>
                      <a:pt x="7160" y="6640"/>
                      <a:pt x="7073" y="6672"/>
                      <a:pt x="7026" y="6735"/>
                    </a:cubicBezTo>
                    <a:cubicBezTo>
                      <a:pt x="6900" y="6829"/>
                      <a:pt x="6900" y="7081"/>
                      <a:pt x="7026" y="7176"/>
                    </a:cubicBezTo>
                    <a:lnTo>
                      <a:pt x="8475" y="8656"/>
                    </a:lnTo>
                    <a:cubicBezTo>
                      <a:pt x="8601" y="8751"/>
                      <a:pt x="8601" y="9003"/>
                      <a:pt x="8475" y="9129"/>
                    </a:cubicBezTo>
                    <a:cubicBezTo>
                      <a:pt x="8412" y="9176"/>
                      <a:pt x="8325" y="9200"/>
                      <a:pt x="8239" y="9200"/>
                    </a:cubicBezTo>
                    <a:cubicBezTo>
                      <a:pt x="8152" y="9200"/>
                      <a:pt x="8066" y="9176"/>
                      <a:pt x="8003" y="9129"/>
                    </a:cubicBezTo>
                    <a:lnTo>
                      <a:pt x="6459" y="7648"/>
                    </a:lnTo>
                    <a:cubicBezTo>
                      <a:pt x="6270" y="7459"/>
                      <a:pt x="6018" y="7396"/>
                      <a:pt x="5797" y="7396"/>
                    </a:cubicBezTo>
                    <a:cubicBezTo>
                      <a:pt x="5797" y="7144"/>
                      <a:pt x="5671" y="6924"/>
                      <a:pt x="5482" y="6735"/>
                    </a:cubicBezTo>
                    <a:cubicBezTo>
                      <a:pt x="5293" y="6514"/>
                      <a:pt x="5041" y="6451"/>
                      <a:pt x="4821" y="6388"/>
                    </a:cubicBezTo>
                    <a:cubicBezTo>
                      <a:pt x="4821" y="6167"/>
                      <a:pt x="4694" y="5947"/>
                      <a:pt x="4505" y="5726"/>
                    </a:cubicBezTo>
                    <a:cubicBezTo>
                      <a:pt x="4285" y="5537"/>
                      <a:pt x="4064" y="5474"/>
                      <a:pt x="3812" y="5411"/>
                    </a:cubicBezTo>
                    <a:cubicBezTo>
                      <a:pt x="3812" y="5191"/>
                      <a:pt x="3718" y="4939"/>
                      <a:pt x="3497" y="4750"/>
                    </a:cubicBezTo>
                    <a:cubicBezTo>
                      <a:pt x="3308" y="4561"/>
                      <a:pt x="3048" y="4466"/>
                      <a:pt x="2785" y="4466"/>
                    </a:cubicBezTo>
                    <a:cubicBezTo>
                      <a:pt x="2521" y="4466"/>
                      <a:pt x="2253" y="4561"/>
                      <a:pt x="2048" y="4750"/>
                    </a:cubicBezTo>
                    <a:lnTo>
                      <a:pt x="1544" y="5254"/>
                    </a:lnTo>
                    <a:lnTo>
                      <a:pt x="819" y="4561"/>
                    </a:lnTo>
                    <a:cubicBezTo>
                      <a:pt x="725" y="4435"/>
                      <a:pt x="725" y="4183"/>
                      <a:pt x="819" y="4088"/>
                    </a:cubicBezTo>
                    <a:lnTo>
                      <a:pt x="3875" y="1064"/>
                    </a:lnTo>
                    <a:cubicBezTo>
                      <a:pt x="3923" y="1001"/>
                      <a:pt x="4009" y="969"/>
                      <a:pt x="4100" y="969"/>
                    </a:cubicBezTo>
                    <a:close/>
                    <a:moveTo>
                      <a:pt x="5718" y="8089"/>
                    </a:moveTo>
                    <a:cubicBezTo>
                      <a:pt x="5805" y="8089"/>
                      <a:pt x="5892" y="8121"/>
                      <a:pt x="5955" y="8184"/>
                    </a:cubicBezTo>
                    <a:cubicBezTo>
                      <a:pt x="6081" y="8310"/>
                      <a:pt x="6081" y="8530"/>
                      <a:pt x="5955" y="8656"/>
                    </a:cubicBezTo>
                    <a:lnTo>
                      <a:pt x="4978" y="9633"/>
                    </a:lnTo>
                    <a:cubicBezTo>
                      <a:pt x="4915" y="9696"/>
                      <a:pt x="4821" y="9728"/>
                      <a:pt x="4730" y="9728"/>
                    </a:cubicBezTo>
                    <a:cubicBezTo>
                      <a:pt x="4639" y="9728"/>
                      <a:pt x="4553" y="9696"/>
                      <a:pt x="4505" y="9633"/>
                    </a:cubicBezTo>
                    <a:cubicBezTo>
                      <a:pt x="4379" y="9507"/>
                      <a:pt x="4379" y="9286"/>
                      <a:pt x="4505" y="9160"/>
                    </a:cubicBezTo>
                    <a:lnTo>
                      <a:pt x="5482" y="8184"/>
                    </a:lnTo>
                    <a:cubicBezTo>
                      <a:pt x="5545" y="8121"/>
                      <a:pt x="5632" y="8089"/>
                      <a:pt x="5718" y="8089"/>
                    </a:cubicBezTo>
                    <a:close/>
                    <a:moveTo>
                      <a:pt x="6616" y="8877"/>
                    </a:moveTo>
                    <a:lnTo>
                      <a:pt x="7467" y="9665"/>
                    </a:lnTo>
                    <a:cubicBezTo>
                      <a:pt x="7593" y="9759"/>
                      <a:pt x="7593" y="9980"/>
                      <a:pt x="7435" y="10106"/>
                    </a:cubicBezTo>
                    <a:cubicBezTo>
                      <a:pt x="7388" y="10169"/>
                      <a:pt x="7286" y="10200"/>
                      <a:pt x="7179" y="10200"/>
                    </a:cubicBezTo>
                    <a:cubicBezTo>
                      <a:pt x="7073" y="10200"/>
                      <a:pt x="6963" y="10169"/>
                      <a:pt x="6900" y="10106"/>
                    </a:cubicBezTo>
                    <a:lnTo>
                      <a:pt x="6207" y="9412"/>
                    </a:lnTo>
                    <a:lnTo>
                      <a:pt x="6427" y="9160"/>
                    </a:lnTo>
                    <a:cubicBezTo>
                      <a:pt x="6522" y="9097"/>
                      <a:pt x="6585" y="8971"/>
                      <a:pt x="6616" y="8877"/>
                    </a:cubicBezTo>
                    <a:close/>
                    <a:moveTo>
                      <a:pt x="7309" y="0"/>
                    </a:moveTo>
                    <a:cubicBezTo>
                      <a:pt x="7042" y="0"/>
                      <a:pt x="6774" y="103"/>
                      <a:pt x="6585" y="308"/>
                    </a:cubicBezTo>
                    <a:lnTo>
                      <a:pt x="5608" y="1284"/>
                    </a:lnTo>
                    <a:lnTo>
                      <a:pt x="4852" y="560"/>
                    </a:lnTo>
                    <a:cubicBezTo>
                      <a:pt x="4656" y="394"/>
                      <a:pt x="4409" y="307"/>
                      <a:pt x="4163" y="307"/>
                    </a:cubicBezTo>
                    <a:cubicBezTo>
                      <a:pt x="3897" y="307"/>
                      <a:pt x="3631" y="409"/>
                      <a:pt x="3434" y="623"/>
                    </a:cubicBezTo>
                    <a:lnTo>
                      <a:pt x="410" y="3647"/>
                    </a:lnTo>
                    <a:cubicBezTo>
                      <a:pt x="0" y="4025"/>
                      <a:pt x="0" y="4718"/>
                      <a:pt x="410" y="5096"/>
                    </a:cubicBezTo>
                    <a:lnTo>
                      <a:pt x="1103" y="5821"/>
                    </a:lnTo>
                    <a:cubicBezTo>
                      <a:pt x="725" y="6199"/>
                      <a:pt x="725" y="6829"/>
                      <a:pt x="1103" y="7239"/>
                    </a:cubicBezTo>
                    <a:cubicBezTo>
                      <a:pt x="1292" y="7428"/>
                      <a:pt x="1544" y="7491"/>
                      <a:pt x="1765" y="7554"/>
                    </a:cubicBezTo>
                    <a:cubicBezTo>
                      <a:pt x="1765" y="7774"/>
                      <a:pt x="1891" y="8026"/>
                      <a:pt x="2080" y="8215"/>
                    </a:cubicBezTo>
                    <a:cubicBezTo>
                      <a:pt x="2300" y="8404"/>
                      <a:pt x="2521" y="8499"/>
                      <a:pt x="2773" y="8530"/>
                    </a:cubicBezTo>
                    <a:cubicBezTo>
                      <a:pt x="2773" y="8751"/>
                      <a:pt x="2867" y="9003"/>
                      <a:pt x="3088" y="9192"/>
                    </a:cubicBezTo>
                    <a:cubicBezTo>
                      <a:pt x="3277" y="9381"/>
                      <a:pt x="3497" y="9475"/>
                      <a:pt x="3749" y="9507"/>
                    </a:cubicBezTo>
                    <a:cubicBezTo>
                      <a:pt x="3749" y="9759"/>
                      <a:pt x="3875" y="9980"/>
                      <a:pt x="4064" y="10169"/>
                    </a:cubicBezTo>
                    <a:cubicBezTo>
                      <a:pt x="4253" y="10373"/>
                      <a:pt x="4521" y="10476"/>
                      <a:pt x="4789" y="10476"/>
                    </a:cubicBezTo>
                    <a:cubicBezTo>
                      <a:pt x="5057" y="10476"/>
                      <a:pt x="5325" y="10373"/>
                      <a:pt x="5514" y="10169"/>
                    </a:cubicBezTo>
                    <a:lnTo>
                      <a:pt x="5766" y="9948"/>
                    </a:lnTo>
                    <a:lnTo>
                      <a:pt x="6459" y="10673"/>
                    </a:lnTo>
                    <a:cubicBezTo>
                      <a:pt x="6664" y="10862"/>
                      <a:pt x="6939" y="10956"/>
                      <a:pt x="7219" y="10956"/>
                    </a:cubicBezTo>
                    <a:cubicBezTo>
                      <a:pt x="7498" y="10956"/>
                      <a:pt x="7782" y="10862"/>
                      <a:pt x="8003" y="10673"/>
                    </a:cubicBezTo>
                    <a:cubicBezTo>
                      <a:pt x="8192" y="10452"/>
                      <a:pt x="8286" y="10232"/>
                      <a:pt x="8318" y="9980"/>
                    </a:cubicBezTo>
                    <a:cubicBezTo>
                      <a:pt x="8538" y="9980"/>
                      <a:pt x="8790" y="9885"/>
                      <a:pt x="8979" y="9665"/>
                    </a:cubicBezTo>
                    <a:cubicBezTo>
                      <a:pt x="9168" y="9475"/>
                      <a:pt x="9263" y="9255"/>
                      <a:pt x="9294" y="9003"/>
                    </a:cubicBezTo>
                    <a:cubicBezTo>
                      <a:pt x="9546" y="9003"/>
                      <a:pt x="9767" y="8877"/>
                      <a:pt x="9956" y="8688"/>
                    </a:cubicBezTo>
                    <a:cubicBezTo>
                      <a:pt x="10176" y="8499"/>
                      <a:pt x="10239" y="8247"/>
                      <a:pt x="10271" y="8026"/>
                    </a:cubicBezTo>
                    <a:cubicBezTo>
                      <a:pt x="10523" y="8026"/>
                      <a:pt x="10743" y="7900"/>
                      <a:pt x="10964" y="7711"/>
                    </a:cubicBezTo>
                    <a:cubicBezTo>
                      <a:pt x="11342" y="7302"/>
                      <a:pt x="11342" y="6640"/>
                      <a:pt x="10964" y="6262"/>
                    </a:cubicBezTo>
                    <a:lnTo>
                      <a:pt x="10680" y="5978"/>
                    </a:lnTo>
                    <a:lnTo>
                      <a:pt x="11594" y="5065"/>
                    </a:lnTo>
                    <a:cubicBezTo>
                      <a:pt x="11909" y="4687"/>
                      <a:pt x="11909" y="4057"/>
                      <a:pt x="11468" y="3647"/>
                    </a:cubicBezTo>
                    <a:lnTo>
                      <a:pt x="8034" y="308"/>
                    </a:lnTo>
                    <a:cubicBezTo>
                      <a:pt x="7845" y="103"/>
                      <a:pt x="7577" y="0"/>
                      <a:pt x="730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922" name="Google Shape;12575;p89">
                <a:extLst>
                  <a:ext uri="{FF2B5EF4-FFF2-40B4-BE49-F238E27FC236}">
                    <a16:creationId xmlns:a16="http://schemas.microsoft.com/office/drawing/2014/main" id="{AEAC7F7A-EBF5-D34C-103F-35436B5BFD98}"/>
                  </a:ext>
                </a:extLst>
              </p:cNvPr>
              <p:cNvGrpSpPr/>
              <p:nvPr/>
            </p:nvGrpSpPr>
            <p:grpSpPr>
              <a:xfrm>
                <a:off x="7877844" y="2660193"/>
                <a:ext cx="568457" cy="644753"/>
                <a:chOff x="-3478675" y="2405775"/>
                <a:chExt cx="258350" cy="293025"/>
              </a:xfrm>
              <a:grpFill/>
            </p:grpSpPr>
            <p:sp>
              <p:nvSpPr>
                <p:cNvPr id="17926" name="Google Shape;12576;p89">
                  <a:extLst>
                    <a:ext uri="{FF2B5EF4-FFF2-40B4-BE49-F238E27FC236}">
                      <a16:creationId xmlns:a16="http://schemas.microsoft.com/office/drawing/2014/main" id="{AAE4F2EB-9A22-0C38-F29B-01B3C31EB726}"/>
                    </a:ext>
                  </a:extLst>
                </p:cNvPr>
                <p:cNvSpPr/>
                <p:nvPr/>
              </p:nvSpPr>
              <p:spPr>
                <a:xfrm>
                  <a:off x="-3478675" y="2405775"/>
                  <a:ext cx="258350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34" h="11721" extrusionOk="0">
                      <a:moveTo>
                        <a:pt x="6018" y="694"/>
                      </a:moveTo>
                      <a:cubicBezTo>
                        <a:pt x="6175" y="694"/>
                        <a:pt x="6301" y="757"/>
                        <a:pt x="6333" y="915"/>
                      </a:cubicBezTo>
                      <a:lnTo>
                        <a:pt x="6490" y="1450"/>
                      </a:lnTo>
                      <a:lnTo>
                        <a:pt x="3781" y="1450"/>
                      </a:lnTo>
                      <a:lnTo>
                        <a:pt x="3970" y="915"/>
                      </a:lnTo>
                      <a:cubicBezTo>
                        <a:pt x="4033" y="757"/>
                        <a:pt x="4127" y="694"/>
                        <a:pt x="4285" y="694"/>
                      </a:cubicBezTo>
                      <a:close/>
                      <a:moveTo>
                        <a:pt x="9326" y="2049"/>
                      </a:moveTo>
                      <a:cubicBezTo>
                        <a:pt x="9546" y="2049"/>
                        <a:pt x="9704" y="2206"/>
                        <a:pt x="9704" y="2427"/>
                      </a:cubicBezTo>
                      <a:lnTo>
                        <a:pt x="9704" y="2773"/>
                      </a:lnTo>
                      <a:lnTo>
                        <a:pt x="756" y="2773"/>
                      </a:lnTo>
                      <a:lnTo>
                        <a:pt x="756" y="2427"/>
                      </a:lnTo>
                      <a:cubicBezTo>
                        <a:pt x="756" y="2206"/>
                        <a:pt x="914" y="2049"/>
                        <a:pt x="1103" y="2049"/>
                      </a:cubicBezTo>
                      <a:close/>
                      <a:moveTo>
                        <a:pt x="8916" y="3498"/>
                      </a:moveTo>
                      <a:lnTo>
                        <a:pt x="8317" y="10681"/>
                      </a:lnTo>
                      <a:cubicBezTo>
                        <a:pt x="8317" y="10839"/>
                        <a:pt x="8160" y="10996"/>
                        <a:pt x="7971" y="10996"/>
                      </a:cubicBezTo>
                      <a:lnTo>
                        <a:pt x="2363" y="10996"/>
                      </a:lnTo>
                      <a:cubicBezTo>
                        <a:pt x="2174" y="10996"/>
                        <a:pt x="2048" y="10902"/>
                        <a:pt x="2016" y="10681"/>
                      </a:cubicBezTo>
                      <a:lnTo>
                        <a:pt x="1418" y="3498"/>
                      </a:lnTo>
                      <a:close/>
                      <a:moveTo>
                        <a:pt x="4285" y="1"/>
                      </a:moveTo>
                      <a:cubicBezTo>
                        <a:pt x="3875" y="1"/>
                        <a:pt x="3466" y="285"/>
                        <a:pt x="3308" y="726"/>
                      </a:cubicBezTo>
                      <a:lnTo>
                        <a:pt x="3088" y="1450"/>
                      </a:lnTo>
                      <a:lnTo>
                        <a:pt x="1040" y="1450"/>
                      </a:lnTo>
                      <a:cubicBezTo>
                        <a:pt x="473" y="1450"/>
                        <a:pt x="0" y="1923"/>
                        <a:pt x="0" y="2458"/>
                      </a:cubicBezTo>
                      <a:lnTo>
                        <a:pt x="0" y="3120"/>
                      </a:lnTo>
                      <a:cubicBezTo>
                        <a:pt x="0" y="3341"/>
                        <a:pt x="158" y="3498"/>
                        <a:pt x="347" y="3498"/>
                      </a:cubicBezTo>
                      <a:lnTo>
                        <a:pt x="725" y="3498"/>
                      </a:lnTo>
                      <a:lnTo>
                        <a:pt x="1292" y="10776"/>
                      </a:lnTo>
                      <a:cubicBezTo>
                        <a:pt x="1355" y="11311"/>
                        <a:pt x="1764" y="11721"/>
                        <a:pt x="2331" y="11721"/>
                      </a:cubicBezTo>
                      <a:lnTo>
                        <a:pt x="7908" y="11721"/>
                      </a:lnTo>
                      <a:cubicBezTo>
                        <a:pt x="8475" y="11721"/>
                        <a:pt x="8916" y="11311"/>
                        <a:pt x="8948" y="10776"/>
                      </a:cubicBezTo>
                      <a:lnTo>
                        <a:pt x="9546" y="3498"/>
                      </a:lnTo>
                      <a:lnTo>
                        <a:pt x="9893" y="3498"/>
                      </a:lnTo>
                      <a:cubicBezTo>
                        <a:pt x="10082" y="3498"/>
                        <a:pt x="10239" y="3341"/>
                        <a:pt x="10239" y="3120"/>
                      </a:cubicBezTo>
                      <a:lnTo>
                        <a:pt x="10239" y="2458"/>
                      </a:lnTo>
                      <a:cubicBezTo>
                        <a:pt x="10334" y="1860"/>
                        <a:pt x="9861" y="1450"/>
                        <a:pt x="9294" y="1450"/>
                      </a:cubicBezTo>
                      <a:lnTo>
                        <a:pt x="7246" y="1450"/>
                      </a:lnTo>
                      <a:lnTo>
                        <a:pt x="7026" y="726"/>
                      </a:lnTo>
                      <a:cubicBezTo>
                        <a:pt x="6868" y="285"/>
                        <a:pt x="6490" y="1"/>
                        <a:pt x="60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7" name="Google Shape;12577;p89">
                  <a:extLst>
                    <a:ext uri="{FF2B5EF4-FFF2-40B4-BE49-F238E27FC236}">
                      <a16:creationId xmlns:a16="http://schemas.microsoft.com/office/drawing/2014/main" id="{494E8645-E081-0788-19D6-822F7E1D64B1}"/>
                    </a:ext>
                  </a:extLst>
                </p:cNvPr>
                <p:cNvSpPr/>
                <p:nvPr/>
              </p:nvSpPr>
              <p:spPr>
                <a:xfrm>
                  <a:off x="-3408575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lnTo>
                        <a:pt x="0" y="5829"/>
                      </a:lnTo>
                      <a:cubicBezTo>
                        <a:pt x="0" y="6018"/>
                        <a:pt x="158" y="6176"/>
                        <a:pt x="347" y="6176"/>
                      </a:cubicBezTo>
                      <a:cubicBezTo>
                        <a:pt x="536" y="6176"/>
                        <a:pt x="693" y="6018"/>
                        <a:pt x="693" y="5829"/>
                      </a:cubicBezTo>
                      <a:lnTo>
                        <a:pt x="693" y="347"/>
                      </a:ln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8" name="Google Shape;12578;p89">
                  <a:extLst>
                    <a:ext uri="{FF2B5EF4-FFF2-40B4-BE49-F238E27FC236}">
                      <a16:creationId xmlns:a16="http://schemas.microsoft.com/office/drawing/2014/main" id="{609F482E-69DE-AE29-6A6E-833D6C58DADA}"/>
                    </a:ext>
                  </a:extLst>
                </p:cNvPr>
                <p:cNvSpPr/>
                <p:nvPr/>
              </p:nvSpPr>
              <p:spPr>
                <a:xfrm>
                  <a:off x="-33574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9" name="Google Shape;12579;p89">
                  <a:extLst>
                    <a:ext uri="{FF2B5EF4-FFF2-40B4-BE49-F238E27FC236}">
                      <a16:creationId xmlns:a16="http://schemas.microsoft.com/office/drawing/2014/main" id="{EC43C7A9-C292-414E-8050-0E7AAF666C6D}"/>
                    </a:ext>
                  </a:extLst>
                </p:cNvPr>
                <p:cNvSpPr/>
                <p:nvPr/>
              </p:nvSpPr>
              <p:spPr>
                <a:xfrm>
                  <a:off x="-3306200" y="2509750"/>
                  <a:ext cx="17350" cy="154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617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lnTo>
                        <a:pt x="1" y="5829"/>
                      </a:lnTo>
                      <a:cubicBezTo>
                        <a:pt x="1" y="6018"/>
                        <a:pt x="158" y="6176"/>
                        <a:pt x="347" y="6176"/>
                      </a:cubicBezTo>
                      <a:cubicBezTo>
                        <a:pt x="536" y="6176"/>
                        <a:pt x="694" y="6018"/>
                        <a:pt x="694" y="5829"/>
                      </a:cubicBezTo>
                      <a:lnTo>
                        <a:pt x="694" y="347"/>
                      </a:ln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923" name="Google Shape;12605;p89">
                <a:extLst>
                  <a:ext uri="{FF2B5EF4-FFF2-40B4-BE49-F238E27FC236}">
                    <a16:creationId xmlns:a16="http://schemas.microsoft.com/office/drawing/2014/main" id="{45581EF9-4E84-89A4-3B13-AAE6BBAC4ABE}"/>
                  </a:ext>
                </a:extLst>
              </p:cNvPr>
              <p:cNvGrpSpPr/>
              <p:nvPr/>
            </p:nvGrpSpPr>
            <p:grpSpPr>
              <a:xfrm>
                <a:off x="2047704" y="2664512"/>
                <a:ext cx="640885" cy="635902"/>
                <a:chOff x="6790450" y="3119050"/>
                <a:chExt cx="262750" cy="260675"/>
              </a:xfrm>
              <a:grpFill/>
            </p:grpSpPr>
            <p:sp>
              <p:nvSpPr>
                <p:cNvPr id="17924" name="Google Shape;12606;p89">
                  <a:extLst>
                    <a:ext uri="{FF2B5EF4-FFF2-40B4-BE49-F238E27FC236}">
                      <a16:creationId xmlns:a16="http://schemas.microsoft.com/office/drawing/2014/main" id="{063F5ED9-20CA-52E2-BEBC-95B3AB105629}"/>
                    </a:ext>
                  </a:extLst>
                </p:cNvPr>
                <p:cNvSpPr/>
                <p:nvPr/>
              </p:nvSpPr>
              <p:spPr>
                <a:xfrm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25" name="Google Shape;12607;p89">
                  <a:extLst>
                    <a:ext uri="{FF2B5EF4-FFF2-40B4-BE49-F238E27FC236}">
                      <a16:creationId xmlns:a16="http://schemas.microsoft.com/office/drawing/2014/main" id="{CC635ADE-EA37-BDCD-4710-9758FCC6D602}"/>
                    </a:ext>
                  </a:extLst>
                </p:cNvPr>
                <p:cNvSpPr/>
                <p:nvPr/>
              </p:nvSpPr>
              <p:spPr>
                <a:xfrm flipH="1">
                  <a:off x="6790450" y="3119050"/>
                  <a:ext cx="262750" cy="260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10" h="10427" extrusionOk="0">
                      <a:moveTo>
                        <a:pt x="5269" y="1924"/>
                      </a:moveTo>
                      <a:cubicBezTo>
                        <a:pt x="6022" y="1924"/>
                        <a:pt x="6635" y="2454"/>
                        <a:pt x="6774" y="3151"/>
                      </a:cubicBezTo>
                      <a:lnTo>
                        <a:pt x="3791" y="3151"/>
                      </a:lnTo>
                      <a:cubicBezTo>
                        <a:pt x="3931" y="2454"/>
                        <a:pt x="4544" y="1924"/>
                        <a:pt x="5269" y="1924"/>
                      </a:cubicBezTo>
                      <a:close/>
                      <a:moveTo>
                        <a:pt x="4962" y="3764"/>
                      </a:moveTo>
                      <a:lnTo>
                        <a:pt x="4962" y="9785"/>
                      </a:lnTo>
                      <a:cubicBezTo>
                        <a:pt x="3959" y="9646"/>
                        <a:pt x="3150" y="8754"/>
                        <a:pt x="3150" y="7694"/>
                      </a:cubicBezTo>
                      <a:lnTo>
                        <a:pt x="3150" y="4071"/>
                      </a:lnTo>
                      <a:cubicBezTo>
                        <a:pt x="3150" y="3903"/>
                        <a:pt x="3290" y="3764"/>
                        <a:pt x="3485" y="3764"/>
                      </a:cubicBezTo>
                      <a:close/>
                      <a:moveTo>
                        <a:pt x="7109" y="3764"/>
                      </a:moveTo>
                      <a:cubicBezTo>
                        <a:pt x="7276" y="3764"/>
                        <a:pt x="7415" y="3903"/>
                        <a:pt x="7415" y="4071"/>
                      </a:cubicBezTo>
                      <a:lnTo>
                        <a:pt x="7415" y="7694"/>
                      </a:lnTo>
                      <a:cubicBezTo>
                        <a:pt x="7415" y="8754"/>
                        <a:pt x="6607" y="9646"/>
                        <a:pt x="5603" y="9785"/>
                      </a:cubicBezTo>
                      <a:lnTo>
                        <a:pt x="5603" y="3764"/>
                      </a:lnTo>
                      <a:close/>
                      <a:moveTo>
                        <a:pt x="3987" y="1"/>
                      </a:moveTo>
                      <a:cubicBezTo>
                        <a:pt x="3819" y="1"/>
                        <a:pt x="3680" y="140"/>
                        <a:pt x="3680" y="307"/>
                      </a:cubicBezTo>
                      <a:lnTo>
                        <a:pt x="3680" y="921"/>
                      </a:lnTo>
                      <a:cubicBezTo>
                        <a:pt x="3680" y="1199"/>
                        <a:pt x="3819" y="1422"/>
                        <a:pt x="3987" y="1618"/>
                      </a:cubicBezTo>
                      <a:cubicBezTo>
                        <a:pt x="3513" y="1952"/>
                        <a:pt x="3150" y="2482"/>
                        <a:pt x="3095" y="3095"/>
                      </a:cubicBezTo>
                      <a:cubicBezTo>
                        <a:pt x="2732" y="3206"/>
                        <a:pt x="2453" y="3569"/>
                        <a:pt x="2453" y="3987"/>
                      </a:cubicBezTo>
                      <a:lnTo>
                        <a:pt x="2453" y="4294"/>
                      </a:lnTo>
                      <a:lnTo>
                        <a:pt x="1840" y="4294"/>
                      </a:lnTo>
                      <a:cubicBezTo>
                        <a:pt x="1450" y="4294"/>
                        <a:pt x="1115" y="4043"/>
                        <a:pt x="976" y="3652"/>
                      </a:cubicBezTo>
                      <a:lnTo>
                        <a:pt x="642" y="2677"/>
                      </a:lnTo>
                      <a:cubicBezTo>
                        <a:pt x="600" y="2551"/>
                        <a:pt x="511" y="2489"/>
                        <a:pt x="399" y="2489"/>
                      </a:cubicBezTo>
                      <a:cubicBezTo>
                        <a:pt x="361" y="2489"/>
                        <a:pt x="321" y="2496"/>
                        <a:pt x="279" y="2510"/>
                      </a:cubicBezTo>
                      <a:cubicBezTo>
                        <a:pt x="84" y="2565"/>
                        <a:pt x="28" y="2705"/>
                        <a:pt x="84" y="2900"/>
                      </a:cubicBezTo>
                      <a:lnTo>
                        <a:pt x="419" y="3875"/>
                      </a:lnTo>
                      <a:cubicBezTo>
                        <a:pt x="614" y="4489"/>
                        <a:pt x="1171" y="4907"/>
                        <a:pt x="1840" y="4907"/>
                      </a:cubicBezTo>
                      <a:lnTo>
                        <a:pt x="2453" y="4907"/>
                      </a:lnTo>
                      <a:lnTo>
                        <a:pt x="2453" y="6133"/>
                      </a:lnTo>
                      <a:lnTo>
                        <a:pt x="335" y="6133"/>
                      </a:lnTo>
                      <a:cubicBezTo>
                        <a:pt x="168" y="6133"/>
                        <a:pt x="28" y="6273"/>
                        <a:pt x="28" y="6440"/>
                      </a:cubicBezTo>
                      <a:cubicBezTo>
                        <a:pt x="28" y="6635"/>
                        <a:pt x="168" y="6775"/>
                        <a:pt x="335" y="6775"/>
                      </a:cubicBezTo>
                      <a:lnTo>
                        <a:pt x="2453" y="6775"/>
                      </a:lnTo>
                      <a:lnTo>
                        <a:pt x="2453" y="7667"/>
                      </a:lnTo>
                      <a:lnTo>
                        <a:pt x="2453" y="7973"/>
                      </a:lnTo>
                      <a:lnTo>
                        <a:pt x="1812" y="7973"/>
                      </a:lnTo>
                      <a:cubicBezTo>
                        <a:pt x="1143" y="7973"/>
                        <a:pt x="586" y="8391"/>
                        <a:pt x="363" y="9032"/>
                      </a:cubicBezTo>
                      <a:lnTo>
                        <a:pt x="56" y="10008"/>
                      </a:lnTo>
                      <a:cubicBezTo>
                        <a:pt x="0" y="10175"/>
                        <a:pt x="84" y="10315"/>
                        <a:pt x="223" y="10398"/>
                      </a:cubicBezTo>
                      <a:cubicBezTo>
                        <a:pt x="259" y="10408"/>
                        <a:pt x="292" y="10413"/>
                        <a:pt x="323" y="10413"/>
                      </a:cubicBezTo>
                      <a:cubicBezTo>
                        <a:pt x="466" y="10413"/>
                        <a:pt x="568" y="10317"/>
                        <a:pt x="614" y="10203"/>
                      </a:cubicBezTo>
                      <a:lnTo>
                        <a:pt x="920" y="9228"/>
                      </a:lnTo>
                      <a:cubicBezTo>
                        <a:pt x="1060" y="8865"/>
                        <a:pt x="1394" y="8614"/>
                        <a:pt x="1812" y="8614"/>
                      </a:cubicBezTo>
                      <a:lnTo>
                        <a:pt x="2593" y="8614"/>
                      </a:lnTo>
                      <a:cubicBezTo>
                        <a:pt x="2983" y="9646"/>
                        <a:pt x="3987" y="10426"/>
                        <a:pt x="5185" y="10426"/>
                      </a:cubicBezTo>
                      <a:cubicBezTo>
                        <a:pt x="6356" y="10426"/>
                        <a:pt x="7387" y="9646"/>
                        <a:pt x="7750" y="8614"/>
                      </a:cubicBezTo>
                      <a:lnTo>
                        <a:pt x="8586" y="8614"/>
                      </a:lnTo>
                      <a:cubicBezTo>
                        <a:pt x="8976" y="8614"/>
                        <a:pt x="9339" y="8837"/>
                        <a:pt x="9478" y="9228"/>
                      </a:cubicBezTo>
                      <a:lnTo>
                        <a:pt x="9785" y="10203"/>
                      </a:lnTo>
                      <a:cubicBezTo>
                        <a:pt x="9827" y="10351"/>
                        <a:pt x="9917" y="10419"/>
                        <a:pt x="10043" y="10419"/>
                      </a:cubicBezTo>
                      <a:cubicBezTo>
                        <a:pt x="10084" y="10419"/>
                        <a:pt x="10128" y="10412"/>
                        <a:pt x="10175" y="10398"/>
                      </a:cubicBezTo>
                      <a:cubicBezTo>
                        <a:pt x="10342" y="10315"/>
                        <a:pt x="10398" y="10175"/>
                        <a:pt x="10342" y="10008"/>
                      </a:cubicBezTo>
                      <a:lnTo>
                        <a:pt x="10119" y="9032"/>
                      </a:lnTo>
                      <a:cubicBezTo>
                        <a:pt x="9924" y="8391"/>
                        <a:pt x="9367" y="7973"/>
                        <a:pt x="8698" y="7973"/>
                      </a:cubicBezTo>
                      <a:lnTo>
                        <a:pt x="8001" y="7973"/>
                      </a:lnTo>
                      <a:lnTo>
                        <a:pt x="8001" y="7667"/>
                      </a:lnTo>
                      <a:lnTo>
                        <a:pt x="8001" y="6775"/>
                      </a:lnTo>
                      <a:lnTo>
                        <a:pt x="10175" y="6775"/>
                      </a:lnTo>
                      <a:cubicBezTo>
                        <a:pt x="10342" y="6775"/>
                        <a:pt x="10482" y="6635"/>
                        <a:pt x="10482" y="6440"/>
                      </a:cubicBezTo>
                      <a:cubicBezTo>
                        <a:pt x="10482" y="6273"/>
                        <a:pt x="10342" y="6133"/>
                        <a:pt x="10175" y="6133"/>
                      </a:cubicBezTo>
                      <a:lnTo>
                        <a:pt x="8001" y="6133"/>
                      </a:lnTo>
                      <a:lnTo>
                        <a:pt x="8001" y="4907"/>
                      </a:lnTo>
                      <a:lnTo>
                        <a:pt x="8698" y="4907"/>
                      </a:lnTo>
                      <a:cubicBezTo>
                        <a:pt x="9367" y="4907"/>
                        <a:pt x="9924" y="4489"/>
                        <a:pt x="10119" y="3875"/>
                      </a:cubicBezTo>
                      <a:lnTo>
                        <a:pt x="10454" y="2900"/>
                      </a:lnTo>
                      <a:cubicBezTo>
                        <a:pt x="10509" y="2705"/>
                        <a:pt x="10398" y="2565"/>
                        <a:pt x="10259" y="2510"/>
                      </a:cubicBezTo>
                      <a:cubicBezTo>
                        <a:pt x="10223" y="2498"/>
                        <a:pt x="10188" y="2492"/>
                        <a:pt x="10156" y="2492"/>
                      </a:cubicBezTo>
                      <a:cubicBezTo>
                        <a:pt x="10036" y="2492"/>
                        <a:pt x="9940" y="2567"/>
                        <a:pt x="9896" y="2677"/>
                      </a:cubicBezTo>
                      <a:lnTo>
                        <a:pt x="9562" y="3652"/>
                      </a:lnTo>
                      <a:cubicBezTo>
                        <a:pt x="9422" y="4043"/>
                        <a:pt x="9116" y="4294"/>
                        <a:pt x="8698" y="4294"/>
                      </a:cubicBezTo>
                      <a:lnTo>
                        <a:pt x="8001" y="4294"/>
                      </a:lnTo>
                      <a:lnTo>
                        <a:pt x="8001" y="3987"/>
                      </a:lnTo>
                      <a:cubicBezTo>
                        <a:pt x="8001" y="3597"/>
                        <a:pt x="7750" y="3234"/>
                        <a:pt x="7387" y="3095"/>
                      </a:cubicBezTo>
                      <a:cubicBezTo>
                        <a:pt x="7304" y="2482"/>
                        <a:pt x="6969" y="1952"/>
                        <a:pt x="6468" y="1618"/>
                      </a:cubicBezTo>
                      <a:cubicBezTo>
                        <a:pt x="6691" y="1422"/>
                        <a:pt x="6774" y="1199"/>
                        <a:pt x="6774" y="921"/>
                      </a:cubicBezTo>
                      <a:lnTo>
                        <a:pt x="6774" y="307"/>
                      </a:lnTo>
                      <a:cubicBezTo>
                        <a:pt x="6774" y="140"/>
                        <a:pt x="6635" y="1"/>
                        <a:pt x="6468" y="1"/>
                      </a:cubicBezTo>
                      <a:cubicBezTo>
                        <a:pt x="6300" y="1"/>
                        <a:pt x="6161" y="140"/>
                        <a:pt x="6161" y="307"/>
                      </a:cubicBezTo>
                      <a:lnTo>
                        <a:pt x="6161" y="921"/>
                      </a:lnTo>
                      <a:cubicBezTo>
                        <a:pt x="6161" y="1088"/>
                        <a:pt x="6022" y="1255"/>
                        <a:pt x="5854" y="1255"/>
                      </a:cubicBezTo>
                      <a:lnTo>
                        <a:pt x="4628" y="1255"/>
                      </a:lnTo>
                      <a:cubicBezTo>
                        <a:pt x="4488" y="1255"/>
                        <a:pt x="4321" y="1088"/>
                        <a:pt x="4321" y="921"/>
                      </a:cubicBezTo>
                      <a:lnTo>
                        <a:pt x="4321" y="307"/>
                      </a:lnTo>
                      <a:cubicBezTo>
                        <a:pt x="4321" y="140"/>
                        <a:pt x="4182" y="1"/>
                        <a:pt x="398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3CAEF48-5827-5631-440B-0278565EDFB4}"/>
                </a:ext>
              </a:extLst>
            </p:cNvPr>
            <p:cNvGrpSpPr/>
            <p:nvPr/>
          </p:nvGrpSpPr>
          <p:grpSpPr>
            <a:xfrm>
              <a:off x="2040531" y="5542392"/>
              <a:ext cx="8060013" cy="620859"/>
              <a:chOff x="2040531" y="5123204"/>
              <a:chExt cx="8060013" cy="620859"/>
            </a:xfrm>
            <a:grpFill/>
          </p:grpSpPr>
          <p:grpSp>
            <p:nvGrpSpPr>
              <p:cNvPr id="17876" name="Google Shape;12608;p89">
                <a:extLst>
                  <a:ext uri="{FF2B5EF4-FFF2-40B4-BE49-F238E27FC236}">
                    <a16:creationId xmlns:a16="http://schemas.microsoft.com/office/drawing/2014/main" id="{5E829A20-4BE8-4DA8-EF61-41AE5ADBB6D6}"/>
                  </a:ext>
                </a:extLst>
              </p:cNvPr>
              <p:cNvGrpSpPr/>
              <p:nvPr/>
            </p:nvGrpSpPr>
            <p:grpSpPr>
              <a:xfrm>
                <a:off x="9554815" y="5123204"/>
                <a:ext cx="545729" cy="620859"/>
                <a:chOff x="7660859" y="2571753"/>
                <a:chExt cx="366561" cy="417024"/>
              </a:xfrm>
              <a:grpFill/>
            </p:grpSpPr>
            <p:sp>
              <p:nvSpPr>
                <p:cNvPr id="17907" name="Google Shape;12609;p89">
                  <a:extLst>
                    <a:ext uri="{FF2B5EF4-FFF2-40B4-BE49-F238E27FC236}">
                      <a16:creationId xmlns:a16="http://schemas.microsoft.com/office/drawing/2014/main" id="{780885ED-E489-CA3E-EE82-0FAFAE082E66}"/>
                    </a:ext>
                  </a:extLst>
                </p:cNvPr>
                <p:cNvSpPr/>
                <p:nvPr/>
              </p:nvSpPr>
              <p:spPr>
                <a:xfrm>
                  <a:off x="7770506" y="2633631"/>
                  <a:ext cx="147259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56" h="7026" extrusionOk="0">
                      <a:moveTo>
                        <a:pt x="4114" y="2928"/>
                      </a:moveTo>
                      <a:lnTo>
                        <a:pt x="4114" y="4099"/>
                      </a:lnTo>
                      <a:lnTo>
                        <a:pt x="2943" y="4099"/>
                      </a:lnTo>
                      <a:lnTo>
                        <a:pt x="2943" y="2928"/>
                      </a:lnTo>
                      <a:close/>
                      <a:moveTo>
                        <a:pt x="2354" y="1"/>
                      </a:moveTo>
                      <a:cubicBezTo>
                        <a:pt x="2032" y="1"/>
                        <a:pt x="1771" y="263"/>
                        <a:pt x="1771" y="586"/>
                      </a:cubicBezTo>
                      <a:lnTo>
                        <a:pt x="1771" y="1757"/>
                      </a:lnTo>
                      <a:lnTo>
                        <a:pt x="618" y="1757"/>
                      </a:lnTo>
                      <a:cubicBezTo>
                        <a:pt x="301" y="1757"/>
                        <a:pt x="31" y="1999"/>
                        <a:pt x="17" y="2314"/>
                      </a:cubicBezTo>
                      <a:cubicBezTo>
                        <a:pt x="1" y="2650"/>
                        <a:pt x="268" y="2928"/>
                        <a:pt x="600" y="2928"/>
                      </a:cubicBezTo>
                      <a:lnTo>
                        <a:pt x="1771" y="2928"/>
                      </a:lnTo>
                      <a:lnTo>
                        <a:pt x="1771" y="4099"/>
                      </a:lnTo>
                      <a:lnTo>
                        <a:pt x="618" y="4099"/>
                      </a:lnTo>
                      <a:cubicBezTo>
                        <a:pt x="301" y="4099"/>
                        <a:pt x="31" y="4341"/>
                        <a:pt x="17" y="4656"/>
                      </a:cubicBezTo>
                      <a:cubicBezTo>
                        <a:pt x="1" y="4992"/>
                        <a:pt x="268" y="5270"/>
                        <a:pt x="600" y="5270"/>
                      </a:cubicBezTo>
                      <a:lnTo>
                        <a:pt x="1771" y="5270"/>
                      </a:lnTo>
                      <a:lnTo>
                        <a:pt x="1771" y="6423"/>
                      </a:lnTo>
                      <a:cubicBezTo>
                        <a:pt x="1771" y="6738"/>
                        <a:pt x="2014" y="7011"/>
                        <a:pt x="2329" y="7025"/>
                      </a:cubicBezTo>
                      <a:cubicBezTo>
                        <a:pt x="2338" y="7025"/>
                        <a:pt x="2348" y="7025"/>
                        <a:pt x="2357" y="7025"/>
                      </a:cubicBezTo>
                      <a:cubicBezTo>
                        <a:pt x="2680" y="7025"/>
                        <a:pt x="2943" y="6764"/>
                        <a:pt x="2943" y="6441"/>
                      </a:cubicBezTo>
                      <a:lnTo>
                        <a:pt x="2943" y="5270"/>
                      </a:lnTo>
                      <a:lnTo>
                        <a:pt x="4114" y="5270"/>
                      </a:lnTo>
                      <a:lnTo>
                        <a:pt x="4114" y="6423"/>
                      </a:lnTo>
                      <a:cubicBezTo>
                        <a:pt x="4114" y="6738"/>
                        <a:pt x="4356" y="7011"/>
                        <a:pt x="4671" y="7025"/>
                      </a:cubicBezTo>
                      <a:cubicBezTo>
                        <a:pt x="4680" y="7025"/>
                        <a:pt x="4690" y="7025"/>
                        <a:pt x="4699" y="7025"/>
                      </a:cubicBezTo>
                      <a:cubicBezTo>
                        <a:pt x="5023" y="7025"/>
                        <a:pt x="5285" y="6764"/>
                        <a:pt x="5285" y="6441"/>
                      </a:cubicBezTo>
                      <a:lnTo>
                        <a:pt x="5285" y="5270"/>
                      </a:lnTo>
                      <a:lnTo>
                        <a:pt x="6456" y="5270"/>
                      </a:lnTo>
                      <a:cubicBezTo>
                        <a:pt x="6788" y="5270"/>
                        <a:pt x="7056" y="4992"/>
                        <a:pt x="7040" y="4656"/>
                      </a:cubicBezTo>
                      <a:cubicBezTo>
                        <a:pt x="7025" y="4341"/>
                        <a:pt x="6753" y="4099"/>
                        <a:pt x="6438" y="4099"/>
                      </a:cubicBezTo>
                      <a:lnTo>
                        <a:pt x="5285" y="4099"/>
                      </a:lnTo>
                      <a:lnTo>
                        <a:pt x="5285" y="2928"/>
                      </a:lnTo>
                      <a:lnTo>
                        <a:pt x="6438" y="2928"/>
                      </a:lnTo>
                      <a:cubicBezTo>
                        <a:pt x="6753" y="2928"/>
                        <a:pt x="7025" y="2685"/>
                        <a:pt x="7040" y="2370"/>
                      </a:cubicBezTo>
                      <a:cubicBezTo>
                        <a:pt x="7056" y="2034"/>
                        <a:pt x="6788" y="1757"/>
                        <a:pt x="6456" y="1757"/>
                      </a:cubicBezTo>
                      <a:lnTo>
                        <a:pt x="5285" y="1757"/>
                      </a:lnTo>
                      <a:lnTo>
                        <a:pt x="5285" y="603"/>
                      </a:lnTo>
                      <a:cubicBezTo>
                        <a:pt x="5285" y="287"/>
                        <a:pt x="5042" y="16"/>
                        <a:pt x="4727" y="2"/>
                      </a:cubicBezTo>
                      <a:cubicBezTo>
                        <a:pt x="4717" y="1"/>
                        <a:pt x="4707" y="1"/>
                        <a:pt x="4696" y="1"/>
                      </a:cubicBezTo>
                      <a:cubicBezTo>
                        <a:pt x="4374" y="1"/>
                        <a:pt x="4114" y="263"/>
                        <a:pt x="4114" y="586"/>
                      </a:cubicBezTo>
                      <a:lnTo>
                        <a:pt x="4114" y="1757"/>
                      </a:lnTo>
                      <a:lnTo>
                        <a:pt x="2943" y="1757"/>
                      </a:lnTo>
                      <a:lnTo>
                        <a:pt x="2943" y="603"/>
                      </a:lnTo>
                      <a:cubicBezTo>
                        <a:pt x="2943" y="287"/>
                        <a:pt x="2700" y="16"/>
                        <a:pt x="2385" y="2"/>
                      </a:cubicBezTo>
                      <a:cubicBezTo>
                        <a:pt x="2375" y="1"/>
                        <a:pt x="2364" y="1"/>
                        <a:pt x="235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8" name="Google Shape;12610;p89">
                  <a:extLst>
                    <a:ext uri="{FF2B5EF4-FFF2-40B4-BE49-F238E27FC236}">
                      <a16:creationId xmlns:a16="http://schemas.microsoft.com/office/drawing/2014/main" id="{B4A7FEC0-1EF8-AFD9-DE12-11C74DC4170F}"/>
                    </a:ext>
                  </a:extLst>
                </p:cNvPr>
                <p:cNvSpPr/>
                <p:nvPr/>
              </p:nvSpPr>
              <p:spPr>
                <a:xfrm>
                  <a:off x="7730834" y="2792447"/>
                  <a:ext cx="226648" cy="767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60" h="3679" extrusionOk="0">
                      <a:moveTo>
                        <a:pt x="747" y="0"/>
                      </a:moveTo>
                      <a:cubicBezTo>
                        <a:pt x="280" y="0"/>
                        <a:pt x="0" y="520"/>
                        <a:pt x="258" y="910"/>
                      </a:cubicBezTo>
                      <a:cubicBezTo>
                        <a:pt x="1470" y="2730"/>
                        <a:pt x="3430" y="3678"/>
                        <a:pt x="5429" y="3678"/>
                      </a:cubicBezTo>
                      <a:cubicBezTo>
                        <a:pt x="7423" y="3678"/>
                        <a:pt x="9385" y="2733"/>
                        <a:pt x="10600" y="911"/>
                      </a:cubicBezTo>
                      <a:cubicBezTo>
                        <a:pt x="10860" y="523"/>
                        <a:pt x="10578" y="2"/>
                        <a:pt x="10116" y="2"/>
                      </a:cubicBezTo>
                      <a:cubicBezTo>
                        <a:pt x="10115" y="2"/>
                        <a:pt x="10114" y="2"/>
                        <a:pt x="10113" y="2"/>
                      </a:cubicBezTo>
                      <a:cubicBezTo>
                        <a:pt x="9924" y="2"/>
                        <a:pt x="9738" y="92"/>
                        <a:pt x="9625" y="262"/>
                      </a:cubicBezTo>
                      <a:cubicBezTo>
                        <a:pt x="8688" y="1668"/>
                        <a:pt x="7119" y="2507"/>
                        <a:pt x="5429" y="2507"/>
                      </a:cubicBezTo>
                      <a:cubicBezTo>
                        <a:pt x="3740" y="2507"/>
                        <a:pt x="2172" y="1668"/>
                        <a:pt x="1235" y="264"/>
                      </a:cubicBezTo>
                      <a:cubicBezTo>
                        <a:pt x="1125" y="101"/>
                        <a:pt x="943" y="0"/>
                        <a:pt x="74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9" name="Google Shape;12611;p89">
                  <a:extLst>
                    <a:ext uri="{FF2B5EF4-FFF2-40B4-BE49-F238E27FC236}">
                      <a16:creationId xmlns:a16="http://schemas.microsoft.com/office/drawing/2014/main" id="{CE887360-307F-FEE6-24CD-D8685D761850}"/>
                    </a:ext>
                  </a:extLst>
                </p:cNvPr>
                <p:cNvSpPr/>
                <p:nvPr/>
              </p:nvSpPr>
              <p:spPr>
                <a:xfrm>
                  <a:off x="7660859" y="2571753"/>
                  <a:ext cx="366561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64" h="19982" extrusionOk="0">
                      <a:moveTo>
                        <a:pt x="14636" y="1169"/>
                      </a:moveTo>
                      <a:cubicBezTo>
                        <a:pt x="15587" y="1169"/>
                        <a:pt x="16392" y="1992"/>
                        <a:pt x="16392" y="2965"/>
                      </a:cubicBezTo>
                      <a:lnTo>
                        <a:pt x="16392" y="14674"/>
                      </a:lnTo>
                      <a:cubicBezTo>
                        <a:pt x="16392" y="15643"/>
                        <a:pt x="15607" y="16431"/>
                        <a:pt x="14636" y="16431"/>
                      </a:cubicBezTo>
                      <a:lnTo>
                        <a:pt x="11124" y="16431"/>
                      </a:lnTo>
                      <a:cubicBezTo>
                        <a:pt x="10967" y="16431"/>
                        <a:pt x="10816" y="16493"/>
                        <a:pt x="10707" y="16604"/>
                      </a:cubicBezTo>
                      <a:lnTo>
                        <a:pt x="8782" y="18561"/>
                      </a:lnTo>
                      <a:lnTo>
                        <a:pt x="6857" y="16604"/>
                      </a:lnTo>
                      <a:cubicBezTo>
                        <a:pt x="6748" y="16493"/>
                        <a:pt x="6597" y="16431"/>
                        <a:pt x="6440" y="16431"/>
                      </a:cubicBezTo>
                      <a:lnTo>
                        <a:pt x="2928" y="16431"/>
                      </a:lnTo>
                      <a:cubicBezTo>
                        <a:pt x="1959" y="16431"/>
                        <a:pt x="1172" y="15643"/>
                        <a:pt x="1172" y="14674"/>
                      </a:cubicBezTo>
                      <a:lnTo>
                        <a:pt x="1172" y="2965"/>
                      </a:lnTo>
                      <a:cubicBezTo>
                        <a:pt x="1172" y="1992"/>
                        <a:pt x="1977" y="1169"/>
                        <a:pt x="2928" y="1169"/>
                      </a:cubicBezTo>
                      <a:close/>
                      <a:moveTo>
                        <a:pt x="2928" y="0"/>
                      </a:moveTo>
                      <a:cubicBezTo>
                        <a:pt x="1310" y="0"/>
                        <a:pt x="1" y="1346"/>
                        <a:pt x="1" y="2965"/>
                      </a:cubicBezTo>
                      <a:lnTo>
                        <a:pt x="1" y="14674"/>
                      </a:lnTo>
                      <a:cubicBezTo>
                        <a:pt x="1" y="16291"/>
                        <a:pt x="1312" y="17600"/>
                        <a:pt x="2928" y="17600"/>
                      </a:cubicBezTo>
                      <a:lnTo>
                        <a:pt x="6196" y="17600"/>
                      </a:lnTo>
                      <a:lnTo>
                        <a:pt x="8365" y="19806"/>
                      </a:lnTo>
                      <a:cubicBezTo>
                        <a:pt x="8474" y="19919"/>
                        <a:pt x="8625" y="19981"/>
                        <a:pt x="8782" y="19981"/>
                      </a:cubicBezTo>
                      <a:cubicBezTo>
                        <a:pt x="8940" y="19981"/>
                        <a:pt x="9090" y="19919"/>
                        <a:pt x="9200" y="19806"/>
                      </a:cubicBezTo>
                      <a:lnTo>
                        <a:pt x="11370" y="17600"/>
                      </a:lnTo>
                      <a:lnTo>
                        <a:pt x="14636" y="17600"/>
                      </a:lnTo>
                      <a:cubicBezTo>
                        <a:pt x="16251" y="17600"/>
                        <a:pt x="17563" y="16287"/>
                        <a:pt x="17563" y="14674"/>
                      </a:cubicBezTo>
                      <a:lnTo>
                        <a:pt x="17563" y="2965"/>
                      </a:lnTo>
                      <a:cubicBezTo>
                        <a:pt x="17563" y="1348"/>
                        <a:pt x="16254" y="0"/>
                        <a:pt x="1463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7" name="Google Shape;12612;p89">
                <a:extLst>
                  <a:ext uri="{FF2B5EF4-FFF2-40B4-BE49-F238E27FC236}">
                    <a16:creationId xmlns:a16="http://schemas.microsoft.com/office/drawing/2014/main" id="{31FC8DB2-3665-A165-A32E-141430B2B25C}"/>
                  </a:ext>
                </a:extLst>
              </p:cNvPr>
              <p:cNvGrpSpPr/>
              <p:nvPr/>
            </p:nvGrpSpPr>
            <p:grpSpPr>
              <a:xfrm>
                <a:off x="5797695" y="5123204"/>
                <a:ext cx="620859" cy="620859"/>
                <a:chOff x="5566722" y="2571753"/>
                <a:chExt cx="417024" cy="417024"/>
              </a:xfrm>
              <a:grpFill/>
            </p:grpSpPr>
            <p:sp>
              <p:nvSpPr>
                <p:cNvPr id="17905" name="Google Shape;12613;p89">
                  <a:extLst>
                    <a:ext uri="{FF2B5EF4-FFF2-40B4-BE49-F238E27FC236}">
                      <a16:creationId xmlns:a16="http://schemas.microsoft.com/office/drawing/2014/main" id="{38D1FB29-3EEA-FA2D-40C5-5023096A1BD0}"/>
                    </a:ext>
                  </a:extLst>
                </p:cNvPr>
                <p:cNvSpPr/>
                <p:nvPr/>
              </p:nvSpPr>
              <p:spPr>
                <a:xfrm>
                  <a:off x="5566722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0" y="1171"/>
                      </a:moveTo>
                      <a:cubicBezTo>
                        <a:pt x="14855" y="1171"/>
                        <a:pt x="18810" y="5127"/>
                        <a:pt x="18810" y="9991"/>
                      </a:cubicBezTo>
                      <a:cubicBezTo>
                        <a:pt x="18810" y="14854"/>
                        <a:pt x="14855" y="18810"/>
                        <a:pt x="9990" y="18810"/>
                      </a:cubicBezTo>
                      <a:cubicBezTo>
                        <a:pt x="5127" y="18810"/>
                        <a:pt x="1170" y="14854"/>
                        <a:pt x="1170" y="9991"/>
                      </a:cubicBezTo>
                      <a:cubicBezTo>
                        <a:pt x="1170" y="5127"/>
                        <a:pt x="5127" y="1171"/>
                        <a:pt x="9990" y="1171"/>
                      </a:cubicBezTo>
                      <a:close/>
                      <a:moveTo>
                        <a:pt x="9990" y="0"/>
                      </a:moveTo>
                      <a:cubicBezTo>
                        <a:pt x="4488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0" y="19981"/>
                      </a:cubicBezTo>
                      <a:cubicBezTo>
                        <a:pt x="15492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6" name="Google Shape;12614;p89">
                  <a:extLst>
                    <a:ext uri="{FF2B5EF4-FFF2-40B4-BE49-F238E27FC236}">
                      <a16:creationId xmlns:a16="http://schemas.microsoft.com/office/drawing/2014/main" id="{B0DA1753-BD21-DD31-05FA-A48114F93B24}"/>
                    </a:ext>
                  </a:extLst>
                </p:cNvPr>
                <p:cNvSpPr/>
                <p:nvPr/>
              </p:nvSpPr>
              <p:spPr>
                <a:xfrm>
                  <a:off x="5653037" y="2658069"/>
                  <a:ext cx="207719" cy="2430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53" h="11646" extrusionOk="0">
                      <a:moveTo>
                        <a:pt x="8782" y="1300"/>
                      </a:moveTo>
                      <a:lnTo>
                        <a:pt x="8782" y="2448"/>
                      </a:lnTo>
                      <a:lnTo>
                        <a:pt x="4099" y="3384"/>
                      </a:lnTo>
                      <a:lnTo>
                        <a:pt x="4099" y="2236"/>
                      </a:lnTo>
                      <a:lnTo>
                        <a:pt x="8782" y="1300"/>
                      </a:lnTo>
                      <a:close/>
                      <a:moveTo>
                        <a:pt x="8782" y="7304"/>
                      </a:moveTo>
                      <a:lnTo>
                        <a:pt x="8782" y="8447"/>
                      </a:lnTo>
                      <a:cubicBezTo>
                        <a:pt x="8782" y="8766"/>
                        <a:pt x="8591" y="9047"/>
                        <a:pt x="8295" y="9165"/>
                      </a:cubicBezTo>
                      <a:cubicBezTo>
                        <a:pt x="8163" y="9218"/>
                        <a:pt x="7987" y="9306"/>
                        <a:pt x="7782" y="9306"/>
                      </a:cubicBezTo>
                      <a:cubicBezTo>
                        <a:pt x="7653" y="9306"/>
                        <a:pt x="7513" y="9271"/>
                        <a:pt x="7365" y="9171"/>
                      </a:cubicBezTo>
                      <a:cubicBezTo>
                        <a:pt x="6850" y="8824"/>
                        <a:pt x="6937" y="8042"/>
                        <a:pt x="7512" y="7812"/>
                      </a:cubicBezTo>
                      <a:lnTo>
                        <a:pt x="8782" y="7304"/>
                      </a:lnTo>
                      <a:close/>
                      <a:moveTo>
                        <a:pt x="2928" y="8475"/>
                      </a:moveTo>
                      <a:lnTo>
                        <a:pt x="2928" y="9618"/>
                      </a:lnTo>
                      <a:cubicBezTo>
                        <a:pt x="2928" y="9937"/>
                        <a:pt x="2737" y="10218"/>
                        <a:pt x="2442" y="10336"/>
                      </a:cubicBezTo>
                      <a:cubicBezTo>
                        <a:pt x="2308" y="10389"/>
                        <a:pt x="2132" y="10476"/>
                        <a:pt x="1928" y="10476"/>
                      </a:cubicBezTo>
                      <a:cubicBezTo>
                        <a:pt x="1799" y="10476"/>
                        <a:pt x="1659" y="10442"/>
                        <a:pt x="1511" y="10342"/>
                      </a:cubicBezTo>
                      <a:cubicBezTo>
                        <a:pt x="996" y="9993"/>
                        <a:pt x="1083" y="9213"/>
                        <a:pt x="1658" y="8983"/>
                      </a:cubicBezTo>
                      <a:lnTo>
                        <a:pt x="2928" y="8475"/>
                      </a:lnTo>
                      <a:close/>
                      <a:moveTo>
                        <a:pt x="9369" y="1"/>
                      </a:moveTo>
                      <a:cubicBezTo>
                        <a:pt x="9330" y="1"/>
                        <a:pt x="9291" y="4"/>
                        <a:pt x="9252" y="12"/>
                      </a:cubicBezTo>
                      <a:lnTo>
                        <a:pt x="3399" y="1182"/>
                      </a:lnTo>
                      <a:cubicBezTo>
                        <a:pt x="3124" y="1237"/>
                        <a:pt x="2928" y="1477"/>
                        <a:pt x="2928" y="1757"/>
                      </a:cubicBezTo>
                      <a:lnTo>
                        <a:pt x="2928" y="7214"/>
                      </a:lnTo>
                      <a:lnTo>
                        <a:pt x="1223" y="7897"/>
                      </a:lnTo>
                      <a:cubicBezTo>
                        <a:pt x="480" y="8192"/>
                        <a:pt x="0" y="8902"/>
                        <a:pt x="0" y="9701"/>
                      </a:cubicBezTo>
                      <a:cubicBezTo>
                        <a:pt x="0" y="10782"/>
                        <a:pt x="880" y="11645"/>
                        <a:pt x="1944" y="11645"/>
                      </a:cubicBezTo>
                      <a:cubicBezTo>
                        <a:pt x="2362" y="11645"/>
                        <a:pt x="2624" y="11523"/>
                        <a:pt x="2877" y="11423"/>
                      </a:cubicBezTo>
                      <a:cubicBezTo>
                        <a:pt x="3618" y="11125"/>
                        <a:pt x="4099" y="10418"/>
                        <a:pt x="4099" y="9618"/>
                      </a:cubicBezTo>
                      <a:lnTo>
                        <a:pt x="4099" y="4578"/>
                      </a:lnTo>
                      <a:lnTo>
                        <a:pt x="8782" y="3641"/>
                      </a:lnTo>
                      <a:lnTo>
                        <a:pt x="8782" y="6043"/>
                      </a:lnTo>
                      <a:lnTo>
                        <a:pt x="7076" y="6726"/>
                      </a:lnTo>
                      <a:cubicBezTo>
                        <a:pt x="6335" y="7023"/>
                        <a:pt x="5854" y="7731"/>
                        <a:pt x="5854" y="8530"/>
                      </a:cubicBezTo>
                      <a:cubicBezTo>
                        <a:pt x="5854" y="9611"/>
                        <a:pt x="6733" y="10476"/>
                        <a:pt x="7798" y="10476"/>
                      </a:cubicBezTo>
                      <a:cubicBezTo>
                        <a:pt x="8216" y="10476"/>
                        <a:pt x="8477" y="10354"/>
                        <a:pt x="8730" y="10251"/>
                      </a:cubicBezTo>
                      <a:cubicBezTo>
                        <a:pt x="9473" y="9956"/>
                        <a:pt x="9953" y="9247"/>
                        <a:pt x="9953" y="8447"/>
                      </a:cubicBezTo>
                      <a:lnTo>
                        <a:pt x="9953" y="586"/>
                      </a:lnTo>
                      <a:cubicBezTo>
                        <a:pt x="9953" y="410"/>
                        <a:pt x="9873" y="244"/>
                        <a:pt x="9739" y="133"/>
                      </a:cubicBezTo>
                      <a:cubicBezTo>
                        <a:pt x="9633" y="47"/>
                        <a:pt x="9503" y="1"/>
                        <a:pt x="93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8" name="Google Shape;12615;p89">
                <a:extLst>
                  <a:ext uri="{FF2B5EF4-FFF2-40B4-BE49-F238E27FC236}">
                    <a16:creationId xmlns:a16="http://schemas.microsoft.com/office/drawing/2014/main" id="{D2920CB1-8CBE-3472-487C-E56B579A1845}"/>
                  </a:ext>
                </a:extLst>
              </p:cNvPr>
              <p:cNvGrpSpPr/>
              <p:nvPr/>
            </p:nvGrpSpPr>
            <p:grpSpPr>
              <a:xfrm>
                <a:off x="6736981" y="5279039"/>
                <a:ext cx="620845" cy="309187"/>
                <a:chOff x="6090251" y="2676413"/>
                <a:chExt cx="417014" cy="207677"/>
              </a:xfrm>
              <a:grpFill/>
            </p:grpSpPr>
            <p:sp>
              <p:nvSpPr>
                <p:cNvPr id="17901" name="Google Shape;12616;p89">
                  <a:extLst>
                    <a:ext uri="{FF2B5EF4-FFF2-40B4-BE49-F238E27FC236}">
                      <a16:creationId xmlns:a16="http://schemas.microsoft.com/office/drawing/2014/main" id="{6A4D2E0A-E109-3CD6-368C-2F407FF059CC}"/>
                    </a:ext>
                  </a:extLst>
                </p:cNvPr>
                <p:cNvSpPr/>
                <p:nvPr/>
              </p:nvSpPr>
              <p:spPr>
                <a:xfrm>
                  <a:off x="6237672" y="2725248"/>
                  <a:ext cx="61086" cy="1588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7611" extrusionOk="0">
                      <a:moveTo>
                        <a:pt x="1463" y="1172"/>
                      </a:moveTo>
                      <a:cubicBezTo>
                        <a:pt x="1624" y="1172"/>
                        <a:pt x="1757" y="1303"/>
                        <a:pt x="1757" y="1465"/>
                      </a:cubicBezTo>
                      <a:lnTo>
                        <a:pt x="1757" y="6148"/>
                      </a:lnTo>
                      <a:cubicBezTo>
                        <a:pt x="1757" y="6309"/>
                        <a:pt x="1624" y="6440"/>
                        <a:pt x="1463" y="6440"/>
                      </a:cubicBezTo>
                      <a:cubicBezTo>
                        <a:pt x="1302" y="6440"/>
                        <a:pt x="1171" y="6309"/>
                        <a:pt x="1171" y="6148"/>
                      </a:cubicBezTo>
                      <a:lnTo>
                        <a:pt x="1171" y="1465"/>
                      </a:lnTo>
                      <a:cubicBezTo>
                        <a:pt x="1171" y="1303"/>
                        <a:pt x="1302" y="1172"/>
                        <a:pt x="1463" y="1172"/>
                      </a:cubicBezTo>
                      <a:close/>
                      <a:moveTo>
                        <a:pt x="1463" y="1"/>
                      </a:moveTo>
                      <a:cubicBezTo>
                        <a:pt x="657" y="1"/>
                        <a:pt x="0" y="657"/>
                        <a:pt x="0" y="1465"/>
                      </a:cubicBezTo>
                      <a:lnTo>
                        <a:pt x="0" y="6148"/>
                      </a:lnTo>
                      <a:cubicBezTo>
                        <a:pt x="0" y="6955"/>
                        <a:pt x="657" y="7611"/>
                        <a:pt x="1463" y="7611"/>
                      </a:cubicBezTo>
                      <a:cubicBezTo>
                        <a:pt x="2270" y="7611"/>
                        <a:pt x="2926" y="6955"/>
                        <a:pt x="2926" y="6148"/>
                      </a:cubicBezTo>
                      <a:lnTo>
                        <a:pt x="2926" y="1465"/>
                      </a:lnTo>
                      <a:cubicBezTo>
                        <a:pt x="2926" y="657"/>
                        <a:pt x="2270" y="1"/>
                        <a:pt x="146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2" name="Google Shape;12617;p89">
                  <a:extLst>
                    <a:ext uri="{FF2B5EF4-FFF2-40B4-BE49-F238E27FC236}">
                      <a16:creationId xmlns:a16="http://schemas.microsoft.com/office/drawing/2014/main" id="{298612D4-7839-24F5-F8AC-73C8CE1327D6}"/>
                    </a:ext>
                  </a:extLst>
                </p:cNvPr>
                <p:cNvSpPr/>
                <p:nvPr/>
              </p:nvSpPr>
              <p:spPr>
                <a:xfrm>
                  <a:off x="6446178" y="2761915"/>
                  <a:ext cx="61086" cy="610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27" h="2927" extrusionOk="0">
                      <a:moveTo>
                        <a:pt x="1464" y="1171"/>
                      </a:moveTo>
                      <a:cubicBezTo>
                        <a:pt x="1625" y="1171"/>
                        <a:pt x="1756" y="1302"/>
                        <a:pt x="1756" y="1463"/>
                      </a:cubicBezTo>
                      <a:cubicBezTo>
                        <a:pt x="1756" y="1626"/>
                        <a:pt x="1625" y="1757"/>
                        <a:pt x="1464" y="1757"/>
                      </a:cubicBezTo>
                      <a:cubicBezTo>
                        <a:pt x="1303" y="1757"/>
                        <a:pt x="1170" y="1626"/>
                        <a:pt x="1170" y="1463"/>
                      </a:cubicBezTo>
                      <a:cubicBezTo>
                        <a:pt x="1170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cubicBezTo>
                        <a:pt x="1" y="2270"/>
                        <a:pt x="657" y="2926"/>
                        <a:pt x="1464" y="2926"/>
                      </a:cubicBezTo>
                      <a:cubicBezTo>
                        <a:pt x="2270" y="2926"/>
                        <a:pt x="2927" y="2270"/>
                        <a:pt x="2927" y="1463"/>
                      </a:cubicBez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3" name="Google Shape;12618;p89">
                  <a:extLst>
                    <a:ext uri="{FF2B5EF4-FFF2-40B4-BE49-F238E27FC236}">
                      <a16:creationId xmlns:a16="http://schemas.microsoft.com/office/drawing/2014/main" id="{E5527D6C-7812-E399-23D9-74507ADDD0CB}"/>
                    </a:ext>
                  </a:extLst>
                </p:cNvPr>
                <p:cNvSpPr/>
                <p:nvPr/>
              </p:nvSpPr>
              <p:spPr>
                <a:xfrm>
                  <a:off x="6311758" y="2676413"/>
                  <a:ext cx="135446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90" h="9951" extrusionOk="0">
                      <a:moveTo>
                        <a:pt x="1466" y="1171"/>
                      </a:moveTo>
                      <a:cubicBezTo>
                        <a:pt x="1627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6" y="3598"/>
                      </a:lnTo>
                      <a:cubicBezTo>
                        <a:pt x="4243" y="3541"/>
                        <a:pt x="4318" y="3512"/>
                        <a:pt x="4392" y="3512"/>
                      </a:cubicBezTo>
                      <a:cubicBezTo>
                        <a:pt x="4467" y="3512"/>
                        <a:pt x="4542" y="3541"/>
                        <a:pt x="4598" y="3598"/>
                      </a:cubicBezTo>
                      <a:cubicBezTo>
                        <a:pt x="4713" y="3712"/>
                        <a:pt x="4713" y="3897"/>
                        <a:pt x="4598" y="4012"/>
                      </a:cubicBezTo>
                      <a:lnTo>
                        <a:pt x="3247" y="5364"/>
                      </a:lnTo>
                      <a:lnTo>
                        <a:pt x="5221" y="8325"/>
                      </a:lnTo>
                      <a:cubicBezTo>
                        <a:pt x="5280" y="8414"/>
                        <a:pt x="5274" y="8500"/>
                        <a:pt x="5265" y="8546"/>
                      </a:cubicBezTo>
                      <a:cubicBezTo>
                        <a:pt x="5257" y="8591"/>
                        <a:pt x="5228" y="8674"/>
                        <a:pt x="5140" y="8732"/>
                      </a:cubicBezTo>
                      <a:cubicBezTo>
                        <a:pt x="5090" y="8764"/>
                        <a:pt x="5037" y="8780"/>
                        <a:pt x="4979" y="8780"/>
                      </a:cubicBezTo>
                      <a:cubicBezTo>
                        <a:pt x="4880" y="8780"/>
                        <a:pt x="4788" y="8732"/>
                        <a:pt x="4735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7" y="8782"/>
                        <a:pt x="1466" y="8782"/>
                      </a:cubicBezTo>
                      <a:cubicBezTo>
                        <a:pt x="1305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5" y="1171"/>
                        <a:pt x="1466" y="1171"/>
                      </a:cubicBezTo>
                      <a:close/>
                      <a:moveTo>
                        <a:pt x="1466" y="0"/>
                      </a:moveTo>
                      <a:cubicBezTo>
                        <a:pt x="659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9" y="9951"/>
                        <a:pt x="1466" y="9951"/>
                      </a:cubicBezTo>
                      <a:cubicBezTo>
                        <a:pt x="2272" y="9951"/>
                        <a:pt x="2929" y="9295"/>
                        <a:pt x="2929" y="8488"/>
                      </a:cubicBezTo>
                      <a:lnTo>
                        <a:pt x="2929" y="8053"/>
                      </a:lnTo>
                      <a:lnTo>
                        <a:pt x="3760" y="9300"/>
                      </a:lnTo>
                      <a:cubicBezTo>
                        <a:pt x="4032" y="9709"/>
                        <a:pt x="4487" y="9951"/>
                        <a:pt x="4979" y="9951"/>
                      </a:cubicBezTo>
                      <a:cubicBezTo>
                        <a:pt x="5269" y="9951"/>
                        <a:pt x="5548" y="9866"/>
                        <a:pt x="5789" y="9705"/>
                      </a:cubicBezTo>
                      <a:cubicBezTo>
                        <a:pt x="6114" y="9489"/>
                        <a:pt x="6336" y="9158"/>
                        <a:pt x="6413" y="8775"/>
                      </a:cubicBezTo>
                      <a:cubicBezTo>
                        <a:pt x="6490" y="8391"/>
                        <a:pt x="6412" y="8001"/>
                        <a:pt x="6196" y="7676"/>
                      </a:cubicBezTo>
                      <a:lnTo>
                        <a:pt x="4754" y="5512"/>
                      </a:lnTo>
                      <a:lnTo>
                        <a:pt x="5426" y="4840"/>
                      </a:lnTo>
                      <a:cubicBezTo>
                        <a:pt x="5998" y="4269"/>
                        <a:pt x="5998" y="3340"/>
                        <a:pt x="5426" y="2771"/>
                      </a:cubicBezTo>
                      <a:cubicBezTo>
                        <a:pt x="5142" y="2485"/>
                        <a:pt x="4767" y="2342"/>
                        <a:pt x="4392" y="2342"/>
                      </a:cubicBezTo>
                      <a:cubicBezTo>
                        <a:pt x="4017" y="2342"/>
                        <a:pt x="3642" y="2485"/>
                        <a:pt x="3357" y="2771"/>
                      </a:cubicBezTo>
                      <a:lnTo>
                        <a:pt x="2929" y="3199"/>
                      </a:lnTo>
                      <a:lnTo>
                        <a:pt x="2929" y="1463"/>
                      </a:lnTo>
                      <a:cubicBezTo>
                        <a:pt x="2929" y="657"/>
                        <a:pt x="2272" y="0"/>
                        <a:pt x="146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4" name="Google Shape;12619;p89">
                  <a:extLst>
                    <a:ext uri="{FF2B5EF4-FFF2-40B4-BE49-F238E27FC236}">
                      <a16:creationId xmlns:a16="http://schemas.microsoft.com/office/drawing/2014/main" id="{A1232FB5-8FA1-6B57-3960-DB7CA8545A36}"/>
                    </a:ext>
                  </a:extLst>
                </p:cNvPr>
                <p:cNvSpPr/>
                <p:nvPr/>
              </p:nvSpPr>
              <p:spPr>
                <a:xfrm>
                  <a:off x="6090251" y="2676413"/>
                  <a:ext cx="135405" cy="207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88" h="9951" extrusionOk="0">
                      <a:moveTo>
                        <a:pt x="1464" y="1171"/>
                      </a:moveTo>
                      <a:cubicBezTo>
                        <a:pt x="1625" y="1171"/>
                        <a:pt x="1757" y="1302"/>
                        <a:pt x="1757" y="1463"/>
                      </a:cubicBezTo>
                      <a:lnTo>
                        <a:pt x="1757" y="6026"/>
                      </a:lnTo>
                      <a:lnTo>
                        <a:pt x="4184" y="3598"/>
                      </a:lnTo>
                      <a:cubicBezTo>
                        <a:pt x="4241" y="3541"/>
                        <a:pt x="4316" y="3512"/>
                        <a:pt x="4391" y="3512"/>
                      </a:cubicBezTo>
                      <a:cubicBezTo>
                        <a:pt x="4466" y="3512"/>
                        <a:pt x="4541" y="3541"/>
                        <a:pt x="4598" y="3598"/>
                      </a:cubicBezTo>
                      <a:cubicBezTo>
                        <a:pt x="4712" y="3712"/>
                        <a:pt x="4712" y="3897"/>
                        <a:pt x="4598" y="4012"/>
                      </a:cubicBezTo>
                      <a:lnTo>
                        <a:pt x="3245" y="5364"/>
                      </a:lnTo>
                      <a:lnTo>
                        <a:pt x="5219" y="8325"/>
                      </a:lnTo>
                      <a:cubicBezTo>
                        <a:pt x="5278" y="8414"/>
                        <a:pt x="5272" y="8500"/>
                        <a:pt x="5264" y="8546"/>
                      </a:cubicBezTo>
                      <a:cubicBezTo>
                        <a:pt x="5255" y="8591"/>
                        <a:pt x="5226" y="8674"/>
                        <a:pt x="5138" y="8732"/>
                      </a:cubicBezTo>
                      <a:cubicBezTo>
                        <a:pt x="5090" y="8764"/>
                        <a:pt x="5035" y="8780"/>
                        <a:pt x="4977" y="8780"/>
                      </a:cubicBezTo>
                      <a:cubicBezTo>
                        <a:pt x="4878" y="8780"/>
                        <a:pt x="4788" y="8732"/>
                        <a:pt x="4733" y="8651"/>
                      </a:cubicBezTo>
                      <a:lnTo>
                        <a:pt x="2824" y="5787"/>
                      </a:lnTo>
                      <a:lnTo>
                        <a:pt x="1757" y="6853"/>
                      </a:lnTo>
                      <a:lnTo>
                        <a:pt x="1757" y="8488"/>
                      </a:lnTo>
                      <a:cubicBezTo>
                        <a:pt x="1757" y="8649"/>
                        <a:pt x="1625" y="8782"/>
                        <a:pt x="1464" y="8782"/>
                      </a:cubicBezTo>
                      <a:cubicBezTo>
                        <a:pt x="1303" y="8782"/>
                        <a:pt x="1172" y="8649"/>
                        <a:pt x="1172" y="8488"/>
                      </a:cubicBezTo>
                      <a:lnTo>
                        <a:pt x="1172" y="1463"/>
                      </a:lnTo>
                      <a:cubicBezTo>
                        <a:pt x="1172" y="1302"/>
                        <a:pt x="1303" y="1171"/>
                        <a:pt x="1464" y="1171"/>
                      </a:cubicBezTo>
                      <a:close/>
                      <a:moveTo>
                        <a:pt x="1464" y="0"/>
                      </a:moveTo>
                      <a:cubicBezTo>
                        <a:pt x="657" y="0"/>
                        <a:pt x="1" y="657"/>
                        <a:pt x="1" y="1463"/>
                      </a:cubicBezTo>
                      <a:lnTo>
                        <a:pt x="1" y="8488"/>
                      </a:lnTo>
                      <a:cubicBezTo>
                        <a:pt x="1" y="9295"/>
                        <a:pt x="657" y="9951"/>
                        <a:pt x="1464" y="9951"/>
                      </a:cubicBezTo>
                      <a:cubicBezTo>
                        <a:pt x="2270" y="9951"/>
                        <a:pt x="2927" y="9295"/>
                        <a:pt x="2927" y="8488"/>
                      </a:cubicBezTo>
                      <a:lnTo>
                        <a:pt x="2927" y="8053"/>
                      </a:lnTo>
                      <a:lnTo>
                        <a:pt x="3758" y="9300"/>
                      </a:lnTo>
                      <a:cubicBezTo>
                        <a:pt x="4031" y="9709"/>
                        <a:pt x="4485" y="9951"/>
                        <a:pt x="4977" y="9951"/>
                      </a:cubicBezTo>
                      <a:cubicBezTo>
                        <a:pt x="5267" y="9951"/>
                        <a:pt x="5548" y="9866"/>
                        <a:pt x="5787" y="9705"/>
                      </a:cubicBezTo>
                      <a:cubicBezTo>
                        <a:pt x="6113" y="9489"/>
                        <a:pt x="6336" y="9158"/>
                        <a:pt x="6412" y="8775"/>
                      </a:cubicBezTo>
                      <a:cubicBezTo>
                        <a:pt x="6488" y="8391"/>
                        <a:pt x="6410" y="8001"/>
                        <a:pt x="6194" y="7676"/>
                      </a:cubicBezTo>
                      <a:lnTo>
                        <a:pt x="4752" y="5512"/>
                      </a:lnTo>
                      <a:lnTo>
                        <a:pt x="5426" y="4840"/>
                      </a:lnTo>
                      <a:cubicBezTo>
                        <a:pt x="5996" y="4269"/>
                        <a:pt x="5996" y="3340"/>
                        <a:pt x="5426" y="2771"/>
                      </a:cubicBezTo>
                      <a:cubicBezTo>
                        <a:pt x="5141" y="2485"/>
                        <a:pt x="4766" y="2342"/>
                        <a:pt x="4391" y="2342"/>
                      </a:cubicBezTo>
                      <a:cubicBezTo>
                        <a:pt x="4016" y="2342"/>
                        <a:pt x="3641" y="2485"/>
                        <a:pt x="3357" y="2771"/>
                      </a:cubicBezTo>
                      <a:lnTo>
                        <a:pt x="2927" y="3199"/>
                      </a:lnTo>
                      <a:lnTo>
                        <a:pt x="2927" y="1463"/>
                      </a:lnTo>
                      <a:cubicBezTo>
                        <a:pt x="2927" y="657"/>
                        <a:pt x="2270" y="0"/>
                        <a:pt x="146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79" name="Google Shape;12620;p89">
                <a:extLst>
                  <a:ext uri="{FF2B5EF4-FFF2-40B4-BE49-F238E27FC236}">
                    <a16:creationId xmlns:a16="http://schemas.microsoft.com/office/drawing/2014/main" id="{E418116E-D09A-13ED-8772-000FE3CC00B5}"/>
                  </a:ext>
                </a:extLst>
              </p:cNvPr>
              <p:cNvGrpSpPr/>
              <p:nvPr/>
            </p:nvGrpSpPr>
            <p:grpSpPr>
              <a:xfrm>
                <a:off x="8615531" y="5123204"/>
                <a:ext cx="620859" cy="620859"/>
                <a:chOff x="7137330" y="2571753"/>
                <a:chExt cx="417024" cy="417024"/>
              </a:xfrm>
              <a:grpFill/>
            </p:grpSpPr>
            <p:sp>
              <p:nvSpPr>
                <p:cNvPr id="17898" name="Google Shape;12621;p89">
                  <a:extLst>
                    <a:ext uri="{FF2B5EF4-FFF2-40B4-BE49-F238E27FC236}">
                      <a16:creationId xmlns:a16="http://schemas.microsoft.com/office/drawing/2014/main" id="{551D968D-C1F1-199F-9914-223FDDDA2A84}"/>
                    </a:ext>
                  </a:extLst>
                </p:cNvPr>
                <p:cNvSpPr/>
                <p:nvPr/>
              </p:nvSpPr>
              <p:spPr>
                <a:xfrm>
                  <a:off x="7235854" y="2645840"/>
                  <a:ext cx="219949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539" h="12881" extrusionOk="0">
                      <a:moveTo>
                        <a:pt x="5271" y="1172"/>
                      </a:moveTo>
                      <a:cubicBezTo>
                        <a:pt x="7530" y="1172"/>
                        <a:pt x="9368" y="3010"/>
                        <a:pt x="9368" y="5270"/>
                      </a:cubicBezTo>
                      <a:cubicBezTo>
                        <a:pt x="9368" y="6273"/>
                        <a:pt x="8717" y="7797"/>
                        <a:pt x="7624" y="9343"/>
                      </a:cubicBezTo>
                      <a:cubicBezTo>
                        <a:pt x="6513" y="10917"/>
                        <a:pt x="5536" y="11665"/>
                        <a:pt x="5271" y="11708"/>
                      </a:cubicBezTo>
                      <a:cubicBezTo>
                        <a:pt x="5004" y="11665"/>
                        <a:pt x="4029" y="10917"/>
                        <a:pt x="2916" y="9343"/>
                      </a:cubicBezTo>
                      <a:cubicBezTo>
                        <a:pt x="1825" y="7797"/>
                        <a:pt x="1172" y="6273"/>
                        <a:pt x="1172" y="5270"/>
                      </a:cubicBezTo>
                      <a:cubicBezTo>
                        <a:pt x="1172" y="3010"/>
                        <a:pt x="3010" y="1172"/>
                        <a:pt x="5271" y="1172"/>
                      </a:cubicBezTo>
                      <a:close/>
                      <a:moveTo>
                        <a:pt x="5271" y="1"/>
                      </a:moveTo>
                      <a:cubicBezTo>
                        <a:pt x="2366" y="1"/>
                        <a:pt x="1" y="2364"/>
                        <a:pt x="1" y="5270"/>
                      </a:cubicBezTo>
                      <a:cubicBezTo>
                        <a:pt x="1" y="7084"/>
                        <a:pt x="1409" y="9247"/>
                        <a:pt x="2014" y="10093"/>
                      </a:cubicBezTo>
                      <a:cubicBezTo>
                        <a:pt x="2481" y="10747"/>
                        <a:pt x="4098" y="12881"/>
                        <a:pt x="5271" y="12881"/>
                      </a:cubicBezTo>
                      <a:cubicBezTo>
                        <a:pt x="6444" y="12881"/>
                        <a:pt x="8059" y="10747"/>
                        <a:pt x="8528" y="10093"/>
                      </a:cubicBezTo>
                      <a:cubicBezTo>
                        <a:pt x="9133" y="9247"/>
                        <a:pt x="10539" y="7084"/>
                        <a:pt x="10539" y="5270"/>
                      </a:cubicBezTo>
                      <a:cubicBezTo>
                        <a:pt x="10539" y="2364"/>
                        <a:pt x="8175" y="1"/>
                        <a:pt x="52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9" name="Google Shape;12622;p89">
                  <a:extLst>
                    <a:ext uri="{FF2B5EF4-FFF2-40B4-BE49-F238E27FC236}">
                      <a16:creationId xmlns:a16="http://schemas.microsoft.com/office/drawing/2014/main" id="{0E2133C6-4EC0-89B7-3326-D9A206776458}"/>
                    </a:ext>
                  </a:extLst>
                </p:cNvPr>
                <p:cNvSpPr/>
                <p:nvPr/>
              </p:nvSpPr>
              <p:spPr>
                <a:xfrm>
                  <a:off x="7137330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2" y="1171"/>
                      </a:moveTo>
                      <a:cubicBezTo>
                        <a:pt x="14855" y="1171"/>
                        <a:pt x="18812" y="5127"/>
                        <a:pt x="18812" y="9991"/>
                      </a:cubicBezTo>
                      <a:cubicBezTo>
                        <a:pt x="18812" y="14854"/>
                        <a:pt x="14855" y="18810"/>
                        <a:pt x="9992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2" y="1171"/>
                      </a:cubicBezTo>
                      <a:close/>
                      <a:moveTo>
                        <a:pt x="9992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1"/>
                        <a:pt x="4490" y="19981"/>
                        <a:pt x="9992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2" y="0"/>
                        <a:pt x="99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900" name="Google Shape;12623;p89">
                  <a:extLst>
                    <a:ext uri="{FF2B5EF4-FFF2-40B4-BE49-F238E27FC236}">
                      <a16:creationId xmlns:a16="http://schemas.microsoft.com/office/drawing/2014/main" id="{71D4B100-3A1E-A98D-DB2A-BFF7A689607C}"/>
                    </a:ext>
                  </a:extLst>
                </p:cNvPr>
                <p:cNvSpPr/>
                <p:nvPr/>
              </p:nvSpPr>
              <p:spPr>
                <a:xfrm>
                  <a:off x="7284751" y="2694716"/>
                  <a:ext cx="122173" cy="122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4" h="5855" extrusionOk="0">
                      <a:moveTo>
                        <a:pt x="2928" y="1172"/>
                      </a:moveTo>
                      <a:cubicBezTo>
                        <a:pt x="3895" y="1172"/>
                        <a:pt x="4684" y="1959"/>
                        <a:pt x="4684" y="2928"/>
                      </a:cubicBezTo>
                      <a:cubicBezTo>
                        <a:pt x="4684" y="3896"/>
                        <a:pt x="3895" y="4683"/>
                        <a:pt x="2928" y="4683"/>
                      </a:cubicBezTo>
                      <a:cubicBezTo>
                        <a:pt x="1958" y="4683"/>
                        <a:pt x="1171" y="3896"/>
                        <a:pt x="1171" y="2928"/>
                      </a:cubicBezTo>
                      <a:cubicBezTo>
                        <a:pt x="2139" y="2928"/>
                        <a:pt x="2928" y="2139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2655" y="1"/>
                        <a:pt x="2374" y="47"/>
                        <a:pt x="2066" y="142"/>
                      </a:cubicBezTo>
                      <a:cubicBezTo>
                        <a:pt x="1732" y="245"/>
                        <a:pt x="1562" y="616"/>
                        <a:pt x="1704" y="936"/>
                      </a:cubicBezTo>
                      <a:cubicBezTo>
                        <a:pt x="1885" y="1345"/>
                        <a:pt x="1569" y="1756"/>
                        <a:pt x="1177" y="1756"/>
                      </a:cubicBezTo>
                      <a:cubicBezTo>
                        <a:pt x="1099" y="1756"/>
                        <a:pt x="1018" y="1740"/>
                        <a:pt x="938" y="1704"/>
                      </a:cubicBezTo>
                      <a:cubicBezTo>
                        <a:pt x="860" y="1670"/>
                        <a:pt x="780" y="1654"/>
                        <a:pt x="701" y="1654"/>
                      </a:cubicBezTo>
                      <a:cubicBezTo>
                        <a:pt x="453" y="1654"/>
                        <a:pt x="219" y="1813"/>
                        <a:pt x="142" y="2067"/>
                      </a:cubicBezTo>
                      <a:cubicBezTo>
                        <a:pt x="46" y="2373"/>
                        <a:pt x="0" y="2656"/>
                        <a:pt x="0" y="2928"/>
                      </a:cubicBezTo>
                      <a:cubicBezTo>
                        <a:pt x="0" y="4542"/>
                        <a:pt x="1313" y="5854"/>
                        <a:pt x="2928" y="5854"/>
                      </a:cubicBezTo>
                      <a:cubicBezTo>
                        <a:pt x="4541" y="5854"/>
                        <a:pt x="5854" y="4542"/>
                        <a:pt x="5854" y="2928"/>
                      </a:cubicBezTo>
                      <a:cubicBezTo>
                        <a:pt x="5854" y="1313"/>
                        <a:pt x="4541" y="1"/>
                        <a:pt x="292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0" name="Google Shape;12624;p89">
                <a:extLst>
                  <a:ext uri="{FF2B5EF4-FFF2-40B4-BE49-F238E27FC236}">
                    <a16:creationId xmlns:a16="http://schemas.microsoft.com/office/drawing/2014/main" id="{54FA834C-4297-DAE2-D641-02DF4B6DCCDE}"/>
                  </a:ext>
                </a:extLst>
              </p:cNvPr>
              <p:cNvGrpSpPr/>
              <p:nvPr/>
            </p:nvGrpSpPr>
            <p:grpSpPr>
              <a:xfrm>
                <a:off x="7676248" y="5123204"/>
                <a:ext cx="620859" cy="620859"/>
                <a:chOff x="6613801" y="2571753"/>
                <a:chExt cx="417024" cy="417024"/>
              </a:xfrm>
              <a:grpFill/>
            </p:grpSpPr>
            <p:sp>
              <p:nvSpPr>
                <p:cNvPr id="17893" name="Google Shape;12625;p89">
                  <a:extLst>
                    <a:ext uri="{FF2B5EF4-FFF2-40B4-BE49-F238E27FC236}">
                      <a16:creationId xmlns:a16="http://schemas.microsoft.com/office/drawing/2014/main" id="{9A7EB355-9A95-FA94-3120-257CC2FD55B6}"/>
                    </a:ext>
                  </a:extLst>
                </p:cNvPr>
                <p:cNvSpPr/>
                <p:nvPr/>
              </p:nvSpPr>
              <p:spPr>
                <a:xfrm>
                  <a:off x="6613801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9991" y="1171"/>
                      </a:moveTo>
                      <a:cubicBezTo>
                        <a:pt x="14854" y="1171"/>
                        <a:pt x="18812" y="5127"/>
                        <a:pt x="18812" y="9991"/>
                      </a:cubicBezTo>
                      <a:cubicBezTo>
                        <a:pt x="18812" y="14854"/>
                        <a:pt x="14854" y="18810"/>
                        <a:pt x="9991" y="18810"/>
                      </a:cubicBezTo>
                      <a:cubicBezTo>
                        <a:pt x="5127" y="18810"/>
                        <a:pt x="1171" y="14854"/>
                        <a:pt x="1171" y="9991"/>
                      </a:cubicBezTo>
                      <a:cubicBezTo>
                        <a:pt x="1171" y="5127"/>
                        <a:pt x="5127" y="1171"/>
                        <a:pt x="9991" y="1171"/>
                      </a:cubicBezTo>
                      <a:close/>
                      <a:moveTo>
                        <a:pt x="9991" y="0"/>
                      </a:moveTo>
                      <a:cubicBezTo>
                        <a:pt x="4490" y="0"/>
                        <a:pt x="0" y="4490"/>
                        <a:pt x="0" y="9990"/>
                      </a:cubicBezTo>
                      <a:cubicBezTo>
                        <a:pt x="0" y="15493"/>
                        <a:pt x="4490" y="19981"/>
                        <a:pt x="9991" y="19981"/>
                      </a:cubicBezTo>
                      <a:cubicBezTo>
                        <a:pt x="15493" y="19981"/>
                        <a:pt x="19981" y="15491"/>
                        <a:pt x="19981" y="9990"/>
                      </a:cubicBezTo>
                      <a:cubicBezTo>
                        <a:pt x="19981" y="4488"/>
                        <a:pt x="15491" y="0"/>
                        <a:pt x="999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4" name="Google Shape;12626;p89">
                  <a:extLst>
                    <a:ext uri="{FF2B5EF4-FFF2-40B4-BE49-F238E27FC236}">
                      <a16:creationId xmlns:a16="http://schemas.microsoft.com/office/drawing/2014/main" id="{201B9AF8-6837-90D0-FADB-153C46A7EDA2}"/>
                    </a:ext>
                  </a:extLst>
                </p:cNvPr>
                <p:cNvSpPr/>
                <p:nvPr/>
              </p:nvSpPr>
              <p:spPr>
                <a:xfrm>
                  <a:off x="6663449" y="2645840"/>
                  <a:ext cx="317704" cy="268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3" h="12881" extrusionOk="0">
                      <a:moveTo>
                        <a:pt x="12295" y="1172"/>
                      </a:moveTo>
                      <a:cubicBezTo>
                        <a:pt x="12619" y="1172"/>
                        <a:pt x="12881" y="1435"/>
                        <a:pt x="12881" y="1757"/>
                      </a:cubicBezTo>
                      <a:cubicBezTo>
                        <a:pt x="12881" y="2079"/>
                        <a:pt x="12617" y="2343"/>
                        <a:pt x="12295" y="2343"/>
                      </a:cubicBezTo>
                      <a:cubicBezTo>
                        <a:pt x="11973" y="2343"/>
                        <a:pt x="11709" y="2079"/>
                        <a:pt x="11709" y="1757"/>
                      </a:cubicBezTo>
                      <a:cubicBezTo>
                        <a:pt x="11709" y="1435"/>
                        <a:pt x="11973" y="1172"/>
                        <a:pt x="12295" y="1172"/>
                      </a:cubicBezTo>
                      <a:close/>
                      <a:moveTo>
                        <a:pt x="2343" y="4685"/>
                      </a:moveTo>
                      <a:cubicBezTo>
                        <a:pt x="2592" y="4685"/>
                        <a:pt x="2827" y="4763"/>
                        <a:pt x="3022" y="4902"/>
                      </a:cubicBezTo>
                      <a:cubicBezTo>
                        <a:pt x="2330" y="5410"/>
                        <a:pt x="1821" y="6015"/>
                        <a:pt x="1513" y="6677"/>
                      </a:cubicBezTo>
                      <a:cubicBezTo>
                        <a:pt x="1301" y="6461"/>
                        <a:pt x="1173" y="6167"/>
                        <a:pt x="1173" y="5856"/>
                      </a:cubicBezTo>
                      <a:cubicBezTo>
                        <a:pt x="1173" y="5210"/>
                        <a:pt x="1697" y="4685"/>
                        <a:pt x="2343" y="4685"/>
                      </a:cubicBezTo>
                      <a:close/>
                      <a:moveTo>
                        <a:pt x="12881" y="4685"/>
                      </a:moveTo>
                      <a:cubicBezTo>
                        <a:pt x="13526" y="4685"/>
                        <a:pt x="14052" y="5208"/>
                        <a:pt x="14052" y="5854"/>
                      </a:cubicBezTo>
                      <a:cubicBezTo>
                        <a:pt x="14052" y="6167"/>
                        <a:pt x="13923" y="6461"/>
                        <a:pt x="13712" y="6677"/>
                      </a:cubicBezTo>
                      <a:cubicBezTo>
                        <a:pt x="13404" y="6015"/>
                        <a:pt x="12893" y="5410"/>
                        <a:pt x="12201" y="4902"/>
                      </a:cubicBezTo>
                      <a:cubicBezTo>
                        <a:pt x="12396" y="4763"/>
                        <a:pt x="12633" y="4685"/>
                        <a:pt x="12881" y="4685"/>
                      </a:cubicBezTo>
                      <a:close/>
                      <a:moveTo>
                        <a:pt x="7616" y="4685"/>
                      </a:moveTo>
                      <a:cubicBezTo>
                        <a:pt x="9058" y="4685"/>
                        <a:pt x="10407" y="5074"/>
                        <a:pt x="11416" y="5778"/>
                      </a:cubicBezTo>
                      <a:cubicBezTo>
                        <a:pt x="12360" y="6440"/>
                        <a:pt x="12881" y="7299"/>
                        <a:pt x="12881" y="8196"/>
                      </a:cubicBezTo>
                      <a:cubicBezTo>
                        <a:pt x="12881" y="9095"/>
                        <a:pt x="12360" y="9953"/>
                        <a:pt x="11416" y="10615"/>
                      </a:cubicBezTo>
                      <a:cubicBezTo>
                        <a:pt x="10407" y="11320"/>
                        <a:pt x="9056" y="11710"/>
                        <a:pt x="7612" y="11710"/>
                      </a:cubicBezTo>
                      <a:cubicBezTo>
                        <a:pt x="6167" y="11710"/>
                        <a:pt x="4816" y="11320"/>
                        <a:pt x="3807" y="10615"/>
                      </a:cubicBezTo>
                      <a:cubicBezTo>
                        <a:pt x="2863" y="9953"/>
                        <a:pt x="2343" y="9095"/>
                        <a:pt x="2343" y="8196"/>
                      </a:cubicBezTo>
                      <a:cubicBezTo>
                        <a:pt x="2343" y="7299"/>
                        <a:pt x="2863" y="6440"/>
                        <a:pt x="3807" y="5778"/>
                      </a:cubicBezTo>
                      <a:cubicBezTo>
                        <a:pt x="4816" y="5074"/>
                        <a:pt x="6165" y="4685"/>
                        <a:pt x="7609" y="4685"/>
                      </a:cubicBezTo>
                      <a:close/>
                      <a:moveTo>
                        <a:pt x="8782" y="0"/>
                      </a:moveTo>
                      <a:cubicBezTo>
                        <a:pt x="8538" y="0"/>
                        <a:pt x="8309" y="156"/>
                        <a:pt x="8228" y="402"/>
                      </a:cubicBezTo>
                      <a:lnTo>
                        <a:pt x="7186" y="3524"/>
                      </a:lnTo>
                      <a:cubicBezTo>
                        <a:pt x="6065" y="3576"/>
                        <a:pt x="4998" y="3836"/>
                        <a:pt x="4073" y="4276"/>
                      </a:cubicBezTo>
                      <a:cubicBezTo>
                        <a:pt x="3634" y="3797"/>
                        <a:pt x="3011" y="3514"/>
                        <a:pt x="2343" y="3514"/>
                      </a:cubicBezTo>
                      <a:cubicBezTo>
                        <a:pt x="1051" y="3514"/>
                        <a:pt x="0" y="4565"/>
                        <a:pt x="0" y="5856"/>
                      </a:cubicBezTo>
                      <a:cubicBezTo>
                        <a:pt x="0" y="6702"/>
                        <a:pt x="469" y="7478"/>
                        <a:pt x="1186" y="7889"/>
                      </a:cubicBezTo>
                      <a:cubicBezTo>
                        <a:pt x="1177" y="7991"/>
                        <a:pt x="1171" y="8094"/>
                        <a:pt x="1171" y="8196"/>
                      </a:cubicBezTo>
                      <a:cubicBezTo>
                        <a:pt x="1171" y="9488"/>
                        <a:pt x="1870" y="10687"/>
                        <a:pt x="3137" y="11573"/>
                      </a:cubicBezTo>
                      <a:cubicBezTo>
                        <a:pt x="4340" y="12415"/>
                        <a:pt x="5928" y="12881"/>
                        <a:pt x="7611" y="12881"/>
                      </a:cubicBezTo>
                      <a:cubicBezTo>
                        <a:pt x="9293" y="12881"/>
                        <a:pt x="10883" y="12415"/>
                        <a:pt x="12086" y="11573"/>
                      </a:cubicBezTo>
                      <a:cubicBezTo>
                        <a:pt x="13353" y="10687"/>
                        <a:pt x="14050" y="9488"/>
                        <a:pt x="14050" y="8196"/>
                      </a:cubicBezTo>
                      <a:cubicBezTo>
                        <a:pt x="14050" y="8094"/>
                        <a:pt x="14046" y="7991"/>
                        <a:pt x="14037" y="7889"/>
                      </a:cubicBezTo>
                      <a:cubicBezTo>
                        <a:pt x="14754" y="7478"/>
                        <a:pt x="15223" y="6702"/>
                        <a:pt x="15223" y="5856"/>
                      </a:cubicBezTo>
                      <a:cubicBezTo>
                        <a:pt x="15223" y="4565"/>
                        <a:pt x="14172" y="3514"/>
                        <a:pt x="12881" y="3514"/>
                      </a:cubicBezTo>
                      <a:cubicBezTo>
                        <a:pt x="12212" y="3514"/>
                        <a:pt x="11589" y="3797"/>
                        <a:pt x="11152" y="4276"/>
                      </a:cubicBezTo>
                      <a:cubicBezTo>
                        <a:pt x="10330" y="3885"/>
                        <a:pt x="9396" y="3636"/>
                        <a:pt x="8412" y="3549"/>
                      </a:cubicBezTo>
                      <a:lnTo>
                        <a:pt x="9153" y="1327"/>
                      </a:lnTo>
                      <a:lnTo>
                        <a:pt x="10540" y="1789"/>
                      </a:lnTo>
                      <a:cubicBezTo>
                        <a:pt x="10556" y="2742"/>
                        <a:pt x="11338" y="3514"/>
                        <a:pt x="12295" y="3514"/>
                      </a:cubicBezTo>
                      <a:cubicBezTo>
                        <a:pt x="13263" y="3514"/>
                        <a:pt x="14052" y="2725"/>
                        <a:pt x="14052" y="1757"/>
                      </a:cubicBezTo>
                      <a:cubicBezTo>
                        <a:pt x="14052" y="790"/>
                        <a:pt x="13263" y="1"/>
                        <a:pt x="12295" y="1"/>
                      </a:cubicBezTo>
                      <a:cubicBezTo>
                        <a:pt x="11732" y="1"/>
                        <a:pt x="11232" y="268"/>
                        <a:pt x="10910" y="678"/>
                      </a:cubicBezTo>
                      <a:lnTo>
                        <a:pt x="8968" y="31"/>
                      </a:lnTo>
                      <a:cubicBezTo>
                        <a:pt x="8906" y="10"/>
                        <a:pt x="8844" y="0"/>
                        <a:pt x="878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5" name="Google Shape;12627;p89">
                  <a:extLst>
                    <a:ext uri="{FF2B5EF4-FFF2-40B4-BE49-F238E27FC236}">
                      <a16:creationId xmlns:a16="http://schemas.microsoft.com/office/drawing/2014/main" id="{B5D5CFEE-C521-83E0-5217-C3D55553D160}"/>
                    </a:ext>
                  </a:extLst>
                </p:cNvPr>
                <p:cNvSpPr/>
                <p:nvPr/>
              </p:nvSpPr>
              <p:spPr>
                <a:xfrm>
                  <a:off x="6748992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1" y="1"/>
                      </a:moveTo>
                      <a:cubicBezTo>
                        <a:pt x="526" y="1"/>
                        <a:pt x="0" y="525"/>
                        <a:pt x="0" y="1170"/>
                      </a:cubicBezTo>
                      <a:cubicBezTo>
                        <a:pt x="0" y="1816"/>
                        <a:pt x="526" y="2341"/>
                        <a:pt x="1171" y="2341"/>
                      </a:cubicBezTo>
                      <a:cubicBezTo>
                        <a:pt x="1817" y="2341"/>
                        <a:pt x="2342" y="1816"/>
                        <a:pt x="2342" y="1170"/>
                      </a:cubicBezTo>
                      <a:cubicBezTo>
                        <a:pt x="2342" y="525"/>
                        <a:pt x="1817" y="1"/>
                        <a:pt x="1171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6" name="Google Shape;12628;p89">
                  <a:extLst>
                    <a:ext uri="{FF2B5EF4-FFF2-40B4-BE49-F238E27FC236}">
                      <a16:creationId xmlns:a16="http://schemas.microsoft.com/office/drawing/2014/main" id="{28607794-0528-0700-67C2-AA3B1A0C4289}"/>
                    </a:ext>
                  </a:extLst>
                </p:cNvPr>
                <p:cNvSpPr/>
                <p:nvPr/>
              </p:nvSpPr>
              <p:spPr>
                <a:xfrm>
                  <a:off x="6846703" y="2768030"/>
                  <a:ext cx="48898" cy="48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3" h="2342" extrusionOk="0">
                      <a:moveTo>
                        <a:pt x="1172" y="1"/>
                      </a:moveTo>
                      <a:cubicBezTo>
                        <a:pt x="526" y="1"/>
                        <a:pt x="1" y="525"/>
                        <a:pt x="1" y="1170"/>
                      </a:cubicBezTo>
                      <a:cubicBezTo>
                        <a:pt x="1" y="1816"/>
                        <a:pt x="526" y="2341"/>
                        <a:pt x="1172" y="2341"/>
                      </a:cubicBezTo>
                      <a:cubicBezTo>
                        <a:pt x="1818" y="2341"/>
                        <a:pt x="2343" y="1816"/>
                        <a:pt x="2343" y="1170"/>
                      </a:cubicBezTo>
                      <a:cubicBezTo>
                        <a:pt x="2343" y="525"/>
                        <a:pt x="1818" y="1"/>
                        <a:pt x="117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7" name="Google Shape;12629;p89">
                  <a:extLst>
                    <a:ext uri="{FF2B5EF4-FFF2-40B4-BE49-F238E27FC236}">
                      <a16:creationId xmlns:a16="http://schemas.microsoft.com/office/drawing/2014/main" id="{38857BA2-8FB1-5845-059C-F1D013A07F64}"/>
                    </a:ext>
                  </a:extLst>
                </p:cNvPr>
                <p:cNvSpPr/>
                <p:nvPr/>
              </p:nvSpPr>
              <p:spPr>
                <a:xfrm>
                  <a:off x="6759469" y="2841323"/>
                  <a:ext cx="125658" cy="35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21" h="1722" extrusionOk="0">
                      <a:moveTo>
                        <a:pt x="670" y="0"/>
                      </a:moveTo>
                      <a:cubicBezTo>
                        <a:pt x="455" y="0"/>
                        <a:pt x="249" y="119"/>
                        <a:pt x="146" y="324"/>
                      </a:cubicBezTo>
                      <a:cubicBezTo>
                        <a:pt x="1" y="614"/>
                        <a:pt x="117" y="965"/>
                        <a:pt x="407" y="1110"/>
                      </a:cubicBezTo>
                      <a:cubicBezTo>
                        <a:pt x="1223" y="1516"/>
                        <a:pt x="2116" y="1722"/>
                        <a:pt x="3011" y="1722"/>
                      </a:cubicBezTo>
                      <a:cubicBezTo>
                        <a:pt x="3905" y="1722"/>
                        <a:pt x="4800" y="1518"/>
                        <a:pt x="5614" y="1110"/>
                      </a:cubicBezTo>
                      <a:cubicBezTo>
                        <a:pt x="5904" y="965"/>
                        <a:pt x="6021" y="614"/>
                        <a:pt x="5875" y="324"/>
                      </a:cubicBezTo>
                      <a:cubicBezTo>
                        <a:pt x="5774" y="119"/>
                        <a:pt x="5567" y="0"/>
                        <a:pt x="5352" y="0"/>
                      </a:cubicBezTo>
                      <a:cubicBezTo>
                        <a:pt x="5264" y="0"/>
                        <a:pt x="5174" y="20"/>
                        <a:pt x="5090" y="62"/>
                      </a:cubicBezTo>
                      <a:cubicBezTo>
                        <a:pt x="4439" y="388"/>
                        <a:pt x="3725" y="551"/>
                        <a:pt x="3011" y="551"/>
                      </a:cubicBezTo>
                      <a:cubicBezTo>
                        <a:pt x="2296" y="551"/>
                        <a:pt x="1582" y="388"/>
                        <a:pt x="931" y="62"/>
                      </a:cubicBezTo>
                      <a:cubicBezTo>
                        <a:pt x="847" y="20"/>
                        <a:pt x="758" y="0"/>
                        <a:pt x="6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1" name="Google Shape;12633;p89">
                <a:extLst>
                  <a:ext uri="{FF2B5EF4-FFF2-40B4-BE49-F238E27FC236}">
                    <a16:creationId xmlns:a16="http://schemas.microsoft.com/office/drawing/2014/main" id="{E56297D4-0C23-E9FA-8043-404BBD4F2468}"/>
                  </a:ext>
                </a:extLst>
              </p:cNvPr>
              <p:cNvGrpSpPr/>
              <p:nvPr/>
            </p:nvGrpSpPr>
            <p:grpSpPr>
              <a:xfrm>
                <a:off x="2040531" y="5215345"/>
                <a:ext cx="620859" cy="436577"/>
                <a:chOff x="3476576" y="2633631"/>
                <a:chExt cx="417024" cy="293244"/>
              </a:xfrm>
              <a:grpFill/>
            </p:grpSpPr>
            <p:sp>
              <p:nvSpPr>
                <p:cNvPr id="17891" name="Google Shape;12634;p89">
                  <a:extLst>
                    <a:ext uri="{FF2B5EF4-FFF2-40B4-BE49-F238E27FC236}">
                      <a16:creationId xmlns:a16="http://schemas.microsoft.com/office/drawing/2014/main" id="{90B2BA93-BA05-4F39-5AAB-49DC3788B82A}"/>
                    </a:ext>
                  </a:extLst>
                </p:cNvPr>
                <p:cNvSpPr/>
                <p:nvPr/>
              </p:nvSpPr>
              <p:spPr>
                <a:xfrm>
                  <a:off x="3476576" y="2633631"/>
                  <a:ext cx="417024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4051" extrusionOk="0">
                      <a:moveTo>
                        <a:pt x="17056" y="1172"/>
                      </a:moveTo>
                      <a:cubicBezTo>
                        <a:pt x="18023" y="1172"/>
                        <a:pt x="18811" y="1961"/>
                        <a:pt x="18811" y="2929"/>
                      </a:cubicBezTo>
                      <a:lnTo>
                        <a:pt x="18811" y="11124"/>
                      </a:lnTo>
                      <a:cubicBezTo>
                        <a:pt x="18811" y="12092"/>
                        <a:pt x="18023" y="12881"/>
                        <a:pt x="17056" y="12881"/>
                      </a:cubicBezTo>
                      <a:lnTo>
                        <a:pt x="2927" y="12881"/>
                      </a:lnTo>
                      <a:cubicBezTo>
                        <a:pt x="1959" y="12881"/>
                        <a:pt x="1172" y="12092"/>
                        <a:pt x="1172" y="11124"/>
                      </a:cubicBezTo>
                      <a:lnTo>
                        <a:pt x="1172" y="2929"/>
                      </a:lnTo>
                      <a:cubicBezTo>
                        <a:pt x="1172" y="1961"/>
                        <a:pt x="1959" y="1172"/>
                        <a:pt x="2927" y="1172"/>
                      </a:cubicBezTo>
                      <a:close/>
                      <a:moveTo>
                        <a:pt x="2927" y="1"/>
                      </a:moveTo>
                      <a:cubicBezTo>
                        <a:pt x="1313" y="1"/>
                        <a:pt x="1" y="1315"/>
                        <a:pt x="1" y="2929"/>
                      </a:cubicBezTo>
                      <a:lnTo>
                        <a:pt x="1" y="11124"/>
                      </a:lnTo>
                      <a:cubicBezTo>
                        <a:pt x="1" y="12738"/>
                        <a:pt x="1313" y="14050"/>
                        <a:pt x="2927" y="14050"/>
                      </a:cubicBezTo>
                      <a:lnTo>
                        <a:pt x="17056" y="14050"/>
                      </a:lnTo>
                      <a:cubicBezTo>
                        <a:pt x="18669" y="14050"/>
                        <a:pt x="19982" y="12738"/>
                        <a:pt x="19982" y="11124"/>
                      </a:cubicBezTo>
                      <a:lnTo>
                        <a:pt x="19982" y="2929"/>
                      </a:lnTo>
                      <a:cubicBezTo>
                        <a:pt x="19982" y="1315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2" name="Google Shape;12635;p89">
                  <a:extLst>
                    <a:ext uri="{FF2B5EF4-FFF2-40B4-BE49-F238E27FC236}">
                      <a16:creationId xmlns:a16="http://schemas.microsoft.com/office/drawing/2014/main" id="{106A5BB6-E765-974A-1A93-CECEE7256D40}"/>
                    </a:ext>
                  </a:extLst>
                </p:cNvPr>
                <p:cNvSpPr/>
                <p:nvPr/>
              </p:nvSpPr>
              <p:spPr>
                <a:xfrm>
                  <a:off x="3636206" y="2706945"/>
                  <a:ext cx="122194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55" h="7026" extrusionOk="0">
                      <a:moveTo>
                        <a:pt x="1172" y="1643"/>
                      </a:moveTo>
                      <a:lnTo>
                        <a:pt x="4165" y="3514"/>
                      </a:lnTo>
                      <a:lnTo>
                        <a:pt x="1172" y="5384"/>
                      </a:lnTo>
                      <a:lnTo>
                        <a:pt x="1172" y="1643"/>
                      </a:lnTo>
                      <a:close/>
                      <a:moveTo>
                        <a:pt x="586" y="0"/>
                      </a:moveTo>
                      <a:cubicBezTo>
                        <a:pt x="489" y="0"/>
                        <a:pt x="391" y="25"/>
                        <a:pt x="302" y="74"/>
                      </a:cubicBezTo>
                      <a:cubicBezTo>
                        <a:pt x="116" y="178"/>
                        <a:pt x="1" y="373"/>
                        <a:pt x="1" y="587"/>
                      </a:cubicBezTo>
                      <a:lnTo>
                        <a:pt x="1" y="6440"/>
                      </a:lnTo>
                      <a:cubicBezTo>
                        <a:pt x="1" y="6653"/>
                        <a:pt x="116" y="6849"/>
                        <a:pt x="302" y="6953"/>
                      </a:cubicBezTo>
                      <a:cubicBezTo>
                        <a:pt x="389" y="7001"/>
                        <a:pt x="487" y="7026"/>
                        <a:pt x="585" y="7026"/>
                      </a:cubicBezTo>
                      <a:cubicBezTo>
                        <a:pt x="693" y="7026"/>
                        <a:pt x="801" y="6997"/>
                        <a:pt x="896" y="6937"/>
                      </a:cubicBezTo>
                      <a:lnTo>
                        <a:pt x="5580" y="4010"/>
                      </a:lnTo>
                      <a:cubicBezTo>
                        <a:pt x="5750" y="3903"/>
                        <a:pt x="5854" y="3714"/>
                        <a:pt x="5854" y="3513"/>
                      </a:cubicBezTo>
                      <a:cubicBezTo>
                        <a:pt x="5854" y="3311"/>
                        <a:pt x="5750" y="3123"/>
                        <a:pt x="5580" y="3017"/>
                      </a:cubicBezTo>
                      <a:lnTo>
                        <a:pt x="896" y="90"/>
                      </a:lnTo>
                      <a:cubicBezTo>
                        <a:pt x="801" y="30"/>
                        <a:pt x="694" y="0"/>
                        <a:pt x="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2" name="Google Shape;12636;p89">
                <a:extLst>
                  <a:ext uri="{FF2B5EF4-FFF2-40B4-BE49-F238E27FC236}">
                    <a16:creationId xmlns:a16="http://schemas.microsoft.com/office/drawing/2014/main" id="{5DDB6928-8141-4D4D-0F30-73748DC8D559}"/>
                  </a:ext>
                </a:extLst>
              </p:cNvPr>
              <p:cNvGrpSpPr/>
              <p:nvPr/>
            </p:nvGrpSpPr>
            <p:grpSpPr>
              <a:xfrm>
                <a:off x="2979814" y="5123312"/>
                <a:ext cx="620890" cy="620641"/>
                <a:chOff x="3988564" y="2571836"/>
                <a:chExt cx="417045" cy="416878"/>
              </a:xfrm>
              <a:grpFill/>
            </p:grpSpPr>
            <p:sp>
              <p:nvSpPr>
                <p:cNvPr id="17889" name="Google Shape;12637;p89">
                  <a:extLst>
                    <a:ext uri="{FF2B5EF4-FFF2-40B4-BE49-F238E27FC236}">
                      <a16:creationId xmlns:a16="http://schemas.microsoft.com/office/drawing/2014/main" id="{E4D03CFD-3DBB-E450-677A-075D921F682F}"/>
                    </a:ext>
                  </a:extLst>
                </p:cNvPr>
                <p:cNvSpPr/>
                <p:nvPr/>
              </p:nvSpPr>
              <p:spPr>
                <a:xfrm>
                  <a:off x="4090678" y="2650431"/>
                  <a:ext cx="213124" cy="2592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12" h="12423" extrusionOk="0">
                      <a:moveTo>
                        <a:pt x="4938" y="1172"/>
                      </a:moveTo>
                      <a:cubicBezTo>
                        <a:pt x="7267" y="1172"/>
                        <a:pt x="8610" y="2621"/>
                        <a:pt x="8610" y="3081"/>
                      </a:cubicBezTo>
                      <a:cubicBezTo>
                        <a:pt x="8610" y="3348"/>
                        <a:pt x="8308" y="3471"/>
                        <a:pt x="8102" y="3471"/>
                      </a:cubicBezTo>
                      <a:cubicBezTo>
                        <a:pt x="7867" y="3471"/>
                        <a:pt x="7733" y="3357"/>
                        <a:pt x="7407" y="3026"/>
                      </a:cubicBezTo>
                      <a:cubicBezTo>
                        <a:pt x="6933" y="2541"/>
                        <a:pt x="6282" y="1879"/>
                        <a:pt x="4821" y="1879"/>
                      </a:cubicBezTo>
                      <a:cubicBezTo>
                        <a:pt x="4177" y="1879"/>
                        <a:pt x="3602" y="2046"/>
                        <a:pt x="3162" y="2362"/>
                      </a:cubicBezTo>
                      <a:cubicBezTo>
                        <a:pt x="2687" y="2700"/>
                        <a:pt x="2417" y="3188"/>
                        <a:pt x="2417" y="3701"/>
                      </a:cubicBezTo>
                      <a:cubicBezTo>
                        <a:pt x="2417" y="4145"/>
                        <a:pt x="2603" y="4758"/>
                        <a:pt x="3491" y="5152"/>
                      </a:cubicBezTo>
                      <a:cubicBezTo>
                        <a:pt x="3997" y="5378"/>
                        <a:pt x="4646" y="5506"/>
                        <a:pt x="5334" y="5642"/>
                      </a:cubicBezTo>
                      <a:cubicBezTo>
                        <a:pt x="7566" y="6081"/>
                        <a:pt x="9029" y="6514"/>
                        <a:pt x="9029" y="8449"/>
                      </a:cubicBezTo>
                      <a:cubicBezTo>
                        <a:pt x="9029" y="8455"/>
                        <a:pt x="9029" y="8464"/>
                        <a:pt x="9029" y="8478"/>
                      </a:cubicBezTo>
                      <a:cubicBezTo>
                        <a:pt x="9035" y="8646"/>
                        <a:pt x="9028" y="9518"/>
                        <a:pt x="8347" y="10222"/>
                      </a:cubicBezTo>
                      <a:cubicBezTo>
                        <a:pt x="7688" y="10903"/>
                        <a:pt x="6597" y="11248"/>
                        <a:pt x="5102" y="11252"/>
                      </a:cubicBezTo>
                      <a:cubicBezTo>
                        <a:pt x="2240" y="11250"/>
                        <a:pt x="1171" y="9891"/>
                        <a:pt x="1171" y="9033"/>
                      </a:cubicBezTo>
                      <a:cubicBezTo>
                        <a:pt x="1171" y="8780"/>
                        <a:pt x="1518" y="8672"/>
                        <a:pt x="1656" y="8672"/>
                      </a:cubicBezTo>
                      <a:cubicBezTo>
                        <a:pt x="1844" y="8672"/>
                        <a:pt x="2005" y="8837"/>
                        <a:pt x="2327" y="9212"/>
                      </a:cubicBezTo>
                      <a:cubicBezTo>
                        <a:pt x="2843" y="9813"/>
                        <a:pt x="3551" y="10636"/>
                        <a:pt x="5095" y="10636"/>
                      </a:cubicBezTo>
                      <a:cubicBezTo>
                        <a:pt x="6363" y="10636"/>
                        <a:pt x="7727" y="9881"/>
                        <a:pt x="7727" y="8612"/>
                      </a:cubicBezTo>
                      <a:cubicBezTo>
                        <a:pt x="7727" y="7951"/>
                        <a:pt x="7363" y="7445"/>
                        <a:pt x="6647" y="7109"/>
                      </a:cubicBezTo>
                      <a:cubicBezTo>
                        <a:pt x="6130" y="6866"/>
                        <a:pt x="5472" y="6726"/>
                        <a:pt x="4773" y="6578"/>
                      </a:cubicBezTo>
                      <a:cubicBezTo>
                        <a:pt x="2620" y="6120"/>
                        <a:pt x="1209" y="5683"/>
                        <a:pt x="1209" y="3859"/>
                      </a:cubicBezTo>
                      <a:cubicBezTo>
                        <a:pt x="1209" y="2893"/>
                        <a:pt x="1667" y="2191"/>
                        <a:pt x="2606" y="1711"/>
                      </a:cubicBezTo>
                      <a:cubicBezTo>
                        <a:pt x="3388" y="1313"/>
                        <a:pt x="4350" y="1172"/>
                        <a:pt x="4938" y="1172"/>
                      </a:cubicBezTo>
                      <a:close/>
                      <a:moveTo>
                        <a:pt x="4938" y="1"/>
                      </a:moveTo>
                      <a:cubicBezTo>
                        <a:pt x="2944" y="1"/>
                        <a:pt x="39" y="991"/>
                        <a:pt x="39" y="3861"/>
                      </a:cubicBezTo>
                      <a:cubicBezTo>
                        <a:pt x="39" y="5149"/>
                        <a:pt x="579" y="6129"/>
                        <a:pt x="1644" y="6772"/>
                      </a:cubicBezTo>
                      <a:cubicBezTo>
                        <a:pt x="2505" y="7293"/>
                        <a:pt x="3581" y="7523"/>
                        <a:pt x="4529" y="7724"/>
                      </a:cubicBezTo>
                      <a:cubicBezTo>
                        <a:pt x="5159" y="7857"/>
                        <a:pt x="5755" y="7984"/>
                        <a:pt x="6149" y="8170"/>
                      </a:cubicBezTo>
                      <a:cubicBezTo>
                        <a:pt x="6556" y="8359"/>
                        <a:pt x="6556" y="8518"/>
                        <a:pt x="6556" y="8612"/>
                      </a:cubicBezTo>
                      <a:cubicBezTo>
                        <a:pt x="6556" y="9100"/>
                        <a:pt x="5785" y="9465"/>
                        <a:pt x="5095" y="9465"/>
                      </a:cubicBezTo>
                      <a:cubicBezTo>
                        <a:pt x="4089" y="9465"/>
                        <a:pt x="3664" y="8971"/>
                        <a:pt x="3215" y="8449"/>
                      </a:cubicBezTo>
                      <a:cubicBezTo>
                        <a:pt x="2833" y="8005"/>
                        <a:pt x="2401" y="7501"/>
                        <a:pt x="1656" y="7501"/>
                      </a:cubicBezTo>
                      <a:cubicBezTo>
                        <a:pt x="860" y="7501"/>
                        <a:pt x="0" y="8087"/>
                        <a:pt x="0" y="9035"/>
                      </a:cubicBezTo>
                      <a:cubicBezTo>
                        <a:pt x="0" y="10459"/>
                        <a:pt x="1462" y="12423"/>
                        <a:pt x="5104" y="12423"/>
                      </a:cubicBezTo>
                      <a:cubicBezTo>
                        <a:pt x="6926" y="12419"/>
                        <a:pt x="8301" y="11954"/>
                        <a:pt x="9187" y="11036"/>
                      </a:cubicBezTo>
                      <a:cubicBezTo>
                        <a:pt x="10167" y="10024"/>
                        <a:pt x="10211" y="8803"/>
                        <a:pt x="10200" y="8442"/>
                      </a:cubicBezTo>
                      <a:cubicBezTo>
                        <a:pt x="10199" y="7101"/>
                        <a:pt x="9638" y="6090"/>
                        <a:pt x="8536" y="5435"/>
                      </a:cubicBezTo>
                      <a:cubicBezTo>
                        <a:pt x="7642" y="4904"/>
                        <a:pt x="6537" y="4685"/>
                        <a:pt x="5560" y="4492"/>
                      </a:cubicBezTo>
                      <a:cubicBezTo>
                        <a:pt x="4939" y="4370"/>
                        <a:pt x="4354" y="4255"/>
                        <a:pt x="3966" y="4084"/>
                      </a:cubicBezTo>
                      <a:cubicBezTo>
                        <a:pt x="3588" y="3916"/>
                        <a:pt x="3588" y="3781"/>
                        <a:pt x="3588" y="3703"/>
                      </a:cubicBezTo>
                      <a:cubicBezTo>
                        <a:pt x="3588" y="3429"/>
                        <a:pt x="4016" y="3050"/>
                        <a:pt x="4821" y="3050"/>
                      </a:cubicBezTo>
                      <a:cubicBezTo>
                        <a:pt x="5790" y="3050"/>
                        <a:pt x="6153" y="3418"/>
                        <a:pt x="6570" y="3847"/>
                      </a:cubicBezTo>
                      <a:cubicBezTo>
                        <a:pt x="6921" y="4202"/>
                        <a:pt x="7354" y="4644"/>
                        <a:pt x="8102" y="4644"/>
                      </a:cubicBezTo>
                      <a:cubicBezTo>
                        <a:pt x="8966" y="4644"/>
                        <a:pt x="9781" y="4016"/>
                        <a:pt x="9781" y="3082"/>
                      </a:cubicBezTo>
                      <a:cubicBezTo>
                        <a:pt x="9781" y="1768"/>
                        <a:pt x="7722" y="1"/>
                        <a:pt x="493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90" name="Google Shape;12638;p89">
                  <a:extLst>
                    <a:ext uri="{FF2B5EF4-FFF2-40B4-BE49-F238E27FC236}">
                      <a16:creationId xmlns:a16="http://schemas.microsoft.com/office/drawing/2014/main" id="{A9B9E3BE-6A17-5112-84DA-09DF3FE7824D}"/>
                    </a:ext>
                  </a:extLst>
                </p:cNvPr>
                <p:cNvSpPr/>
                <p:nvPr/>
              </p:nvSpPr>
              <p:spPr>
                <a:xfrm>
                  <a:off x="3988564" y="2571836"/>
                  <a:ext cx="417045" cy="4168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75" extrusionOk="0">
                      <a:moveTo>
                        <a:pt x="5465" y="1172"/>
                      </a:moveTo>
                      <a:cubicBezTo>
                        <a:pt x="6229" y="1172"/>
                        <a:pt x="6714" y="1356"/>
                        <a:pt x="7184" y="1548"/>
                      </a:cubicBezTo>
                      <a:cubicBezTo>
                        <a:pt x="7842" y="1820"/>
                        <a:pt x="8120" y="1882"/>
                        <a:pt x="8506" y="1882"/>
                      </a:cubicBezTo>
                      <a:cubicBezTo>
                        <a:pt x="8831" y="1882"/>
                        <a:pt x="9232" y="1838"/>
                        <a:pt x="10000" y="1838"/>
                      </a:cubicBezTo>
                      <a:cubicBezTo>
                        <a:pt x="13275" y="1838"/>
                        <a:pt x="15226" y="3478"/>
                        <a:pt x="16286" y="4855"/>
                      </a:cubicBezTo>
                      <a:cubicBezTo>
                        <a:pt x="17660" y="6641"/>
                        <a:pt x="18149" y="8709"/>
                        <a:pt x="18149" y="9937"/>
                      </a:cubicBezTo>
                      <a:cubicBezTo>
                        <a:pt x="18149" y="11304"/>
                        <a:pt x="17841" y="11405"/>
                        <a:pt x="18414" y="12744"/>
                      </a:cubicBezTo>
                      <a:cubicBezTo>
                        <a:pt x="18610" y="13203"/>
                        <a:pt x="18812" y="13675"/>
                        <a:pt x="18812" y="14565"/>
                      </a:cubicBezTo>
                      <a:cubicBezTo>
                        <a:pt x="18812" y="15702"/>
                        <a:pt x="18373" y="16765"/>
                        <a:pt x="17575" y="17561"/>
                      </a:cubicBezTo>
                      <a:cubicBezTo>
                        <a:pt x="16776" y="18358"/>
                        <a:pt x="15671" y="18803"/>
                        <a:pt x="14546" y="18803"/>
                      </a:cubicBezTo>
                      <a:cubicBezTo>
                        <a:pt x="14544" y="18803"/>
                        <a:pt x="14542" y="18803"/>
                        <a:pt x="14540" y="18803"/>
                      </a:cubicBezTo>
                      <a:lnTo>
                        <a:pt x="14519" y="18803"/>
                      </a:lnTo>
                      <a:cubicBezTo>
                        <a:pt x="13754" y="18803"/>
                        <a:pt x="13270" y="18612"/>
                        <a:pt x="12799" y="18418"/>
                      </a:cubicBezTo>
                      <a:cubicBezTo>
                        <a:pt x="12161" y="18154"/>
                        <a:pt x="11842" y="18085"/>
                        <a:pt x="11520" y="18085"/>
                      </a:cubicBezTo>
                      <a:cubicBezTo>
                        <a:pt x="11167" y="18085"/>
                        <a:pt x="10809" y="18168"/>
                        <a:pt x="10022" y="18168"/>
                      </a:cubicBezTo>
                      <a:cubicBezTo>
                        <a:pt x="6746" y="18168"/>
                        <a:pt x="4785" y="16516"/>
                        <a:pt x="3717" y="15131"/>
                      </a:cubicBezTo>
                      <a:cubicBezTo>
                        <a:pt x="2328" y="13328"/>
                        <a:pt x="1835" y="11257"/>
                        <a:pt x="1835" y="10031"/>
                      </a:cubicBezTo>
                      <a:cubicBezTo>
                        <a:pt x="1835" y="8674"/>
                        <a:pt x="2146" y="8571"/>
                        <a:pt x="1569" y="7222"/>
                      </a:cubicBezTo>
                      <a:cubicBezTo>
                        <a:pt x="1375" y="6765"/>
                        <a:pt x="1173" y="6293"/>
                        <a:pt x="1171" y="5408"/>
                      </a:cubicBezTo>
                      <a:cubicBezTo>
                        <a:pt x="1175" y="3063"/>
                        <a:pt x="3100" y="1172"/>
                        <a:pt x="5465" y="1172"/>
                      </a:cubicBezTo>
                      <a:close/>
                      <a:moveTo>
                        <a:pt x="5465" y="0"/>
                      </a:moveTo>
                      <a:cubicBezTo>
                        <a:pt x="3993" y="0"/>
                        <a:pt x="2617" y="552"/>
                        <a:pt x="1587" y="1582"/>
                      </a:cubicBezTo>
                      <a:cubicBezTo>
                        <a:pt x="566" y="2603"/>
                        <a:pt x="4" y="3960"/>
                        <a:pt x="0" y="5403"/>
                      </a:cubicBezTo>
                      <a:lnTo>
                        <a:pt x="0" y="5414"/>
                      </a:lnTo>
                      <a:cubicBezTo>
                        <a:pt x="2" y="6535"/>
                        <a:pt x="274" y="7170"/>
                        <a:pt x="492" y="7682"/>
                      </a:cubicBezTo>
                      <a:cubicBezTo>
                        <a:pt x="938" y="8725"/>
                        <a:pt x="664" y="8547"/>
                        <a:pt x="664" y="10031"/>
                      </a:cubicBezTo>
                      <a:cubicBezTo>
                        <a:pt x="664" y="11738"/>
                        <a:pt x="1385" y="14023"/>
                        <a:pt x="2790" y="15845"/>
                      </a:cubicBezTo>
                      <a:cubicBezTo>
                        <a:pt x="4019" y="17439"/>
                        <a:pt x="6270" y="19339"/>
                        <a:pt x="10022" y="19339"/>
                      </a:cubicBezTo>
                      <a:cubicBezTo>
                        <a:pt x="10942" y="19339"/>
                        <a:pt x="11234" y="19255"/>
                        <a:pt x="11494" y="19255"/>
                      </a:cubicBezTo>
                      <a:cubicBezTo>
                        <a:pt x="11700" y="19255"/>
                        <a:pt x="11887" y="19308"/>
                        <a:pt x="12353" y="19500"/>
                      </a:cubicBezTo>
                      <a:cubicBezTo>
                        <a:pt x="12875" y="19716"/>
                        <a:pt x="13523" y="19974"/>
                        <a:pt x="14519" y="19974"/>
                      </a:cubicBezTo>
                      <a:lnTo>
                        <a:pt x="14554" y="19974"/>
                      </a:lnTo>
                      <a:cubicBezTo>
                        <a:pt x="15985" y="19974"/>
                        <a:pt x="17386" y="19403"/>
                        <a:pt x="18402" y="18391"/>
                      </a:cubicBezTo>
                      <a:cubicBezTo>
                        <a:pt x="19422" y="17374"/>
                        <a:pt x="19983" y="16015"/>
                        <a:pt x="19983" y="14565"/>
                      </a:cubicBezTo>
                      <a:cubicBezTo>
                        <a:pt x="19983" y="13436"/>
                        <a:pt x="19711" y="12797"/>
                        <a:pt x="19491" y="12284"/>
                      </a:cubicBezTo>
                      <a:cubicBezTo>
                        <a:pt x="19045" y="11243"/>
                        <a:pt x="19320" y="11421"/>
                        <a:pt x="19320" y="9937"/>
                      </a:cubicBezTo>
                      <a:cubicBezTo>
                        <a:pt x="19320" y="8218"/>
                        <a:pt x="18603" y="5946"/>
                        <a:pt x="17213" y="4140"/>
                      </a:cubicBezTo>
                      <a:cubicBezTo>
                        <a:pt x="15994" y="2557"/>
                        <a:pt x="13753" y="667"/>
                        <a:pt x="10000" y="667"/>
                      </a:cubicBezTo>
                      <a:cubicBezTo>
                        <a:pt x="9146" y="667"/>
                        <a:pt x="8785" y="712"/>
                        <a:pt x="8528" y="712"/>
                      </a:cubicBezTo>
                      <a:cubicBezTo>
                        <a:pt x="8261" y="712"/>
                        <a:pt x="8109" y="664"/>
                        <a:pt x="7630" y="466"/>
                      </a:cubicBezTo>
                      <a:cubicBezTo>
                        <a:pt x="7110" y="252"/>
                        <a:pt x="6461" y="0"/>
                        <a:pt x="5465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3" name="Google Shape;12639;p89">
                <a:extLst>
                  <a:ext uri="{FF2B5EF4-FFF2-40B4-BE49-F238E27FC236}">
                    <a16:creationId xmlns:a16="http://schemas.microsoft.com/office/drawing/2014/main" id="{C08134E7-8436-2D26-45A3-13850CB8A1FD}"/>
                  </a:ext>
                </a:extLst>
              </p:cNvPr>
              <p:cNvGrpSpPr/>
              <p:nvPr/>
            </p:nvGrpSpPr>
            <p:grpSpPr>
              <a:xfrm>
                <a:off x="3919129" y="5123204"/>
                <a:ext cx="620859" cy="620859"/>
                <a:chOff x="4500573" y="2571753"/>
                <a:chExt cx="417024" cy="417024"/>
              </a:xfrm>
              <a:grpFill/>
            </p:grpSpPr>
            <p:sp>
              <p:nvSpPr>
                <p:cNvPr id="17887" name="Google Shape;12640;p89">
                  <a:extLst>
                    <a:ext uri="{FF2B5EF4-FFF2-40B4-BE49-F238E27FC236}">
                      <a16:creationId xmlns:a16="http://schemas.microsoft.com/office/drawing/2014/main" id="{A1BF9F49-1ADC-E0C8-55E4-E1916C89C107}"/>
                    </a:ext>
                  </a:extLst>
                </p:cNvPr>
                <p:cNvSpPr/>
                <p:nvPr/>
              </p:nvSpPr>
              <p:spPr>
                <a:xfrm>
                  <a:off x="4550263" y="2632817"/>
                  <a:ext cx="317683" cy="293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22" h="14051" extrusionOk="0">
                      <a:moveTo>
                        <a:pt x="7616" y="1172"/>
                      </a:moveTo>
                      <a:cubicBezTo>
                        <a:pt x="8529" y="1202"/>
                        <a:pt x="10613" y="1570"/>
                        <a:pt x="10613" y="4280"/>
                      </a:cubicBezTo>
                      <a:cubicBezTo>
                        <a:pt x="10613" y="4791"/>
                        <a:pt x="10565" y="5662"/>
                        <a:pt x="10565" y="5683"/>
                      </a:cubicBezTo>
                      <a:cubicBezTo>
                        <a:pt x="10565" y="6490"/>
                        <a:pt x="11186" y="6530"/>
                        <a:pt x="11312" y="6530"/>
                      </a:cubicBezTo>
                      <a:cubicBezTo>
                        <a:pt x="11563" y="6530"/>
                        <a:pt x="11867" y="6461"/>
                        <a:pt x="12149" y="6399"/>
                      </a:cubicBezTo>
                      <a:lnTo>
                        <a:pt x="12149" y="6399"/>
                      </a:lnTo>
                      <a:cubicBezTo>
                        <a:pt x="11697" y="6589"/>
                        <a:pt x="10875" y="6838"/>
                        <a:pt x="10875" y="7608"/>
                      </a:cubicBezTo>
                      <a:cubicBezTo>
                        <a:pt x="10875" y="9260"/>
                        <a:pt x="12294" y="9897"/>
                        <a:pt x="13233" y="10316"/>
                      </a:cubicBezTo>
                      <a:cubicBezTo>
                        <a:pt x="13419" y="10399"/>
                        <a:pt x="13661" y="10509"/>
                        <a:pt x="13838" y="10608"/>
                      </a:cubicBezTo>
                      <a:cubicBezTo>
                        <a:pt x="13590" y="10652"/>
                        <a:pt x="13247" y="10703"/>
                        <a:pt x="12826" y="10802"/>
                      </a:cubicBezTo>
                      <a:cubicBezTo>
                        <a:pt x="12446" y="10894"/>
                        <a:pt x="12149" y="11195"/>
                        <a:pt x="12067" y="11574"/>
                      </a:cubicBezTo>
                      <a:cubicBezTo>
                        <a:pt x="12058" y="11614"/>
                        <a:pt x="12049" y="11652"/>
                        <a:pt x="12041" y="11683"/>
                      </a:cubicBezTo>
                      <a:cubicBezTo>
                        <a:pt x="11837" y="11646"/>
                        <a:pt x="11549" y="11584"/>
                        <a:pt x="11156" y="11584"/>
                      </a:cubicBezTo>
                      <a:cubicBezTo>
                        <a:pt x="10220" y="11584"/>
                        <a:pt x="9658" y="11968"/>
                        <a:pt x="9161" y="12306"/>
                      </a:cubicBezTo>
                      <a:cubicBezTo>
                        <a:pt x="8711" y="12614"/>
                        <a:pt x="8322" y="12879"/>
                        <a:pt x="7611" y="12881"/>
                      </a:cubicBezTo>
                      <a:cubicBezTo>
                        <a:pt x="6900" y="12879"/>
                        <a:pt x="6511" y="12614"/>
                        <a:pt x="6060" y="12306"/>
                      </a:cubicBezTo>
                      <a:cubicBezTo>
                        <a:pt x="5563" y="11968"/>
                        <a:pt x="5000" y="11584"/>
                        <a:pt x="4064" y="11584"/>
                      </a:cubicBezTo>
                      <a:cubicBezTo>
                        <a:pt x="3671" y="11584"/>
                        <a:pt x="3381" y="11646"/>
                        <a:pt x="3180" y="11683"/>
                      </a:cubicBezTo>
                      <a:cubicBezTo>
                        <a:pt x="3171" y="11652"/>
                        <a:pt x="3164" y="11614"/>
                        <a:pt x="3155" y="11574"/>
                      </a:cubicBezTo>
                      <a:cubicBezTo>
                        <a:pt x="3072" y="11195"/>
                        <a:pt x="2775" y="10894"/>
                        <a:pt x="2394" y="10802"/>
                      </a:cubicBezTo>
                      <a:cubicBezTo>
                        <a:pt x="1973" y="10703"/>
                        <a:pt x="1630" y="10652"/>
                        <a:pt x="1384" y="10608"/>
                      </a:cubicBezTo>
                      <a:cubicBezTo>
                        <a:pt x="1559" y="10509"/>
                        <a:pt x="1803" y="10399"/>
                        <a:pt x="1987" y="10316"/>
                      </a:cubicBezTo>
                      <a:cubicBezTo>
                        <a:pt x="2927" y="9897"/>
                        <a:pt x="4347" y="9260"/>
                        <a:pt x="4347" y="7608"/>
                      </a:cubicBezTo>
                      <a:cubicBezTo>
                        <a:pt x="4347" y="6838"/>
                        <a:pt x="3525" y="6589"/>
                        <a:pt x="3072" y="6399"/>
                      </a:cubicBezTo>
                      <a:lnTo>
                        <a:pt x="3072" y="6399"/>
                      </a:lnTo>
                      <a:cubicBezTo>
                        <a:pt x="3355" y="6461"/>
                        <a:pt x="3657" y="6530"/>
                        <a:pt x="3910" y="6530"/>
                      </a:cubicBezTo>
                      <a:cubicBezTo>
                        <a:pt x="4034" y="6530"/>
                        <a:pt x="4655" y="6490"/>
                        <a:pt x="4655" y="5683"/>
                      </a:cubicBezTo>
                      <a:cubicBezTo>
                        <a:pt x="4655" y="5662"/>
                        <a:pt x="4609" y="4793"/>
                        <a:pt x="4609" y="4280"/>
                      </a:cubicBezTo>
                      <a:cubicBezTo>
                        <a:pt x="4609" y="1558"/>
                        <a:pt x="6698" y="1199"/>
                        <a:pt x="7616" y="1172"/>
                      </a:cubicBezTo>
                      <a:close/>
                      <a:moveTo>
                        <a:pt x="7602" y="1"/>
                      </a:moveTo>
                      <a:cubicBezTo>
                        <a:pt x="7201" y="11"/>
                        <a:pt x="6164" y="98"/>
                        <a:pt x="5219" y="691"/>
                      </a:cubicBezTo>
                      <a:cubicBezTo>
                        <a:pt x="4407" y="1200"/>
                        <a:pt x="3438" y="2237"/>
                        <a:pt x="3438" y="4280"/>
                      </a:cubicBezTo>
                      <a:cubicBezTo>
                        <a:pt x="3438" y="4714"/>
                        <a:pt x="3454" y="5041"/>
                        <a:pt x="3466" y="5288"/>
                      </a:cubicBezTo>
                      <a:cubicBezTo>
                        <a:pt x="3176" y="5225"/>
                        <a:pt x="2914" y="5159"/>
                        <a:pt x="2711" y="5159"/>
                      </a:cubicBezTo>
                      <a:cubicBezTo>
                        <a:pt x="2005" y="5159"/>
                        <a:pt x="1492" y="5593"/>
                        <a:pt x="1492" y="6187"/>
                      </a:cubicBezTo>
                      <a:cubicBezTo>
                        <a:pt x="1492" y="7031"/>
                        <a:pt x="2302" y="7355"/>
                        <a:pt x="2785" y="7547"/>
                      </a:cubicBezTo>
                      <a:cubicBezTo>
                        <a:pt x="2907" y="7595"/>
                        <a:pt x="3077" y="7664"/>
                        <a:pt x="3173" y="7717"/>
                      </a:cubicBezTo>
                      <a:cubicBezTo>
                        <a:pt x="3084" y="8885"/>
                        <a:pt x="1453" y="9124"/>
                        <a:pt x="595" y="9723"/>
                      </a:cubicBezTo>
                      <a:cubicBezTo>
                        <a:pt x="201" y="9999"/>
                        <a:pt x="1" y="10337"/>
                        <a:pt x="1" y="10730"/>
                      </a:cubicBezTo>
                      <a:cubicBezTo>
                        <a:pt x="1" y="11119"/>
                        <a:pt x="194" y="11425"/>
                        <a:pt x="547" y="11590"/>
                      </a:cubicBezTo>
                      <a:cubicBezTo>
                        <a:pt x="892" y="11752"/>
                        <a:pt x="1340" y="11765"/>
                        <a:pt x="2032" y="11920"/>
                      </a:cubicBezTo>
                      <a:cubicBezTo>
                        <a:pt x="2081" y="12138"/>
                        <a:pt x="2134" y="12318"/>
                        <a:pt x="2231" y="12474"/>
                      </a:cubicBezTo>
                      <a:cubicBezTo>
                        <a:pt x="2428" y="12789"/>
                        <a:pt x="2691" y="12874"/>
                        <a:pt x="2981" y="12874"/>
                      </a:cubicBezTo>
                      <a:cubicBezTo>
                        <a:pt x="3325" y="12874"/>
                        <a:pt x="3708" y="12754"/>
                        <a:pt x="4064" y="12754"/>
                      </a:cubicBezTo>
                      <a:cubicBezTo>
                        <a:pt x="4639" y="12754"/>
                        <a:pt x="4975" y="12984"/>
                        <a:pt x="5400" y="13274"/>
                      </a:cubicBezTo>
                      <a:cubicBezTo>
                        <a:pt x="5907" y="13619"/>
                        <a:pt x="6537" y="14050"/>
                        <a:pt x="7609" y="14050"/>
                      </a:cubicBezTo>
                      <a:lnTo>
                        <a:pt x="7611" y="14050"/>
                      </a:lnTo>
                      <a:cubicBezTo>
                        <a:pt x="8683" y="14050"/>
                        <a:pt x="9315" y="13620"/>
                        <a:pt x="9821" y="13274"/>
                      </a:cubicBezTo>
                      <a:cubicBezTo>
                        <a:pt x="10247" y="12984"/>
                        <a:pt x="10581" y="12754"/>
                        <a:pt x="11156" y="12754"/>
                      </a:cubicBezTo>
                      <a:cubicBezTo>
                        <a:pt x="11621" y="12754"/>
                        <a:pt x="11881" y="12881"/>
                        <a:pt x="12228" y="12881"/>
                      </a:cubicBezTo>
                      <a:cubicBezTo>
                        <a:pt x="12647" y="12881"/>
                        <a:pt x="12874" y="12660"/>
                        <a:pt x="12991" y="12474"/>
                      </a:cubicBezTo>
                      <a:cubicBezTo>
                        <a:pt x="13088" y="12318"/>
                        <a:pt x="13139" y="12136"/>
                        <a:pt x="13189" y="11920"/>
                      </a:cubicBezTo>
                      <a:cubicBezTo>
                        <a:pt x="13880" y="11765"/>
                        <a:pt x="14328" y="11752"/>
                        <a:pt x="14673" y="11590"/>
                      </a:cubicBezTo>
                      <a:cubicBezTo>
                        <a:pt x="15027" y="11425"/>
                        <a:pt x="15221" y="11119"/>
                        <a:pt x="15221" y="10730"/>
                      </a:cubicBezTo>
                      <a:cubicBezTo>
                        <a:pt x="15221" y="10337"/>
                        <a:pt x="15020" y="9999"/>
                        <a:pt x="14625" y="9723"/>
                      </a:cubicBezTo>
                      <a:cubicBezTo>
                        <a:pt x="13769" y="9124"/>
                        <a:pt x="12136" y="8885"/>
                        <a:pt x="12048" y="7717"/>
                      </a:cubicBezTo>
                      <a:cubicBezTo>
                        <a:pt x="12143" y="7664"/>
                        <a:pt x="12313" y="7595"/>
                        <a:pt x="12435" y="7547"/>
                      </a:cubicBezTo>
                      <a:cubicBezTo>
                        <a:pt x="12918" y="7355"/>
                        <a:pt x="13728" y="7031"/>
                        <a:pt x="13728" y="6187"/>
                      </a:cubicBezTo>
                      <a:cubicBezTo>
                        <a:pt x="13728" y="5593"/>
                        <a:pt x="13215" y="5159"/>
                        <a:pt x="12509" y="5159"/>
                      </a:cubicBezTo>
                      <a:cubicBezTo>
                        <a:pt x="12306" y="5159"/>
                        <a:pt x="12044" y="5225"/>
                        <a:pt x="11754" y="5288"/>
                      </a:cubicBezTo>
                      <a:cubicBezTo>
                        <a:pt x="11768" y="5041"/>
                        <a:pt x="11782" y="4714"/>
                        <a:pt x="11782" y="4280"/>
                      </a:cubicBezTo>
                      <a:cubicBezTo>
                        <a:pt x="11782" y="2246"/>
                        <a:pt x="10822" y="1211"/>
                        <a:pt x="10017" y="700"/>
                      </a:cubicBezTo>
                      <a:cubicBezTo>
                        <a:pt x="9076" y="105"/>
                        <a:pt x="8037" y="13"/>
                        <a:pt x="76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88" name="Google Shape;12641;p89">
                  <a:extLst>
                    <a:ext uri="{FF2B5EF4-FFF2-40B4-BE49-F238E27FC236}">
                      <a16:creationId xmlns:a16="http://schemas.microsoft.com/office/drawing/2014/main" id="{F8D89D29-DB7A-8CCE-3378-43A5A4BDD3AB}"/>
                    </a:ext>
                  </a:extLst>
                </p:cNvPr>
                <p:cNvSpPr/>
                <p:nvPr/>
              </p:nvSpPr>
              <p:spPr>
                <a:xfrm>
                  <a:off x="450057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7" y="1172"/>
                      </a:moveTo>
                      <a:cubicBezTo>
                        <a:pt x="17990" y="1172"/>
                        <a:pt x="18812" y="1975"/>
                        <a:pt x="18812" y="2927"/>
                      </a:cubicBezTo>
                      <a:lnTo>
                        <a:pt x="18812" y="17017"/>
                      </a:lnTo>
                      <a:cubicBezTo>
                        <a:pt x="18812" y="17990"/>
                        <a:pt x="17990" y="18811"/>
                        <a:pt x="17017" y="18811"/>
                      </a:cubicBezTo>
                      <a:lnTo>
                        <a:pt x="2966" y="18811"/>
                      </a:lnTo>
                      <a:cubicBezTo>
                        <a:pt x="1993" y="18811"/>
                        <a:pt x="1172" y="17990"/>
                        <a:pt x="1172" y="17017"/>
                      </a:cubicBezTo>
                      <a:lnTo>
                        <a:pt x="1172" y="2927"/>
                      </a:lnTo>
                      <a:cubicBezTo>
                        <a:pt x="1172" y="1975"/>
                        <a:pt x="1993" y="1172"/>
                        <a:pt x="2966" y="1172"/>
                      </a:cubicBezTo>
                      <a:close/>
                      <a:moveTo>
                        <a:pt x="2966" y="1"/>
                      </a:moveTo>
                      <a:cubicBezTo>
                        <a:pt x="1349" y="1"/>
                        <a:pt x="1" y="1310"/>
                        <a:pt x="1" y="2927"/>
                      </a:cubicBezTo>
                      <a:lnTo>
                        <a:pt x="1" y="17015"/>
                      </a:lnTo>
                      <a:cubicBezTo>
                        <a:pt x="1" y="18636"/>
                        <a:pt x="1349" y="19982"/>
                        <a:pt x="2966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2" y="18634"/>
                        <a:pt x="19982" y="17015"/>
                      </a:cubicBezTo>
                      <a:lnTo>
                        <a:pt x="19982" y="2927"/>
                      </a:lnTo>
                      <a:cubicBezTo>
                        <a:pt x="19982" y="1310"/>
                        <a:pt x="18635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84" name="Google Shape;12642;p89">
                <a:extLst>
                  <a:ext uri="{FF2B5EF4-FFF2-40B4-BE49-F238E27FC236}">
                    <a16:creationId xmlns:a16="http://schemas.microsoft.com/office/drawing/2014/main" id="{52515A0E-9C35-D2A6-005E-A5E923D8F10B}"/>
                  </a:ext>
                </a:extLst>
              </p:cNvPr>
              <p:cNvGrpSpPr/>
              <p:nvPr/>
            </p:nvGrpSpPr>
            <p:grpSpPr>
              <a:xfrm>
                <a:off x="4858412" y="5123204"/>
                <a:ext cx="620859" cy="620859"/>
                <a:chOff x="5012603" y="2571753"/>
                <a:chExt cx="417024" cy="417024"/>
              </a:xfrm>
              <a:grpFill/>
            </p:grpSpPr>
            <p:sp>
              <p:nvSpPr>
                <p:cNvPr id="17885" name="Google Shape;12643;p89">
                  <a:extLst>
                    <a:ext uri="{FF2B5EF4-FFF2-40B4-BE49-F238E27FC236}">
                      <a16:creationId xmlns:a16="http://schemas.microsoft.com/office/drawing/2014/main" id="{210C4FB1-7CF4-EEDE-7929-1A616ABAE718}"/>
                    </a:ext>
                  </a:extLst>
                </p:cNvPr>
                <p:cNvSpPr/>
                <p:nvPr/>
              </p:nvSpPr>
              <p:spPr>
                <a:xfrm>
                  <a:off x="5133124" y="2631210"/>
                  <a:ext cx="180818" cy="3000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64" h="14377" extrusionOk="0">
                      <a:moveTo>
                        <a:pt x="4683" y="1171"/>
                      </a:moveTo>
                      <a:lnTo>
                        <a:pt x="4683" y="3395"/>
                      </a:lnTo>
                      <a:cubicBezTo>
                        <a:pt x="4683" y="3719"/>
                        <a:pt x="4945" y="3980"/>
                        <a:pt x="5269" y="3980"/>
                      </a:cubicBezTo>
                      <a:lnTo>
                        <a:pt x="7493" y="3980"/>
                      </a:lnTo>
                      <a:lnTo>
                        <a:pt x="7493" y="5620"/>
                      </a:lnTo>
                      <a:lnTo>
                        <a:pt x="5269" y="5620"/>
                      </a:lnTo>
                      <a:cubicBezTo>
                        <a:pt x="4945" y="5620"/>
                        <a:pt x="4683" y="5882"/>
                        <a:pt x="4683" y="6206"/>
                      </a:cubicBezTo>
                      <a:lnTo>
                        <a:pt x="4683" y="9859"/>
                      </a:lnTo>
                      <a:cubicBezTo>
                        <a:pt x="4683" y="10227"/>
                        <a:pt x="4706" y="10648"/>
                        <a:pt x="4975" y="10986"/>
                      </a:cubicBezTo>
                      <a:cubicBezTo>
                        <a:pt x="5327" y="11423"/>
                        <a:pt x="5899" y="11474"/>
                        <a:pt x="6299" y="11474"/>
                      </a:cubicBezTo>
                      <a:lnTo>
                        <a:pt x="7494" y="11474"/>
                      </a:lnTo>
                      <a:lnTo>
                        <a:pt x="7494" y="13158"/>
                      </a:lnTo>
                      <a:cubicBezTo>
                        <a:pt x="7137" y="13183"/>
                        <a:pt x="6635" y="13207"/>
                        <a:pt x="6113" y="13207"/>
                      </a:cubicBezTo>
                      <a:cubicBezTo>
                        <a:pt x="3848" y="13207"/>
                        <a:pt x="3044" y="11806"/>
                        <a:pt x="3044" y="10607"/>
                      </a:cubicBezTo>
                      <a:lnTo>
                        <a:pt x="3044" y="6206"/>
                      </a:lnTo>
                      <a:cubicBezTo>
                        <a:pt x="3044" y="5882"/>
                        <a:pt x="2782" y="5620"/>
                        <a:pt x="2460" y="5620"/>
                      </a:cubicBezTo>
                      <a:lnTo>
                        <a:pt x="1172" y="5620"/>
                      </a:lnTo>
                      <a:lnTo>
                        <a:pt x="1172" y="4090"/>
                      </a:lnTo>
                      <a:cubicBezTo>
                        <a:pt x="2035" y="3913"/>
                        <a:pt x="2690" y="3487"/>
                        <a:pt x="3120" y="2820"/>
                      </a:cubicBezTo>
                      <a:cubicBezTo>
                        <a:pt x="3463" y="2289"/>
                        <a:pt x="3608" y="1697"/>
                        <a:pt x="3703" y="1171"/>
                      </a:cubicBezTo>
                      <a:close/>
                      <a:moveTo>
                        <a:pt x="3208" y="0"/>
                      </a:moveTo>
                      <a:cubicBezTo>
                        <a:pt x="2922" y="0"/>
                        <a:pt x="2677" y="207"/>
                        <a:pt x="2631" y="490"/>
                      </a:cubicBezTo>
                      <a:cubicBezTo>
                        <a:pt x="2409" y="1822"/>
                        <a:pt x="2209" y="2861"/>
                        <a:pt x="537" y="3000"/>
                      </a:cubicBezTo>
                      <a:cubicBezTo>
                        <a:pt x="234" y="3025"/>
                        <a:pt x="1" y="3278"/>
                        <a:pt x="1" y="3582"/>
                      </a:cubicBezTo>
                      <a:lnTo>
                        <a:pt x="1" y="6206"/>
                      </a:lnTo>
                      <a:cubicBezTo>
                        <a:pt x="1" y="6529"/>
                        <a:pt x="263" y="6791"/>
                        <a:pt x="586" y="6791"/>
                      </a:cubicBezTo>
                      <a:lnTo>
                        <a:pt x="1874" y="6791"/>
                      </a:lnTo>
                      <a:lnTo>
                        <a:pt x="1874" y="10607"/>
                      </a:lnTo>
                      <a:cubicBezTo>
                        <a:pt x="1874" y="12618"/>
                        <a:pt x="3355" y="14377"/>
                        <a:pt x="6111" y="14377"/>
                      </a:cubicBezTo>
                      <a:cubicBezTo>
                        <a:pt x="7158" y="14377"/>
                        <a:pt x="8098" y="14285"/>
                        <a:pt x="8137" y="14281"/>
                      </a:cubicBezTo>
                      <a:cubicBezTo>
                        <a:pt x="8436" y="14251"/>
                        <a:pt x="8664" y="14000"/>
                        <a:pt x="8664" y="13699"/>
                      </a:cubicBezTo>
                      <a:lnTo>
                        <a:pt x="8664" y="10888"/>
                      </a:lnTo>
                      <a:cubicBezTo>
                        <a:pt x="8664" y="10565"/>
                        <a:pt x="8402" y="10303"/>
                        <a:pt x="8078" y="10303"/>
                      </a:cubicBezTo>
                      <a:lnTo>
                        <a:pt x="6299" y="10303"/>
                      </a:lnTo>
                      <a:cubicBezTo>
                        <a:pt x="5828" y="10303"/>
                        <a:pt x="5855" y="10292"/>
                        <a:pt x="5855" y="9859"/>
                      </a:cubicBezTo>
                      <a:lnTo>
                        <a:pt x="5855" y="6791"/>
                      </a:lnTo>
                      <a:lnTo>
                        <a:pt x="8078" y="6791"/>
                      </a:lnTo>
                      <a:cubicBezTo>
                        <a:pt x="8402" y="6791"/>
                        <a:pt x="8664" y="6529"/>
                        <a:pt x="8664" y="6206"/>
                      </a:cubicBezTo>
                      <a:lnTo>
                        <a:pt x="8664" y="3397"/>
                      </a:lnTo>
                      <a:cubicBezTo>
                        <a:pt x="8664" y="3073"/>
                        <a:pt x="8402" y="2811"/>
                        <a:pt x="8078" y="2811"/>
                      </a:cubicBezTo>
                      <a:lnTo>
                        <a:pt x="5855" y="2811"/>
                      </a:lnTo>
                      <a:lnTo>
                        <a:pt x="5855" y="586"/>
                      </a:lnTo>
                      <a:cubicBezTo>
                        <a:pt x="5855" y="262"/>
                        <a:pt x="5593" y="0"/>
                        <a:pt x="526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86" name="Google Shape;12644;p89">
                  <a:extLst>
                    <a:ext uri="{FF2B5EF4-FFF2-40B4-BE49-F238E27FC236}">
                      <a16:creationId xmlns:a16="http://schemas.microsoft.com/office/drawing/2014/main" id="{05F075FA-12D0-7D3D-6FA8-2B5CCE1B7A14}"/>
                    </a:ext>
                  </a:extLst>
                </p:cNvPr>
                <p:cNvSpPr/>
                <p:nvPr/>
              </p:nvSpPr>
              <p:spPr>
                <a:xfrm>
                  <a:off x="5012603" y="2571753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53" y="1172"/>
                      </a:moveTo>
                      <a:cubicBezTo>
                        <a:pt x="18007" y="1172"/>
                        <a:pt x="18810" y="1993"/>
                        <a:pt x="18810" y="2966"/>
                      </a:cubicBezTo>
                      <a:lnTo>
                        <a:pt x="18810" y="17017"/>
                      </a:lnTo>
                      <a:cubicBezTo>
                        <a:pt x="18810" y="17990"/>
                        <a:pt x="18007" y="18811"/>
                        <a:pt x="17053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69" y="17990"/>
                        <a:pt x="1169" y="17017"/>
                      </a:cubicBezTo>
                      <a:lnTo>
                        <a:pt x="1169" y="2966"/>
                      </a:lnTo>
                      <a:cubicBezTo>
                        <a:pt x="1169" y="1993"/>
                        <a:pt x="1992" y="1172"/>
                        <a:pt x="2965" y="1172"/>
                      </a:cubicBezTo>
                      <a:close/>
                      <a:moveTo>
                        <a:pt x="2965" y="1"/>
                      </a:moveTo>
                      <a:cubicBezTo>
                        <a:pt x="1346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6"/>
                        <a:pt x="1348" y="19982"/>
                        <a:pt x="2965" y="19982"/>
                      </a:cubicBezTo>
                      <a:lnTo>
                        <a:pt x="17053" y="19982"/>
                      </a:lnTo>
                      <a:cubicBezTo>
                        <a:pt x="18672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9"/>
                        <a:pt x="18672" y="1"/>
                        <a:pt x="1705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F780929-FDFB-0A67-0837-47F527BD4F08}"/>
                </a:ext>
              </a:extLst>
            </p:cNvPr>
            <p:cNvGrpSpPr/>
            <p:nvPr/>
          </p:nvGrpSpPr>
          <p:grpSpPr>
            <a:xfrm>
              <a:off x="397214" y="4545124"/>
              <a:ext cx="11386542" cy="645964"/>
              <a:chOff x="397214" y="4323264"/>
              <a:chExt cx="11386542" cy="645964"/>
            </a:xfrm>
            <a:grpFill/>
          </p:grpSpPr>
          <p:sp>
            <p:nvSpPr>
              <p:cNvPr id="20" name="Google Shape;12453;p89">
                <a:extLst>
                  <a:ext uri="{FF2B5EF4-FFF2-40B4-BE49-F238E27FC236}">
                    <a16:creationId xmlns:a16="http://schemas.microsoft.com/office/drawing/2014/main" id="{D0566766-7E28-A03E-E0CC-D78CD21A574D}"/>
                  </a:ext>
                </a:extLst>
              </p:cNvPr>
              <p:cNvSpPr/>
              <p:nvPr/>
            </p:nvSpPr>
            <p:spPr>
              <a:xfrm>
                <a:off x="1182098" y="4420919"/>
                <a:ext cx="641288" cy="450628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8192" extrusionOk="0">
                    <a:moveTo>
                      <a:pt x="10429" y="662"/>
                    </a:moveTo>
                    <a:cubicBezTo>
                      <a:pt x="10114" y="1008"/>
                      <a:pt x="6207" y="4915"/>
                      <a:pt x="6081" y="5072"/>
                    </a:cubicBezTo>
                    <a:cubicBezTo>
                      <a:pt x="6018" y="5135"/>
                      <a:pt x="5916" y="5167"/>
                      <a:pt x="5813" y="5167"/>
                    </a:cubicBezTo>
                    <a:cubicBezTo>
                      <a:pt x="5711" y="5167"/>
                      <a:pt x="5608" y="5135"/>
                      <a:pt x="5545" y="5072"/>
                    </a:cubicBezTo>
                    <a:lnTo>
                      <a:pt x="1135" y="662"/>
                    </a:lnTo>
                    <a:close/>
                    <a:moveTo>
                      <a:pt x="662" y="1134"/>
                    </a:moveTo>
                    <a:lnTo>
                      <a:pt x="3624" y="4096"/>
                    </a:lnTo>
                    <a:lnTo>
                      <a:pt x="662" y="7057"/>
                    </a:lnTo>
                    <a:lnTo>
                      <a:pt x="662" y="1134"/>
                    </a:lnTo>
                    <a:close/>
                    <a:moveTo>
                      <a:pt x="10996" y="1134"/>
                    </a:moveTo>
                    <a:lnTo>
                      <a:pt x="10996" y="7057"/>
                    </a:lnTo>
                    <a:lnTo>
                      <a:pt x="8034" y="4096"/>
                    </a:lnTo>
                    <a:lnTo>
                      <a:pt x="10996" y="1134"/>
                    </a:lnTo>
                    <a:close/>
                    <a:moveTo>
                      <a:pt x="7562" y="4568"/>
                    </a:moveTo>
                    <a:lnTo>
                      <a:pt x="10492" y="7530"/>
                    </a:lnTo>
                    <a:lnTo>
                      <a:pt x="1198" y="7530"/>
                    </a:lnTo>
                    <a:lnTo>
                      <a:pt x="4096" y="4568"/>
                    </a:lnTo>
                    <a:lnTo>
                      <a:pt x="5073" y="5545"/>
                    </a:lnTo>
                    <a:cubicBezTo>
                      <a:pt x="5278" y="5750"/>
                      <a:pt x="5553" y="5852"/>
                      <a:pt x="5829" y="5852"/>
                    </a:cubicBezTo>
                    <a:cubicBezTo>
                      <a:pt x="6105" y="5852"/>
                      <a:pt x="6380" y="5750"/>
                      <a:pt x="6585" y="5545"/>
                    </a:cubicBezTo>
                    <a:lnTo>
                      <a:pt x="7562" y="4568"/>
                    </a:lnTo>
                    <a:close/>
                    <a:moveTo>
                      <a:pt x="1009" y="0"/>
                    </a:moveTo>
                    <a:cubicBezTo>
                      <a:pt x="473" y="0"/>
                      <a:pt x="1" y="473"/>
                      <a:pt x="1" y="1008"/>
                    </a:cubicBezTo>
                    <a:lnTo>
                      <a:pt x="1" y="7152"/>
                    </a:lnTo>
                    <a:cubicBezTo>
                      <a:pt x="1" y="7719"/>
                      <a:pt x="473" y="8191"/>
                      <a:pt x="1009" y="8191"/>
                    </a:cubicBezTo>
                    <a:lnTo>
                      <a:pt x="10618" y="8191"/>
                    </a:lnTo>
                    <a:cubicBezTo>
                      <a:pt x="11185" y="8191"/>
                      <a:pt x="11657" y="7719"/>
                      <a:pt x="11657" y="7152"/>
                    </a:cubicBezTo>
                    <a:lnTo>
                      <a:pt x="11657" y="1008"/>
                    </a:lnTo>
                    <a:cubicBezTo>
                      <a:pt x="11657" y="441"/>
                      <a:pt x="11185" y="0"/>
                      <a:pt x="1061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1" name="Google Shape;12489;p89">
                <a:extLst>
                  <a:ext uri="{FF2B5EF4-FFF2-40B4-BE49-F238E27FC236}">
                    <a16:creationId xmlns:a16="http://schemas.microsoft.com/office/drawing/2014/main" id="{73D59A2D-DE5A-CF55-CFE4-E4CF5730F0AE}"/>
                  </a:ext>
                </a:extLst>
              </p:cNvPr>
              <p:cNvGrpSpPr/>
              <p:nvPr/>
            </p:nvGrpSpPr>
            <p:grpSpPr>
              <a:xfrm>
                <a:off x="3714261" y="4323264"/>
                <a:ext cx="642992" cy="645964"/>
                <a:chOff x="-1333975" y="2365850"/>
                <a:chExt cx="292225" cy="293575"/>
              </a:xfrm>
              <a:grpFill/>
            </p:grpSpPr>
            <p:sp>
              <p:nvSpPr>
                <p:cNvPr id="17868" name="Google Shape;12490;p89">
                  <a:extLst>
                    <a:ext uri="{FF2B5EF4-FFF2-40B4-BE49-F238E27FC236}">
                      <a16:creationId xmlns:a16="http://schemas.microsoft.com/office/drawing/2014/main" id="{0EF22C7C-390F-BD1F-0900-95AE22CA8B10}"/>
                    </a:ext>
                  </a:extLst>
                </p:cNvPr>
                <p:cNvSpPr/>
                <p:nvPr/>
              </p:nvSpPr>
              <p:spPr>
                <a:xfrm>
                  <a:off x="-1285150" y="2365850"/>
                  <a:ext cx="191225" cy="293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49" h="11743" extrusionOk="0">
                      <a:moveTo>
                        <a:pt x="3813" y="684"/>
                      </a:moveTo>
                      <a:cubicBezTo>
                        <a:pt x="5545" y="684"/>
                        <a:pt x="6900" y="2039"/>
                        <a:pt x="6900" y="3740"/>
                      </a:cubicBezTo>
                      <a:cubicBezTo>
                        <a:pt x="6931" y="4780"/>
                        <a:pt x="6553" y="5347"/>
                        <a:pt x="6270" y="5788"/>
                      </a:cubicBezTo>
                      <a:cubicBezTo>
                        <a:pt x="5797" y="6544"/>
                        <a:pt x="5608" y="6922"/>
                        <a:pt x="5608" y="7930"/>
                      </a:cubicBezTo>
                      <a:cubicBezTo>
                        <a:pt x="5608" y="8119"/>
                        <a:pt x="5451" y="8277"/>
                        <a:pt x="5230" y="8277"/>
                      </a:cubicBezTo>
                      <a:lnTo>
                        <a:pt x="2489" y="8277"/>
                      </a:lnTo>
                      <a:cubicBezTo>
                        <a:pt x="2300" y="8277"/>
                        <a:pt x="2143" y="8119"/>
                        <a:pt x="2143" y="7930"/>
                      </a:cubicBezTo>
                      <a:cubicBezTo>
                        <a:pt x="2143" y="6922"/>
                        <a:pt x="1922" y="6576"/>
                        <a:pt x="1450" y="5820"/>
                      </a:cubicBezTo>
                      <a:cubicBezTo>
                        <a:pt x="1198" y="5347"/>
                        <a:pt x="567" y="4528"/>
                        <a:pt x="788" y="3205"/>
                      </a:cubicBezTo>
                      <a:cubicBezTo>
                        <a:pt x="1040" y="1819"/>
                        <a:pt x="2237" y="684"/>
                        <a:pt x="3813" y="684"/>
                      </a:cubicBezTo>
                      <a:close/>
                      <a:moveTo>
                        <a:pt x="4852" y="8907"/>
                      </a:moveTo>
                      <a:lnTo>
                        <a:pt x="4852" y="9569"/>
                      </a:lnTo>
                      <a:lnTo>
                        <a:pt x="4506" y="9569"/>
                      </a:lnTo>
                      <a:cubicBezTo>
                        <a:pt x="4285" y="9569"/>
                        <a:pt x="4128" y="9726"/>
                        <a:pt x="4128" y="9915"/>
                      </a:cubicBezTo>
                      <a:cubicBezTo>
                        <a:pt x="4128" y="10136"/>
                        <a:pt x="4285" y="10293"/>
                        <a:pt x="4506" y="10293"/>
                      </a:cubicBezTo>
                      <a:lnTo>
                        <a:pt x="4852" y="10293"/>
                      </a:lnTo>
                      <a:lnTo>
                        <a:pt x="4852" y="10640"/>
                      </a:lnTo>
                      <a:cubicBezTo>
                        <a:pt x="4884" y="10829"/>
                        <a:pt x="4726" y="10986"/>
                        <a:pt x="4537" y="10986"/>
                      </a:cubicBezTo>
                      <a:lnTo>
                        <a:pt x="3151" y="10986"/>
                      </a:lnTo>
                      <a:cubicBezTo>
                        <a:pt x="2962" y="10986"/>
                        <a:pt x="2804" y="10829"/>
                        <a:pt x="2804" y="10640"/>
                      </a:cubicBezTo>
                      <a:lnTo>
                        <a:pt x="2804" y="10293"/>
                      </a:lnTo>
                      <a:lnTo>
                        <a:pt x="3151" y="10293"/>
                      </a:lnTo>
                      <a:cubicBezTo>
                        <a:pt x="3371" y="10293"/>
                        <a:pt x="3529" y="10136"/>
                        <a:pt x="3529" y="9915"/>
                      </a:cubicBezTo>
                      <a:cubicBezTo>
                        <a:pt x="3529" y="9726"/>
                        <a:pt x="3371" y="9569"/>
                        <a:pt x="3151" y="9569"/>
                      </a:cubicBezTo>
                      <a:lnTo>
                        <a:pt x="2804" y="9569"/>
                      </a:lnTo>
                      <a:lnTo>
                        <a:pt x="2804" y="8907"/>
                      </a:lnTo>
                      <a:close/>
                      <a:moveTo>
                        <a:pt x="3897" y="1"/>
                      </a:moveTo>
                      <a:cubicBezTo>
                        <a:pt x="3632" y="1"/>
                        <a:pt x="3361" y="28"/>
                        <a:pt x="3088" y="86"/>
                      </a:cubicBezTo>
                      <a:cubicBezTo>
                        <a:pt x="1607" y="401"/>
                        <a:pt x="441" y="1566"/>
                        <a:pt x="158" y="3079"/>
                      </a:cubicBezTo>
                      <a:cubicBezTo>
                        <a:pt x="0" y="3992"/>
                        <a:pt x="158" y="4969"/>
                        <a:pt x="631" y="5757"/>
                      </a:cubicBezTo>
                      <a:cubicBezTo>
                        <a:pt x="757" y="5914"/>
                        <a:pt x="820" y="6072"/>
                        <a:pt x="914" y="6229"/>
                      </a:cubicBezTo>
                      <a:cubicBezTo>
                        <a:pt x="1355" y="6891"/>
                        <a:pt x="1450" y="7143"/>
                        <a:pt x="1450" y="7962"/>
                      </a:cubicBezTo>
                      <a:cubicBezTo>
                        <a:pt x="1450" y="8403"/>
                        <a:pt x="1733" y="8781"/>
                        <a:pt x="2143" y="8939"/>
                      </a:cubicBezTo>
                      <a:lnTo>
                        <a:pt x="2143" y="10703"/>
                      </a:lnTo>
                      <a:cubicBezTo>
                        <a:pt x="2143" y="11270"/>
                        <a:pt x="2615" y="11743"/>
                        <a:pt x="3151" y="11743"/>
                      </a:cubicBezTo>
                      <a:lnTo>
                        <a:pt x="4537" y="11743"/>
                      </a:lnTo>
                      <a:cubicBezTo>
                        <a:pt x="5073" y="11743"/>
                        <a:pt x="5545" y="11270"/>
                        <a:pt x="5545" y="10703"/>
                      </a:cubicBezTo>
                      <a:lnTo>
                        <a:pt x="5545" y="8939"/>
                      </a:lnTo>
                      <a:cubicBezTo>
                        <a:pt x="5955" y="8781"/>
                        <a:pt x="6238" y="8435"/>
                        <a:pt x="6238" y="7962"/>
                      </a:cubicBezTo>
                      <a:lnTo>
                        <a:pt x="6238" y="7930"/>
                      </a:lnTo>
                      <a:cubicBezTo>
                        <a:pt x="6238" y="7143"/>
                        <a:pt x="6427" y="6828"/>
                        <a:pt x="6805" y="6229"/>
                      </a:cubicBezTo>
                      <a:cubicBezTo>
                        <a:pt x="7089" y="5788"/>
                        <a:pt x="7593" y="5032"/>
                        <a:pt x="7593" y="3835"/>
                      </a:cubicBezTo>
                      <a:cubicBezTo>
                        <a:pt x="7649" y="1658"/>
                        <a:pt x="5950" y="1"/>
                        <a:pt x="389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9" name="Google Shape;12491;p89">
                  <a:extLst>
                    <a:ext uri="{FF2B5EF4-FFF2-40B4-BE49-F238E27FC236}">
                      <a16:creationId xmlns:a16="http://schemas.microsoft.com/office/drawing/2014/main" id="{813788F0-7BD9-3777-5085-3F74C85986FA}"/>
                    </a:ext>
                  </a:extLst>
                </p:cNvPr>
                <p:cNvSpPr/>
                <p:nvPr/>
              </p:nvSpPr>
              <p:spPr>
                <a:xfrm>
                  <a:off x="-107642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40" y="725"/>
                      </a:lnTo>
                      <a:cubicBezTo>
                        <a:pt x="1229" y="725"/>
                        <a:pt x="1386" y="568"/>
                        <a:pt x="1386" y="379"/>
                      </a:cubicBezTo>
                      <a:cubicBezTo>
                        <a:pt x="1386" y="158"/>
                        <a:pt x="122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0" name="Google Shape;12492;p89">
                  <a:extLst>
                    <a:ext uri="{FF2B5EF4-FFF2-40B4-BE49-F238E27FC236}">
                      <a16:creationId xmlns:a16="http://schemas.microsoft.com/office/drawing/2014/main" id="{62959E64-94D6-837B-71DC-793CCC6E7C39}"/>
                    </a:ext>
                  </a:extLst>
                </p:cNvPr>
                <p:cNvSpPr/>
                <p:nvPr/>
              </p:nvSpPr>
              <p:spPr>
                <a:xfrm>
                  <a:off x="-1333975" y="2452250"/>
                  <a:ext cx="346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lnTo>
                        <a:pt x="1008" y="725"/>
                      </a:lnTo>
                      <a:cubicBezTo>
                        <a:pt x="1197" y="694"/>
                        <a:pt x="1386" y="536"/>
                        <a:pt x="1386" y="379"/>
                      </a:cubicBezTo>
                      <a:cubicBezTo>
                        <a:pt x="1386" y="158"/>
                        <a:pt x="1197" y="1"/>
                        <a:pt x="10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1" name="Google Shape;12493;p89">
                  <a:extLst>
                    <a:ext uri="{FF2B5EF4-FFF2-40B4-BE49-F238E27FC236}">
                      <a16:creationId xmlns:a16="http://schemas.microsoft.com/office/drawing/2014/main" id="{C22CE84A-DBD4-1905-7A83-A3DE06944B08}"/>
                    </a:ext>
                  </a:extLst>
                </p:cNvPr>
                <p:cNvSpPr/>
                <p:nvPr/>
              </p:nvSpPr>
              <p:spPr>
                <a:xfrm>
                  <a:off x="-1093750" y="2383050"/>
                  <a:ext cx="35450" cy="2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8" h="1063" extrusionOk="0">
                      <a:moveTo>
                        <a:pt x="992" y="1"/>
                      </a:moveTo>
                      <a:cubicBezTo>
                        <a:pt x="931" y="1"/>
                        <a:pt x="870" y="19"/>
                        <a:pt x="819" y="59"/>
                      </a:cubicBezTo>
                      <a:lnTo>
                        <a:pt x="221" y="406"/>
                      </a:lnTo>
                      <a:cubicBezTo>
                        <a:pt x="63" y="500"/>
                        <a:pt x="0" y="721"/>
                        <a:pt x="95" y="878"/>
                      </a:cubicBezTo>
                      <a:cubicBezTo>
                        <a:pt x="159" y="985"/>
                        <a:pt x="295" y="1063"/>
                        <a:pt x="415" y="1063"/>
                      </a:cubicBezTo>
                      <a:cubicBezTo>
                        <a:pt x="473" y="1063"/>
                        <a:pt x="527" y="1045"/>
                        <a:pt x="567" y="1005"/>
                      </a:cubicBezTo>
                      <a:lnTo>
                        <a:pt x="1166" y="658"/>
                      </a:lnTo>
                      <a:cubicBezTo>
                        <a:pt x="1323" y="563"/>
                        <a:pt x="1418" y="343"/>
                        <a:pt x="1292" y="185"/>
                      </a:cubicBezTo>
                      <a:cubicBezTo>
                        <a:pt x="1249" y="79"/>
                        <a:pt x="1120" y="1"/>
                        <a:pt x="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2" name="Google Shape;12494;p89">
                  <a:extLst>
                    <a:ext uri="{FF2B5EF4-FFF2-40B4-BE49-F238E27FC236}">
                      <a16:creationId xmlns:a16="http://schemas.microsoft.com/office/drawing/2014/main" id="{8F5ED82A-5D0C-3CE8-EC94-F69E2517A765}"/>
                    </a:ext>
                  </a:extLst>
                </p:cNvPr>
                <p:cNvSpPr/>
                <p:nvPr/>
              </p:nvSpPr>
              <p:spPr>
                <a:xfrm>
                  <a:off x="-1317450" y="2512575"/>
                  <a:ext cx="35475" cy="2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19" h="1049" extrusionOk="0">
                      <a:moveTo>
                        <a:pt x="1005" y="1"/>
                      </a:moveTo>
                      <a:cubicBezTo>
                        <a:pt x="944" y="1"/>
                        <a:pt x="880" y="15"/>
                        <a:pt x="820" y="45"/>
                      </a:cubicBezTo>
                      <a:lnTo>
                        <a:pt x="221" y="392"/>
                      </a:lnTo>
                      <a:cubicBezTo>
                        <a:pt x="64" y="486"/>
                        <a:pt x="1" y="707"/>
                        <a:pt x="127" y="864"/>
                      </a:cubicBezTo>
                      <a:cubicBezTo>
                        <a:pt x="169" y="971"/>
                        <a:pt x="299" y="1049"/>
                        <a:pt x="427" y="1049"/>
                      </a:cubicBezTo>
                      <a:cubicBezTo>
                        <a:pt x="488" y="1049"/>
                        <a:pt x="548" y="1031"/>
                        <a:pt x="599" y="990"/>
                      </a:cubicBezTo>
                      <a:lnTo>
                        <a:pt x="1166" y="644"/>
                      </a:lnTo>
                      <a:cubicBezTo>
                        <a:pt x="1324" y="549"/>
                        <a:pt x="1418" y="329"/>
                        <a:pt x="1292" y="171"/>
                      </a:cubicBezTo>
                      <a:cubicBezTo>
                        <a:pt x="1250" y="64"/>
                        <a:pt x="1134" y="1"/>
                        <a:pt x="10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3" name="Google Shape;12495;p89">
                  <a:extLst>
                    <a:ext uri="{FF2B5EF4-FFF2-40B4-BE49-F238E27FC236}">
                      <a16:creationId xmlns:a16="http://schemas.microsoft.com/office/drawing/2014/main" id="{E252755B-5E25-7C78-0BAD-9BF5D21A0838}"/>
                    </a:ext>
                  </a:extLst>
                </p:cNvPr>
                <p:cNvSpPr/>
                <p:nvPr/>
              </p:nvSpPr>
              <p:spPr>
                <a:xfrm>
                  <a:off x="-1092975" y="2512575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378" y="1"/>
                      </a:moveTo>
                      <a:cubicBezTo>
                        <a:pt x="264" y="1"/>
                        <a:pt x="149" y="64"/>
                        <a:pt x="64" y="171"/>
                      </a:cubicBezTo>
                      <a:cubicBezTo>
                        <a:pt x="1" y="329"/>
                        <a:pt x="32" y="518"/>
                        <a:pt x="190" y="644"/>
                      </a:cubicBezTo>
                      <a:lnTo>
                        <a:pt x="788" y="990"/>
                      </a:lnTo>
                      <a:cubicBezTo>
                        <a:pt x="838" y="1010"/>
                        <a:pt x="891" y="1021"/>
                        <a:pt x="944" y="1021"/>
                      </a:cubicBezTo>
                      <a:cubicBezTo>
                        <a:pt x="1059" y="1021"/>
                        <a:pt x="1175" y="972"/>
                        <a:pt x="1261" y="864"/>
                      </a:cubicBezTo>
                      <a:cubicBezTo>
                        <a:pt x="1387" y="675"/>
                        <a:pt x="1292" y="486"/>
                        <a:pt x="1135" y="392"/>
                      </a:cubicBezTo>
                      <a:lnTo>
                        <a:pt x="536" y="45"/>
                      </a:lnTo>
                      <a:cubicBezTo>
                        <a:pt x="486" y="15"/>
                        <a:pt x="432" y="1"/>
                        <a:pt x="37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4" name="Google Shape;12496;p89">
                  <a:extLst>
                    <a:ext uri="{FF2B5EF4-FFF2-40B4-BE49-F238E27FC236}">
                      <a16:creationId xmlns:a16="http://schemas.microsoft.com/office/drawing/2014/main" id="{F0874F67-C836-C2B5-356B-0181A80F8009}"/>
                    </a:ext>
                  </a:extLst>
                </p:cNvPr>
                <p:cNvSpPr/>
                <p:nvPr/>
              </p:nvSpPr>
              <p:spPr>
                <a:xfrm>
                  <a:off x="-1316650" y="2383750"/>
                  <a:ext cx="34675" cy="25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7" h="1021" extrusionOk="0">
                      <a:moveTo>
                        <a:pt x="405" y="1"/>
                      </a:moveTo>
                      <a:cubicBezTo>
                        <a:pt x="283" y="1"/>
                        <a:pt x="159" y="50"/>
                        <a:pt x="95" y="157"/>
                      </a:cubicBezTo>
                      <a:cubicBezTo>
                        <a:pt x="0" y="315"/>
                        <a:pt x="63" y="504"/>
                        <a:pt x="221" y="630"/>
                      </a:cubicBezTo>
                      <a:lnTo>
                        <a:pt x="788" y="977"/>
                      </a:lnTo>
                      <a:cubicBezTo>
                        <a:pt x="838" y="1007"/>
                        <a:pt x="895" y="1021"/>
                        <a:pt x="953" y="1021"/>
                      </a:cubicBezTo>
                      <a:cubicBezTo>
                        <a:pt x="1074" y="1021"/>
                        <a:pt x="1196" y="958"/>
                        <a:pt x="1260" y="850"/>
                      </a:cubicBezTo>
                      <a:cubicBezTo>
                        <a:pt x="1386" y="693"/>
                        <a:pt x="1292" y="504"/>
                        <a:pt x="1134" y="378"/>
                      </a:cubicBezTo>
                      <a:lnTo>
                        <a:pt x="567" y="31"/>
                      </a:lnTo>
                      <a:cubicBezTo>
                        <a:pt x="517" y="11"/>
                        <a:pt x="461" y="1"/>
                        <a:pt x="40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75" name="Google Shape;12497;p89">
                  <a:extLst>
                    <a:ext uri="{FF2B5EF4-FFF2-40B4-BE49-F238E27FC236}">
                      <a16:creationId xmlns:a16="http://schemas.microsoft.com/office/drawing/2014/main" id="{85479C3B-3BC9-CAD4-B2F2-81FC049E106C}"/>
                    </a:ext>
                  </a:extLst>
                </p:cNvPr>
                <p:cNvSpPr/>
                <p:nvPr/>
              </p:nvSpPr>
              <p:spPr>
                <a:xfrm>
                  <a:off x="-1239475" y="2401575"/>
                  <a:ext cx="102425" cy="153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97" h="6124" extrusionOk="0">
                      <a:moveTo>
                        <a:pt x="1733" y="1492"/>
                      </a:moveTo>
                      <a:lnTo>
                        <a:pt x="1733" y="2343"/>
                      </a:lnTo>
                      <a:cubicBezTo>
                        <a:pt x="1733" y="2500"/>
                        <a:pt x="1796" y="2626"/>
                        <a:pt x="1922" y="2658"/>
                      </a:cubicBezTo>
                      <a:lnTo>
                        <a:pt x="3246" y="3225"/>
                      </a:lnTo>
                      <a:lnTo>
                        <a:pt x="2395" y="4611"/>
                      </a:lnTo>
                      <a:lnTo>
                        <a:pt x="2395" y="3729"/>
                      </a:lnTo>
                      <a:cubicBezTo>
                        <a:pt x="2395" y="3572"/>
                        <a:pt x="2332" y="3445"/>
                        <a:pt x="2206" y="3414"/>
                      </a:cubicBezTo>
                      <a:lnTo>
                        <a:pt x="851" y="2878"/>
                      </a:lnTo>
                      <a:lnTo>
                        <a:pt x="1733" y="1492"/>
                      </a:lnTo>
                      <a:close/>
                      <a:moveTo>
                        <a:pt x="2038" y="0"/>
                      </a:moveTo>
                      <a:cubicBezTo>
                        <a:pt x="1919" y="0"/>
                        <a:pt x="1814" y="47"/>
                        <a:pt x="1765" y="169"/>
                      </a:cubicBezTo>
                      <a:lnTo>
                        <a:pt x="64" y="2941"/>
                      </a:lnTo>
                      <a:cubicBezTo>
                        <a:pt x="32" y="3004"/>
                        <a:pt x="1" y="3130"/>
                        <a:pt x="32" y="3225"/>
                      </a:cubicBezTo>
                      <a:cubicBezTo>
                        <a:pt x="64" y="3288"/>
                        <a:pt x="158" y="3382"/>
                        <a:pt x="221" y="3414"/>
                      </a:cubicBezTo>
                      <a:lnTo>
                        <a:pt x="1733" y="4013"/>
                      </a:lnTo>
                      <a:lnTo>
                        <a:pt x="1733" y="5808"/>
                      </a:lnTo>
                      <a:cubicBezTo>
                        <a:pt x="1733" y="5966"/>
                        <a:pt x="1859" y="6092"/>
                        <a:pt x="1954" y="6123"/>
                      </a:cubicBezTo>
                      <a:lnTo>
                        <a:pt x="2049" y="6123"/>
                      </a:lnTo>
                      <a:cubicBezTo>
                        <a:pt x="2143" y="6123"/>
                        <a:pt x="2269" y="6092"/>
                        <a:pt x="2301" y="5966"/>
                      </a:cubicBezTo>
                      <a:lnTo>
                        <a:pt x="4002" y="3225"/>
                      </a:lnTo>
                      <a:cubicBezTo>
                        <a:pt x="4033" y="3130"/>
                        <a:pt x="4096" y="3004"/>
                        <a:pt x="4033" y="2941"/>
                      </a:cubicBezTo>
                      <a:cubicBezTo>
                        <a:pt x="4033" y="2878"/>
                        <a:pt x="3970" y="2784"/>
                        <a:pt x="3907" y="2752"/>
                      </a:cubicBezTo>
                      <a:lnTo>
                        <a:pt x="2395" y="2154"/>
                      </a:lnTo>
                      <a:lnTo>
                        <a:pt x="2395" y="358"/>
                      </a:lnTo>
                      <a:cubicBezTo>
                        <a:pt x="2395" y="169"/>
                        <a:pt x="2269" y="74"/>
                        <a:pt x="2143" y="11"/>
                      </a:cubicBezTo>
                      <a:cubicBezTo>
                        <a:pt x="2108" y="4"/>
                        <a:pt x="2072" y="0"/>
                        <a:pt x="203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oogle Shape;12529;p89">
                <a:extLst>
                  <a:ext uri="{FF2B5EF4-FFF2-40B4-BE49-F238E27FC236}">
                    <a16:creationId xmlns:a16="http://schemas.microsoft.com/office/drawing/2014/main" id="{BB625AC3-63F9-F1A8-5C91-C340BC8F42F6}"/>
                  </a:ext>
                </a:extLst>
              </p:cNvPr>
              <p:cNvGrpSpPr/>
              <p:nvPr/>
            </p:nvGrpSpPr>
            <p:grpSpPr>
              <a:xfrm>
                <a:off x="6232997" y="4324751"/>
                <a:ext cx="641288" cy="642992"/>
                <a:chOff x="-1333200" y="2770450"/>
                <a:chExt cx="291450" cy="292225"/>
              </a:xfrm>
              <a:grpFill/>
            </p:grpSpPr>
            <p:sp>
              <p:nvSpPr>
                <p:cNvPr id="17866" name="Google Shape;12530;p89">
                  <a:extLst>
                    <a:ext uri="{FF2B5EF4-FFF2-40B4-BE49-F238E27FC236}">
                      <a16:creationId xmlns:a16="http://schemas.microsoft.com/office/drawing/2014/main" id="{84EFEBC0-896D-70C2-AEA6-222881BFA965}"/>
                    </a:ext>
                  </a:extLst>
                </p:cNvPr>
                <p:cNvSpPr/>
                <p:nvPr/>
              </p:nvSpPr>
              <p:spPr>
                <a:xfrm>
                  <a:off x="-1299325" y="2808250"/>
                  <a:ext cx="222925" cy="134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17" h="5389" extrusionOk="0">
                      <a:moveTo>
                        <a:pt x="7877" y="631"/>
                      </a:moveTo>
                      <a:cubicBezTo>
                        <a:pt x="8066" y="631"/>
                        <a:pt x="8223" y="789"/>
                        <a:pt x="8223" y="978"/>
                      </a:cubicBezTo>
                      <a:cubicBezTo>
                        <a:pt x="8223" y="1167"/>
                        <a:pt x="8066" y="1324"/>
                        <a:pt x="7877" y="1324"/>
                      </a:cubicBezTo>
                      <a:cubicBezTo>
                        <a:pt x="7656" y="1324"/>
                        <a:pt x="7498" y="1167"/>
                        <a:pt x="7498" y="978"/>
                      </a:cubicBezTo>
                      <a:cubicBezTo>
                        <a:pt x="7498" y="789"/>
                        <a:pt x="7656" y="631"/>
                        <a:pt x="7877" y="631"/>
                      </a:cubicBezTo>
                      <a:close/>
                      <a:moveTo>
                        <a:pt x="3056" y="1293"/>
                      </a:moveTo>
                      <a:cubicBezTo>
                        <a:pt x="3245" y="1293"/>
                        <a:pt x="3403" y="1450"/>
                        <a:pt x="3403" y="1639"/>
                      </a:cubicBezTo>
                      <a:cubicBezTo>
                        <a:pt x="3403" y="1828"/>
                        <a:pt x="3245" y="1986"/>
                        <a:pt x="3056" y="1986"/>
                      </a:cubicBezTo>
                      <a:cubicBezTo>
                        <a:pt x="2867" y="1986"/>
                        <a:pt x="2710" y="1828"/>
                        <a:pt x="2710" y="1639"/>
                      </a:cubicBezTo>
                      <a:cubicBezTo>
                        <a:pt x="2741" y="1450"/>
                        <a:pt x="2899" y="1293"/>
                        <a:pt x="3056" y="1293"/>
                      </a:cubicBezTo>
                      <a:close/>
                      <a:moveTo>
                        <a:pt x="5797" y="3340"/>
                      </a:moveTo>
                      <a:cubicBezTo>
                        <a:pt x="6018" y="3340"/>
                        <a:pt x="6175" y="3498"/>
                        <a:pt x="6175" y="3687"/>
                      </a:cubicBezTo>
                      <a:cubicBezTo>
                        <a:pt x="6175" y="3876"/>
                        <a:pt x="6018" y="4034"/>
                        <a:pt x="5797" y="4034"/>
                      </a:cubicBezTo>
                      <a:cubicBezTo>
                        <a:pt x="5608" y="4034"/>
                        <a:pt x="5451" y="3876"/>
                        <a:pt x="5451" y="3687"/>
                      </a:cubicBezTo>
                      <a:cubicBezTo>
                        <a:pt x="5451" y="3498"/>
                        <a:pt x="5608" y="3340"/>
                        <a:pt x="5797" y="3340"/>
                      </a:cubicBezTo>
                      <a:close/>
                      <a:moveTo>
                        <a:pt x="1008" y="4034"/>
                      </a:moveTo>
                      <a:cubicBezTo>
                        <a:pt x="1198" y="4034"/>
                        <a:pt x="1355" y="4191"/>
                        <a:pt x="1355" y="4412"/>
                      </a:cubicBezTo>
                      <a:cubicBezTo>
                        <a:pt x="1355" y="4601"/>
                        <a:pt x="1198" y="4758"/>
                        <a:pt x="1008" y="4758"/>
                      </a:cubicBezTo>
                      <a:cubicBezTo>
                        <a:pt x="819" y="4758"/>
                        <a:pt x="662" y="4601"/>
                        <a:pt x="662" y="4412"/>
                      </a:cubicBezTo>
                      <a:cubicBezTo>
                        <a:pt x="662" y="4191"/>
                        <a:pt x="819" y="4034"/>
                        <a:pt x="1008" y="4034"/>
                      </a:cubicBezTo>
                      <a:close/>
                      <a:moveTo>
                        <a:pt x="7908" y="1"/>
                      </a:moveTo>
                      <a:cubicBezTo>
                        <a:pt x="7341" y="1"/>
                        <a:pt x="6868" y="474"/>
                        <a:pt x="6868" y="1009"/>
                      </a:cubicBezTo>
                      <a:cubicBezTo>
                        <a:pt x="6868" y="1198"/>
                        <a:pt x="6963" y="1419"/>
                        <a:pt x="7026" y="1576"/>
                      </a:cubicBezTo>
                      <a:lnTo>
                        <a:pt x="6112" y="2742"/>
                      </a:lnTo>
                      <a:cubicBezTo>
                        <a:pt x="6032" y="2722"/>
                        <a:pt x="5943" y="2711"/>
                        <a:pt x="5850" y="2711"/>
                      </a:cubicBezTo>
                      <a:cubicBezTo>
                        <a:pt x="5650" y="2711"/>
                        <a:pt x="5434" y="2760"/>
                        <a:pt x="5262" y="2868"/>
                      </a:cubicBezTo>
                      <a:lnTo>
                        <a:pt x="4096" y="1954"/>
                      </a:lnTo>
                      <a:cubicBezTo>
                        <a:pt x="4127" y="1891"/>
                        <a:pt x="4127" y="1765"/>
                        <a:pt x="4127" y="1639"/>
                      </a:cubicBezTo>
                      <a:cubicBezTo>
                        <a:pt x="4127" y="1104"/>
                        <a:pt x="3655" y="631"/>
                        <a:pt x="3088" y="631"/>
                      </a:cubicBezTo>
                      <a:cubicBezTo>
                        <a:pt x="2552" y="631"/>
                        <a:pt x="2080" y="1104"/>
                        <a:pt x="2080" y="1639"/>
                      </a:cubicBezTo>
                      <a:cubicBezTo>
                        <a:pt x="2080" y="1828"/>
                        <a:pt x="2143" y="2049"/>
                        <a:pt x="2237" y="2206"/>
                      </a:cubicBezTo>
                      <a:lnTo>
                        <a:pt x="1324" y="3372"/>
                      </a:lnTo>
                      <a:cubicBezTo>
                        <a:pt x="1261" y="3340"/>
                        <a:pt x="1134" y="3340"/>
                        <a:pt x="1008" y="3340"/>
                      </a:cubicBezTo>
                      <a:cubicBezTo>
                        <a:pt x="441" y="3340"/>
                        <a:pt x="0" y="3813"/>
                        <a:pt x="0" y="4349"/>
                      </a:cubicBezTo>
                      <a:cubicBezTo>
                        <a:pt x="0" y="4947"/>
                        <a:pt x="441" y="5388"/>
                        <a:pt x="1008" y="5388"/>
                      </a:cubicBezTo>
                      <a:cubicBezTo>
                        <a:pt x="1576" y="5388"/>
                        <a:pt x="2017" y="4916"/>
                        <a:pt x="2017" y="4349"/>
                      </a:cubicBezTo>
                      <a:cubicBezTo>
                        <a:pt x="2017" y="4160"/>
                        <a:pt x="1954" y="3971"/>
                        <a:pt x="1859" y="3813"/>
                      </a:cubicBezTo>
                      <a:lnTo>
                        <a:pt x="2773" y="2616"/>
                      </a:lnTo>
                      <a:cubicBezTo>
                        <a:pt x="2875" y="2650"/>
                        <a:pt x="2980" y="2667"/>
                        <a:pt x="3087" y="2667"/>
                      </a:cubicBezTo>
                      <a:cubicBezTo>
                        <a:pt x="3278" y="2667"/>
                        <a:pt x="3473" y="2611"/>
                        <a:pt x="3655" y="2490"/>
                      </a:cubicBezTo>
                      <a:lnTo>
                        <a:pt x="4821" y="3403"/>
                      </a:lnTo>
                      <a:cubicBezTo>
                        <a:pt x="4789" y="3498"/>
                        <a:pt x="4789" y="3624"/>
                        <a:pt x="4789" y="3719"/>
                      </a:cubicBezTo>
                      <a:cubicBezTo>
                        <a:pt x="4789" y="4286"/>
                        <a:pt x="5262" y="4758"/>
                        <a:pt x="5797" y="4758"/>
                      </a:cubicBezTo>
                      <a:cubicBezTo>
                        <a:pt x="6364" y="4758"/>
                        <a:pt x="6837" y="4286"/>
                        <a:pt x="6837" y="3719"/>
                      </a:cubicBezTo>
                      <a:cubicBezTo>
                        <a:pt x="6837" y="3529"/>
                        <a:pt x="6742" y="3340"/>
                        <a:pt x="6679" y="3183"/>
                      </a:cubicBezTo>
                      <a:lnTo>
                        <a:pt x="7593" y="1986"/>
                      </a:lnTo>
                      <a:cubicBezTo>
                        <a:pt x="7656" y="2049"/>
                        <a:pt x="7782" y="2049"/>
                        <a:pt x="7908" y="2049"/>
                      </a:cubicBezTo>
                      <a:cubicBezTo>
                        <a:pt x="8444" y="2049"/>
                        <a:pt x="8916" y="1576"/>
                        <a:pt x="8916" y="1009"/>
                      </a:cubicBezTo>
                      <a:cubicBezTo>
                        <a:pt x="8916" y="474"/>
                        <a:pt x="8444" y="1"/>
                        <a:pt x="790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7" name="Google Shape;12531;p89">
                  <a:extLst>
                    <a:ext uri="{FF2B5EF4-FFF2-40B4-BE49-F238E27FC236}">
                      <a16:creationId xmlns:a16="http://schemas.microsoft.com/office/drawing/2014/main" id="{0FAF8CD6-442D-FEFF-392D-FC911F0DCCB8}"/>
                    </a:ext>
                  </a:extLst>
                </p:cNvPr>
                <p:cNvSpPr/>
                <p:nvPr/>
              </p:nvSpPr>
              <p:spPr>
                <a:xfrm>
                  <a:off x="-1333200" y="2770450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586" y="725"/>
                      </a:moveTo>
                      <a:cubicBezTo>
                        <a:pt x="10807" y="725"/>
                        <a:pt x="10964" y="883"/>
                        <a:pt x="10964" y="1072"/>
                      </a:cubicBezTo>
                      <a:lnTo>
                        <a:pt x="10964" y="7593"/>
                      </a:lnTo>
                      <a:lnTo>
                        <a:pt x="631" y="7593"/>
                      </a:lnTo>
                      <a:lnTo>
                        <a:pt x="631" y="1072"/>
                      </a:lnTo>
                      <a:cubicBezTo>
                        <a:pt x="662" y="883"/>
                        <a:pt x="820" y="725"/>
                        <a:pt x="977" y="725"/>
                      </a:cubicBezTo>
                      <a:close/>
                      <a:moveTo>
                        <a:pt x="10996" y="8286"/>
                      </a:moveTo>
                      <a:lnTo>
                        <a:pt x="10996" y="8633"/>
                      </a:lnTo>
                      <a:cubicBezTo>
                        <a:pt x="10996" y="8822"/>
                        <a:pt x="10838" y="8980"/>
                        <a:pt x="10618" y="8980"/>
                      </a:cubicBezTo>
                      <a:lnTo>
                        <a:pt x="1009" y="8980"/>
                      </a:lnTo>
                      <a:cubicBezTo>
                        <a:pt x="820" y="8980"/>
                        <a:pt x="662" y="8822"/>
                        <a:pt x="662" y="8633"/>
                      </a:cubicBezTo>
                      <a:lnTo>
                        <a:pt x="662" y="8286"/>
                      </a:lnTo>
                      <a:close/>
                      <a:moveTo>
                        <a:pt x="6617" y="9641"/>
                      </a:moveTo>
                      <a:lnTo>
                        <a:pt x="6932" y="11027"/>
                      </a:lnTo>
                      <a:lnTo>
                        <a:pt x="4632" y="11027"/>
                      </a:lnTo>
                      <a:lnTo>
                        <a:pt x="4947" y="9641"/>
                      </a:ln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8570"/>
                      </a:lnTo>
                      <a:cubicBezTo>
                        <a:pt x="1" y="9137"/>
                        <a:pt x="473" y="9610"/>
                        <a:pt x="1009" y="9610"/>
                      </a:cubicBezTo>
                      <a:lnTo>
                        <a:pt x="4285" y="9610"/>
                      </a:lnTo>
                      <a:lnTo>
                        <a:pt x="3970" y="10996"/>
                      </a:lnTo>
                      <a:lnTo>
                        <a:pt x="3057" y="10996"/>
                      </a:lnTo>
                      <a:cubicBezTo>
                        <a:pt x="2868" y="10996"/>
                        <a:pt x="2710" y="11153"/>
                        <a:pt x="2710" y="11342"/>
                      </a:cubicBezTo>
                      <a:cubicBezTo>
                        <a:pt x="2710" y="11531"/>
                        <a:pt x="2868" y="11689"/>
                        <a:pt x="3057" y="11689"/>
                      </a:cubicBezTo>
                      <a:lnTo>
                        <a:pt x="8538" y="11689"/>
                      </a:lnTo>
                      <a:cubicBezTo>
                        <a:pt x="8727" y="11689"/>
                        <a:pt x="8885" y="11531"/>
                        <a:pt x="8885" y="11342"/>
                      </a:cubicBezTo>
                      <a:cubicBezTo>
                        <a:pt x="8885" y="11153"/>
                        <a:pt x="8727" y="10996"/>
                        <a:pt x="8538" y="10996"/>
                      </a:cubicBezTo>
                      <a:lnTo>
                        <a:pt x="7625" y="10996"/>
                      </a:lnTo>
                      <a:lnTo>
                        <a:pt x="7310" y="9610"/>
                      </a:lnTo>
                      <a:lnTo>
                        <a:pt x="10618" y="9610"/>
                      </a:lnTo>
                      <a:cubicBezTo>
                        <a:pt x="11185" y="9610"/>
                        <a:pt x="11657" y="9137"/>
                        <a:pt x="11657" y="8570"/>
                      </a:cubicBezTo>
                      <a:lnTo>
                        <a:pt x="11657" y="1040"/>
                      </a:lnTo>
                      <a:cubicBezTo>
                        <a:pt x="11657" y="473"/>
                        <a:pt x="11185" y="1"/>
                        <a:pt x="1061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oogle Shape;12557;p89">
                <a:extLst>
                  <a:ext uri="{FF2B5EF4-FFF2-40B4-BE49-F238E27FC236}">
                    <a16:creationId xmlns:a16="http://schemas.microsoft.com/office/drawing/2014/main" id="{0A44BA94-9DBF-EBB4-33B6-EE9E309017F4}"/>
                  </a:ext>
                </a:extLst>
              </p:cNvPr>
              <p:cNvGrpSpPr/>
              <p:nvPr/>
            </p:nvGrpSpPr>
            <p:grpSpPr>
              <a:xfrm>
                <a:off x="2029476" y="4325600"/>
                <a:ext cx="642992" cy="641288"/>
                <a:chOff x="-937025" y="2064750"/>
                <a:chExt cx="292225" cy="291450"/>
              </a:xfrm>
              <a:grpFill/>
            </p:grpSpPr>
            <p:sp>
              <p:nvSpPr>
                <p:cNvPr id="17863" name="Google Shape;12558;p89">
                  <a:extLst>
                    <a:ext uri="{FF2B5EF4-FFF2-40B4-BE49-F238E27FC236}">
                      <a16:creationId xmlns:a16="http://schemas.microsoft.com/office/drawing/2014/main" id="{626814F0-C6DB-833B-0F44-CF9701C15AEB}"/>
                    </a:ext>
                  </a:extLst>
                </p:cNvPr>
                <p:cNvSpPr/>
                <p:nvPr/>
              </p:nvSpPr>
              <p:spPr>
                <a:xfrm>
                  <a:off x="-834625" y="2134850"/>
                  <a:ext cx="8665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6" h="3403" extrusionOk="0">
                      <a:moveTo>
                        <a:pt x="1702" y="599"/>
                      </a:moveTo>
                      <a:cubicBezTo>
                        <a:pt x="1922" y="599"/>
                        <a:pt x="2080" y="788"/>
                        <a:pt x="2080" y="977"/>
                      </a:cubicBezTo>
                      <a:cubicBezTo>
                        <a:pt x="2080" y="1166"/>
                        <a:pt x="1922" y="1324"/>
                        <a:pt x="1702" y="1324"/>
                      </a:cubicBezTo>
                      <a:cubicBezTo>
                        <a:pt x="1512" y="1324"/>
                        <a:pt x="1355" y="1166"/>
                        <a:pt x="1355" y="977"/>
                      </a:cubicBezTo>
                      <a:cubicBezTo>
                        <a:pt x="1355" y="788"/>
                        <a:pt x="1512" y="599"/>
                        <a:pt x="1702" y="599"/>
                      </a:cubicBezTo>
                      <a:close/>
                      <a:moveTo>
                        <a:pt x="1765" y="2048"/>
                      </a:moveTo>
                      <a:cubicBezTo>
                        <a:pt x="2174" y="2048"/>
                        <a:pt x="2584" y="2300"/>
                        <a:pt x="2741" y="2710"/>
                      </a:cubicBezTo>
                      <a:lnTo>
                        <a:pt x="756" y="2710"/>
                      </a:lnTo>
                      <a:cubicBezTo>
                        <a:pt x="914" y="2300"/>
                        <a:pt x="1292" y="2048"/>
                        <a:pt x="1765" y="2048"/>
                      </a:cubicBezTo>
                      <a:close/>
                      <a:moveTo>
                        <a:pt x="1702" y="0"/>
                      </a:moveTo>
                      <a:cubicBezTo>
                        <a:pt x="1166" y="0"/>
                        <a:pt x="693" y="441"/>
                        <a:pt x="693" y="1009"/>
                      </a:cubicBezTo>
                      <a:cubicBezTo>
                        <a:pt x="693" y="1198"/>
                        <a:pt x="788" y="1387"/>
                        <a:pt x="851" y="1576"/>
                      </a:cubicBezTo>
                      <a:cubicBezTo>
                        <a:pt x="347" y="1891"/>
                        <a:pt x="0" y="2426"/>
                        <a:pt x="0" y="3056"/>
                      </a:cubicBezTo>
                      <a:cubicBezTo>
                        <a:pt x="0" y="3245"/>
                        <a:pt x="158" y="3403"/>
                        <a:pt x="347" y="3403"/>
                      </a:cubicBezTo>
                      <a:lnTo>
                        <a:pt x="3088" y="3403"/>
                      </a:lnTo>
                      <a:cubicBezTo>
                        <a:pt x="3308" y="3403"/>
                        <a:pt x="3466" y="3245"/>
                        <a:pt x="3466" y="3056"/>
                      </a:cubicBezTo>
                      <a:cubicBezTo>
                        <a:pt x="3434" y="2426"/>
                        <a:pt x="3088" y="1828"/>
                        <a:pt x="2584" y="1576"/>
                      </a:cubicBezTo>
                      <a:cubicBezTo>
                        <a:pt x="2710" y="1387"/>
                        <a:pt x="2741" y="1198"/>
                        <a:pt x="2741" y="1009"/>
                      </a:cubicBezTo>
                      <a:cubicBezTo>
                        <a:pt x="2741" y="441"/>
                        <a:pt x="2269" y="0"/>
                        <a:pt x="170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4" name="Google Shape;12559;p89">
                  <a:extLst>
                    <a:ext uri="{FF2B5EF4-FFF2-40B4-BE49-F238E27FC236}">
                      <a16:creationId xmlns:a16="http://schemas.microsoft.com/office/drawing/2014/main" id="{C05BE8DB-BB7D-FC63-4309-70F0768C97E6}"/>
                    </a:ext>
                  </a:extLst>
                </p:cNvPr>
                <p:cNvSpPr/>
                <p:nvPr/>
              </p:nvSpPr>
              <p:spPr>
                <a:xfrm>
                  <a:off x="-936225" y="2304975"/>
                  <a:ext cx="28985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94" h="2049" extrusionOk="0">
                      <a:moveTo>
                        <a:pt x="3056" y="662"/>
                      </a:moveTo>
                      <a:cubicBezTo>
                        <a:pt x="3277" y="662"/>
                        <a:pt x="3434" y="820"/>
                        <a:pt x="3434" y="1009"/>
                      </a:cubicBezTo>
                      <a:cubicBezTo>
                        <a:pt x="3434" y="1229"/>
                        <a:pt x="3277" y="1387"/>
                        <a:pt x="3056" y="1387"/>
                      </a:cubicBezTo>
                      <a:lnTo>
                        <a:pt x="1008" y="1387"/>
                      </a:lnTo>
                      <a:cubicBezTo>
                        <a:pt x="819" y="1387"/>
                        <a:pt x="662" y="1229"/>
                        <a:pt x="662" y="1009"/>
                      </a:cubicBez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586" y="693"/>
                      </a:moveTo>
                      <a:cubicBezTo>
                        <a:pt x="10775" y="693"/>
                        <a:pt x="10932" y="851"/>
                        <a:pt x="10932" y="1072"/>
                      </a:cubicBezTo>
                      <a:cubicBezTo>
                        <a:pt x="10901" y="1229"/>
                        <a:pt x="10775" y="1387"/>
                        <a:pt x="10586" y="1387"/>
                      </a:cubicBezTo>
                      <a:lnTo>
                        <a:pt x="4001" y="1387"/>
                      </a:lnTo>
                      <a:cubicBezTo>
                        <a:pt x="4096" y="1166"/>
                        <a:pt x="4096" y="914"/>
                        <a:pt x="4001" y="693"/>
                      </a:cubicBezTo>
                      <a:close/>
                      <a:moveTo>
                        <a:pt x="1008" y="0"/>
                      </a:moveTo>
                      <a:cubicBezTo>
                        <a:pt x="473" y="0"/>
                        <a:pt x="0" y="473"/>
                        <a:pt x="0" y="1009"/>
                      </a:cubicBezTo>
                      <a:cubicBezTo>
                        <a:pt x="0" y="1576"/>
                        <a:pt x="473" y="2048"/>
                        <a:pt x="1008" y="2048"/>
                      </a:cubicBezTo>
                      <a:lnTo>
                        <a:pt x="10586" y="2048"/>
                      </a:lnTo>
                      <a:cubicBezTo>
                        <a:pt x="11121" y="2048"/>
                        <a:pt x="11594" y="1576"/>
                        <a:pt x="11594" y="1009"/>
                      </a:cubicBezTo>
                      <a:cubicBezTo>
                        <a:pt x="11594" y="473"/>
                        <a:pt x="11121" y="0"/>
                        <a:pt x="10586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5" name="Google Shape;12560;p89">
                  <a:extLst>
                    <a:ext uri="{FF2B5EF4-FFF2-40B4-BE49-F238E27FC236}">
                      <a16:creationId xmlns:a16="http://schemas.microsoft.com/office/drawing/2014/main" id="{FFFB346A-C125-F447-096B-2842074AF17E}"/>
                    </a:ext>
                  </a:extLst>
                </p:cNvPr>
                <p:cNvSpPr/>
                <p:nvPr/>
              </p:nvSpPr>
              <p:spPr>
                <a:xfrm>
                  <a:off x="-937025" y="2064750"/>
                  <a:ext cx="292225" cy="223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89" h="8925" extrusionOk="0">
                      <a:moveTo>
                        <a:pt x="3813" y="662"/>
                      </a:moveTo>
                      <a:cubicBezTo>
                        <a:pt x="4002" y="662"/>
                        <a:pt x="4159" y="820"/>
                        <a:pt x="4159" y="1009"/>
                      </a:cubicBezTo>
                      <a:lnTo>
                        <a:pt x="4159" y="1355"/>
                      </a:lnTo>
                      <a:lnTo>
                        <a:pt x="3813" y="1355"/>
                      </a:lnTo>
                      <a:cubicBezTo>
                        <a:pt x="3246" y="1355"/>
                        <a:pt x="2773" y="1828"/>
                        <a:pt x="2773" y="2395"/>
                      </a:cubicBezTo>
                      <a:lnTo>
                        <a:pt x="2773" y="4978"/>
                      </a:lnTo>
                      <a:lnTo>
                        <a:pt x="2080" y="5703"/>
                      </a:lnTo>
                      <a:lnTo>
                        <a:pt x="2080" y="5199"/>
                      </a:lnTo>
                      <a:cubicBezTo>
                        <a:pt x="2080" y="4978"/>
                        <a:pt x="1922" y="4821"/>
                        <a:pt x="1702" y="4821"/>
                      </a:cubicBezTo>
                      <a:lnTo>
                        <a:pt x="1040" y="4821"/>
                      </a:lnTo>
                      <a:cubicBezTo>
                        <a:pt x="851" y="4821"/>
                        <a:pt x="694" y="4663"/>
                        <a:pt x="694" y="4474"/>
                      </a:cubicBezTo>
                      <a:lnTo>
                        <a:pt x="694" y="1009"/>
                      </a:lnTo>
                      <a:cubicBezTo>
                        <a:pt x="694" y="820"/>
                        <a:pt x="851" y="662"/>
                        <a:pt x="1040" y="662"/>
                      </a:cubicBezTo>
                      <a:close/>
                      <a:moveTo>
                        <a:pt x="10649" y="662"/>
                      </a:moveTo>
                      <a:cubicBezTo>
                        <a:pt x="10838" y="662"/>
                        <a:pt x="10996" y="820"/>
                        <a:pt x="10996" y="1009"/>
                      </a:cubicBezTo>
                      <a:lnTo>
                        <a:pt x="10996" y="4474"/>
                      </a:lnTo>
                      <a:cubicBezTo>
                        <a:pt x="10996" y="4695"/>
                        <a:pt x="10838" y="4852"/>
                        <a:pt x="10649" y="4852"/>
                      </a:cubicBezTo>
                      <a:lnTo>
                        <a:pt x="9893" y="4852"/>
                      </a:lnTo>
                      <a:cubicBezTo>
                        <a:pt x="9704" y="4852"/>
                        <a:pt x="9547" y="5010"/>
                        <a:pt x="9547" y="5199"/>
                      </a:cubicBezTo>
                      <a:lnTo>
                        <a:pt x="9547" y="5703"/>
                      </a:lnTo>
                      <a:lnTo>
                        <a:pt x="8885" y="5010"/>
                      </a:lnTo>
                      <a:lnTo>
                        <a:pt x="8885" y="2395"/>
                      </a:lnTo>
                      <a:cubicBezTo>
                        <a:pt x="8885" y="1859"/>
                        <a:pt x="8412" y="1387"/>
                        <a:pt x="7845" y="1387"/>
                      </a:cubicBezTo>
                      <a:lnTo>
                        <a:pt x="7499" y="1387"/>
                      </a:lnTo>
                      <a:lnTo>
                        <a:pt x="7499" y="1009"/>
                      </a:lnTo>
                      <a:cubicBezTo>
                        <a:pt x="7499" y="820"/>
                        <a:pt x="7656" y="662"/>
                        <a:pt x="7845" y="662"/>
                      </a:cubicBezTo>
                      <a:close/>
                      <a:moveTo>
                        <a:pt x="7845" y="2048"/>
                      </a:moveTo>
                      <a:cubicBezTo>
                        <a:pt x="8066" y="2048"/>
                        <a:pt x="8223" y="2206"/>
                        <a:pt x="8223" y="2395"/>
                      </a:cubicBezTo>
                      <a:lnTo>
                        <a:pt x="8223" y="6522"/>
                      </a:lnTo>
                      <a:cubicBezTo>
                        <a:pt x="8223" y="6742"/>
                        <a:pt x="8066" y="6900"/>
                        <a:pt x="7845" y="6900"/>
                      </a:cubicBezTo>
                      <a:lnTo>
                        <a:pt x="6711" y="6900"/>
                      </a:lnTo>
                      <a:cubicBezTo>
                        <a:pt x="6585" y="6900"/>
                        <a:pt x="6491" y="6931"/>
                        <a:pt x="6428" y="7057"/>
                      </a:cubicBezTo>
                      <a:lnTo>
                        <a:pt x="5798" y="8003"/>
                      </a:lnTo>
                      <a:lnTo>
                        <a:pt x="5167" y="7057"/>
                      </a:lnTo>
                      <a:cubicBezTo>
                        <a:pt x="5104" y="6963"/>
                        <a:pt x="5010" y="6900"/>
                        <a:pt x="4915" y="6900"/>
                      </a:cubicBezTo>
                      <a:lnTo>
                        <a:pt x="3750" y="6900"/>
                      </a:lnTo>
                      <a:cubicBezTo>
                        <a:pt x="3561" y="6900"/>
                        <a:pt x="3403" y="6742"/>
                        <a:pt x="3403" y="6522"/>
                      </a:cubicBezTo>
                      <a:lnTo>
                        <a:pt x="3403" y="2395"/>
                      </a:lnTo>
                      <a:cubicBezTo>
                        <a:pt x="3403" y="2206"/>
                        <a:pt x="3561" y="2048"/>
                        <a:pt x="3750" y="2048"/>
                      </a:cubicBezTo>
                      <a:close/>
                      <a:moveTo>
                        <a:pt x="1009" y="0"/>
                      </a:moveTo>
                      <a:cubicBezTo>
                        <a:pt x="473" y="0"/>
                        <a:pt x="1" y="473"/>
                        <a:pt x="1" y="1009"/>
                      </a:cubicBezTo>
                      <a:lnTo>
                        <a:pt x="1" y="4474"/>
                      </a:lnTo>
                      <a:cubicBezTo>
                        <a:pt x="1" y="5041"/>
                        <a:pt x="473" y="5514"/>
                        <a:pt x="1009" y="5514"/>
                      </a:cubicBezTo>
                      <a:lnTo>
                        <a:pt x="1355" y="5514"/>
                      </a:lnTo>
                      <a:lnTo>
                        <a:pt x="1355" y="6522"/>
                      </a:lnTo>
                      <a:cubicBezTo>
                        <a:pt x="1355" y="6736"/>
                        <a:pt x="1544" y="6877"/>
                        <a:pt x="1724" y="6877"/>
                      </a:cubicBezTo>
                      <a:cubicBezTo>
                        <a:pt x="1809" y="6877"/>
                        <a:pt x="1893" y="6845"/>
                        <a:pt x="1954" y="6774"/>
                      </a:cubicBezTo>
                      <a:lnTo>
                        <a:pt x="2742" y="5986"/>
                      </a:lnTo>
                      <a:lnTo>
                        <a:pt x="2742" y="6522"/>
                      </a:lnTo>
                      <a:cubicBezTo>
                        <a:pt x="2742" y="7089"/>
                        <a:pt x="3214" y="7562"/>
                        <a:pt x="3781" y="7562"/>
                      </a:cubicBezTo>
                      <a:lnTo>
                        <a:pt x="4726" y="7562"/>
                      </a:lnTo>
                      <a:lnTo>
                        <a:pt x="5545" y="8759"/>
                      </a:lnTo>
                      <a:cubicBezTo>
                        <a:pt x="5608" y="8869"/>
                        <a:pt x="5719" y="8924"/>
                        <a:pt x="5825" y="8924"/>
                      </a:cubicBezTo>
                      <a:cubicBezTo>
                        <a:pt x="5931" y="8924"/>
                        <a:pt x="6034" y="8869"/>
                        <a:pt x="6081" y="8759"/>
                      </a:cubicBezTo>
                      <a:lnTo>
                        <a:pt x="6932" y="7562"/>
                      </a:lnTo>
                      <a:lnTo>
                        <a:pt x="7877" y="7562"/>
                      </a:lnTo>
                      <a:cubicBezTo>
                        <a:pt x="8412" y="7562"/>
                        <a:pt x="8885" y="7089"/>
                        <a:pt x="8885" y="6522"/>
                      </a:cubicBezTo>
                      <a:lnTo>
                        <a:pt x="8885" y="5986"/>
                      </a:lnTo>
                      <a:lnTo>
                        <a:pt x="9673" y="6774"/>
                      </a:lnTo>
                      <a:cubicBezTo>
                        <a:pt x="9733" y="6845"/>
                        <a:pt x="9817" y="6877"/>
                        <a:pt x="9903" y="6877"/>
                      </a:cubicBezTo>
                      <a:cubicBezTo>
                        <a:pt x="10083" y="6877"/>
                        <a:pt x="10271" y="6736"/>
                        <a:pt x="10271" y="6522"/>
                      </a:cubicBezTo>
                      <a:lnTo>
                        <a:pt x="10271" y="5514"/>
                      </a:lnTo>
                      <a:lnTo>
                        <a:pt x="10649" y="5514"/>
                      </a:lnTo>
                      <a:cubicBezTo>
                        <a:pt x="11216" y="5514"/>
                        <a:pt x="11689" y="5041"/>
                        <a:pt x="11689" y="4474"/>
                      </a:cubicBezTo>
                      <a:lnTo>
                        <a:pt x="11689" y="1009"/>
                      </a:lnTo>
                      <a:cubicBezTo>
                        <a:pt x="11689" y="441"/>
                        <a:pt x="11216" y="0"/>
                        <a:pt x="10649" y="0"/>
                      </a:cubicBezTo>
                      <a:lnTo>
                        <a:pt x="7845" y="0"/>
                      </a:lnTo>
                      <a:cubicBezTo>
                        <a:pt x="7310" y="0"/>
                        <a:pt x="6837" y="473"/>
                        <a:pt x="6837" y="1009"/>
                      </a:cubicBezTo>
                      <a:lnTo>
                        <a:pt x="6837" y="1387"/>
                      </a:lnTo>
                      <a:lnTo>
                        <a:pt x="4789" y="1387"/>
                      </a:lnTo>
                      <a:lnTo>
                        <a:pt x="4789" y="1009"/>
                      </a:lnTo>
                      <a:cubicBezTo>
                        <a:pt x="4789" y="473"/>
                        <a:pt x="4317" y="0"/>
                        <a:pt x="378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" name="Google Shape;12585;p89">
                <a:extLst>
                  <a:ext uri="{FF2B5EF4-FFF2-40B4-BE49-F238E27FC236}">
                    <a16:creationId xmlns:a16="http://schemas.microsoft.com/office/drawing/2014/main" id="{0B196436-1781-3733-C2BE-27BE749FD6FF}"/>
                  </a:ext>
                </a:extLst>
              </p:cNvPr>
              <p:cNvGrpSpPr/>
              <p:nvPr/>
            </p:nvGrpSpPr>
            <p:grpSpPr>
              <a:xfrm>
                <a:off x="397214" y="4323868"/>
                <a:ext cx="566751" cy="644753"/>
                <a:chOff x="-1684475" y="2049000"/>
                <a:chExt cx="257575" cy="293025"/>
              </a:xfrm>
              <a:grpFill/>
            </p:grpSpPr>
            <p:sp>
              <p:nvSpPr>
                <p:cNvPr id="17859" name="Google Shape;12586;p89">
                  <a:extLst>
                    <a:ext uri="{FF2B5EF4-FFF2-40B4-BE49-F238E27FC236}">
                      <a16:creationId xmlns:a16="http://schemas.microsoft.com/office/drawing/2014/main" id="{6CB98A66-027D-01BE-818E-AC9CB1C1681C}"/>
                    </a:ext>
                  </a:extLst>
                </p:cNvPr>
                <p:cNvSpPr/>
                <p:nvPr/>
              </p:nvSpPr>
              <p:spPr>
                <a:xfrm>
                  <a:off x="-1684475" y="204900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1355" y="693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693"/>
                      </a:lnTo>
                      <a:close/>
                      <a:moveTo>
                        <a:pt x="9546" y="693"/>
                      </a:moveTo>
                      <a:lnTo>
                        <a:pt x="9546" y="1387"/>
                      </a:lnTo>
                      <a:lnTo>
                        <a:pt x="8885" y="1387"/>
                      </a:lnTo>
                      <a:lnTo>
                        <a:pt x="8885" y="693"/>
                      </a:lnTo>
                      <a:close/>
                      <a:moveTo>
                        <a:pt x="8223" y="1387"/>
                      </a:moveTo>
                      <a:lnTo>
                        <a:pt x="8223" y="1733"/>
                      </a:lnTo>
                      <a:cubicBezTo>
                        <a:pt x="8223" y="1922"/>
                        <a:pt x="8381" y="2080"/>
                        <a:pt x="8570" y="2080"/>
                      </a:cubicBezTo>
                      <a:lnTo>
                        <a:pt x="8916" y="2080"/>
                      </a:lnTo>
                      <a:lnTo>
                        <a:pt x="8916" y="9641"/>
                      </a:lnTo>
                      <a:lnTo>
                        <a:pt x="8538" y="9641"/>
                      </a:lnTo>
                      <a:cubicBezTo>
                        <a:pt x="8349" y="9641"/>
                        <a:pt x="8192" y="9798"/>
                        <a:pt x="8192" y="9987"/>
                      </a:cubicBezTo>
                      <a:lnTo>
                        <a:pt x="8192" y="10365"/>
                      </a:lnTo>
                      <a:lnTo>
                        <a:pt x="2080" y="10365"/>
                      </a:lnTo>
                      <a:lnTo>
                        <a:pt x="2080" y="9987"/>
                      </a:lnTo>
                      <a:cubicBezTo>
                        <a:pt x="2080" y="9798"/>
                        <a:pt x="1922" y="9641"/>
                        <a:pt x="1733" y="9641"/>
                      </a:cubicBezTo>
                      <a:lnTo>
                        <a:pt x="1355" y="9641"/>
                      </a:lnTo>
                      <a:lnTo>
                        <a:pt x="1355" y="2080"/>
                      </a:lnTo>
                      <a:lnTo>
                        <a:pt x="1733" y="2080"/>
                      </a:lnTo>
                      <a:cubicBezTo>
                        <a:pt x="1922" y="2080"/>
                        <a:pt x="2080" y="1922"/>
                        <a:pt x="2080" y="1733"/>
                      </a:cubicBezTo>
                      <a:lnTo>
                        <a:pt x="2080" y="1387"/>
                      </a:lnTo>
                      <a:close/>
                      <a:moveTo>
                        <a:pt x="1355" y="10365"/>
                      </a:moveTo>
                      <a:lnTo>
                        <a:pt x="1355" y="11027"/>
                      </a:lnTo>
                      <a:lnTo>
                        <a:pt x="694" y="11027"/>
                      </a:lnTo>
                      <a:lnTo>
                        <a:pt x="694" y="10365"/>
                      </a:lnTo>
                      <a:close/>
                      <a:moveTo>
                        <a:pt x="9609" y="10365"/>
                      </a:moveTo>
                      <a:lnTo>
                        <a:pt x="9609" y="11027"/>
                      </a:lnTo>
                      <a:lnTo>
                        <a:pt x="8916" y="11027"/>
                      </a:lnTo>
                      <a:lnTo>
                        <a:pt x="8916" y="10365"/>
                      </a:lnTo>
                      <a:close/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lnTo>
                        <a:pt x="0" y="1733"/>
                      </a:lnTo>
                      <a:cubicBezTo>
                        <a:pt x="0" y="1922"/>
                        <a:pt x="158" y="2080"/>
                        <a:pt x="347" y="2080"/>
                      </a:cubicBezTo>
                      <a:lnTo>
                        <a:pt x="694" y="2080"/>
                      </a:lnTo>
                      <a:lnTo>
                        <a:pt x="694" y="9641"/>
                      </a:lnTo>
                      <a:lnTo>
                        <a:pt x="347" y="9641"/>
                      </a:lnTo>
                      <a:cubicBezTo>
                        <a:pt x="158" y="9641"/>
                        <a:pt x="0" y="9798"/>
                        <a:pt x="0" y="9987"/>
                      </a:cubicBezTo>
                      <a:lnTo>
                        <a:pt x="0" y="11374"/>
                      </a:lnTo>
                      <a:cubicBezTo>
                        <a:pt x="0" y="11563"/>
                        <a:pt x="158" y="11720"/>
                        <a:pt x="347" y="11720"/>
                      </a:cubicBezTo>
                      <a:lnTo>
                        <a:pt x="1733" y="11720"/>
                      </a:lnTo>
                      <a:cubicBezTo>
                        <a:pt x="1922" y="11720"/>
                        <a:pt x="2080" y="11563"/>
                        <a:pt x="2080" y="11374"/>
                      </a:cubicBezTo>
                      <a:lnTo>
                        <a:pt x="2080" y="11027"/>
                      </a:lnTo>
                      <a:lnTo>
                        <a:pt x="8223" y="11027"/>
                      </a:lnTo>
                      <a:lnTo>
                        <a:pt x="8223" y="11374"/>
                      </a:lnTo>
                      <a:cubicBezTo>
                        <a:pt x="8223" y="11563"/>
                        <a:pt x="8381" y="11720"/>
                        <a:pt x="8570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74"/>
                      </a:cubicBezTo>
                      <a:lnTo>
                        <a:pt x="10303" y="9987"/>
                      </a:lnTo>
                      <a:cubicBezTo>
                        <a:pt x="10303" y="9798"/>
                        <a:pt x="10145" y="9641"/>
                        <a:pt x="9956" y="9641"/>
                      </a:cubicBezTo>
                      <a:lnTo>
                        <a:pt x="9609" y="9641"/>
                      </a:lnTo>
                      <a:lnTo>
                        <a:pt x="9609" y="2080"/>
                      </a:lnTo>
                      <a:lnTo>
                        <a:pt x="9924" y="2080"/>
                      </a:lnTo>
                      <a:cubicBezTo>
                        <a:pt x="10113" y="2080"/>
                        <a:pt x="10271" y="1922"/>
                        <a:pt x="10271" y="1733"/>
                      </a:cubicBezTo>
                      <a:lnTo>
                        <a:pt x="10271" y="347"/>
                      </a:lnTo>
                      <a:cubicBezTo>
                        <a:pt x="10271" y="158"/>
                        <a:pt x="10113" y="0"/>
                        <a:pt x="9924" y="0"/>
                      </a:cubicBezTo>
                      <a:lnTo>
                        <a:pt x="8538" y="0"/>
                      </a:lnTo>
                      <a:cubicBezTo>
                        <a:pt x="8349" y="0"/>
                        <a:pt x="8192" y="158"/>
                        <a:pt x="8192" y="347"/>
                      </a:cubicBezTo>
                      <a:lnTo>
                        <a:pt x="8192" y="693"/>
                      </a:lnTo>
                      <a:lnTo>
                        <a:pt x="2080" y="693"/>
                      </a:lnTo>
                      <a:lnTo>
                        <a:pt x="2080" y="347"/>
                      </a:lnTo>
                      <a:cubicBezTo>
                        <a:pt x="2080" y="158"/>
                        <a:pt x="1922" y="0"/>
                        <a:pt x="17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0" name="Google Shape;12587;p89">
                  <a:extLst>
                    <a:ext uri="{FF2B5EF4-FFF2-40B4-BE49-F238E27FC236}">
                      <a16:creationId xmlns:a16="http://schemas.microsoft.com/office/drawing/2014/main" id="{7C511145-5491-4A3F-28E1-4E32DA7B9A6A}"/>
                    </a:ext>
                  </a:extLst>
                </p:cNvPr>
                <p:cNvSpPr/>
                <p:nvPr/>
              </p:nvSpPr>
              <p:spPr>
                <a:xfrm>
                  <a:off x="-1615950" y="223880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cubicBezTo>
                        <a:pt x="0" y="568"/>
                        <a:pt x="158" y="726"/>
                        <a:pt x="347" y="726"/>
                      </a:cubicBezTo>
                      <a:lnTo>
                        <a:pt x="4443" y="726"/>
                      </a:lnTo>
                      <a:cubicBezTo>
                        <a:pt x="4663" y="726"/>
                        <a:pt x="4821" y="568"/>
                        <a:pt x="4821" y="348"/>
                      </a:cubicBezTo>
                      <a:cubicBezTo>
                        <a:pt x="4821" y="159"/>
                        <a:pt x="4663" y="1"/>
                        <a:pt x="444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1" name="Google Shape;12588;p89">
                  <a:extLst>
                    <a:ext uri="{FF2B5EF4-FFF2-40B4-BE49-F238E27FC236}">
                      <a16:creationId xmlns:a16="http://schemas.microsoft.com/office/drawing/2014/main" id="{E60D1903-F926-E04B-E0CB-49CF5904CDDF}"/>
                    </a:ext>
                  </a:extLst>
                </p:cNvPr>
                <p:cNvSpPr/>
                <p:nvPr/>
              </p:nvSpPr>
              <p:spPr>
                <a:xfrm>
                  <a:off x="-1615950" y="2273475"/>
                  <a:ext cx="120525" cy="17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694" extrusionOk="0">
                      <a:moveTo>
                        <a:pt x="347" y="0"/>
                      </a:moveTo>
                      <a:cubicBezTo>
                        <a:pt x="158" y="0"/>
                        <a:pt x="0" y="158"/>
                        <a:pt x="0" y="347"/>
                      </a:cubicBezTo>
                      <a:cubicBezTo>
                        <a:pt x="0" y="536"/>
                        <a:pt x="158" y="693"/>
                        <a:pt x="347" y="693"/>
                      </a:cubicBezTo>
                      <a:lnTo>
                        <a:pt x="4443" y="693"/>
                      </a:lnTo>
                      <a:cubicBezTo>
                        <a:pt x="4663" y="693"/>
                        <a:pt x="4821" y="536"/>
                        <a:pt x="4821" y="347"/>
                      </a:cubicBezTo>
                      <a:cubicBezTo>
                        <a:pt x="4821" y="158"/>
                        <a:pt x="4663" y="0"/>
                        <a:pt x="444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62" name="Google Shape;12589;p89">
                  <a:extLst>
                    <a:ext uri="{FF2B5EF4-FFF2-40B4-BE49-F238E27FC236}">
                      <a16:creationId xmlns:a16="http://schemas.microsoft.com/office/drawing/2014/main" id="{0E1EDA0A-2703-82BE-BEE8-BCAE3B4E11AE}"/>
                    </a:ext>
                  </a:extLst>
                </p:cNvPr>
                <p:cNvSpPr/>
                <p:nvPr/>
              </p:nvSpPr>
              <p:spPr>
                <a:xfrm>
                  <a:off x="-1630925" y="2100975"/>
                  <a:ext cx="153625" cy="116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45" h="4664" extrusionOk="0">
                      <a:moveTo>
                        <a:pt x="4695" y="662"/>
                      </a:moveTo>
                      <a:lnTo>
                        <a:pt x="2994" y="1985"/>
                      </a:lnTo>
                      <a:lnTo>
                        <a:pt x="1261" y="662"/>
                      </a:lnTo>
                      <a:close/>
                      <a:moveTo>
                        <a:pt x="599" y="1040"/>
                      </a:moveTo>
                      <a:lnTo>
                        <a:pt x="2427" y="2395"/>
                      </a:lnTo>
                      <a:lnTo>
                        <a:pt x="599" y="3781"/>
                      </a:lnTo>
                      <a:lnTo>
                        <a:pt x="599" y="1040"/>
                      </a:lnTo>
                      <a:close/>
                      <a:moveTo>
                        <a:pt x="5357" y="1040"/>
                      </a:moveTo>
                      <a:lnTo>
                        <a:pt x="5357" y="3781"/>
                      </a:lnTo>
                      <a:lnTo>
                        <a:pt x="3561" y="2395"/>
                      </a:lnTo>
                      <a:lnTo>
                        <a:pt x="5357" y="1040"/>
                      </a:lnTo>
                      <a:close/>
                      <a:moveTo>
                        <a:pt x="2994" y="2836"/>
                      </a:moveTo>
                      <a:lnTo>
                        <a:pt x="4695" y="4128"/>
                      </a:lnTo>
                      <a:lnTo>
                        <a:pt x="1292" y="4128"/>
                      </a:lnTo>
                      <a:lnTo>
                        <a:pt x="2994" y="2836"/>
                      </a:lnTo>
                      <a:close/>
                      <a:moveTo>
                        <a:pt x="316" y="1"/>
                      </a:moveTo>
                      <a:cubicBezTo>
                        <a:pt x="158" y="1"/>
                        <a:pt x="1" y="127"/>
                        <a:pt x="1" y="284"/>
                      </a:cubicBezTo>
                      <a:lnTo>
                        <a:pt x="1" y="4380"/>
                      </a:lnTo>
                      <a:cubicBezTo>
                        <a:pt x="64" y="4506"/>
                        <a:pt x="127" y="4600"/>
                        <a:pt x="253" y="4663"/>
                      </a:cubicBezTo>
                      <a:lnTo>
                        <a:pt x="5798" y="4663"/>
                      </a:lnTo>
                      <a:cubicBezTo>
                        <a:pt x="5955" y="4663"/>
                        <a:pt x="6113" y="4537"/>
                        <a:pt x="6144" y="4317"/>
                      </a:cubicBezTo>
                      <a:lnTo>
                        <a:pt x="6081" y="316"/>
                      </a:lnTo>
                      <a:cubicBezTo>
                        <a:pt x="6081" y="158"/>
                        <a:pt x="5955" y="32"/>
                        <a:pt x="5798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5" name="Google Shape;12590;p89">
                <a:extLst>
                  <a:ext uri="{FF2B5EF4-FFF2-40B4-BE49-F238E27FC236}">
                    <a16:creationId xmlns:a16="http://schemas.microsoft.com/office/drawing/2014/main" id="{D97AF597-9228-0764-DEC1-50CD3B455652}"/>
                  </a:ext>
                </a:extLst>
              </p:cNvPr>
              <p:cNvSpPr/>
              <p:nvPr/>
            </p:nvSpPr>
            <p:spPr>
              <a:xfrm>
                <a:off x="2878542" y="4325150"/>
                <a:ext cx="670717" cy="642168"/>
              </a:xfrm>
              <a:custGeom>
                <a:avLst/>
                <a:gdLst/>
                <a:ahLst/>
                <a:cxnLst/>
                <a:rect l="l" t="t" r="r" b="b"/>
                <a:pathLst>
                  <a:path w="12193" h="11674" extrusionOk="0">
                    <a:moveTo>
                      <a:pt x="9483" y="1174"/>
                    </a:moveTo>
                    <a:lnTo>
                      <a:pt x="9483" y="2308"/>
                    </a:lnTo>
                    <a:cubicBezTo>
                      <a:pt x="9483" y="2497"/>
                      <a:pt x="9641" y="2655"/>
                      <a:pt x="9830" y="2655"/>
                    </a:cubicBezTo>
                    <a:lnTo>
                      <a:pt x="10901" y="2655"/>
                    </a:lnTo>
                    <a:lnTo>
                      <a:pt x="9515" y="4041"/>
                    </a:lnTo>
                    <a:lnTo>
                      <a:pt x="8097" y="4041"/>
                    </a:lnTo>
                    <a:lnTo>
                      <a:pt x="8097" y="2560"/>
                    </a:lnTo>
                    <a:lnTo>
                      <a:pt x="9483" y="1174"/>
                    </a:lnTo>
                    <a:close/>
                    <a:moveTo>
                      <a:pt x="4885" y="6181"/>
                    </a:moveTo>
                    <a:cubicBezTo>
                      <a:pt x="5033" y="6181"/>
                      <a:pt x="5183" y="6212"/>
                      <a:pt x="5325" y="6278"/>
                    </a:cubicBezTo>
                    <a:lnTo>
                      <a:pt x="4600" y="7003"/>
                    </a:lnTo>
                    <a:cubicBezTo>
                      <a:pt x="4474" y="7129"/>
                      <a:pt x="4474" y="7349"/>
                      <a:pt x="4600" y="7475"/>
                    </a:cubicBezTo>
                    <a:cubicBezTo>
                      <a:pt x="4663" y="7538"/>
                      <a:pt x="4750" y="7570"/>
                      <a:pt x="4836" y="7570"/>
                    </a:cubicBezTo>
                    <a:cubicBezTo>
                      <a:pt x="4923" y="7570"/>
                      <a:pt x="5010" y="7538"/>
                      <a:pt x="5073" y="7475"/>
                    </a:cubicBezTo>
                    <a:lnTo>
                      <a:pt x="5797" y="6751"/>
                    </a:lnTo>
                    <a:lnTo>
                      <a:pt x="5797" y="6751"/>
                    </a:lnTo>
                    <a:cubicBezTo>
                      <a:pt x="5986" y="7160"/>
                      <a:pt x="5892" y="7633"/>
                      <a:pt x="5577" y="7948"/>
                    </a:cubicBezTo>
                    <a:cubicBezTo>
                      <a:pt x="5388" y="8137"/>
                      <a:pt x="5128" y="8231"/>
                      <a:pt x="4864" y="8231"/>
                    </a:cubicBezTo>
                    <a:cubicBezTo>
                      <a:pt x="4600" y="8231"/>
                      <a:pt x="4332" y="8137"/>
                      <a:pt x="4127" y="7948"/>
                    </a:cubicBezTo>
                    <a:cubicBezTo>
                      <a:pt x="3749" y="7538"/>
                      <a:pt x="3749" y="6877"/>
                      <a:pt x="4127" y="6499"/>
                    </a:cubicBezTo>
                    <a:cubicBezTo>
                      <a:pt x="4333" y="6293"/>
                      <a:pt x="4606" y="6181"/>
                      <a:pt x="4885" y="6181"/>
                    </a:cubicBezTo>
                    <a:close/>
                    <a:moveTo>
                      <a:pt x="4897" y="4831"/>
                    </a:moveTo>
                    <a:cubicBezTo>
                      <a:pt x="5396" y="4831"/>
                      <a:pt x="5890" y="4990"/>
                      <a:pt x="6301" y="5301"/>
                    </a:cubicBezTo>
                    <a:lnTo>
                      <a:pt x="5829" y="5774"/>
                    </a:lnTo>
                    <a:cubicBezTo>
                      <a:pt x="5553" y="5590"/>
                      <a:pt x="5233" y="5499"/>
                      <a:pt x="4911" y="5499"/>
                    </a:cubicBezTo>
                    <a:cubicBezTo>
                      <a:pt x="4460" y="5499"/>
                      <a:pt x="4004" y="5677"/>
                      <a:pt x="3655" y="6026"/>
                    </a:cubicBezTo>
                    <a:cubicBezTo>
                      <a:pt x="2993" y="6688"/>
                      <a:pt x="2993" y="7790"/>
                      <a:pt x="3655" y="8420"/>
                    </a:cubicBezTo>
                    <a:cubicBezTo>
                      <a:pt x="3986" y="8751"/>
                      <a:pt x="4427" y="8917"/>
                      <a:pt x="4864" y="8917"/>
                    </a:cubicBezTo>
                    <a:cubicBezTo>
                      <a:pt x="5301" y="8917"/>
                      <a:pt x="5734" y="8751"/>
                      <a:pt x="6049" y="8420"/>
                    </a:cubicBezTo>
                    <a:cubicBezTo>
                      <a:pt x="6648" y="7822"/>
                      <a:pt x="6742" y="6908"/>
                      <a:pt x="6301" y="6246"/>
                    </a:cubicBezTo>
                    <a:lnTo>
                      <a:pt x="6774" y="5774"/>
                    </a:lnTo>
                    <a:lnTo>
                      <a:pt x="6774" y="5774"/>
                    </a:lnTo>
                    <a:cubicBezTo>
                      <a:pt x="7467" y="6719"/>
                      <a:pt x="7404" y="8074"/>
                      <a:pt x="6585" y="8924"/>
                    </a:cubicBezTo>
                    <a:cubicBezTo>
                      <a:pt x="6112" y="9397"/>
                      <a:pt x="5498" y="9633"/>
                      <a:pt x="4883" y="9633"/>
                    </a:cubicBezTo>
                    <a:cubicBezTo>
                      <a:pt x="4269" y="9633"/>
                      <a:pt x="3655" y="9397"/>
                      <a:pt x="3182" y="8924"/>
                    </a:cubicBezTo>
                    <a:cubicBezTo>
                      <a:pt x="2237" y="7979"/>
                      <a:pt x="2237" y="6499"/>
                      <a:pt x="3182" y="5553"/>
                    </a:cubicBezTo>
                    <a:cubicBezTo>
                      <a:pt x="3667" y="5068"/>
                      <a:pt x="4286" y="4831"/>
                      <a:pt x="4897" y="4831"/>
                    </a:cubicBezTo>
                    <a:close/>
                    <a:moveTo>
                      <a:pt x="4873" y="3463"/>
                    </a:moveTo>
                    <a:cubicBezTo>
                      <a:pt x="5728" y="3463"/>
                      <a:pt x="6583" y="3748"/>
                      <a:pt x="7278" y="4325"/>
                    </a:cubicBezTo>
                    <a:lnTo>
                      <a:pt x="6805" y="4797"/>
                    </a:lnTo>
                    <a:cubicBezTo>
                      <a:pt x="6228" y="4353"/>
                      <a:pt x="5533" y="4125"/>
                      <a:pt x="4844" y="4125"/>
                    </a:cubicBezTo>
                    <a:cubicBezTo>
                      <a:pt x="4065" y="4125"/>
                      <a:pt x="3294" y="4416"/>
                      <a:pt x="2710" y="5018"/>
                    </a:cubicBezTo>
                    <a:cubicBezTo>
                      <a:pt x="1481" y="6246"/>
                      <a:pt x="1481" y="8168"/>
                      <a:pt x="2710" y="9397"/>
                    </a:cubicBezTo>
                    <a:cubicBezTo>
                      <a:pt x="3324" y="10011"/>
                      <a:pt x="4112" y="10318"/>
                      <a:pt x="4899" y="10318"/>
                    </a:cubicBezTo>
                    <a:cubicBezTo>
                      <a:pt x="5687" y="10318"/>
                      <a:pt x="6474" y="10011"/>
                      <a:pt x="7089" y="9397"/>
                    </a:cubicBezTo>
                    <a:cubicBezTo>
                      <a:pt x="8223" y="8263"/>
                      <a:pt x="8255" y="6467"/>
                      <a:pt x="7309" y="5301"/>
                    </a:cubicBezTo>
                    <a:lnTo>
                      <a:pt x="7782" y="4829"/>
                    </a:lnTo>
                    <a:lnTo>
                      <a:pt x="7782" y="4829"/>
                    </a:lnTo>
                    <a:cubicBezTo>
                      <a:pt x="8979" y="6278"/>
                      <a:pt x="8885" y="8483"/>
                      <a:pt x="7530" y="9870"/>
                    </a:cubicBezTo>
                    <a:cubicBezTo>
                      <a:pt x="6790" y="10594"/>
                      <a:pt x="5821" y="10956"/>
                      <a:pt x="4856" y="10956"/>
                    </a:cubicBezTo>
                    <a:cubicBezTo>
                      <a:pt x="3891" y="10956"/>
                      <a:pt x="2930" y="10594"/>
                      <a:pt x="2206" y="9870"/>
                    </a:cubicBezTo>
                    <a:cubicBezTo>
                      <a:pt x="756" y="8420"/>
                      <a:pt x="756" y="6026"/>
                      <a:pt x="2206" y="4545"/>
                    </a:cubicBezTo>
                    <a:cubicBezTo>
                      <a:pt x="2941" y="3827"/>
                      <a:pt x="3907" y="3463"/>
                      <a:pt x="4873" y="3463"/>
                    </a:cubicBezTo>
                    <a:close/>
                    <a:moveTo>
                      <a:pt x="9899" y="0"/>
                    </a:moveTo>
                    <a:cubicBezTo>
                      <a:pt x="9813" y="0"/>
                      <a:pt x="9722" y="32"/>
                      <a:pt x="9641" y="103"/>
                    </a:cubicBezTo>
                    <a:lnTo>
                      <a:pt x="7561" y="2182"/>
                    </a:lnTo>
                    <a:cubicBezTo>
                      <a:pt x="7467" y="2277"/>
                      <a:pt x="7435" y="2340"/>
                      <a:pt x="7435" y="2434"/>
                    </a:cubicBezTo>
                    <a:lnTo>
                      <a:pt x="7435" y="3600"/>
                    </a:lnTo>
                    <a:cubicBezTo>
                      <a:pt x="6670" y="3071"/>
                      <a:pt x="5769" y="2807"/>
                      <a:pt x="4868" y="2807"/>
                    </a:cubicBezTo>
                    <a:cubicBezTo>
                      <a:pt x="3731" y="2807"/>
                      <a:pt x="2595" y="3229"/>
                      <a:pt x="1733" y="4073"/>
                    </a:cubicBezTo>
                    <a:cubicBezTo>
                      <a:pt x="0" y="5805"/>
                      <a:pt x="0" y="8641"/>
                      <a:pt x="1733" y="10374"/>
                    </a:cubicBezTo>
                    <a:cubicBezTo>
                      <a:pt x="2599" y="11240"/>
                      <a:pt x="3741" y="11673"/>
                      <a:pt x="4883" y="11673"/>
                    </a:cubicBezTo>
                    <a:cubicBezTo>
                      <a:pt x="6026" y="11673"/>
                      <a:pt x="7168" y="11240"/>
                      <a:pt x="8034" y="10374"/>
                    </a:cubicBezTo>
                    <a:cubicBezTo>
                      <a:pt x="9578" y="8861"/>
                      <a:pt x="9735" y="6436"/>
                      <a:pt x="8538" y="4703"/>
                    </a:cubicBezTo>
                    <a:lnTo>
                      <a:pt x="9672" y="4703"/>
                    </a:lnTo>
                    <a:cubicBezTo>
                      <a:pt x="9767" y="4703"/>
                      <a:pt x="9893" y="4671"/>
                      <a:pt x="9924" y="4608"/>
                    </a:cubicBezTo>
                    <a:lnTo>
                      <a:pt x="12004" y="2497"/>
                    </a:lnTo>
                    <a:cubicBezTo>
                      <a:pt x="12193" y="2308"/>
                      <a:pt x="12035" y="1962"/>
                      <a:pt x="11783" y="1962"/>
                    </a:cubicBezTo>
                    <a:lnTo>
                      <a:pt x="10239" y="1962"/>
                    </a:lnTo>
                    <a:lnTo>
                      <a:pt x="10239" y="355"/>
                    </a:lnTo>
                    <a:cubicBezTo>
                      <a:pt x="10239" y="141"/>
                      <a:pt x="10080" y="0"/>
                      <a:pt x="989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5" name="Google Shape;12592;p89">
                <a:extLst>
                  <a:ext uri="{FF2B5EF4-FFF2-40B4-BE49-F238E27FC236}">
                    <a16:creationId xmlns:a16="http://schemas.microsoft.com/office/drawing/2014/main" id="{5AC96942-A32E-84B1-4D11-D379EAE5AD4E}"/>
                  </a:ext>
                </a:extLst>
              </p:cNvPr>
              <p:cNvSpPr/>
              <p:nvPr/>
            </p:nvSpPr>
            <p:spPr>
              <a:xfrm>
                <a:off x="5410974" y="4324751"/>
                <a:ext cx="641288" cy="642992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6" name="Google Shape;12593;p89">
                <a:extLst>
                  <a:ext uri="{FF2B5EF4-FFF2-40B4-BE49-F238E27FC236}">
                    <a16:creationId xmlns:a16="http://schemas.microsoft.com/office/drawing/2014/main" id="{5D96D3BA-90B4-9E50-6C79-4C24D6AE79B0}"/>
                  </a:ext>
                </a:extLst>
              </p:cNvPr>
              <p:cNvSpPr/>
              <p:nvPr/>
            </p:nvSpPr>
            <p:spPr>
              <a:xfrm>
                <a:off x="5483751" y="4397527"/>
                <a:ext cx="3993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7" name="Google Shape;12594;p89">
                <a:extLst>
                  <a:ext uri="{FF2B5EF4-FFF2-40B4-BE49-F238E27FC236}">
                    <a16:creationId xmlns:a16="http://schemas.microsoft.com/office/drawing/2014/main" id="{8CB9DED4-A1AA-0051-F8C5-E375113F7749}"/>
                  </a:ext>
                </a:extLst>
              </p:cNvPr>
              <p:cNvSpPr/>
              <p:nvPr/>
            </p:nvSpPr>
            <p:spPr>
              <a:xfrm>
                <a:off x="5559992" y="4397527"/>
                <a:ext cx="3817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8" name="Google Shape;12595;p89">
                <a:extLst>
                  <a:ext uri="{FF2B5EF4-FFF2-40B4-BE49-F238E27FC236}">
                    <a16:creationId xmlns:a16="http://schemas.microsoft.com/office/drawing/2014/main" id="{9E4E290D-57BF-C9B9-F559-C5A8A9DD810D}"/>
                  </a:ext>
                </a:extLst>
              </p:cNvPr>
              <p:cNvSpPr/>
              <p:nvPr/>
            </p:nvSpPr>
            <p:spPr>
              <a:xfrm>
                <a:off x="5636234" y="4397527"/>
                <a:ext cx="38231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39" name="Google Shape;12596;p89">
                <a:extLst>
                  <a:ext uri="{FF2B5EF4-FFF2-40B4-BE49-F238E27FC236}">
                    <a16:creationId xmlns:a16="http://schemas.microsoft.com/office/drawing/2014/main" id="{B4837DE1-78DB-329B-CB38-49AC981F046A}"/>
                  </a:ext>
                </a:extLst>
              </p:cNvPr>
              <p:cNvSpPr/>
              <p:nvPr/>
            </p:nvSpPr>
            <p:spPr>
              <a:xfrm>
                <a:off x="5709065" y="4397527"/>
                <a:ext cx="265196" cy="39936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840" name="Google Shape;12597;p89">
                <a:extLst>
                  <a:ext uri="{FF2B5EF4-FFF2-40B4-BE49-F238E27FC236}">
                    <a16:creationId xmlns:a16="http://schemas.microsoft.com/office/drawing/2014/main" id="{CAD405B5-BF96-18C5-BF37-21CCFF4AAA46}"/>
                  </a:ext>
                </a:extLst>
              </p:cNvPr>
              <p:cNvSpPr/>
              <p:nvPr/>
            </p:nvSpPr>
            <p:spPr>
              <a:xfrm>
                <a:off x="5636234" y="4666187"/>
                <a:ext cx="187248" cy="187193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841" name="Google Shape;12598;p89">
                <a:extLst>
                  <a:ext uri="{FF2B5EF4-FFF2-40B4-BE49-F238E27FC236}">
                    <a16:creationId xmlns:a16="http://schemas.microsoft.com/office/drawing/2014/main" id="{7827E165-B35D-31ED-9C7D-08B468976187}"/>
                  </a:ext>
                </a:extLst>
              </p:cNvPr>
              <p:cNvGrpSpPr/>
              <p:nvPr/>
            </p:nvGrpSpPr>
            <p:grpSpPr>
              <a:xfrm>
                <a:off x="4600743" y="4323869"/>
                <a:ext cx="566751" cy="644753"/>
                <a:chOff x="-919700" y="2420750"/>
                <a:chExt cx="257575" cy="293025"/>
              </a:xfrm>
              <a:grpFill/>
            </p:grpSpPr>
            <p:sp>
              <p:nvSpPr>
                <p:cNvPr id="17856" name="Google Shape;12599;p89">
                  <a:extLst>
                    <a:ext uri="{FF2B5EF4-FFF2-40B4-BE49-F238E27FC236}">
                      <a16:creationId xmlns:a16="http://schemas.microsoft.com/office/drawing/2014/main" id="{2DBC9F94-97F2-185C-3095-C894AE5135D6}"/>
                    </a:ext>
                  </a:extLst>
                </p:cNvPr>
                <p:cNvSpPr/>
                <p:nvPr/>
              </p:nvSpPr>
              <p:spPr>
                <a:xfrm>
                  <a:off x="-884250" y="2490850"/>
                  <a:ext cx="84300" cy="51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72" h="2049" extrusionOk="0">
                      <a:moveTo>
                        <a:pt x="977" y="631"/>
                      </a:moveTo>
                      <a:cubicBezTo>
                        <a:pt x="1166" y="631"/>
                        <a:pt x="1324" y="788"/>
                        <a:pt x="1324" y="977"/>
                      </a:cubicBezTo>
                      <a:cubicBezTo>
                        <a:pt x="1324" y="1198"/>
                        <a:pt x="1166" y="1355"/>
                        <a:pt x="977" y="1355"/>
                      </a:cubicBezTo>
                      <a:cubicBezTo>
                        <a:pt x="788" y="1355"/>
                        <a:pt x="631" y="1198"/>
                        <a:pt x="631" y="977"/>
                      </a:cubicBezTo>
                      <a:cubicBezTo>
                        <a:pt x="631" y="788"/>
                        <a:pt x="788" y="631"/>
                        <a:pt x="977" y="631"/>
                      </a:cubicBezTo>
                      <a:close/>
                      <a:moveTo>
                        <a:pt x="2363" y="631"/>
                      </a:moveTo>
                      <a:cubicBezTo>
                        <a:pt x="2552" y="631"/>
                        <a:pt x="2710" y="788"/>
                        <a:pt x="2710" y="977"/>
                      </a:cubicBezTo>
                      <a:cubicBezTo>
                        <a:pt x="2710" y="1198"/>
                        <a:pt x="2552" y="1355"/>
                        <a:pt x="2363" y="1355"/>
                      </a:cubicBezTo>
                      <a:cubicBezTo>
                        <a:pt x="2174" y="1355"/>
                        <a:pt x="2017" y="1198"/>
                        <a:pt x="2017" y="977"/>
                      </a:cubicBezTo>
                      <a:cubicBezTo>
                        <a:pt x="2017" y="788"/>
                        <a:pt x="2174" y="631"/>
                        <a:pt x="2363" y="631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576"/>
                        <a:pt x="473" y="2048"/>
                        <a:pt x="1009" y="2048"/>
                      </a:cubicBezTo>
                      <a:cubicBezTo>
                        <a:pt x="1292" y="2048"/>
                        <a:pt x="1544" y="1922"/>
                        <a:pt x="1702" y="1765"/>
                      </a:cubicBezTo>
                      <a:cubicBezTo>
                        <a:pt x="1891" y="1922"/>
                        <a:pt x="2111" y="2048"/>
                        <a:pt x="2363" y="2048"/>
                      </a:cubicBezTo>
                      <a:cubicBezTo>
                        <a:pt x="2899" y="2048"/>
                        <a:pt x="3371" y="1576"/>
                        <a:pt x="3371" y="1040"/>
                      </a:cubicBezTo>
                      <a:cubicBezTo>
                        <a:pt x="3371" y="442"/>
                        <a:pt x="2899" y="1"/>
                        <a:pt x="2363" y="1"/>
                      </a:cubicBezTo>
                      <a:cubicBezTo>
                        <a:pt x="2080" y="1"/>
                        <a:pt x="1859" y="127"/>
                        <a:pt x="1702" y="284"/>
                      </a:cubicBezTo>
                      <a:cubicBezTo>
                        <a:pt x="1481" y="127"/>
                        <a:pt x="1261" y="1"/>
                        <a:pt x="100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7" name="Google Shape;12600;p89">
                  <a:extLst>
                    <a:ext uri="{FF2B5EF4-FFF2-40B4-BE49-F238E27FC236}">
                      <a16:creationId xmlns:a16="http://schemas.microsoft.com/office/drawing/2014/main" id="{0F7A8D91-3E0F-4B2A-9D4F-5839B91498FA}"/>
                    </a:ext>
                  </a:extLst>
                </p:cNvPr>
                <p:cNvSpPr/>
                <p:nvPr/>
              </p:nvSpPr>
              <p:spPr>
                <a:xfrm>
                  <a:off x="-919700" y="2420750"/>
                  <a:ext cx="257575" cy="293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03" h="11721" extrusionOk="0">
                      <a:moveTo>
                        <a:pt x="7152" y="694"/>
                      </a:moveTo>
                      <a:cubicBezTo>
                        <a:pt x="7373" y="694"/>
                        <a:pt x="7530" y="851"/>
                        <a:pt x="7530" y="1040"/>
                      </a:cubicBezTo>
                      <a:lnTo>
                        <a:pt x="7530" y="1418"/>
                      </a:lnTo>
                      <a:lnTo>
                        <a:pt x="662" y="1418"/>
                      </a:lnTo>
                      <a:lnTo>
                        <a:pt x="662" y="1040"/>
                      </a:lnTo>
                      <a:cubicBezTo>
                        <a:pt x="694" y="851"/>
                        <a:pt x="851" y="694"/>
                        <a:pt x="1009" y="694"/>
                      </a:cubicBezTo>
                      <a:close/>
                      <a:moveTo>
                        <a:pt x="7562" y="2111"/>
                      </a:moveTo>
                      <a:lnTo>
                        <a:pt x="7562" y="3403"/>
                      </a:lnTo>
                      <a:lnTo>
                        <a:pt x="7247" y="3088"/>
                      </a:lnTo>
                      <a:cubicBezTo>
                        <a:pt x="7042" y="2883"/>
                        <a:pt x="6784" y="2792"/>
                        <a:pt x="6528" y="2792"/>
                      </a:cubicBezTo>
                      <a:cubicBezTo>
                        <a:pt x="5999" y="2792"/>
                        <a:pt x="5483" y="3186"/>
                        <a:pt x="5483" y="3781"/>
                      </a:cubicBezTo>
                      <a:cubicBezTo>
                        <a:pt x="5483" y="4065"/>
                        <a:pt x="5577" y="4348"/>
                        <a:pt x="5798" y="4506"/>
                      </a:cubicBezTo>
                      <a:lnTo>
                        <a:pt x="6774" y="5482"/>
                      </a:lnTo>
                      <a:lnTo>
                        <a:pt x="1009" y="5482"/>
                      </a:lnTo>
                      <a:cubicBezTo>
                        <a:pt x="995" y="5485"/>
                        <a:pt x="982" y="5486"/>
                        <a:pt x="968" y="5486"/>
                      </a:cubicBezTo>
                      <a:cubicBezTo>
                        <a:pt x="825" y="5486"/>
                        <a:pt x="694" y="5340"/>
                        <a:pt x="694" y="5167"/>
                      </a:cubicBezTo>
                      <a:lnTo>
                        <a:pt x="694" y="2111"/>
                      </a:lnTo>
                      <a:close/>
                      <a:moveTo>
                        <a:pt x="8160" y="2584"/>
                      </a:moveTo>
                      <a:lnTo>
                        <a:pt x="9200" y="3624"/>
                      </a:lnTo>
                      <a:cubicBezTo>
                        <a:pt x="9421" y="3844"/>
                        <a:pt x="9515" y="4065"/>
                        <a:pt x="9515" y="4348"/>
                      </a:cubicBezTo>
                      <a:lnTo>
                        <a:pt x="9515" y="6900"/>
                      </a:lnTo>
                      <a:cubicBezTo>
                        <a:pt x="9515" y="7373"/>
                        <a:pt x="9358" y="7845"/>
                        <a:pt x="9043" y="8192"/>
                      </a:cubicBezTo>
                      <a:lnTo>
                        <a:pt x="5955" y="8192"/>
                      </a:lnTo>
                      <a:cubicBezTo>
                        <a:pt x="5640" y="7845"/>
                        <a:pt x="5483" y="7373"/>
                        <a:pt x="5483" y="6900"/>
                      </a:cubicBezTo>
                      <a:lnTo>
                        <a:pt x="5483" y="6144"/>
                      </a:lnTo>
                      <a:lnTo>
                        <a:pt x="6837" y="6144"/>
                      </a:lnTo>
                      <a:lnTo>
                        <a:pt x="6837" y="6207"/>
                      </a:lnTo>
                      <a:cubicBezTo>
                        <a:pt x="6837" y="6585"/>
                        <a:pt x="6900" y="6932"/>
                        <a:pt x="7089" y="7373"/>
                      </a:cubicBezTo>
                      <a:cubicBezTo>
                        <a:pt x="7135" y="7487"/>
                        <a:pt x="7263" y="7568"/>
                        <a:pt x="7403" y="7568"/>
                      </a:cubicBezTo>
                      <a:cubicBezTo>
                        <a:pt x="7455" y="7568"/>
                        <a:pt x="7510" y="7556"/>
                        <a:pt x="7562" y="7530"/>
                      </a:cubicBezTo>
                      <a:cubicBezTo>
                        <a:pt x="7719" y="7467"/>
                        <a:pt x="7782" y="7247"/>
                        <a:pt x="7719" y="7058"/>
                      </a:cubicBezTo>
                      <a:cubicBezTo>
                        <a:pt x="7593" y="6774"/>
                        <a:pt x="7530" y="6522"/>
                        <a:pt x="7530" y="6239"/>
                      </a:cubicBezTo>
                      <a:lnTo>
                        <a:pt x="7530" y="5451"/>
                      </a:lnTo>
                      <a:cubicBezTo>
                        <a:pt x="7530" y="5356"/>
                        <a:pt x="7467" y="5262"/>
                        <a:pt x="7404" y="5199"/>
                      </a:cubicBezTo>
                      <a:lnTo>
                        <a:pt x="6207" y="4033"/>
                      </a:lnTo>
                      <a:cubicBezTo>
                        <a:pt x="6018" y="3844"/>
                        <a:pt x="6144" y="3435"/>
                        <a:pt x="6459" y="3435"/>
                      </a:cubicBezTo>
                      <a:cubicBezTo>
                        <a:pt x="6522" y="3435"/>
                        <a:pt x="6648" y="3466"/>
                        <a:pt x="6680" y="3561"/>
                      </a:cubicBezTo>
                      <a:lnTo>
                        <a:pt x="8255" y="5136"/>
                      </a:lnTo>
                      <a:cubicBezTo>
                        <a:pt x="8318" y="5199"/>
                        <a:pt x="8413" y="5230"/>
                        <a:pt x="8503" y="5230"/>
                      </a:cubicBezTo>
                      <a:cubicBezTo>
                        <a:pt x="8594" y="5230"/>
                        <a:pt x="8680" y="5199"/>
                        <a:pt x="8728" y="5136"/>
                      </a:cubicBezTo>
                      <a:cubicBezTo>
                        <a:pt x="8854" y="5010"/>
                        <a:pt x="8854" y="4789"/>
                        <a:pt x="8728" y="4663"/>
                      </a:cubicBezTo>
                      <a:lnTo>
                        <a:pt x="8160" y="4065"/>
                      </a:lnTo>
                      <a:lnTo>
                        <a:pt x="8160" y="2584"/>
                      </a:lnTo>
                      <a:close/>
                      <a:moveTo>
                        <a:pt x="9295" y="8948"/>
                      </a:moveTo>
                      <a:cubicBezTo>
                        <a:pt x="9484" y="8948"/>
                        <a:pt x="9641" y="9105"/>
                        <a:pt x="9641" y="9295"/>
                      </a:cubicBezTo>
                      <a:lnTo>
                        <a:pt x="9641" y="10996"/>
                      </a:lnTo>
                      <a:lnTo>
                        <a:pt x="5514" y="10996"/>
                      </a:lnTo>
                      <a:lnTo>
                        <a:pt x="5514" y="9295"/>
                      </a:lnTo>
                      <a:cubicBezTo>
                        <a:pt x="5514" y="9105"/>
                        <a:pt x="5672" y="8948"/>
                        <a:pt x="5861" y="8948"/>
                      </a:cubicBezTo>
                      <a:close/>
                      <a:moveTo>
                        <a:pt x="1009" y="1"/>
                      </a:moveTo>
                      <a:cubicBezTo>
                        <a:pt x="473" y="1"/>
                        <a:pt x="1" y="473"/>
                        <a:pt x="1" y="1040"/>
                      </a:cubicBezTo>
                      <a:lnTo>
                        <a:pt x="1" y="5167"/>
                      </a:lnTo>
                      <a:cubicBezTo>
                        <a:pt x="1" y="5734"/>
                        <a:pt x="473" y="6207"/>
                        <a:pt x="1009" y="6207"/>
                      </a:cubicBezTo>
                      <a:lnTo>
                        <a:pt x="4789" y="6207"/>
                      </a:lnTo>
                      <a:lnTo>
                        <a:pt x="4789" y="6932"/>
                      </a:lnTo>
                      <a:cubicBezTo>
                        <a:pt x="4789" y="7499"/>
                        <a:pt x="4947" y="8003"/>
                        <a:pt x="5231" y="8444"/>
                      </a:cubicBezTo>
                      <a:cubicBezTo>
                        <a:pt x="4947" y="8633"/>
                        <a:pt x="4789" y="8948"/>
                        <a:pt x="4789" y="9295"/>
                      </a:cubicBezTo>
                      <a:lnTo>
                        <a:pt x="4789" y="11342"/>
                      </a:lnTo>
                      <a:cubicBezTo>
                        <a:pt x="4789" y="11563"/>
                        <a:pt x="4947" y="11720"/>
                        <a:pt x="5168" y="11720"/>
                      </a:cubicBezTo>
                      <a:lnTo>
                        <a:pt x="9956" y="11720"/>
                      </a:lnTo>
                      <a:cubicBezTo>
                        <a:pt x="10145" y="11720"/>
                        <a:pt x="10303" y="11563"/>
                        <a:pt x="10303" y="11342"/>
                      </a:cubicBezTo>
                      <a:lnTo>
                        <a:pt x="10303" y="9295"/>
                      </a:lnTo>
                      <a:cubicBezTo>
                        <a:pt x="10303" y="8948"/>
                        <a:pt x="10114" y="8633"/>
                        <a:pt x="9893" y="8444"/>
                      </a:cubicBezTo>
                      <a:cubicBezTo>
                        <a:pt x="10177" y="8003"/>
                        <a:pt x="10303" y="7499"/>
                        <a:pt x="10303" y="6932"/>
                      </a:cubicBezTo>
                      <a:lnTo>
                        <a:pt x="10303" y="4380"/>
                      </a:lnTo>
                      <a:lnTo>
                        <a:pt x="10271" y="4380"/>
                      </a:lnTo>
                      <a:cubicBezTo>
                        <a:pt x="10271" y="3907"/>
                        <a:pt x="10082" y="3466"/>
                        <a:pt x="9767" y="3151"/>
                      </a:cubicBezTo>
                      <a:lnTo>
                        <a:pt x="8224" y="1639"/>
                      </a:lnTo>
                      <a:lnTo>
                        <a:pt x="8224" y="1040"/>
                      </a:lnTo>
                      <a:cubicBezTo>
                        <a:pt x="8224" y="473"/>
                        <a:pt x="7751" y="1"/>
                        <a:pt x="7215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8" name="Google Shape;12601;p89">
                  <a:extLst>
                    <a:ext uri="{FF2B5EF4-FFF2-40B4-BE49-F238E27FC236}">
                      <a16:creationId xmlns:a16="http://schemas.microsoft.com/office/drawing/2014/main" id="{38C23DE3-5D3E-B893-D809-1530D8943ECF}"/>
                    </a:ext>
                  </a:extLst>
                </p:cNvPr>
                <p:cNvSpPr/>
                <p:nvPr/>
              </p:nvSpPr>
              <p:spPr>
                <a:xfrm>
                  <a:off x="-766100" y="2660975"/>
                  <a:ext cx="181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5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725" y="568"/>
                        <a:pt x="725" y="379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42" name="Google Shape;12630;p89">
                <a:extLst>
                  <a:ext uri="{FF2B5EF4-FFF2-40B4-BE49-F238E27FC236}">
                    <a16:creationId xmlns:a16="http://schemas.microsoft.com/office/drawing/2014/main" id="{E6EE32B0-161F-35BF-8C24-64242AE330B7}"/>
                  </a:ext>
                </a:extLst>
              </p:cNvPr>
              <p:cNvGrpSpPr/>
              <p:nvPr/>
            </p:nvGrpSpPr>
            <p:grpSpPr>
              <a:xfrm>
                <a:off x="11162866" y="4335825"/>
                <a:ext cx="620890" cy="620890"/>
                <a:chOff x="2964567" y="2571753"/>
                <a:chExt cx="417045" cy="417045"/>
              </a:xfrm>
              <a:grpFill/>
            </p:grpSpPr>
            <p:sp>
              <p:nvSpPr>
                <p:cNvPr id="17410" name="Google Shape;12631;p89">
                  <a:extLst>
                    <a:ext uri="{FF2B5EF4-FFF2-40B4-BE49-F238E27FC236}">
                      <a16:creationId xmlns:a16="http://schemas.microsoft.com/office/drawing/2014/main" id="{A0607795-C21B-A19B-F4BE-9AC5995C9B88}"/>
                    </a:ext>
                  </a:extLst>
                </p:cNvPr>
                <p:cNvSpPr/>
                <p:nvPr/>
              </p:nvSpPr>
              <p:spPr>
                <a:xfrm>
                  <a:off x="2964567" y="2571753"/>
                  <a:ext cx="417045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3" h="19983" extrusionOk="0">
                      <a:moveTo>
                        <a:pt x="9992" y="1170"/>
                      </a:moveTo>
                      <a:cubicBezTo>
                        <a:pt x="14855" y="1170"/>
                        <a:pt x="18812" y="4866"/>
                        <a:pt x="18812" y="9405"/>
                      </a:cubicBezTo>
                      <a:cubicBezTo>
                        <a:pt x="18812" y="13925"/>
                        <a:pt x="14855" y="17601"/>
                        <a:pt x="9992" y="17601"/>
                      </a:cubicBezTo>
                      <a:cubicBezTo>
                        <a:pt x="9111" y="17601"/>
                        <a:pt x="8240" y="17481"/>
                        <a:pt x="7407" y="17242"/>
                      </a:cubicBezTo>
                      <a:cubicBezTo>
                        <a:pt x="7354" y="17226"/>
                        <a:pt x="7299" y="17218"/>
                        <a:pt x="7245" y="17218"/>
                      </a:cubicBezTo>
                      <a:cubicBezTo>
                        <a:pt x="7153" y="17218"/>
                        <a:pt x="7062" y="17240"/>
                        <a:pt x="6979" y="17282"/>
                      </a:cubicBezTo>
                      <a:lnTo>
                        <a:pt x="4723" y="18439"/>
                      </a:lnTo>
                      <a:lnTo>
                        <a:pt x="4723" y="16262"/>
                      </a:lnTo>
                      <a:cubicBezTo>
                        <a:pt x="4723" y="16078"/>
                        <a:pt x="4637" y="15904"/>
                        <a:pt x="4490" y="15793"/>
                      </a:cubicBezTo>
                      <a:cubicBezTo>
                        <a:pt x="2381" y="14208"/>
                        <a:pt x="1171" y="11880"/>
                        <a:pt x="1171" y="9405"/>
                      </a:cubicBezTo>
                      <a:cubicBezTo>
                        <a:pt x="1171" y="4866"/>
                        <a:pt x="5129" y="1170"/>
                        <a:pt x="9992" y="1170"/>
                      </a:cubicBezTo>
                      <a:close/>
                      <a:moveTo>
                        <a:pt x="9992" y="1"/>
                      </a:moveTo>
                      <a:cubicBezTo>
                        <a:pt x="4575" y="1"/>
                        <a:pt x="0" y="4153"/>
                        <a:pt x="0" y="9407"/>
                      </a:cubicBezTo>
                      <a:cubicBezTo>
                        <a:pt x="0" y="12221"/>
                        <a:pt x="1359" y="14795"/>
                        <a:pt x="3552" y="16548"/>
                      </a:cubicBezTo>
                      <a:lnTo>
                        <a:pt x="3552" y="19396"/>
                      </a:lnTo>
                      <a:cubicBezTo>
                        <a:pt x="3552" y="19602"/>
                        <a:pt x="3659" y="19791"/>
                        <a:pt x="3832" y="19897"/>
                      </a:cubicBezTo>
                      <a:cubicBezTo>
                        <a:pt x="3925" y="19953"/>
                        <a:pt x="4031" y="19982"/>
                        <a:pt x="4138" y="19982"/>
                      </a:cubicBezTo>
                      <a:cubicBezTo>
                        <a:pt x="4229" y="19982"/>
                        <a:pt x="4320" y="19961"/>
                        <a:pt x="4405" y="19918"/>
                      </a:cubicBezTo>
                      <a:lnTo>
                        <a:pt x="7310" y="18429"/>
                      </a:lnTo>
                      <a:cubicBezTo>
                        <a:pt x="8180" y="18657"/>
                        <a:pt x="9081" y="18772"/>
                        <a:pt x="9992" y="18772"/>
                      </a:cubicBezTo>
                      <a:cubicBezTo>
                        <a:pt x="15500" y="18772"/>
                        <a:pt x="19983" y="14570"/>
                        <a:pt x="19983" y="9407"/>
                      </a:cubicBezTo>
                      <a:cubicBezTo>
                        <a:pt x="19983" y="4151"/>
                        <a:pt x="15405" y="1"/>
                        <a:pt x="99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411" name="Google Shape;12632;p89">
                  <a:extLst>
                    <a:ext uri="{FF2B5EF4-FFF2-40B4-BE49-F238E27FC236}">
                      <a16:creationId xmlns:a16="http://schemas.microsoft.com/office/drawing/2014/main" id="{B851F998-7271-0225-B0BE-5791A4A65003}"/>
                    </a:ext>
                  </a:extLst>
                </p:cNvPr>
                <p:cNvSpPr/>
                <p:nvPr/>
              </p:nvSpPr>
              <p:spPr>
                <a:xfrm>
                  <a:off x="3037777" y="2694715"/>
                  <a:ext cx="270642" cy="146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68" h="7026" extrusionOk="0">
                      <a:moveTo>
                        <a:pt x="5362" y="1463"/>
                      </a:moveTo>
                      <a:lnTo>
                        <a:pt x="7241" y="3341"/>
                      </a:lnTo>
                      <a:cubicBezTo>
                        <a:pt x="7353" y="3454"/>
                        <a:pt x="7503" y="3513"/>
                        <a:pt x="7655" y="3513"/>
                      </a:cubicBezTo>
                      <a:cubicBezTo>
                        <a:pt x="7744" y="3513"/>
                        <a:pt x="7833" y="3493"/>
                        <a:pt x="7917" y="3451"/>
                      </a:cubicBezTo>
                      <a:lnTo>
                        <a:pt x="10216" y="2303"/>
                      </a:lnTo>
                      <a:lnTo>
                        <a:pt x="7605" y="5565"/>
                      </a:lnTo>
                      <a:lnTo>
                        <a:pt x="5726" y="3685"/>
                      </a:lnTo>
                      <a:cubicBezTo>
                        <a:pt x="5614" y="3573"/>
                        <a:pt x="5463" y="3514"/>
                        <a:pt x="5311" y="3514"/>
                      </a:cubicBezTo>
                      <a:cubicBezTo>
                        <a:pt x="5223" y="3514"/>
                        <a:pt x="5133" y="3534"/>
                        <a:pt x="5051" y="3575"/>
                      </a:cubicBezTo>
                      <a:lnTo>
                        <a:pt x="2751" y="4725"/>
                      </a:lnTo>
                      <a:lnTo>
                        <a:pt x="2751" y="4725"/>
                      </a:lnTo>
                      <a:lnTo>
                        <a:pt x="5362" y="1463"/>
                      </a:lnTo>
                      <a:close/>
                      <a:moveTo>
                        <a:pt x="5312" y="1"/>
                      </a:moveTo>
                      <a:cubicBezTo>
                        <a:pt x="5302" y="1"/>
                        <a:pt x="5291" y="1"/>
                        <a:pt x="5281" y="2"/>
                      </a:cubicBezTo>
                      <a:cubicBezTo>
                        <a:pt x="5114" y="12"/>
                        <a:pt x="4959" y="92"/>
                        <a:pt x="4856" y="221"/>
                      </a:cubicBezTo>
                      <a:lnTo>
                        <a:pt x="172" y="6075"/>
                      </a:lnTo>
                      <a:cubicBezTo>
                        <a:pt x="0" y="6290"/>
                        <a:pt x="2" y="6595"/>
                        <a:pt x="174" y="6809"/>
                      </a:cubicBezTo>
                      <a:cubicBezTo>
                        <a:pt x="288" y="6950"/>
                        <a:pt x="457" y="7026"/>
                        <a:pt x="630" y="7026"/>
                      </a:cubicBezTo>
                      <a:cubicBezTo>
                        <a:pt x="719" y="7026"/>
                        <a:pt x="808" y="7006"/>
                        <a:pt x="892" y="6964"/>
                      </a:cubicBezTo>
                      <a:lnTo>
                        <a:pt x="5198" y="4811"/>
                      </a:lnTo>
                      <a:lnTo>
                        <a:pt x="7241" y="6855"/>
                      </a:lnTo>
                      <a:cubicBezTo>
                        <a:pt x="7349" y="6964"/>
                        <a:pt x="7496" y="7026"/>
                        <a:pt x="7650" y="7026"/>
                      </a:cubicBezTo>
                      <a:cubicBezTo>
                        <a:pt x="7662" y="7026"/>
                        <a:pt x="7674" y="7025"/>
                        <a:pt x="7687" y="7024"/>
                      </a:cubicBezTo>
                      <a:cubicBezTo>
                        <a:pt x="7853" y="7016"/>
                        <a:pt x="8007" y="6936"/>
                        <a:pt x="8111" y="6807"/>
                      </a:cubicBezTo>
                      <a:lnTo>
                        <a:pt x="12795" y="951"/>
                      </a:lnTo>
                      <a:cubicBezTo>
                        <a:pt x="12967" y="737"/>
                        <a:pt x="12965" y="431"/>
                        <a:pt x="12792" y="219"/>
                      </a:cubicBezTo>
                      <a:cubicBezTo>
                        <a:pt x="12679" y="78"/>
                        <a:pt x="12510" y="1"/>
                        <a:pt x="12337" y="1"/>
                      </a:cubicBezTo>
                      <a:cubicBezTo>
                        <a:pt x="12249" y="1"/>
                        <a:pt x="12159" y="21"/>
                        <a:pt x="12075" y="63"/>
                      </a:cubicBezTo>
                      <a:lnTo>
                        <a:pt x="7770" y="2216"/>
                      </a:lnTo>
                      <a:lnTo>
                        <a:pt x="5726" y="173"/>
                      </a:lnTo>
                      <a:cubicBezTo>
                        <a:pt x="5617" y="62"/>
                        <a:pt x="5467" y="1"/>
                        <a:pt x="531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43" name="Google Shape;12645;p89">
                <a:extLst>
                  <a:ext uri="{FF2B5EF4-FFF2-40B4-BE49-F238E27FC236}">
                    <a16:creationId xmlns:a16="http://schemas.microsoft.com/office/drawing/2014/main" id="{720A99E7-AF17-3054-7456-8D2082664863}"/>
                  </a:ext>
                </a:extLst>
              </p:cNvPr>
              <p:cNvSpPr/>
              <p:nvPr/>
            </p:nvSpPr>
            <p:spPr>
              <a:xfrm>
                <a:off x="7055026" y="4335935"/>
                <a:ext cx="620847" cy="620847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82" extrusionOk="0">
                    <a:moveTo>
                      <a:pt x="14602" y="3500"/>
                    </a:moveTo>
                    <a:cubicBezTo>
                      <a:pt x="15137" y="3500"/>
                      <a:pt x="15682" y="3563"/>
                      <a:pt x="16247" y="3689"/>
                    </a:cubicBezTo>
                    <a:cubicBezTo>
                      <a:pt x="16179" y="4154"/>
                      <a:pt x="16095" y="4705"/>
                      <a:pt x="16033" y="5120"/>
                    </a:cubicBezTo>
                    <a:cubicBezTo>
                      <a:pt x="15810" y="5075"/>
                      <a:pt x="15484" y="5035"/>
                      <a:pt x="15150" y="5035"/>
                    </a:cubicBezTo>
                    <a:cubicBezTo>
                      <a:pt x="14968" y="5035"/>
                      <a:pt x="14783" y="5047"/>
                      <a:pt x="14611" y="5076"/>
                    </a:cubicBezTo>
                    <a:cubicBezTo>
                      <a:pt x="13536" y="5258"/>
                      <a:pt x="12918" y="5925"/>
                      <a:pt x="12918" y="6907"/>
                    </a:cubicBezTo>
                    <a:lnTo>
                      <a:pt x="12918" y="8819"/>
                    </a:lnTo>
                    <a:cubicBezTo>
                      <a:pt x="12918" y="9143"/>
                      <a:pt x="13180" y="9405"/>
                      <a:pt x="13504" y="9405"/>
                    </a:cubicBezTo>
                    <a:lnTo>
                      <a:pt x="15681" y="9405"/>
                    </a:lnTo>
                    <a:lnTo>
                      <a:pt x="15388" y="10576"/>
                    </a:lnTo>
                    <a:lnTo>
                      <a:pt x="13504" y="10576"/>
                    </a:lnTo>
                    <a:cubicBezTo>
                      <a:pt x="13180" y="10576"/>
                      <a:pt x="12918" y="10838"/>
                      <a:pt x="12918" y="11161"/>
                    </a:cubicBezTo>
                    <a:lnTo>
                      <a:pt x="12918" y="18811"/>
                    </a:lnTo>
                    <a:lnTo>
                      <a:pt x="11162" y="18811"/>
                    </a:lnTo>
                    <a:lnTo>
                      <a:pt x="11162" y="11161"/>
                    </a:lnTo>
                    <a:cubicBezTo>
                      <a:pt x="11162" y="10838"/>
                      <a:pt x="10900" y="10576"/>
                      <a:pt x="10576" y="10576"/>
                    </a:cubicBezTo>
                    <a:lnTo>
                      <a:pt x="9407" y="10576"/>
                    </a:lnTo>
                    <a:lnTo>
                      <a:pt x="9407" y="9405"/>
                    </a:lnTo>
                    <a:lnTo>
                      <a:pt x="10576" y="9405"/>
                    </a:lnTo>
                    <a:cubicBezTo>
                      <a:pt x="10900" y="9405"/>
                      <a:pt x="11162" y="9143"/>
                      <a:pt x="11162" y="8821"/>
                    </a:cubicBezTo>
                    <a:cubicBezTo>
                      <a:pt x="11162" y="7215"/>
                      <a:pt x="11162" y="6481"/>
                      <a:pt x="11162" y="6143"/>
                    </a:cubicBezTo>
                    <a:cubicBezTo>
                      <a:pt x="11162" y="5520"/>
                      <a:pt x="11163" y="4843"/>
                      <a:pt x="11770" y="4324"/>
                    </a:cubicBezTo>
                    <a:cubicBezTo>
                      <a:pt x="12234" y="3928"/>
                      <a:pt x="12823" y="3687"/>
                      <a:pt x="13628" y="3571"/>
                    </a:cubicBezTo>
                    <a:cubicBezTo>
                      <a:pt x="13950" y="3524"/>
                      <a:pt x="14274" y="3500"/>
                      <a:pt x="14602" y="3500"/>
                    </a:cubicBezTo>
                    <a:close/>
                    <a:moveTo>
                      <a:pt x="17017" y="1170"/>
                    </a:moveTo>
                    <a:cubicBezTo>
                      <a:pt x="17990" y="1170"/>
                      <a:pt x="18811" y="1975"/>
                      <a:pt x="18811" y="2927"/>
                    </a:cubicBezTo>
                    <a:lnTo>
                      <a:pt x="18811" y="17056"/>
                    </a:lnTo>
                    <a:cubicBezTo>
                      <a:pt x="18811" y="18023"/>
                      <a:pt x="18024" y="18811"/>
                      <a:pt x="17056" y="18811"/>
                    </a:cubicBezTo>
                    <a:lnTo>
                      <a:pt x="14089" y="18811"/>
                    </a:lnTo>
                    <a:lnTo>
                      <a:pt x="14089" y="11747"/>
                    </a:lnTo>
                    <a:lnTo>
                      <a:pt x="15846" y="11747"/>
                    </a:lnTo>
                    <a:cubicBezTo>
                      <a:pt x="16115" y="11747"/>
                      <a:pt x="16348" y="11565"/>
                      <a:pt x="16414" y="11305"/>
                    </a:cubicBezTo>
                    <a:lnTo>
                      <a:pt x="16999" y="8963"/>
                    </a:lnTo>
                    <a:cubicBezTo>
                      <a:pt x="17042" y="8787"/>
                      <a:pt x="17003" y="8602"/>
                      <a:pt x="16893" y="8460"/>
                    </a:cubicBezTo>
                    <a:cubicBezTo>
                      <a:pt x="16782" y="8317"/>
                      <a:pt x="16612" y="8235"/>
                      <a:pt x="16431" y="8235"/>
                    </a:cubicBezTo>
                    <a:lnTo>
                      <a:pt x="14089" y="8235"/>
                    </a:lnTo>
                    <a:lnTo>
                      <a:pt x="14089" y="6909"/>
                    </a:lnTo>
                    <a:cubicBezTo>
                      <a:pt x="14089" y="6638"/>
                      <a:pt x="14144" y="6343"/>
                      <a:pt x="14808" y="6229"/>
                    </a:cubicBezTo>
                    <a:cubicBezTo>
                      <a:pt x="14936" y="6208"/>
                      <a:pt x="15061" y="6199"/>
                      <a:pt x="15182" y="6199"/>
                    </a:cubicBezTo>
                    <a:cubicBezTo>
                      <a:pt x="15552" y="6199"/>
                      <a:pt x="15890" y="6283"/>
                      <a:pt x="16198" y="6360"/>
                    </a:cubicBezTo>
                    <a:cubicBezTo>
                      <a:pt x="16304" y="6387"/>
                      <a:pt x="16415" y="6421"/>
                      <a:pt x="16532" y="6421"/>
                    </a:cubicBezTo>
                    <a:cubicBezTo>
                      <a:pt x="16632" y="6421"/>
                      <a:pt x="16736" y="6396"/>
                      <a:pt x="16847" y="6321"/>
                    </a:cubicBezTo>
                    <a:cubicBezTo>
                      <a:pt x="16983" y="6229"/>
                      <a:pt x="17074" y="6084"/>
                      <a:pt x="17098" y="5923"/>
                    </a:cubicBezTo>
                    <a:cubicBezTo>
                      <a:pt x="17098" y="5923"/>
                      <a:pt x="17362" y="4156"/>
                      <a:pt x="17482" y="3339"/>
                    </a:cubicBezTo>
                    <a:cubicBezTo>
                      <a:pt x="17525" y="3049"/>
                      <a:pt x="17346" y="2769"/>
                      <a:pt x="17063" y="2690"/>
                    </a:cubicBezTo>
                    <a:cubicBezTo>
                      <a:pt x="16267" y="2463"/>
                      <a:pt x="15346" y="2343"/>
                      <a:pt x="14504" y="2343"/>
                    </a:cubicBezTo>
                    <a:cubicBezTo>
                      <a:pt x="14137" y="2343"/>
                      <a:pt x="13786" y="2365"/>
                      <a:pt x="13467" y="2412"/>
                    </a:cubicBezTo>
                    <a:cubicBezTo>
                      <a:pt x="12434" y="2562"/>
                      <a:pt x="11646" y="2888"/>
                      <a:pt x="11009" y="3434"/>
                    </a:cubicBezTo>
                    <a:cubicBezTo>
                      <a:pt x="10121" y="4193"/>
                      <a:pt x="10010" y="5168"/>
                      <a:pt x="9999" y="5833"/>
                    </a:cubicBezTo>
                    <a:cubicBezTo>
                      <a:pt x="9999" y="5847"/>
                      <a:pt x="9999" y="7029"/>
                      <a:pt x="9999" y="8235"/>
                    </a:cubicBezTo>
                    <a:lnTo>
                      <a:pt x="8821" y="8235"/>
                    </a:lnTo>
                    <a:cubicBezTo>
                      <a:pt x="8497" y="8235"/>
                      <a:pt x="8236" y="8497"/>
                      <a:pt x="8236" y="8819"/>
                    </a:cubicBezTo>
                    <a:lnTo>
                      <a:pt x="8236" y="11161"/>
                    </a:lnTo>
                    <a:cubicBezTo>
                      <a:pt x="8236" y="11485"/>
                      <a:pt x="8497" y="11747"/>
                      <a:pt x="8821" y="11747"/>
                    </a:cubicBezTo>
                    <a:lnTo>
                      <a:pt x="9991" y="11747"/>
                    </a:lnTo>
                    <a:lnTo>
                      <a:pt x="9991" y="18811"/>
                    </a:lnTo>
                    <a:lnTo>
                      <a:pt x="2927" y="18811"/>
                    </a:lnTo>
                    <a:cubicBezTo>
                      <a:pt x="1959" y="18811"/>
                      <a:pt x="1172" y="18023"/>
                      <a:pt x="1172" y="17054"/>
                    </a:cubicBezTo>
                    <a:lnTo>
                      <a:pt x="1172" y="2927"/>
                    </a:lnTo>
                    <a:cubicBezTo>
                      <a:pt x="1172" y="1959"/>
                      <a:pt x="1959" y="1170"/>
                      <a:pt x="2927" y="1170"/>
                    </a:cubicBezTo>
                    <a:close/>
                    <a:moveTo>
                      <a:pt x="2927" y="1"/>
                    </a:moveTo>
                    <a:cubicBezTo>
                      <a:pt x="1314" y="1"/>
                      <a:pt x="1" y="1313"/>
                      <a:pt x="1" y="2927"/>
                    </a:cubicBezTo>
                    <a:lnTo>
                      <a:pt x="1" y="17056"/>
                    </a:lnTo>
                    <a:cubicBezTo>
                      <a:pt x="1" y="18669"/>
                      <a:pt x="1314" y="19982"/>
                      <a:pt x="2927" y="19982"/>
                    </a:cubicBezTo>
                    <a:lnTo>
                      <a:pt x="17054" y="19982"/>
                    </a:lnTo>
                    <a:cubicBezTo>
                      <a:pt x="18669" y="19982"/>
                      <a:pt x="19982" y="18669"/>
                      <a:pt x="19982" y="17056"/>
                    </a:cubicBezTo>
                    <a:lnTo>
                      <a:pt x="19982" y="2927"/>
                    </a:lnTo>
                    <a:cubicBezTo>
                      <a:pt x="19982" y="2145"/>
                      <a:pt x="19669" y="1409"/>
                      <a:pt x="19101" y="853"/>
                    </a:cubicBezTo>
                    <a:cubicBezTo>
                      <a:pt x="18538" y="303"/>
                      <a:pt x="17797" y="1"/>
                      <a:pt x="1701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844" name="Google Shape;12646;p89">
                <a:extLst>
                  <a:ext uri="{FF2B5EF4-FFF2-40B4-BE49-F238E27FC236}">
                    <a16:creationId xmlns:a16="http://schemas.microsoft.com/office/drawing/2014/main" id="{47CB91EC-CD88-70FE-BD6B-D7BB660B0543}"/>
                  </a:ext>
                </a:extLst>
              </p:cNvPr>
              <p:cNvGrpSpPr/>
              <p:nvPr/>
            </p:nvGrpSpPr>
            <p:grpSpPr>
              <a:xfrm>
                <a:off x="7848323" y="4335840"/>
                <a:ext cx="620922" cy="620859"/>
                <a:chOff x="812101" y="2571761"/>
                <a:chExt cx="417066" cy="417024"/>
              </a:xfrm>
              <a:grpFill/>
            </p:grpSpPr>
            <p:sp>
              <p:nvSpPr>
                <p:cNvPr id="17854" name="Google Shape;12647;p89">
                  <a:extLst>
                    <a:ext uri="{FF2B5EF4-FFF2-40B4-BE49-F238E27FC236}">
                      <a16:creationId xmlns:a16="http://schemas.microsoft.com/office/drawing/2014/main" id="{EB698513-B026-4C5F-6C5F-15739A1AD9F0}"/>
                    </a:ext>
                  </a:extLst>
                </p:cNvPr>
                <p:cNvSpPr/>
                <p:nvPr/>
              </p:nvSpPr>
              <p:spPr>
                <a:xfrm>
                  <a:off x="935084" y="2694744"/>
                  <a:ext cx="171071" cy="1710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97" h="8197" extrusionOk="0">
                      <a:moveTo>
                        <a:pt x="4099" y="1171"/>
                      </a:moveTo>
                      <a:cubicBezTo>
                        <a:pt x="5712" y="1171"/>
                        <a:pt x="7027" y="2484"/>
                        <a:pt x="7027" y="4097"/>
                      </a:cubicBezTo>
                      <a:cubicBezTo>
                        <a:pt x="7027" y="5712"/>
                        <a:pt x="5712" y="7025"/>
                        <a:pt x="4099" y="7025"/>
                      </a:cubicBezTo>
                      <a:cubicBezTo>
                        <a:pt x="2486" y="7025"/>
                        <a:pt x="1171" y="5712"/>
                        <a:pt x="1171" y="4097"/>
                      </a:cubicBezTo>
                      <a:cubicBezTo>
                        <a:pt x="1171" y="2484"/>
                        <a:pt x="2486" y="1171"/>
                        <a:pt x="4099" y="1171"/>
                      </a:cubicBezTo>
                      <a:close/>
                      <a:moveTo>
                        <a:pt x="4099" y="0"/>
                      </a:moveTo>
                      <a:cubicBezTo>
                        <a:pt x="1840" y="0"/>
                        <a:pt x="0" y="1838"/>
                        <a:pt x="0" y="4097"/>
                      </a:cubicBezTo>
                      <a:cubicBezTo>
                        <a:pt x="0" y="6358"/>
                        <a:pt x="1840" y="8196"/>
                        <a:pt x="4099" y="8196"/>
                      </a:cubicBezTo>
                      <a:cubicBezTo>
                        <a:pt x="6358" y="8196"/>
                        <a:pt x="8196" y="6358"/>
                        <a:pt x="8196" y="4097"/>
                      </a:cubicBezTo>
                      <a:cubicBezTo>
                        <a:pt x="8196" y="1838"/>
                        <a:pt x="6358" y="0"/>
                        <a:pt x="409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5" name="Google Shape;12648;p89">
                  <a:extLst>
                    <a:ext uri="{FF2B5EF4-FFF2-40B4-BE49-F238E27FC236}">
                      <a16:creationId xmlns:a16="http://schemas.microsoft.com/office/drawing/2014/main" id="{F27F0778-749B-3C80-C836-4B6F07C745F4}"/>
                    </a:ext>
                  </a:extLst>
                </p:cNvPr>
                <p:cNvSpPr/>
                <p:nvPr/>
              </p:nvSpPr>
              <p:spPr>
                <a:xfrm>
                  <a:off x="860977" y="2620616"/>
                  <a:ext cx="319311" cy="319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0" h="15299" extrusionOk="0">
                      <a:moveTo>
                        <a:pt x="12333" y="1171"/>
                      </a:moveTo>
                      <a:cubicBezTo>
                        <a:pt x="13306" y="1171"/>
                        <a:pt x="14128" y="1994"/>
                        <a:pt x="14128" y="2967"/>
                      </a:cubicBezTo>
                      <a:lnTo>
                        <a:pt x="14128" y="12334"/>
                      </a:lnTo>
                      <a:cubicBezTo>
                        <a:pt x="14128" y="13307"/>
                        <a:pt x="13306" y="14129"/>
                        <a:pt x="12333" y="14129"/>
                      </a:cubicBezTo>
                      <a:lnTo>
                        <a:pt x="2968" y="14129"/>
                      </a:lnTo>
                      <a:cubicBezTo>
                        <a:pt x="1993" y="14129"/>
                        <a:pt x="1172" y="13307"/>
                        <a:pt x="1172" y="12334"/>
                      </a:cubicBezTo>
                      <a:lnTo>
                        <a:pt x="1172" y="2967"/>
                      </a:lnTo>
                      <a:cubicBezTo>
                        <a:pt x="1172" y="1994"/>
                        <a:pt x="1993" y="1171"/>
                        <a:pt x="2968" y="1171"/>
                      </a:cubicBezTo>
                      <a:close/>
                      <a:moveTo>
                        <a:pt x="2968" y="0"/>
                      </a:moveTo>
                      <a:cubicBezTo>
                        <a:pt x="1351" y="0"/>
                        <a:pt x="1" y="1346"/>
                        <a:pt x="1" y="2967"/>
                      </a:cubicBezTo>
                      <a:lnTo>
                        <a:pt x="1" y="12334"/>
                      </a:lnTo>
                      <a:cubicBezTo>
                        <a:pt x="1" y="13952"/>
                        <a:pt x="1349" y="15299"/>
                        <a:pt x="2968" y="15299"/>
                      </a:cubicBezTo>
                      <a:lnTo>
                        <a:pt x="12333" y="15299"/>
                      </a:lnTo>
                      <a:cubicBezTo>
                        <a:pt x="13953" y="15299"/>
                        <a:pt x="15299" y="13951"/>
                        <a:pt x="15299" y="12334"/>
                      </a:cubicBezTo>
                      <a:lnTo>
                        <a:pt x="15299" y="2967"/>
                      </a:lnTo>
                      <a:cubicBezTo>
                        <a:pt x="15299" y="1345"/>
                        <a:pt x="13948" y="0"/>
                        <a:pt x="1233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14" name="Google Shape;12649;p89">
                  <a:extLst>
                    <a:ext uri="{FF2B5EF4-FFF2-40B4-BE49-F238E27FC236}">
                      <a16:creationId xmlns:a16="http://schemas.microsoft.com/office/drawing/2014/main" id="{BB553CA2-3836-D6BB-14DB-1C4E89D4E249}"/>
                    </a:ext>
                  </a:extLst>
                </p:cNvPr>
                <p:cNvSpPr/>
                <p:nvPr/>
              </p:nvSpPr>
              <p:spPr>
                <a:xfrm>
                  <a:off x="812101" y="2571761"/>
                  <a:ext cx="417066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4" h="19982" extrusionOk="0">
                      <a:moveTo>
                        <a:pt x="17056" y="1172"/>
                      </a:moveTo>
                      <a:cubicBezTo>
                        <a:pt x="18025" y="1172"/>
                        <a:pt x="18812" y="1959"/>
                        <a:pt x="18812" y="2927"/>
                      </a:cubicBezTo>
                      <a:lnTo>
                        <a:pt x="18812" y="17056"/>
                      </a:lnTo>
                      <a:cubicBezTo>
                        <a:pt x="18812" y="18023"/>
                        <a:pt x="18025" y="18811"/>
                        <a:pt x="17056" y="18811"/>
                      </a:cubicBezTo>
                      <a:lnTo>
                        <a:pt x="2928" y="18811"/>
                      </a:lnTo>
                      <a:cubicBezTo>
                        <a:pt x="1961" y="18811"/>
                        <a:pt x="1172" y="18023"/>
                        <a:pt x="1172" y="17056"/>
                      </a:cubicBezTo>
                      <a:lnTo>
                        <a:pt x="1172" y="2927"/>
                      </a:lnTo>
                      <a:cubicBezTo>
                        <a:pt x="1172" y="1959"/>
                        <a:pt x="1961" y="1172"/>
                        <a:pt x="2928" y="1172"/>
                      </a:cubicBezTo>
                      <a:close/>
                      <a:moveTo>
                        <a:pt x="2928" y="1"/>
                      </a:moveTo>
                      <a:cubicBezTo>
                        <a:pt x="1313" y="1"/>
                        <a:pt x="1" y="1313"/>
                        <a:pt x="1" y="2927"/>
                      </a:cubicBezTo>
                      <a:lnTo>
                        <a:pt x="1" y="17056"/>
                      </a:lnTo>
                      <a:cubicBezTo>
                        <a:pt x="1" y="18669"/>
                        <a:pt x="1313" y="19982"/>
                        <a:pt x="2928" y="19982"/>
                      </a:cubicBezTo>
                      <a:lnTo>
                        <a:pt x="17056" y="19982"/>
                      </a:lnTo>
                      <a:cubicBezTo>
                        <a:pt x="18669" y="19982"/>
                        <a:pt x="19984" y="18669"/>
                        <a:pt x="19984" y="17056"/>
                      </a:cubicBezTo>
                      <a:lnTo>
                        <a:pt x="19984" y="2927"/>
                      </a:lnTo>
                      <a:cubicBezTo>
                        <a:pt x="19984" y="1313"/>
                        <a:pt x="18669" y="1"/>
                        <a:pt x="17056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215" name="Google Shape;12650;p89">
                  <a:extLst>
                    <a:ext uri="{FF2B5EF4-FFF2-40B4-BE49-F238E27FC236}">
                      <a16:creationId xmlns:a16="http://schemas.microsoft.com/office/drawing/2014/main" id="{0383D499-8FAF-32C7-6303-831EC8978E20}"/>
                    </a:ext>
                  </a:extLst>
                </p:cNvPr>
                <p:cNvSpPr/>
                <p:nvPr/>
              </p:nvSpPr>
              <p:spPr>
                <a:xfrm>
                  <a:off x="1081712" y="2670306"/>
                  <a:ext cx="48878" cy="488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42" h="2343" extrusionOk="0">
                      <a:moveTo>
                        <a:pt x="1170" y="0"/>
                      </a:moveTo>
                      <a:cubicBezTo>
                        <a:pt x="524" y="0"/>
                        <a:pt x="1" y="526"/>
                        <a:pt x="1" y="1171"/>
                      </a:cubicBezTo>
                      <a:cubicBezTo>
                        <a:pt x="1" y="1817"/>
                        <a:pt x="524" y="2342"/>
                        <a:pt x="1170" y="2342"/>
                      </a:cubicBezTo>
                      <a:cubicBezTo>
                        <a:pt x="1816" y="2342"/>
                        <a:pt x="2341" y="1817"/>
                        <a:pt x="2341" y="1171"/>
                      </a:cubicBezTo>
                      <a:cubicBezTo>
                        <a:pt x="2341" y="526"/>
                        <a:pt x="1816" y="0"/>
                        <a:pt x="11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17845" name="Google Shape;12651;p89">
                <a:extLst>
                  <a:ext uri="{FF2B5EF4-FFF2-40B4-BE49-F238E27FC236}">
                    <a16:creationId xmlns:a16="http://schemas.microsoft.com/office/drawing/2014/main" id="{5E57822D-CAA9-2114-147D-61A7E6C7A253}"/>
                  </a:ext>
                </a:extLst>
              </p:cNvPr>
              <p:cNvGrpSpPr/>
              <p:nvPr/>
            </p:nvGrpSpPr>
            <p:grpSpPr>
              <a:xfrm>
                <a:off x="8641703" y="4335840"/>
                <a:ext cx="620859" cy="620859"/>
                <a:chOff x="1323129" y="2571761"/>
                <a:chExt cx="417024" cy="417024"/>
              </a:xfrm>
              <a:grpFill/>
            </p:grpSpPr>
            <p:sp>
              <p:nvSpPr>
                <p:cNvPr id="17850" name="Google Shape;12652;p89">
                  <a:extLst>
                    <a:ext uri="{FF2B5EF4-FFF2-40B4-BE49-F238E27FC236}">
                      <a16:creationId xmlns:a16="http://schemas.microsoft.com/office/drawing/2014/main" id="{113F1335-5EBD-A18B-8BFC-B966EB2DCA9A}"/>
                    </a:ext>
                  </a:extLst>
                </p:cNvPr>
                <p:cNvSpPr/>
                <p:nvPr/>
              </p:nvSpPr>
              <p:spPr>
                <a:xfrm>
                  <a:off x="1385007" y="2719183"/>
                  <a:ext cx="73337" cy="2199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4" h="10537" extrusionOk="0">
                      <a:moveTo>
                        <a:pt x="2342" y="1171"/>
                      </a:moveTo>
                      <a:lnTo>
                        <a:pt x="2342" y="9367"/>
                      </a:lnTo>
                      <a:lnTo>
                        <a:pt x="1171" y="9367"/>
                      </a:lnTo>
                      <a:lnTo>
                        <a:pt x="1171" y="1171"/>
                      </a:lnTo>
                      <a:close/>
                      <a:moveTo>
                        <a:pt x="586" y="0"/>
                      </a:moveTo>
                      <a:cubicBezTo>
                        <a:pt x="264" y="0"/>
                        <a:pt x="0" y="262"/>
                        <a:pt x="0" y="586"/>
                      </a:cubicBezTo>
                      <a:lnTo>
                        <a:pt x="0" y="9951"/>
                      </a:lnTo>
                      <a:cubicBezTo>
                        <a:pt x="0" y="10275"/>
                        <a:pt x="264" y="10537"/>
                        <a:pt x="586" y="10537"/>
                      </a:cubicBezTo>
                      <a:lnTo>
                        <a:pt x="2928" y="10537"/>
                      </a:lnTo>
                      <a:cubicBezTo>
                        <a:pt x="3252" y="10537"/>
                        <a:pt x="3514" y="10275"/>
                        <a:pt x="3514" y="9951"/>
                      </a:cubicBezTo>
                      <a:lnTo>
                        <a:pt x="3514" y="586"/>
                      </a:lnTo>
                      <a:cubicBezTo>
                        <a:pt x="3514" y="262"/>
                        <a:pt x="3252" y="0"/>
                        <a:pt x="29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1" name="Google Shape;12653;p89">
                  <a:extLst>
                    <a:ext uri="{FF2B5EF4-FFF2-40B4-BE49-F238E27FC236}">
                      <a16:creationId xmlns:a16="http://schemas.microsoft.com/office/drawing/2014/main" id="{5E385E77-1FE7-E8C1-7198-3DFCC3A9C66A}"/>
                    </a:ext>
                  </a:extLst>
                </p:cNvPr>
                <p:cNvSpPr/>
                <p:nvPr/>
              </p:nvSpPr>
              <p:spPr>
                <a:xfrm>
                  <a:off x="1385007" y="2621430"/>
                  <a:ext cx="73337" cy="733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4" h="3514" extrusionOk="0">
                      <a:moveTo>
                        <a:pt x="1757" y="1171"/>
                      </a:moveTo>
                      <a:cubicBezTo>
                        <a:pt x="2081" y="1171"/>
                        <a:pt x="2342" y="1435"/>
                        <a:pt x="2342" y="1757"/>
                      </a:cubicBezTo>
                      <a:cubicBezTo>
                        <a:pt x="2342" y="2080"/>
                        <a:pt x="2081" y="2342"/>
                        <a:pt x="1757" y="2342"/>
                      </a:cubicBezTo>
                      <a:cubicBezTo>
                        <a:pt x="1435" y="2342"/>
                        <a:pt x="1171" y="2080"/>
                        <a:pt x="1171" y="1757"/>
                      </a:cubicBezTo>
                      <a:cubicBezTo>
                        <a:pt x="1171" y="1435"/>
                        <a:pt x="1435" y="1171"/>
                        <a:pt x="1757" y="1171"/>
                      </a:cubicBezTo>
                      <a:close/>
                      <a:moveTo>
                        <a:pt x="1757" y="0"/>
                      </a:moveTo>
                      <a:cubicBezTo>
                        <a:pt x="789" y="0"/>
                        <a:pt x="0" y="789"/>
                        <a:pt x="0" y="1757"/>
                      </a:cubicBezTo>
                      <a:cubicBezTo>
                        <a:pt x="0" y="2726"/>
                        <a:pt x="789" y="3513"/>
                        <a:pt x="1757" y="3513"/>
                      </a:cubicBezTo>
                      <a:cubicBezTo>
                        <a:pt x="2726" y="3513"/>
                        <a:pt x="3514" y="2726"/>
                        <a:pt x="3514" y="1757"/>
                      </a:cubicBezTo>
                      <a:cubicBezTo>
                        <a:pt x="3514" y="789"/>
                        <a:pt x="2726" y="0"/>
                        <a:pt x="175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2" name="Google Shape;12654;p89">
                  <a:extLst>
                    <a:ext uri="{FF2B5EF4-FFF2-40B4-BE49-F238E27FC236}">
                      <a16:creationId xmlns:a16="http://schemas.microsoft.com/office/drawing/2014/main" id="{872CA83E-7FD2-77EC-D2F7-14F0BA720A19}"/>
                    </a:ext>
                  </a:extLst>
                </p:cNvPr>
                <p:cNvSpPr/>
                <p:nvPr/>
              </p:nvSpPr>
              <p:spPr>
                <a:xfrm>
                  <a:off x="1482759" y="2718786"/>
                  <a:ext cx="195510" cy="22030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68" h="10556" extrusionOk="0">
                      <a:moveTo>
                        <a:pt x="5559" y="1173"/>
                      </a:moveTo>
                      <a:cubicBezTo>
                        <a:pt x="5720" y="1173"/>
                        <a:pt x="5883" y="1186"/>
                        <a:pt x="6044" y="1212"/>
                      </a:cubicBezTo>
                      <a:cubicBezTo>
                        <a:pt x="7422" y="1435"/>
                        <a:pt x="8196" y="2535"/>
                        <a:pt x="8196" y="3669"/>
                      </a:cubicBezTo>
                      <a:lnTo>
                        <a:pt x="8196" y="9386"/>
                      </a:lnTo>
                      <a:lnTo>
                        <a:pt x="7025" y="9386"/>
                      </a:lnTo>
                      <a:lnTo>
                        <a:pt x="7025" y="4702"/>
                      </a:lnTo>
                      <a:cubicBezTo>
                        <a:pt x="7025" y="3411"/>
                        <a:pt x="5975" y="2360"/>
                        <a:pt x="4683" y="2360"/>
                      </a:cubicBezTo>
                      <a:cubicBezTo>
                        <a:pt x="3392" y="2360"/>
                        <a:pt x="2341" y="3411"/>
                        <a:pt x="2341" y="4702"/>
                      </a:cubicBezTo>
                      <a:lnTo>
                        <a:pt x="2341" y="9386"/>
                      </a:lnTo>
                      <a:lnTo>
                        <a:pt x="1170" y="9386"/>
                      </a:lnTo>
                      <a:lnTo>
                        <a:pt x="1170" y="1190"/>
                      </a:lnTo>
                      <a:lnTo>
                        <a:pt x="2341" y="1190"/>
                      </a:lnTo>
                      <a:lnTo>
                        <a:pt x="2341" y="1776"/>
                      </a:lnTo>
                      <a:cubicBezTo>
                        <a:pt x="2341" y="2011"/>
                        <a:pt x="2484" y="2225"/>
                        <a:pt x="2704" y="2316"/>
                      </a:cubicBezTo>
                      <a:cubicBezTo>
                        <a:pt x="2776" y="2346"/>
                        <a:pt x="2852" y="2361"/>
                        <a:pt x="2928" y="2361"/>
                      </a:cubicBezTo>
                      <a:cubicBezTo>
                        <a:pt x="3080" y="2361"/>
                        <a:pt x="3229" y="2301"/>
                        <a:pt x="3341" y="2190"/>
                      </a:cubicBezTo>
                      <a:lnTo>
                        <a:pt x="3615" y="1916"/>
                      </a:lnTo>
                      <a:cubicBezTo>
                        <a:pt x="4086" y="1443"/>
                        <a:pt x="4813" y="1173"/>
                        <a:pt x="5559" y="1173"/>
                      </a:cubicBezTo>
                      <a:close/>
                      <a:moveTo>
                        <a:pt x="5553" y="0"/>
                      </a:moveTo>
                      <a:cubicBezTo>
                        <a:pt x="4823" y="0"/>
                        <a:pt x="4110" y="189"/>
                        <a:pt x="3509" y="536"/>
                      </a:cubicBezTo>
                      <a:cubicBezTo>
                        <a:pt x="3475" y="246"/>
                        <a:pt x="3227" y="19"/>
                        <a:pt x="2927" y="19"/>
                      </a:cubicBezTo>
                      <a:lnTo>
                        <a:pt x="586" y="19"/>
                      </a:lnTo>
                      <a:cubicBezTo>
                        <a:pt x="262" y="19"/>
                        <a:pt x="1" y="281"/>
                        <a:pt x="1" y="605"/>
                      </a:cubicBezTo>
                      <a:lnTo>
                        <a:pt x="1" y="9970"/>
                      </a:lnTo>
                      <a:cubicBezTo>
                        <a:pt x="1" y="10294"/>
                        <a:pt x="262" y="10556"/>
                        <a:pt x="586" y="10556"/>
                      </a:cubicBezTo>
                      <a:lnTo>
                        <a:pt x="2927" y="10556"/>
                      </a:lnTo>
                      <a:cubicBezTo>
                        <a:pt x="3250" y="10556"/>
                        <a:pt x="3512" y="10294"/>
                        <a:pt x="3512" y="9970"/>
                      </a:cubicBezTo>
                      <a:lnTo>
                        <a:pt x="3512" y="4702"/>
                      </a:lnTo>
                      <a:cubicBezTo>
                        <a:pt x="3512" y="4056"/>
                        <a:pt x="4038" y="3531"/>
                        <a:pt x="4683" y="3531"/>
                      </a:cubicBezTo>
                      <a:cubicBezTo>
                        <a:pt x="5329" y="3531"/>
                        <a:pt x="5854" y="4056"/>
                        <a:pt x="5854" y="4702"/>
                      </a:cubicBezTo>
                      <a:lnTo>
                        <a:pt x="5854" y="9970"/>
                      </a:lnTo>
                      <a:cubicBezTo>
                        <a:pt x="5854" y="10294"/>
                        <a:pt x="6116" y="10556"/>
                        <a:pt x="6440" y="10556"/>
                      </a:cubicBezTo>
                      <a:lnTo>
                        <a:pt x="8782" y="10556"/>
                      </a:lnTo>
                      <a:cubicBezTo>
                        <a:pt x="9104" y="10556"/>
                        <a:pt x="9368" y="10294"/>
                        <a:pt x="9368" y="9970"/>
                      </a:cubicBezTo>
                      <a:lnTo>
                        <a:pt x="9368" y="3669"/>
                      </a:lnTo>
                      <a:cubicBezTo>
                        <a:pt x="9368" y="1921"/>
                        <a:pt x="8131" y="364"/>
                        <a:pt x="6231" y="55"/>
                      </a:cubicBezTo>
                      <a:cubicBezTo>
                        <a:pt x="6005" y="18"/>
                        <a:pt x="5779" y="0"/>
                        <a:pt x="5553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53" name="Google Shape;12655;p89">
                  <a:extLst>
                    <a:ext uri="{FF2B5EF4-FFF2-40B4-BE49-F238E27FC236}">
                      <a16:creationId xmlns:a16="http://schemas.microsoft.com/office/drawing/2014/main" id="{97388C47-10A7-028A-28CB-3CF9D7E9B052}"/>
                    </a:ext>
                  </a:extLst>
                </p:cNvPr>
                <p:cNvSpPr/>
                <p:nvPr/>
              </p:nvSpPr>
              <p:spPr>
                <a:xfrm>
                  <a:off x="1323129" y="2571761"/>
                  <a:ext cx="417024" cy="4170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982" h="19982" extrusionOk="0">
                      <a:moveTo>
                        <a:pt x="17015" y="1170"/>
                      </a:moveTo>
                      <a:cubicBezTo>
                        <a:pt x="17989" y="1170"/>
                        <a:pt x="18810" y="1993"/>
                        <a:pt x="18810" y="2966"/>
                      </a:cubicBezTo>
                      <a:lnTo>
                        <a:pt x="18810" y="17015"/>
                      </a:lnTo>
                      <a:cubicBezTo>
                        <a:pt x="18810" y="17990"/>
                        <a:pt x="17989" y="18811"/>
                        <a:pt x="17015" y="18811"/>
                      </a:cubicBezTo>
                      <a:lnTo>
                        <a:pt x="2965" y="18811"/>
                      </a:lnTo>
                      <a:cubicBezTo>
                        <a:pt x="1992" y="18811"/>
                        <a:pt x="1170" y="17990"/>
                        <a:pt x="1170" y="17015"/>
                      </a:cubicBezTo>
                      <a:lnTo>
                        <a:pt x="1170" y="2966"/>
                      </a:lnTo>
                      <a:cubicBezTo>
                        <a:pt x="1170" y="1993"/>
                        <a:pt x="1992" y="1170"/>
                        <a:pt x="2965" y="1170"/>
                      </a:cubicBezTo>
                      <a:close/>
                      <a:moveTo>
                        <a:pt x="2965" y="1"/>
                      </a:moveTo>
                      <a:cubicBezTo>
                        <a:pt x="1347" y="1"/>
                        <a:pt x="0" y="1349"/>
                        <a:pt x="0" y="2966"/>
                      </a:cubicBezTo>
                      <a:lnTo>
                        <a:pt x="0" y="17015"/>
                      </a:lnTo>
                      <a:cubicBezTo>
                        <a:pt x="0" y="18635"/>
                        <a:pt x="1348" y="19982"/>
                        <a:pt x="2965" y="19982"/>
                      </a:cubicBezTo>
                      <a:lnTo>
                        <a:pt x="17017" y="19982"/>
                      </a:lnTo>
                      <a:cubicBezTo>
                        <a:pt x="18635" y="19982"/>
                        <a:pt x="19981" y="18634"/>
                        <a:pt x="19981" y="17015"/>
                      </a:cubicBezTo>
                      <a:lnTo>
                        <a:pt x="19981" y="2966"/>
                      </a:lnTo>
                      <a:cubicBezTo>
                        <a:pt x="19981" y="1347"/>
                        <a:pt x="18633" y="1"/>
                        <a:pt x="170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7846" name="Google Shape;12656;p89">
                <a:extLst>
                  <a:ext uri="{FF2B5EF4-FFF2-40B4-BE49-F238E27FC236}">
                    <a16:creationId xmlns:a16="http://schemas.microsoft.com/office/drawing/2014/main" id="{AB0FF3D2-82DF-973D-A1C7-189D4B01D5B8}"/>
                  </a:ext>
                </a:extLst>
              </p:cNvPr>
              <p:cNvSpPr/>
              <p:nvPr/>
            </p:nvSpPr>
            <p:spPr>
              <a:xfrm>
                <a:off x="9515717" y="4391943"/>
                <a:ext cx="623923" cy="508838"/>
              </a:xfrm>
              <a:custGeom>
                <a:avLst/>
                <a:gdLst/>
                <a:ahLst/>
                <a:cxnLst/>
                <a:rect l="l" t="t" r="r" b="b"/>
                <a:pathLst>
                  <a:path w="20081" h="16377" extrusionOk="0">
                    <a:moveTo>
                      <a:pt x="13632" y="1165"/>
                    </a:moveTo>
                    <a:cubicBezTo>
                      <a:pt x="14903" y="1165"/>
                      <a:pt x="15458" y="1658"/>
                      <a:pt x="15826" y="1984"/>
                    </a:cubicBezTo>
                    <a:cubicBezTo>
                      <a:pt x="16040" y="2173"/>
                      <a:pt x="16244" y="2353"/>
                      <a:pt x="16548" y="2353"/>
                    </a:cubicBezTo>
                    <a:cubicBezTo>
                      <a:pt x="16762" y="2353"/>
                      <a:pt x="17038" y="2293"/>
                      <a:pt x="17344" y="2196"/>
                    </a:cubicBezTo>
                    <a:lnTo>
                      <a:pt x="17344" y="2196"/>
                    </a:lnTo>
                    <a:cubicBezTo>
                      <a:pt x="17236" y="2288"/>
                      <a:pt x="17119" y="2376"/>
                      <a:pt x="16995" y="2461"/>
                    </a:cubicBezTo>
                    <a:cubicBezTo>
                      <a:pt x="16780" y="2612"/>
                      <a:pt x="16689" y="2889"/>
                      <a:pt x="16778" y="3137"/>
                    </a:cubicBezTo>
                    <a:cubicBezTo>
                      <a:pt x="16861" y="3373"/>
                      <a:pt x="17082" y="3528"/>
                      <a:pt x="17329" y="3528"/>
                    </a:cubicBezTo>
                    <a:cubicBezTo>
                      <a:pt x="17343" y="3528"/>
                      <a:pt x="17358" y="3527"/>
                      <a:pt x="17372" y="3526"/>
                    </a:cubicBezTo>
                    <a:cubicBezTo>
                      <a:pt x="17475" y="3519"/>
                      <a:pt x="17576" y="3508"/>
                      <a:pt x="17680" y="3494"/>
                    </a:cubicBezTo>
                    <a:lnTo>
                      <a:pt x="17680" y="3494"/>
                    </a:lnTo>
                    <a:cubicBezTo>
                      <a:pt x="17275" y="3802"/>
                      <a:pt x="16921" y="3990"/>
                      <a:pt x="16937" y="4786"/>
                    </a:cubicBezTo>
                    <a:cubicBezTo>
                      <a:pt x="16937" y="4826"/>
                      <a:pt x="16939" y="4881"/>
                      <a:pt x="16939" y="4971"/>
                    </a:cubicBezTo>
                    <a:cubicBezTo>
                      <a:pt x="16939" y="6510"/>
                      <a:pt x="16350" y="9097"/>
                      <a:pt x="14694" y="11320"/>
                    </a:cubicBezTo>
                    <a:cubicBezTo>
                      <a:pt x="13372" y="13093"/>
                      <a:pt x="10896" y="15207"/>
                      <a:pt x="6611" y="15207"/>
                    </a:cubicBezTo>
                    <a:cubicBezTo>
                      <a:pt x="5368" y="15207"/>
                      <a:pt x="4159" y="14996"/>
                      <a:pt x="3001" y="14582"/>
                    </a:cubicBezTo>
                    <a:cubicBezTo>
                      <a:pt x="4359" y="14345"/>
                      <a:pt x="5612" y="13799"/>
                      <a:pt x="6698" y="12960"/>
                    </a:cubicBezTo>
                    <a:cubicBezTo>
                      <a:pt x="6893" y="12812"/>
                      <a:pt x="6972" y="12557"/>
                      <a:pt x="6900" y="12323"/>
                    </a:cubicBezTo>
                    <a:cubicBezTo>
                      <a:pt x="6827" y="12090"/>
                      <a:pt x="6617" y="11925"/>
                      <a:pt x="6372" y="11913"/>
                    </a:cubicBezTo>
                    <a:cubicBezTo>
                      <a:pt x="5203" y="11849"/>
                      <a:pt x="4280" y="11209"/>
                      <a:pt x="3767" y="10448"/>
                    </a:cubicBezTo>
                    <a:cubicBezTo>
                      <a:pt x="3968" y="10434"/>
                      <a:pt x="4207" y="10404"/>
                      <a:pt x="4564" y="10340"/>
                    </a:cubicBezTo>
                    <a:cubicBezTo>
                      <a:pt x="4832" y="10294"/>
                      <a:pt x="5030" y="10071"/>
                      <a:pt x="5047" y="9801"/>
                    </a:cubicBezTo>
                    <a:cubicBezTo>
                      <a:pt x="5065" y="9532"/>
                      <a:pt x="4895" y="9286"/>
                      <a:pt x="4637" y="9205"/>
                    </a:cubicBezTo>
                    <a:cubicBezTo>
                      <a:pt x="3296" y="8787"/>
                      <a:pt x="2498" y="8025"/>
                      <a:pt x="2180" y="6838"/>
                    </a:cubicBezTo>
                    <a:lnTo>
                      <a:pt x="2180" y="6838"/>
                    </a:lnTo>
                    <a:cubicBezTo>
                      <a:pt x="2390" y="6891"/>
                      <a:pt x="2642" y="6933"/>
                      <a:pt x="3057" y="6986"/>
                    </a:cubicBezTo>
                    <a:cubicBezTo>
                      <a:pt x="3081" y="6989"/>
                      <a:pt x="3105" y="6991"/>
                      <a:pt x="3129" y="6991"/>
                    </a:cubicBezTo>
                    <a:cubicBezTo>
                      <a:pt x="3359" y="6991"/>
                      <a:pt x="3571" y="6854"/>
                      <a:pt x="3666" y="6640"/>
                    </a:cubicBezTo>
                    <a:cubicBezTo>
                      <a:pt x="3770" y="6403"/>
                      <a:pt x="3707" y="6125"/>
                      <a:pt x="3508" y="5957"/>
                    </a:cubicBezTo>
                    <a:cubicBezTo>
                      <a:pt x="2014" y="4697"/>
                      <a:pt x="1936" y="3409"/>
                      <a:pt x="2210" y="2373"/>
                    </a:cubicBezTo>
                    <a:lnTo>
                      <a:pt x="2210" y="2373"/>
                    </a:lnTo>
                    <a:cubicBezTo>
                      <a:pt x="4267" y="4464"/>
                      <a:pt x="6801" y="5670"/>
                      <a:pt x="9880" y="5882"/>
                    </a:cubicBezTo>
                    <a:cubicBezTo>
                      <a:pt x="9894" y="5883"/>
                      <a:pt x="9908" y="5884"/>
                      <a:pt x="9921" y="5884"/>
                    </a:cubicBezTo>
                    <a:cubicBezTo>
                      <a:pt x="10265" y="5884"/>
                      <a:pt x="10539" y="5586"/>
                      <a:pt x="10503" y="5239"/>
                    </a:cubicBezTo>
                    <a:cubicBezTo>
                      <a:pt x="10372" y="3940"/>
                      <a:pt x="10634" y="2919"/>
                      <a:pt x="11281" y="2203"/>
                    </a:cubicBezTo>
                    <a:cubicBezTo>
                      <a:pt x="11975" y="1437"/>
                      <a:pt x="12981" y="1165"/>
                      <a:pt x="13632" y="1165"/>
                    </a:cubicBezTo>
                    <a:close/>
                    <a:moveTo>
                      <a:pt x="13631" y="1"/>
                    </a:moveTo>
                    <a:cubicBezTo>
                      <a:pt x="12698" y="1"/>
                      <a:pt x="11363" y="368"/>
                      <a:pt x="10413" y="1418"/>
                    </a:cubicBezTo>
                    <a:cubicBezTo>
                      <a:pt x="9665" y="2245"/>
                      <a:pt x="9291" y="3332"/>
                      <a:pt x="9300" y="4649"/>
                    </a:cubicBezTo>
                    <a:cubicBezTo>
                      <a:pt x="6556" y="4315"/>
                      <a:pt x="4306" y="3079"/>
                      <a:pt x="2438" y="887"/>
                    </a:cubicBezTo>
                    <a:cubicBezTo>
                      <a:pt x="2327" y="756"/>
                      <a:pt x="2163" y="681"/>
                      <a:pt x="1993" y="681"/>
                    </a:cubicBezTo>
                    <a:cubicBezTo>
                      <a:pt x="1966" y="681"/>
                      <a:pt x="1938" y="683"/>
                      <a:pt x="1911" y="687"/>
                    </a:cubicBezTo>
                    <a:cubicBezTo>
                      <a:pt x="1713" y="715"/>
                      <a:pt x="1541" y="843"/>
                      <a:pt x="1460" y="1025"/>
                    </a:cubicBezTo>
                    <a:cubicBezTo>
                      <a:pt x="1207" y="1582"/>
                      <a:pt x="876" y="2444"/>
                      <a:pt x="922" y="3466"/>
                    </a:cubicBezTo>
                    <a:cubicBezTo>
                      <a:pt x="952" y="4138"/>
                      <a:pt x="1138" y="4773"/>
                      <a:pt x="1479" y="5368"/>
                    </a:cubicBezTo>
                    <a:cubicBezTo>
                      <a:pt x="1469" y="5367"/>
                      <a:pt x="1459" y="5367"/>
                      <a:pt x="1449" y="5367"/>
                    </a:cubicBezTo>
                    <a:cubicBezTo>
                      <a:pt x="1114" y="5367"/>
                      <a:pt x="843" y="5650"/>
                      <a:pt x="865" y="5990"/>
                    </a:cubicBezTo>
                    <a:cubicBezTo>
                      <a:pt x="963" y="7455"/>
                      <a:pt x="1501" y="8589"/>
                      <a:pt x="2470" y="9380"/>
                    </a:cubicBezTo>
                    <a:cubicBezTo>
                      <a:pt x="2284" y="9528"/>
                      <a:pt x="2208" y="9773"/>
                      <a:pt x="2274" y="9999"/>
                    </a:cubicBezTo>
                    <a:cubicBezTo>
                      <a:pt x="2578" y="11057"/>
                      <a:pt x="3469" y="12207"/>
                      <a:pt x="4833" y="12757"/>
                    </a:cubicBezTo>
                    <a:cubicBezTo>
                      <a:pt x="3802" y="13279"/>
                      <a:pt x="2644" y="13546"/>
                      <a:pt x="1412" y="13546"/>
                    </a:cubicBezTo>
                    <a:cubicBezTo>
                      <a:pt x="1173" y="13546"/>
                      <a:pt x="932" y="13536"/>
                      <a:pt x="689" y="13516"/>
                    </a:cubicBezTo>
                    <a:cubicBezTo>
                      <a:pt x="673" y="13515"/>
                      <a:pt x="658" y="13514"/>
                      <a:pt x="642" y="13514"/>
                    </a:cubicBezTo>
                    <a:cubicBezTo>
                      <a:pt x="390" y="13514"/>
                      <a:pt x="164" y="13676"/>
                      <a:pt x="84" y="13919"/>
                    </a:cubicBezTo>
                    <a:cubicBezTo>
                      <a:pt x="0" y="14177"/>
                      <a:pt x="105" y="14460"/>
                      <a:pt x="338" y="14600"/>
                    </a:cubicBezTo>
                    <a:cubicBezTo>
                      <a:pt x="2284" y="15778"/>
                      <a:pt x="4395" y="16376"/>
                      <a:pt x="6611" y="16376"/>
                    </a:cubicBezTo>
                    <a:cubicBezTo>
                      <a:pt x="11382" y="16376"/>
                      <a:pt x="14151" y="14008"/>
                      <a:pt x="15631" y="12019"/>
                    </a:cubicBezTo>
                    <a:cubicBezTo>
                      <a:pt x="17461" y="9567"/>
                      <a:pt x="18108" y="6689"/>
                      <a:pt x="18108" y="4971"/>
                    </a:cubicBezTo>
                    <a:cubicBezTo>
                      <a:pt x="18108" y="4747"/>
                      <a:pt x="18103" y="4701"/>
                      <a:pt x="18110" y="4637"/>
                    </a:cubicBezTo>
                    <a:cubicBezTo>
                      <a:pt x="18336" y="4435"/>
                      <a:pt x="18964" y="4133"/>
                      <a:pt x="19935" y="2718"/>
                    </a:cubicBezTo>
                    <a:cubicBezTo>
                      <a:pt x="20080" y="2505"/>
                      <a:pt x="20070" y="2221"/>
                      <a:pt x="19909" y="2019"/>
                    </a:cubicBezTo>
                    <a:cubicBezTo>
                      <a:pt x="19795" y="1879"/>
                      <a:pt x="19625" y="1801"/>
                      <a:pt x="19451" y="1801"/>
                    </a:cubicBezTo>
                    <a:cubicBezTo>
                      <a:pt x="19377" y="1801"/>
                      <a:pt x="19303" y="1815"/>
                      <a:pt x="19231" y="1844"/>
                    </a:cubicBezTo>
                    <a:cubicBezTo>
                      <a:pt x="19194" y="1860"/>
                      <a:pt x="19155" y="1874"/>
                      <a:pt x="19118" y="1890"/>
                    </a:cubicBezTo>
                    <a:cubicBezTo>
                      <a:pt x="19269" y="1630"/>
                      <a:pt x="19392" y="1356"/>
                      <a:pt x="19490" y="1062"/>
                    </a:cubicBezTo>
                    <a:cubicBezTo>
                      <a:pt x="19564" y="841"/>
                      <a:pt x="19498" y="598"/>
                      <a:pt x="19327" y="443"/>
                    </a:cubicBezTo>
                    <a:cubicBezTo>
                      <a:pt x="19217" y="344"/>
                      <a:pt x="19076" y="292"/>
                      <a:pt x="18934" y="292"/>
                    </a:cubicBezTo>
                    <a:cubicBezTo>
                      <a:pt x="18853" y="292"/>
                      <a:pt x="18771" y="309"/>
                      <a:pt x="18694" y="344"/>
                    </a:cubicBezTo>
                    <a:cubicBezTo>
                      <a:pt x="18690" y="345"/>
                      <a:pt x="18676" y="351"/>
                      <a:pt x="18651" y="363"/>
                    </a:cubicBezTo>
                    <a:cubicBezTo>
                      <a:pt x="17724" y="830"/>
                      <a:pt x="16999" y="1103"/>
                      <a:pt x="16670" y="1166"/>
                    </a:cubicBezTo>
                    <a:cubicBezTo>
                      <a:pt x="16647" y="1147"/>
                      <a:pt x="16624" y="1126"/>
                      <a:pt x="16603" y="1106"/>
                    </a:cubicBezTo>
                    <a:cubicBezTo>
                      <a:pt x="16194" y="745"/>
                      <a:pt x="15347" y="1"/>
                      <a:pt x="1363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2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7847" name="Google Shape;12657;p89">
                <a:extLst>
                  <a:ext uri="{FF2B5EF4-FFF2-40B4-BE49-F238E27FC236}">
                    <a16:creationId xmlns:a16="http://schemas.microsoft.com/office/drawing/2014/main" id="{0A794548-1959-8476-05B2-103AC24B2108}"/>
                  </a:ext>
                </a:extLst>
              </p:cNvPr>
              <p:cNvGrpSpPr/>
              <p:nvPr/>
            </p:nvGrpSpPr>
            <p:grpSpPr>
              <a:xfrm>
                <a:off x="10373678" y="4335921"/>
                <a:ext cx="621823" cy="620890"/>
                <a:chOff x="2344476" y="2571761"/>
                <a:chExt cx="417671" cy="417045"/>
              </a:xfrm>
              <a:grpFill/>
            </p:grpSpPr>
            <p:sp>
              <p:nvSpPr>
                <p:cNvPr id="17848" name="Google Shape;12658;p89">
                  <a:extLst>
                    <a:ext uri="{FF2B5EF4-FFF2-40B4-BE49-F238E27FC236}">
                      <a16:creationId xmlns:a16="http://schemas.microsoft.com/office/drawing/2014/main" id="{4F5A5103-FECD-9595-4C3D-E946DD2775BD}"/>
                    </a:ext>
                  </a:extLst>
                </p:cNvPr>
                <p:cNvSpPr/>
                <p:nvPr/>
              </p:nvSpPr>
              <p:spPr>
                <a:xfrm>
                  <a:off x="2344476" y="2571761"/>
                  <a:ext cx="417671" cy="4170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13" h="19983" extrusionOk="0">
                      <a:moveTo>
                        <a:pt x="10022" y="1170"/>
                      </a:moveTo>
                      <a:cubicBezTo>
                        <a:pt x="14886" y="1170"/>
                        <a:pt x="18842" y="5127"/>
                        <a:pt x="18842" y="9990"/>
                      </a:cubicBezTo>
                      <a:cubicBezTo>
                        <a:pt x="18842" y="14855"/>
                        <a:pt x="14886" y="18811"/>
                        <a:pt x="10023" y="18811"/>
                      </a:cubicBezTo>
                      <a:cubicBezTo>
                        <a:pt x="8516" y="18811"/>
                        <a:pt x="7030" y="18423"/>
                        <a:pt x="5726" y="17691"/>
                      </a:cubicBezTo>
                      <a:cubicBezTo>
                        <a:pt x="5638" y="17641"/>
                        <a:pt x="5539" y="17615"/>
                        <a:pt x="5440" y="17615"/>
                      </a:cubicBezTo>
                      <a:cubicBezTo>
                        <a:pt x="5393" y="17615"/>
                        <a:pt x="5345" y="17621"/>
                        <a:pt x="5298" y="17632"/>
                      </a:cubicBezTo>
                      <a:lnTo>
                        <a:pt x="1419" y="18595"/>
                      </a:lnTo>
                      <a:lnTo>
                        <a:pt x="2381" y="14715"/>
                      </a:lnTo>
                      <a:cubicBezTo>
                        <a:pt x="2417" y="14570"/>
                        <a:pt x="2395" y="14416"/>
                        <a:pt x="2323" y="14287"/>
                      </a:cubicBezTo>
                      <a:cubicBezTo>
                        <a:pt x="1590" y="12982"/>
                        <a:pt x="1203" y="11498"/>
                        <a:pt x="1203" y="9990"/>
                      </a:cubicBezTo>
                      <a:cubicBezTo>
                        <a:pt x="1203" y="5127"/>
                        <a:pt x="5159" y="1170"/>
                        <a:pt x="10022" y="1170"/>
                      </a:cubicBezTo>
                      <a:close/>
                      <a:moveTo>
                        <a:pt x="10023" y="1"/>
                      </a:moveTo>
                      <a:cubicBezTo>
                        <a:pt x="4522" y="1"/>
                        <a:pt x="32" y="4491"/>
                        <a:pt x="32" y="9990"/>
                      </a:cubicBezTo>
                      <a:cubicBezTo>
                        <a:pt x="32" y="11620"/>
                        <a:pt x="432" y="13226"/>
                        <a:pt x="1191" y="14655"/>
                      </a:cubicBezTo>
                      <a:lnTo>
                        <a:pt x="50" y="19256"/>
                      </a:lnTo>
                      <a:cubicBezTo>
                        <a:pt x="0" y="19455"/>
                        <a:pt x="58" y="19665"/>
                        <a:pt x="204" y="19810"/>
                      </a:cubicBezTo>
                      <a:cubicBezTo>
                        <a:pt x="313" y="19921"/>
                        <a:pt x="461" y="19982"/>
                        <a:pt x="614" y="19982"/>
                      </a:cubicBezTo>
                      <a:cubicBezTo>
                        <a:pt x="662" y="19982"/>
                        <a:pt x="710" y="19976"/>
                        <a:pt x="757" y="19964"/>
                      </a:cubicBezTo>
                      <a:lnTo>
                        <a:pt x="5358" y="18823"/>
                      </a:lnTo>
                      <a:cubicBezTo>
                        <a:pt x="6788" y="19582"/>
                        <a:pt x="8394" y="19982"/>
                        <a:pt x="10022" y="19982"/>
                      </a:cubicBezTo>
                      <a:cubicBezTo>
                        <a:pt x="12680" y="19982"/>
                        <a:pt x="15187" y="18940"/>
                        <a:pt x="17078" y="17047"/>
                      </a:cubicBezTo>
                      <a:cubicBezTo>
                        <a:pt x="18971" y="15156"/>
                        <a:pt x="20013" y="12649"/>
                        <a:pt x="20013" y="9990"/>
                      </a:cubicBezTo>
                      <a:cubicBezTo>
                        <a:pt x="20013" y="7333"/>
                        <a:pt x="18971" y="4827"/>
                        <a:pt x="17080" y="2934"/>
                      </a:cubicBezTo>
                      <a:cubicBezTo>
                        <a:pt x="15187" y="1043"/>
                        <a:pt x="12680" y="1"/>
                        <a:pt x="1002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sp>
              <p:nvSpPr>
                <p:cNvPr id="17849" name="Google Shape;12659;p89">
                  <a:extLst>
                    <a:ext uri="{FF2B5EF4-FFF2-40B4-BE49-F238E27FC236}">
                      <a16:creationId xmlns:a16="http://schemas.microsoft.com/office/drawing/2014/main" id="{A56614EA-A5ED-2F50-550D-E29E8BB5CD11}"/>
                    </a:ext>
                  </a:extLst>
                </p:cNvPr>
                <p:cNvSpPr/>
                <p:nvPr/>
              </p:nvSpPr>
              <p:spPr>
                <a:xfrm>
                  <a:off x="2421672" y="2657388"/>
                  <a:ext cx="260625" cy="2436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88" h="11674" extrusionOk="0">
                      <a:moveTo>
                        <a:pt x="3164" y="1171"/>
                      </a:moveTo>
                      <a:cubicBezTo>
                        <a:pt x="3352" y="1171"/>
                        <a:pt x="3536" y="1247"/>
                        <a:pt x="3710" y="1424"/>
                      </a:cubicBezTo>
                      <a:lnTo>
                        <a:pt x="3719" y="1433"/>
                      </a:lnTo>
                      <a:cubicBezTo>
                        <a:pt x="4757" y="2473"/>
                        <a:pt x="4683" y="2832"/>
                        <a:pt x="4449" y="3068"/>
                      </a:cubicBezTo>
                      <a:cubicBezTo>
                        <a:pt x="4240" y="3275"/>
                        <a:pt x="3625" y="3692"/>
                        <a:pt x="3427" y="3892"/>
                      </a:cubicBezTo>
                      <a:cubicBezTo>
                        <a:pt x="2960" y="4359"/>
                        <a:pt x="3046" y="5081"/>
                        <a:pt x="3685" y="6039"/>
                      </a:cubicBezTo>
                      <a:cubicBezTo>
                        <a:pt x="4065" y="6611"/>
                        <a:pt x="4568" y="7166"/>
                        <a:pt x="4805" y="7405"/>
                      </a:cubicBezTo>
                      <a:lnTo>
                        <a:pt x="4806" y="7405"/>
                      </a:lnTo>
                      <a:cubicBezTo>
                        <a:pt x="5045" y="7642"/>
                        <a:pt x="5599" y="8146"/>
                        <a:pt x="6172" y="8527"/>
                      </a:cubicBezTo>
                      <a:cubicBezTo>
                        <a:pt x="6727" y="8895"/>
                        <a:pt x="7202" y="9079"/>
                        <a:pt x="7594" y="9079"/>
                      </a:cubicBezTo>
                      <a:cubicBezTo>
                        <a:pt x="7880" y="9079"/>
                        <a:pt x="8123" y="8981"/>
                        <a:pt x="8320" y="8785"/>
                      </a:cubicBezTo>
                      <a:cubicBezTo>
                        <a:pt x="8518" y="8585"/>
                        <a:pt x="8935" y="7971"/>
                        <a:pt x="9144" y="7762"/>
                      </a:cubicBezTo>
                      <a:cubicBezTo>
                        <a:pt x="9238" y="7668"/>
                        <a:pt x="9331" y="7609"/>
                        <a:pt x="9460" y="7609"/>
                      </a:cubicBezTo>
                      <a:cubicBezTo>
                        <a:pt x="9549" y="7609"/>
                        <a:pt x="9655" y="7637"/>
                        <a:pt x="9790" y="7702"/>
                      </a:cubicBezTo>
                      <a:cubicBezTo>
                        <a:pt x="10172" y="7886"/>
                        <a:pt x="10582" y="8297"/>
                        <a:pt x="10779" y="8493"/>
                      </a:cubicBezTo>
                      <a:lnTo>
                        <a:pt x="10788" y="8502"/>
                      </a:lnTo>
                      <a:cubicBezTo>
                        <a:pt x="11239" y="8944"/>
                        <a:pt x="11037" y="9452"/>
                        <a:pt x="10593" y="9898"/>
                      </a:cubicBezTo>
                      <a:cubicBezTo>
                        <a:pt x="10190" y="10300"/>
                        <a:pt x="9680" y="10502"/>
                        <a:pt x="9068" y="10502"/>
                      </a:cubicBezTo>
                      <a:cubicBezTo>
                        <a:pt x="8521" y="10502"/>
                        <a:pt x="7892" y="10341"/>
                        <a:pt x="7184" y="10020"/>
                      </a:cubicBezTo>
                      <a:cubicBezTo>
                        <a:pt x="5868" y="9420"/>
                        <a:pt x="4676" y="8428"/>
                        <a:pt x="4228" y="7984"/>
                      </a:cubicBezTo>
                      <a:cubicBezTo>
                        <a:pt x="3784" y="7536"/>
                        <a:pt x="2792" y="6344"/>
                        <a:pt x="2192" y="5028"/>
                      </a:cubicBezTo>
                      <a:cubicBezTo>
                        <a:pt x="1511" y="3527"/>
                        <a:pt x="1552" y="2381"/>
                        <a:pt x="2314" y="1619"/>
                      </a:cubicBezTo>
                      <a:cubicBezTo>
                        <a:pt x="2583" y="1350"/>
                        <a:pt x="2877" y="1171"/>
                        <a:pt x="3164" y="1171"/>
                      </a:cubicBezTo>
                      <a:close/>
                      <a:moveTo>
                        <a:pt x="3169" y="1"/>
                      </a:moveTo>
                      <a:cubicBezTo>
                        <a:pt x="2619" y="1"/>
                        <a:pt x="2030" y="247"/>
                        <a:pt x="1486" y="791"/>
                      </a:cubicBezTo>
                      <a:cubicBezTo>
                        <a:pt x="701" y="1576"/>
                        <a:pt x="0" y="3034"/>
                        <a:pt x="1127" y="5512"/>
                      </a:cubicBezTo>
                      <a:cubicBezTo>
                        <a:pt x="1794" y="6979"/>
                        <a:pt x="2868" y="8274"/>
                        <a:pt x="3398" y="8810"/>
                      </a:cubicBezTo>
                      <a:lnTo>
                        <a:pt x="3402" y="8813"/>
                      </a:lnTo>
                      <a:cubicBezTo>
                        <a:pt x="3938" y="9344"/>
                        <a:pt x="5235" y="10418"/>
                        <a:pt x="6699" y="11085"/>
                      </a:cubicBezTo>
                      <a:cubicBezTo>
                        <a:pt x="7490" y="11445"/>
                        <a:pt x="8308" y="11674"/>
                        <a:pt x="9088" y="11674"/>
                      </a:cubicBezTo>
                      <a:cubicBezTo>
                        <a:pt x="9940" y="11674"/>
                        <a:pt x="10746" y="11400"/>
                        <a:pt x="11421" y="10726"/>
                      </a:cubicBezTo>
                      <a:cubicBezTo>
                        <a:pt x="12488" y="9657"/>
                        <a:pt x="12399" y="8442"/>
                        <a:pt x="11607" y="7665"/>
                      </a:cubicBezTo>
                      <a:cubicBezTo>
                        <a:pt x="11219" y="7278"/>
                        <a:pt x="10791" y="6885"/>
                        <a:pt x="10297" y="6648"/>
                      </a:cubicBezTo>
                      <a:cubicBezTo>
                        <a:pt x="10009" y="6509"/>
                        <a:pt x="9725" y="6440"/>
                        <a:pt x="9455" y="6440"/>
                      </a:cubicBezTo>
                      <a:cubicBezTo>
                        <a:pt x="9034" y="6440"/>
                        <a:pt x="8646" y="6606"/>
                        <a:pt x="8316" y="6935"/>
                      </a:cubicBezTo>
                      <a:cubicBezTo>
                        <a:pt x="8070" y="7180"/>
                        <a:pt x="7732" y="7665"/>
                        <a:pt x="7538" y="7904"/>
                      </a:cubicBezTo>
                      <a:cubicBezTo>
                        <a:pt x="7035" y="7819"/>
                        <a:pt x="6032" y="6974"/>
                        <a:pt x="5634" y="6577"/>
                      </a:cubicBezTo>
                      <a:cubicBezTo>
                        <a:pt x="5236" y="6179"/>
                        <a:pt x="4393" y="5174"/>
                        <a:pt x="4308" y="4674"/>
                      </a:cubicBezTo>
                      <a:cubicBezTo>
                        <a:pt x="4545" y="4481"/>
                        <a:pt x="5031" y="4141"/>
                        <a:pt x="5277" y="3895"/>
                      </a:cubicBezTo>
                      <a:cubicBezTo>
                        <a:pt x="5817" y="3354"/>
                        <a:pt x="5919" y="2652"/>
                        <a:pt x="5564" y="1914"/>
                      </a:cubicBezTo>
                      <a:cubicBezTo>
                        <a:pt x="5327" y="1421"/>
                        <a:pt x="4934" y="993"/>
                        <a:pt x="4546" y="605"/>
                      </a:cubicBezTo>
                      <a:cubicBezTo>
                        <a:pt x="4165" y="216"/>
                        <a:pt x="3684" y="1"/>
                        <a:pt x="3169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8F9838B-3A50-88A6-37E1-78672F60D3D4}"/>
              </a:ext>
            </a:extLst>
          </p:cNvPr>
          <p:cNvSpPr txBox="1"/>
          <p:nvPr/>
        </p:nvSpPr>
        <p:spPr>
          <a:xfrm>
            <a:off x="0" y="670567"/>
            <a:ext cx="1219200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</a:rPr>
              <a:t>Icons</a:t>
            </a:r>
          </a:p>
        </p:txBody>
      </p:sp>
    </p:spTree>
    <p:extLst>
      <p:ext uri="{BB962C8B-B14F-4D97-AF65-F5344CB8AC3E}">
        <p14:creationId xmlns:p14="http://schemas.microsoft.com/office/powerpoint/2010/main" val="2817633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p60"/>
          <p:cNvSpPr txBox="1">
            <a:spLocks noGrp="1"/>
          </p:cNvSpPr>
          <p:nvPr>
            <p:ph type="body" idx="4294967295"/>
          </p:nvPr>
        </p:nvSpPr>
        <p:spPr>
          <a:xfrm>
            <a:off x="1365955" y="1465345"/>
            <a:ext cx="9621844" cy="8001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>
              <a:buNone/>
            </a:pPr>
            <a:r>
              <a:rPr lang="en" sz="1800" dirty="0">
                <a:solidFill>
                  <a:schemeClr val="accent3"/>
                </a:solidFill>
                <a:latin typeface="LORA" pitchFamily="2" charset="0"/>
                <a:ea typeface="Arial"/>
                <a:cs typeface="Helvetica" panose="020B0604020202020204" pitchFamily="34" charset="0"/>
                <a:sym typeface="Arial"/>
              </a:rPr>
              <a:t>You can add and edit some </a:t>
            </a:r>
            <a:r>
              <a:rPr lang="en" sz="1800" b="1" dirty="0">
                <a:solidFill>
                  <a:schemeClr val="accent3"/>
                </a:solidFill>
                <a:uFill>
                  <a:noFill/>
                </a:uFill>
                <a:latin typeface="LORA" pitchFamily="2" charset="0"/>
                <a:ea typeface="Arial"/>
                <a:cs typeface="Helvetica" panose="020B0604020202020204" pitchFamily="34" charset="0"/>
                <a:sym typeface="Arial"/>
              </a:rPr>
              <a:t>shapes</a:t>
            </a:r>
            <a:r>
              <a:rPr lang="en" sz="1800" dirty="0">
                <a:solidFill>
                  <a:schemeClr val="accent3"/>
                </a:solidFill>
                <a:latin typeface="LORA" pitchFamily="2" charset="0"/>
                <a:ea typeface="Arial"/>
                <a:cs typeface="Helvetica" panose="020B0604020202020204" pitchFamily="34" charset="0"/>
                <a:sym typeface="Arial"/>
              </a:rPr>
              <a:t> to your presentation to present your data in a visual way.</a:t>
            </a:r>
            <a:endParaRPr sz="1800" dirty="0">
              <a:solidFill>
                <a:schemeClr val="accent3"/>
              </a:solidFill>
              <a:latin typeface="LORA" pitchFamily="2" charset="0"/>
              <a:ea typeface="Arial"/>
              <a:cs typeface="Helvetica" panose="020B0604020202020204" pitchFamily="34" charset="0"/>
              <a:sym typeface="Arial"/>
            </a:endParaRPr>
          </a:p>
          <a:p>
            <a:pPr marL="0" indent="0">
              <a:buNone/>
            </a:pPr>
            <a:endParaRPr sz="1800" dirty="0">
              <a:solidFill>
                <a:schemeClr val="accent3"/>
              </a:solidFill>
              <a:latin typeface="LORA" pitchFamily="2" charset="0"/>
              <a:ea typeface="Arial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2859" name="Google Shape;2859;p60"/>
          <p:cNvSpPr txBox="1"/>
          <p:nvPr/>
        </p:nvSpPr>
        <p:spPr>
          <a:xfrm>
            <a:off x="1064633" y="2290215"/>
            <a:ext cx="9923166" cy="39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Choose your favourite infographic and insert it in your presentation using Ctrl C + Ctrl V or Cmd C + Cmd V in Mac.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Select one of the parts and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ungroup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 it by right-clicking and choosing “Ungroup”.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Change the color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 by clicking on the paint bucket. 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Then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resize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 the element by clicking and dragging one of the square-shaped points of its bounding box (the cursor should look like a double-headed arrow). Remember to hold Shift while dragging to keep the proportions.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Group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 the elements again by selecting them, right-clicking and choosing “Group”.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Repeat the steps above with the other parts and when you’re done editing, copy the end result and paste it into your presentation.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  <a:p>
            <a:pPr marL="497412" marR="0" lvl="0" indent="-285750" algn="l" defTabSz="121917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ct val="8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Remember to choose the “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Keep source formatting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” option so that it keeps the design. For more info, please visit </a:t>
            </a:r>
            <a:r>
              <a:rPr kumimoji="0" lang="en" sz="1800" b="1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>
                  <a:noFill/>
                </a:uFill>
                <a:latin typeface="LORA" pitchFamily="2" charset="0"/>
                <a:ea typeface="+mn-ea"/>
                <a:cs typeface="Helvetica" panose="020B0604020202020204" pitchFamily="34" charset="0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Slideegg (Tips &amp; Tricks)</a:t>
            </a:r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Helvetica" panose="020B0604020202020204" pitchFamily="34" charset="0"/>
                <a:sym typeface="Arial"/>
              </a:rPr>
              <a:t>.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Helvetica" panose="020B0604020202020204" pitchFamily="34" charset="0"/>
              <a:sym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BE63DB-2BDF-6F59-5CDF-2491B9BA7851}"/>
              </a:ext>
            </a:extLst>
          </p:cNvPr>
          <p:cNvSpPr txBox="1"/>
          <p:nvPr/>
        </p:nvSpPr>
        <p:spPr>
          <a:xfrm>
            <a:off x="0" y="732689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Cambria" panose="02040503050406030204" pitchFamily="18" charset="0"/>
                <a:cs typeface="+mn-cs"/>
                <a:sym typeface="Arial"/>
              </a:rPr>
              <a:t>How To Edit Shapes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717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86F0E030-F779-E330-9C9A-6E879D099E5B}"/>
              </a:ext>
            </a:extLst>
          </p:cNvPr>
          <p:cNvGrpSpPr/>
          <p:nvPr/>
        </p:nvGrpSpPr>
        <p:grpSpPr>
          <a:xfrm>
            <a:off x="1007907" y="719364"/>
            <a:ext cx="10176185" cy="5402945"/>
            <a:chOff x="1567542" y="1309914"/>
            <a:chExt cx="10176185" cy="5402945"/>
          </a:xfrm>
        </p:grpSpPr>
        <p:sp>
          <p:nvSpPr>
            <p:cNvPr id="2" name="Rectangle 1"/>
            <p:cNvSpPr/>
            <p:nvPr/>
          </p:nvSpPr>
          <p:spPr>
            <a:xfrm>
              <a:off x="3414203" y="1309914"/>
              <a:ext cx="6482865" cy="5909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Tx/>
                <a:buNone/>
                <a:tabLst/>
                <a:defRPr/>
              </a:pPr>
              <a:r>
                <a:rPr kumimoji="0" lang="en-US" sz="36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Georgia" panose="02040502050405020303" pitchFamily="18" charset="0"/>
                  <a:ea typeface="Cambria" panose="02040503050406030204" pitchFamily="18" charset="0"/>
                  <a:cs typeface="+mn-cs"/>
                </a:rPr>
                <a:t>Terms Of Use (Free Users)</a:t>
              </a: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6FEE3117-CA9D-C63D-F40E-394CD20E15D5}"/>
                </a:ext>
              </a:extLst>
            </p:cNvPr>
            <p:cNvGrpSpPr/>
            <p:nvPr/>
          </p:nvGrpSpPr>
          <p:grpSpPr>
            <a:xfrm>
              <a:off x="1567542" y="2123550"/>
              <a:ext cx="10176185" cy="4589309"/>
              <a:chOff x="1523999" y="1838157"/>
              <a:chExt cx="10176185" cy="4589309"/>
            </a:xfrm>
          </p:grpSpPr>
          <p:sp>
            <p:nvSpPr>
              <p:cNvPr id="3" name="Rectangle 2"/>
              <p:cNvSpPr/>
              <p:nvPr/>
            </p:nvSpPr>
            <p:spPr>
              <a:xfrm>
                <a:off x="1523999" y="1838157"/>
                <a:ext cx="9529463" cy="40626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If you are a free subscriber, you should credit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 </a:t>
                </a:r>
                <a:r>
                  <a:rPr kumimoji="0" lang="en-US" sz="1800" b="1" i="0" u="sng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SlideEgg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 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by keeping the “</a:t>
                </a:r>
                <a:r>
                  <a:rPr kumimoji="0" lang="en-US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Thank You”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 slide.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Kindly refer to the following slide for the Terms of Use for premium users.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sng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You can:</a:t>
                </a:r>
                <a:endPara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endParaRP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Customize or edit this template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Use this template for both business and personal endeavors.</a:t>
                </a:r>
              </a:p>
              <a:p>
                <a:pPr marL="171450" marR="0" lvl="0" indent="-1714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Wingdings" panose="05000000000000000000" pitchFamily="2" charset="2"/>
                  <a:buChar char="v"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1" i="0" u="sng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You can not: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Sell, rent, or second-license SlideEgg content or its altered version.</a:t>
                </a:r>
                <a:b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</a:b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Promulgate, unless explicitly permitted, SlideEgg content, by SlideEgg.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Incorporate SlideEgg content in any database or file online or offline.</a:t>
                </a:r>
              </a:p>
              <a:p>
                <a:pPr marL="285750" marR="0" lvl="0" indent="-28575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Obtain SlideEgg content’s copyright.</a:t>
                </a:r>
                <a:endPara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endParaRPr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1524000" y="6027356"/>
                <a:ext cx="101761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Kindly refer to our </a:t>
                </a:r>
                <a:r>
                  <a:rPr kumimoji="0" lang="en-US" sz="2000" b="1" i="0" u="sng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Tutorial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 page or </a:t>
                </a:r>
                <a:r>
                  <a:rPr kumimoji="0" lang="en-US" sz="2000" b="1" i="0" u="sng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FAQ</a:t>
                </a: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accent3"/>
                    </a:solidFill>
                    <a:effectLst/>
                    <a:uLnTx/>
                    <a:uFillTx/>
                    <a:latin typeface="LORA" pitchFamily="2" charset="0"/>
                    <a:ea typeface="+mn-ea"/>
                    <a:cs typeface="Segoe UI" panose="020B0502040204020203" pitchFamily="34" charset="0"/>
                  </a:rPr>
                  <a:t> for advanced slide modification guidelines.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1502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38515" y="1716372"/>
            <a:ext cx="909254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Being a premium subscriber, you have the privilege of using this PPT template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without giving attribution to </a:t>
            </a: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SlideEgg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or keeping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“Thank You”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slide.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You can: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Customize or edit this template.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Use this template for both business and personal endeavors.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Circulate or share the editable format of this template with anyone you want.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sng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You can not: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Sell, rent or second-license SlideEgg content or the altered version of it.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Promulgate or include the templates in any other services database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that performs as distribution or resale platform, unless explicitly permitted, by SlideEgg.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Incorporate the elements used 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SlideEgg’s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 templates separately.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Obtain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SlideEgg’s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 copyright for the elements used in this template as a logo or trademark.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01AFD9-8872-2AE3-655A-66D9360EFD69}"/>
              </a:ext>
            </a:extLst>
          </p:cNvPr>
          <p:cNvSpPr/>
          <p:nvPr/>
        </p:nvSpPr>
        <p:spPr>
          <a:xfrm>
            <a:off x="1752938" y="5600324"/>
            <a:ext cx="9158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Kindly refer to our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 page or </a:t>
            </a:r>
            <a:r>
              <a:rPr kumimoji="0" lang="en-US" sz="1800" b="1" i="0" u="sng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FAQ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</a:rPr>
              <a:t> for advanced slide modification guidelines.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CFA3D8-91C1-2058-27F2-6B20500F960F}"/>
              </a:ext>
            </a:extLst>
          </p:cNvPr>
          <p:cNvSpPr/>
          <p:nvPr/>
        </p:nvSpPr>
        <p:spPr>
          <a:xfrm>
            <a:off x="2271879" y="719364"/>
            <a:ext cx="7648248" cy="5909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Pts val="1100"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Georgia" panose="02040502050405020303" pitchFamily="18" charset="0"/>
                <a:ea typeface="Cambria" panose="02040503050406030204" pitchFamily="18" charset="0"/>
                <a:cs typeface="+mn-cs"/>
              </a:rPr>
              <a:t>Terms Of Use (Premium Users)</a:t>
            </a:r>
          </a:p>
        </p:txBody>
      </p:sp>
    </p:spTree>
    <p:extLst>
      <p:ext uri="{BB962C8B-B14F-4D97-AF65-F5344CB8AC3E}">
        <p14:creationId xmlns:p14="http://schemas.microsoft.com/office/powerpoint/2010/main" val="1817775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6FA1EA-BDF0-0BBC-06AC-BCBAE61C2964}"/>
              </a:ext>
            </a:extLst>
          </p:cNvPr>
          <p:cNvSpPr txBox="1"/>
          <p:nvPr/>
        </p:nvSpPr>
        <p:spPr>
          <a:xfrm>
            <a:off x="3046970" y="6200554"/>
            <a:ext cx="60980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sng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LORA" pitchFamily="2" charset="0"/>
                <a:ea typeface="+mn-ea"/>
                <a:cs typeface="Segoe UI" panose="020B0502040204020203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www.slideegg.com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accent3"/>
              </a:solidFill>
              <a:effectLst/>
              <a:uLnTx/>
              <a:uFillTx/>
              <a:latin typeface="LORA" pitchFamily="2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5D6C6BD-F4B0-FF57-D1CC-69C3E8B0835D}"/>
              </a:ext>
            </a:extLst>
          </p:cNvPr>
          <p:cNvGrpSpPr/>
          <p:nvPr/>
        </p:nvGrpSpPr>
        <p:grpSpPr>
          <a:xfrm>
            <a:off x="1659924" y="1470260"/>
            <a:ext cx="8872151" cy="3560070"/>
            <a:chOff x="1659925" y="1622451"/>
            <a:chExt cx="8872151" cy="3560070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A022012-F0A4-EAD0-5433-F3D20941C3F8}"/>
                </a:ext>
              </a:extLst>
            </p:cNvPr>
            <p:cNvSpPr txBox="1"/>
            <p:nvPr/>
          </p:nvSpPr>
          <p:spPr>
            <a:xfrm>
              <a:off x="1659925" y="1622451"/>
              <a:ext cx="8872151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Thank You!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We respect your valuable time with SlideEgg!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If you have any questions, please reach us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59C85C9-F63B-E7AD-66C9-0248A7089251}"/>
                </a:ext>
              </a:extLst>
            </p:cNvPr>
            <p:cNvGrpSpPr/>
            <p:nvPr/>
          </p:nvGrpSpPr>
          <p:grpSpPr>
            <a:xfrm>
              <a:off x="4889500" y="3372853"/>
              <a:ext cx="2878228" cy="444235"/>
              <a:chOff x="3889500" y="3338261"/>
              <a:chExt cx="4767228" cy="735789"/>
            </a:xfrm>
          </p:grpSpPr>
          <p:pic>
            <p:nvPicPr>
              <p:cNvPr id="8" name="Picture 4" descr="Facebook icon circle Logo PNG Vector (EPS) Free Download">
                <a:hlinkClick r:id="rId3"/>
                <a:extLst>
                  <a:ext uri="{FF2B5EF4-FFF2-40B4-BE49-F238E27FC236}">
                    <a16:creationId xmlns:a16="http://schemas.microsoft.com/office/drawing/2014/main" id="{5C3C7234-909E-D7A5-E600-6E4916658C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889500" y="3338261"/>
                <a:ext cx="730592" cy="7305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9" name="Picture 6" descr="Instagram Logo Icon Png #96303 - Free Icons Library">
                <a:hlinkClick r:id="rId5"/>
                <a:extLst>
                  <a:ext uri="{FF2B5EF4-FFF2-40B4-BE49-F238E27FC236}">
                    <a16:creationId xmlns:a16="http://schemas.microsoft.com/office/drawing/2014/main" id="{568D218A-52FD-1CD7-0245-AA6DCEFA6C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840970" y="3338261"/>
                <a:ext cx="730592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8" descr="Youtube PNG images free download">
                <a:hlinkClick r:id="rId7"/>
                <a:extLst>
                  <a:ext uri="{FF2B5EF4-FFF2-40B4-BE49-F238E27FC236}">
                    <a16:creationId xmlns:a16="http://schemas.microsoft.com/office/drawing/2014/main" id="{23E026E1-BA9A-5E81-4902-5C91A779D1A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18313" y="3352865"/>
                <a:ext cx="1019843" cy="7211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1" name="Picture 10" descr="Download Twitter Logo Png Transparent Background - Logo Twitter Png PNG  Image with No Background - PNGkey.com">
                <a:hlinkClick r:id="rId9"/>
                <a:extLst>
                  <a:ext uri="{FF2B5EF4-FFF2-40B4-BE49-F238E27FC236}">
                    <a16:creationId xmlns:a16="http://schemas.microsoft.com/office/drawing/2014/main" id="{5203BCB7-88E4-37C6-A0A4-8EBF6C4C05A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87856" y="3352866"/>
                <a:ext cx="715989" cy="715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2" descr="LinkedIn Logo – Free PNG format download (2022)">
                <a:hlinkClick r:id="rId11"/>
                <a:extLst>
                  <a:ext uri="{FF2B5EF4-FFF2-40B4-BE49-F238E27FC236}">
                    <a16:creationId xmlns:a16="http://schemas.microsoft.com/office/drawing/2014/main" id="{0A229943-033E-CDA0-BDDA-4C18F91435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363296" y="3344440"/>
                <a:ext cx="1293432" cy="7275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6A21404-BC86-0C37-62CB-41EB47CA8CA6}"/>
                </a:ext>
              </a:extLst>
            </p:cNvPr>
            <p:cNvSpPr/>
            <p:nvPr/>
          </p:nvSpPr>
          <p:spPr>
            <a:xfrm>
              <a:off x="2668859" y="4659301"/>
              <a:ext cx="6854283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CREDIT:</a:t>
              </a: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 SlideEgg created this PowerPoint template.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Let this slide be kept for attribution.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4B43F0-6627-186C-D543-EF34235C1E9E}"/>
                </a:ext>
              </a:extLst>
            </p:cNvPr>
            <p:cNvSpPr/>
            <p:nvPr/>
          </p:nvSpPr>
          <p:spPr>
            <a:xfrm>
              <a:off x="2668859" y="4098910"/>
              <a:ext cx="685428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Do you have a design request, please visit our </a:t>
              </a:r>
              <a:r>
                <a:rPr kumimoji="0" lang="en-US" sz="1800" b="1" i="0" u="sng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  <a:hlinkClick r:id="rId1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redesign</a:t>
              </a: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3"/>
                  </a:solidFill>
                  <a:effectLst/>
                  <a:uLnTx/>
                  <a:uFillTx/>
                  <a:latin typeface="LORA" pitchFamily="2" charset="0"/>
                  <a:ea typeface="+mn-ea"/>
                  <a:cs typeface="Segoe UI" panose="020B0502040204020203" pitchFamily="34" charset="0"/>
                </a:rPr>
                <a:t> page.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9749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1">
      <a:dk1>
        <a:sysClr val="windowText" lastClr="000000"/>
      </a:dk1>
      <a:lt1>
        <a:sysClr val="window" lastClr="FFFFFF"/>
      </a:lt1>
      <a:dk2>
        <a:srgbClr val="44546A"/>
      </a:dk2>
      <a:lt2>
        <a:srgbClr val="BF2424"/>
      </a:lt2>
      <a:accent1>
        <a:srgbClr val="9762AA"/>
      </a:accent1>
      <a:accent2>
        <a:srgbClr val="0A9CCD"/>
      </a:accent2>
      <a:accent3>
        <a:srgbClr val="69AA43"/>
      </a:accent3>
      <a:accent4>
        <a:srgbClr val="FBAD4B"/>
      </a:accent4>
      <a:accent5>
        <a:srgbClr val="F25E3D"/>
      </a:accent5>
      <a:accent6>
        <a:srgbClr val="EA5A95"/>
      </a:accent6>
      <a:hlink>
        <a:srgbClr val="BF2424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1226</Words>
  <Application>Microsoft Office PowerPoint</Application>
  <PresentationFormat>Widescreen</PresentationFormat>
  <Paragraphs>139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Georgia</vt:lpstr>
      <vt:lpstr>LORA</vt:lpstr>
      <vt:lpstr>LORA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Deckzi</dc:creator>
  <cp:lastModifiedBy>Deckzi</cp:lastModifiedBy>
  <cp:revision>6</cp:revision>
  <dcterms:created xsi:type="dcterms:W3CDTF">2023-02-25T06:38:11Z</dcterms:created>
  <dcterms:modified xsi:type="dcterms:W3CDTF">2023-02-27T13:44:03Z</dcterms:modified>
</cp:coreProperties>
</file>