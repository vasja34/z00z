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1051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305" r:id="rId10"/>
    <p:sldId id="266" r:id="rId11"/>
    <p:sldId id="267" r:id="rId12"/>
    <p:sldId id="269" r:id="rId13"/>
    <p:sldId id="270" r:id="rId14"/>
    <p:sldId id="281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91" r:id="rId23"/>
    <p:sldId id="292" r:id="rId24"/>
    <p:sldId id="282" r:id="rId25"/>
    <p:sldId id="301" r:id="rId26"/>
    <p:sldId id="296" r:id="rId27"/>
    <p:sldId id="295" r:id="rId28"/>
    <p:sldId id="290" r:id="rId29"/>
    <p:sldId id="299" r:id="rId30"/>
    <p:sldId id="298" r:id="rId31"/>
    <p:sldId id="303" r:id="rId32"/>
    <p:sldId id="306" r:id="rId33"/>
    <p:sldId id="1049" r:id="rId34"/>
    <p:sldId id="1050" r:id="rId35"/>
    <p:sldId id="1044" r:id="rId36"/>
    <p:sldId id="1045" r:id="rId37"/>
    <p:sldId id="104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0C3E"/>
    <a:srgbClr val="C70039"/>
    <a:srgbClr val="FFC300"/>
    <a:srgbClr val="FF5733"/>
    <a:srgbClr val="5718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8" autoAdjust="0"/>
    <p:restoredTop sz="94660"/>
  </p:normalViewPr>
  <p:slideViewPr>
    <p:cSldViewPr snapToGrid="0">
      <p:cViewPr varScale="1">
        <p:scale>
          <a:sx n="80" d="100"/>
          <a:sy n="80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D6B132-05E7-4F10-AEF4-A5EA53B7CB16}" type="datetimeFigureOut">
              <a:rPr lang="en-US" smtClean="0"/>
              <a:t>1/25/2023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58F94F-6078-40DE-99DE-65F67349D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368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8F94F-6078-40DE-99DE-65F67349DD7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709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4" name="Google Shape;2854;g13b5c19b354_0_5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5" name="Google Shape;2855;g13b5c19b354_0_5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0759D-993D-4344-885E-3E4D3368DA6B}" type="datetimeFigureOut">
              <a:rPr lang="en-US" smtClean="0"/>
              <a:t>1/25/2023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4C177-D4E4-4ED8-B6BC-D9082E876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570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0759D-993D-4344-885E-3E4D3368DA6B}" type="datetimeFigureOut">
              <a:rPr lang="en-US" smtClean="0"/>
              <a:t>1/25/2023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4C177-D4E4-4ED8-B6BC-D9082E876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689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0759D-993D-4344-885E-3E4D3368DA6B}" type="datetimeFigureOut">
              <a:rPr lang="en-US" smtClean="0"/>
              <a:t>1/25/2023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4C177-D4E4-4ED8-B6BC-D9082E876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85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0759D-993D-4344-885E-3E4D3368DA6B}" type="datetimeFigureOut">
              <a:rPr lang="en-US" smtClean="0"/>
              <a:t>1/25/2023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4C177-D4E4-4ED8-B6BC-D9082E876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89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0759D-993D-4344-885E-3E4D3368DA6B}" type="datetimeFigureOut">
              <a:rPr lang="en-US" smtClean="0"/>
              <a:t>1/25/2023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4C177-D4E4-4ED8-B6BC-D9082E876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506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0759D-993D-4344-885E-3E4D3368DA6B}" type="datetimeFigureOut">
              <a:rPr lang="en-US" smtClean="0"/>
              <a:t>1/25/2023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4C177-D4E4-4ED8-B6BC-D9082E876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687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0759D-993D-4344-885E-3E4D3368DA6B}" type="datetimeFigureOut">
              <a:rPr lang="en-US" smtClean="0"/>
              <a:t>1/25/2023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4C177-D4E4-4ED8-B6BC-D9082E876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06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0759D-993D-4344-885E-3E4D3368DA6B}" type="datetimeFigureOut">
              <a:rPr lang="en-US" smtClean="0"/>
              <a:t>1/25/2023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4C177-D4E4-4ED8-B6BC-D9082E876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914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0759D-993D-4344-885E-3E4D3368DA6B}" type="datetimeFigureOut">
              <a:rPr lang="en-US" smtClean="0"/>
              <a:t>1/25/2023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4C177-D4E4-4ED8-B6BC-D9082E876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778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0759D-993D-4344-885E-3E4D3368DA6B}" type="datetimeFigureOut">
              <a:rPr lang="en-US" smtClean="0"/>
              <a:t>1/25/2023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4C177-D4E4-4ED8-B6BC-D9082E876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948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0759D-993D-4344-885E-3E4D3368DA6B}" type="datetimeFigureOut">
              <a:rPr lang="en-US" smtClean="0"/>
              <a:t>1/25/2023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4C177-D4E4-4ED8-B6BC-D9082E876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611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D0759D-993D-4344-885E-3E4D3368DA6B}" type="datetimeFigureOut">
              <a:rPr lang="en-US" smtClean="0"/>
              <a:t>1/25/2023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4C177-D4E4-4ED8-B6BC-D9082E876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062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13" Type="http://schemas.microsoft.com/office/2007/relationships/hdphoto" Target="../media/hdphoto2.wdp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12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microsoft.com/office/2007/relationships/hdphoto" Target="../media/hdphoto4.wdp"/><Relationship Id="rId11" Type="http://schemas.microsoft.com/office/2007/relationships/hdphoto" Target="../media/hdphoto1.wdp"/><Relationship Id="rId5" Type="http://schemas.openxmlformats.org/officeDocument/2006/relationships/image" Target="../media/image8.png"/><Relationship Id="rId10" Type="http://schemas.openxmlformats.org/officeDocument/2006/relationships/image" Target="../media/image10.png"/><Relationship Id="rId4" Type="http://schemas.microsoft.com/office/2007/relationships/hdphoto" Target="../media/hdphoto3.wdp"/><Relationship Id="rId9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microsoft.com/office/2007/relationships/hdphoto" Target="../media/hdphoto4.wdp"/><Relationship Id="rId7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microsoft.com/office/2007/relationships/hdphoto" Target="../media/hdphoto5.wdp"/><Relationship Id="rId4" Type="http://schemas.openxmlformats.org/officeDocument/2006/relationships/image" Target="../media/image14.png"/><Relationship Id="rId9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microsoft.com/office/2007/relationships/hdphoto" Target="../media/hdphoto5.wdp"/><Relationship Id="rId7" Type="http://schemas.microsoft.com/office/2007/relationships/hdphoto" Target="../media/hdphoto3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microsoft.com/office/2007/relationships/hdphoto" Target="../media/hdphoto4.wdp"/><Relationship Id="rId4" Type="http://schemas.openxmlformats.org/officeDocument/2006/relationships/image" Target="../media/image8.png"/><Relationship Id="rId9" Type="http://schemas.microsoft.com/office/2007/relationships/hdphoto" Target="../media/hdphoto2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microsoft.com/office/2007/relationships/hdphoto" Target="../media/hdphoto5.wdp"/><Relationship Id="rId7" Type="http://schemas.microsoft.com/office/2007/relationships/hdphoto" Target="../media/hdphoto3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microsoft.com/office/2007/relationships/hdphoto" Target="../media/hdphoto4.wdp"/><Relationship Id="rId4" Type="http://schemas.openxmlformats.org/officeDocument/2006/relationships/image" Target="../media/image8.png"/><Relationship Id="rId9" Type="http://schemas.microsoft.com/office/2007/relationships/hdphoto" Target="../media/hdphoto2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5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10" Type="http://schemas.microsoft.com/office/2007/relationships/hdphoto" Target="../media/hdphoto1.wdp"/><Relationship Id="rId4" Type="http://schemas.openxmlformats.org/officeDocument/2006/relationships/image" Target="../media/image1.png"/><Relationship Id="rId9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microsoft.com/office/2007/relationships/hdphoto" Target="../media/hdphoto5.wdp"/><Relationship Id="rId7" Type="http://schemas.microsoft.com/office/2007/relationships/hdphoto" Target="../media/hdphoto3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microsoft.com/office/2007/relationships/hdphoto" Target="../media/hdphoto4.wdp"/><Relationship Id="rId4" Type="http://schemas.openxmlformats.org/officeDocument/2006/relationships/image" Target="../media/image8.png"/><Relationship Id="rId9" Type="http://schemas.microsoft.com/office/2007/relationships/hdphoto" Target="../media/hdphoto2.wd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egg.com/tips-and-tricks-powerpoint-template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egg.com/tips-and-tricks-powerpoint-templates" TargetMode="External"/><Relationship Id="rId2" Type="http://schemas.openxmlformats.org/officeDocument/2006/relationships/hyperlink" Target="https://www.slideegg.com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slideegg.tawk.help/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egg.com/tips-and-tricks-powerpoint-templates" TargetMode="External"/><Relationship Id="rId2" Type="http://schemas.openxmlformats.org/officeDocument/2006/relationships/hyperlink" Target="https://www.slideegg.com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slideegg.tawk.help/" TargetMode="Externa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hyperlink" Target="https://www.slideegg.com/redesign" TargetMode="External"/><Relationship Id="rId3" Type="http://schemas.openxmlformats.org/officeDocument/2006/relationships/hyperlink" Target="https://www.facebook.com/SlideEgg" TargetMode="External"/><Relationship Id="rId7" Type="http://schemas.openxmlformats.org/officeDocument/2006/relationships/hyperlink" Target="https://www.youtube.com/channel/UCKevbriFTbpu-nd4NBafPEg" TargetMode="External"/><Relationship Id="rId12" Type="http://schemas.openxmlformats.org/officeDocument/2006/relationships/image" Target="../media/image20.png"/><Relationship Id="rId2" Type="http://schemas.openxmlformats.org/officeDocument/2006/relationships/hyperlink" Target="http://www.slideegg.com/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11" Type="http://schemas.openxmlformats.org/officeDocument/2006/relationships/hyperlink" Target="https://www.instagram.com/slide_egg/" TargetMode="External"/><Relationship Id="rId5" Type="http://schemas.openxmlformats.org/officeDocument/2006/relationships/hyperlink" Target="https://www.instagram.com/egg_slide/" TargetMode="External"/><Relationship Id="rId10" Type="http://schemas.openxmlformats.org/officeDocument/2006/relationships/image" Target="../media/image19.png"/><Relationship Id="rId4" Type="http://schemas.openxmlformats.org/officeDocument/2006/relationships/image" Target="../media/image16.png"/><Relationship Id="rId9" Type="http://schemas.openxmlformats.org/officeDocument/2006/relationships/hyperlink" Target="https://twitter.com/egg_slid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roup 235">
            <a:extLst>
              <a:ext uri="{FF2B5EF4-FFF2-40B4-BE49-F238E27FC236}">
                <a16:creationId xmlns:a16="http://schemas.microsoft.com/office/drawing/2014/main" id="{099E81C6-E730-FFE4-E9AD-35306E0AD4C0}"/>
              </a:ext>
            </a:extLst>
          </p:cNvPr>
          <p:cNvGrpSpPr/>
          <p:nvPr/>
        </p:nvGrpSpPr>
        <p:grpSpPr>
          <a:xfrm>
            <a:off x="283528" y="1320800"/>
            <a:ext cx="6804210" cy="4216400"/>
            <a:chOff x="424183" y="982133"/>
            <a:chExt cx="6342278" cy="3930152"/>
          </a:xfrm>
        </p:grpSpPr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8C31EAE-AFAE-15C8-ED89-D84BEA987223}"/>
                </a:ext>
              </a:extLst>
            </p:cNvPr>
            <p:cNvSpPr/>
            <p:nvPr/>
          </p:nvSpPr>
          <p:spPr>
            <a:xfrm>
              <a:off x="1645296" y="1961331"/>
              <a:ext cx="171667" cy="218186"/>
            </a:xfrm>
            <a:custGeom>
              <a:avLst/>
              <a:gdLst>
                <a:gd name="connsiteX0" fmla="*/ 179711 w 227997"/>
                <a:gd name="connsiteY0" fmla="*/ 5954 h 289781"/>
                <a:gd name="connsiteX1" fmla="*/ 227997 w 227997"/>
                <a:gd name="connsiteY1" fmla="*/ 275598 h 289781"/>
                <a:gd name="connsiteX2" fmla="*/ 7482 w 227997"/>
                <a:gd name="connsiteY2" fmla="*/ 289782 h 289781"/>
                <a:gd name="connsiteX3" fmla="*/ 0 w 227997"/>
                <a:gd name="connsiteY3" fmla="*/ 0 h 289781"/>
                <a:gd name="connsiteX4" fmla="*/ 179711 w 227997"/>
                <a:gd name="connsiteY4" fmla="*/ 5954 h 289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97" h="289781">
                  <a:moveTo>
                    <a:pt x="179711" y="5954"/>
                  </a:moveTo>
                  <a:lnTo>
                    <a:pt x="227997" y="275598"/>
                  </a:lnTo>
                  <a:lnTo>
                    <a:pt x="7482" y="289782"/>
                  </a:lnTo>
                  <a:lnTo>
                    <a:pt x="0" y="0"/>
                  </a:lnTo>
                  <a:lnTo>
                    <a:pt x="179711" y="5954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AE4F957-2BF5-65E9-5361-3B88160694B3}"/>
                </a:ext>
              </a:extLst>
            </p:cNvPr>
            <p:cNvSpPr/>
            <p:nvPr/>
          </p:nvSpPr>
          <p:spPr>
            <a:xfrm>
              <a:off x="3235526" y="1373009"/>
              <a:ext cx="3530935" cy="3491839"/>
            </a:xfrm>
            <a:custGeom>
              <a:avLst/>
              <a:gdLst>
                <a:gd name="connsiteX0" fmla="*/ 2131239 w 4689562"/>
                <a:gd name="connsiteY0" fmla="*/ 4634308 h 4637638"/>
                <a:gd name="connsiteX1" fmla="*/ 517053 w 4689562"/>
                <a:gd name="connsiteY1" fmla="*/ 3659163 h 4637638"/>
                <a:gd name="connsiteX2" fmla="*/ 405610 w 4689562"/>
                <a:gd name="connsiteY2" fmla="*/ 719824 h 4637638"/>
                <a:gd name="connsiteX3" fmla="*/ 3110031 w 4689562"/>
                <a:gd name="connsiteY3" fmla="*/ 174893 h 4637638"/>
                <a:gd name="connsiteX4" fmla="*/ 4553578 w 4689562"/>
                <a:gd name="connsiteY4" fmla="*/ 1491505 h 4637638"/>
                <a:gd name="connsiteX5" fmla="*/ 2186789 w 4689562"/>
                <a:gd name="connsiteY5" fmla="*/ 4636833 h 4637638"/>
                <a:gd name="connsiteX6" fmla="*/ 2131239 w 4689562"/>
                <a:gd name="connsiteY6" fmla="*/ 4634308 h 463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9562" h="4637638">
                  <a:moveTo>
                    <a:pt x="2131239" y="4634308"/>
                  </a:moveTo>
                  <a:cubicBezTo>
                    <a:pt x="1482846" y="4594843"/>
                    <a:pt x="882740" y="4197890"/>
                    <a:pt x="517053" y="3659163"/>
                  </a:cubicBezTo>
                  <a:cubicBezTo>
                    <a:pt x="-33208" y="2848672"/>
                    <a:pt x="-252196" y="1532964"/>
                    <a:pt x="405610" y="719824"/>
                  </a:cubicBezTo>
                  <a:cubicBezTo>
                    <a:pt x="1042500" y="-67443"/>
                    <a:pt x="2208610" y="-141479"/>
                    <a:pt x="3110031" y="174893"/>
                  </a:cubicBezTo>
                  <a:cubicBezTo>
                    <a:pt x="3743181" y="397124"/>
                    <a:pt x="4298897" y="870700"/>
                    <a:pt x="4553578" y="1491505"/>
                  </a:cubicBezTo>
                  <a:cubicBezTo>
                    <a:pt x="5148604" y="2941909"/>
                    <a:pt x="3686976" y="4680475"/>
                    <a:pt x="2186789" y="4636833"/>
                  </a:cubicBezTo>
                  <a:cubicBezTo>
                    <a:pt x="2168241" y="4636303"/>
                    <a:pt x="2149725" y="4635462"/>
                    <a:pt x="2131239" y="4634308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CDC4C06B-E3C4-0E15-93B3-F16C20CA6C49}"/>
                </a:ext>
              </a:extLst>
            </p:cNvPr>
            <p:cNvSpPr/>
            <p:nvPr/>
          </p:nvSpPr>
          <p:spPr>
            <a:xfrm>
              <a:off x="5257007" y="1906671"/>
              <a:ext cx="152163" cy="138348"/>
            </a:xfrm>
            <a:custGeom>
              <a:avLst/>
              <a:gdLst>
                <a:gd name="connsiteX0" fmla="*/ 196763 w 208670"/>
                <a:gd name="connsiteY0" fmla="*/ 222854 h 225908"/>
                <a:gd name="connsiteX1" fmla="*/ 208671 w 208670"/>
                <a:gd name="connsiteY1" fmla="*/ 0 h 225908"/>
                <a:gd name="connsiteX2" fmla="*/ 24471 w 208670"/>
                <a:gd name="connsiteY2" fmla="*/ 5767 h 225908"/>
                <a:gd name="connsiteX3" fmla="*/ 0 w 208670"/>
                <a:gd name="connsiteY3" fmla="*/ 225909 h 225908"/>
                <a:gd name="connsiteX4" fmla="*/ 196763 w 208670"/>
                <a:gd name="connsiteY4" fmla="*/ 222854 h 225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670" h="225908">
                  <a:moveTo>
                    <a:pt x="196763" y="222854"/>
                  </a:moveTo>
                  <a:lnTo>
                    <a:pt x="208671" y="0"/>
                  </a:lnTo>
                  <a:lnTo>
                    <a:pt x="24471" y="5767"/>
                  </a:lnTo>
                  <a:lnTo>
                    <a:pt x="0" y="225909"/>
                  </a:lnTo>
                  <a:lnTo>
                    <a:pt x="196763" y="222854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EFF7340A-FE58-15EA-1C29-AD134C952E87}"/>
                </a:ext>
              </a:extLst>
            </p:cNvPr>
            <p:cNvSpPr/>
            <p:nvPr/>
          </p:nvSpPr>
          <p:spPr>
            <a:xfrm>
              <a:off x="5067574" y="1555713"/>
              <a:ext cx="486377" cy="463926"/>
            </a:xfrm>
            <a:custGeom>
              <a:avLst/>
              <a:gdLst>
                <a:gd name="connsiteX0" fmla="*/ 120202 w 645975"/>
                <a:gd name="connsiteY0" fmla="*/ 545499 h 616157"/>
                <a:gd name="connsiteX1" fmla="*/ 72040 w 645975"/>
                <a:gd name="connsiteY1" fmla="*/ 584620 h 616157"/>
                <a:gd name="connsiteX2" fmla="*/ 239438 w 645975"/>
                <a:gd name="connsiteY2" fmla="*/ 577669 h 616157"/>
                <a:gd name="connsiteX3" fmla="*/ 294208 w 645975"/>
                <a:gd name="connsiteY3" fmla="*/ 561708 h 616157"/>
                <a:gd name="connsiteX4" fmla="*/ 326222 w 645975"/>
                <a:gd name="connsiteY4" fmla="*/ 578323 h 616157"/>
                <a:gd name="connsiteX5" fmla="*/ 419398 w 645975"/>
                <a:gd name="connsiteY5" fmla="*/ 606379 h 616157"/>
                <a:gd name="connsiteX6" fmla="*/ 594993 w 645975"/>
                <a:gd name="connsiteY6" fmla="*/ 599334 h 616157"/>
                <a:gd name="connsiteX7" fmla="*/ 642594 w 645975"/>
                <a:gd name="connsiteY7" fmla="*/ 512736 h 616157"/>
                <a:gd name="connsiteX8" fmla="*/ 629908 w 645975"/>
                <a:gd name="connsiteY8" fmla="*/ 490448 h 616157"/>
                <a:gd name="connsiteX9" fmla="*/ 615069 w 645975"/>
                <a:gd name="connsiteY9" fmla="*/ 358338 h 616157"/>
                <a:gd name="connsiteX10" fmla="*/ 632994 w 645975"/>
                <a:gd name="connsiteY10" fmla="*/ 224077 h 616157"/>
                <a:gd name="connsiteX11" fmla="*/ 573235 w 645975"/>
                <a:gd name="connsiteY11" fmla="*/ 86917 h 616157"/>
                <a:gd name="connsiteX12" fmla="*/ 525603 w 645975"/>
                <a:gd name="connsiteY12" fmla="*/ 49509 h 616157"/>
                <a:gd name="connsiteX13" fmla="*/ 227062 w 645975"/>
                <a:gd name="connsiteY13" fmla="*/ 22825 h 616157"/>
                <a:gd name="connsiteX14" fmla="*/ 121324 w 645975"/>
                <a:gd name="connsiteY14" fmla="*/ 146550 h 616157"/>
                <a:gd name="connsiteX15" fmla="*/ 125875 w 645975"/>
                <a:gd name="connsiteY15" fmla="*/ 219650 h 616157"/>
                <a:gd name="connsiteX16" fmla="*/ 35007 w 645975"/>
                <a:gd name="connsiteY16" fmla="*/ 329970 h 616157"/>
                <a:gd name="connsiteX17" fmla="*/ 66803 w 645975"/>
                <a:gd name="connsiteY17" fmla="*/ 489949 h 616157"/>
                <a:gd name="connsiteX18" fmla="*/ 0 w 645975"/>
                <a:gd name="connsiteY18" fmla="*/ 528946 h 616157"/>
                <a:gd name="connsiteX19" fmla="*/ 120202 w 645975"/>
                <a:gd name="connsiteY19" fmla="*/ 545499 h 616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45975" h="616157">
                  <a:moveTo>
                    <a:pt x="120202" y="545499"/>
                  </a:moveTo>
                  <a:cubicBezTo>
                    <a:pt x="111380" y="565527"/>
                    <a:pt x="93456" y="580088"/>
                    <a:pt x="72040" y="584620"/>
                  </a:cubicBezTo>
                  <a:cubicBezTo>
                    <a:pt x="126437" y="605344"/>
                    <a:pt x="186943" y="602831"/>
                    <a:pt x="239438" y="577669"/>
                  </a:cubicBezTo>
                  <a:cubicBezTo>
                    <a:pt x="256894" y="569190"/>
                    <a:pt x="275162" y="557936"/>
                    <a:pt x="294208" y="561708"/>
                  </a:cubicBezTo>
                  <a:cubicBezTo>
                    <a:pt x="306054" y="564109"/>
                    <a:pt x="315874" y="572027"/>
                    <a:pt x="326222" y="578323"/>
                  </a:cubicBezTo>
                  <a:cubicBezTo>
                    <a:pt x="354091" y="595281"/>
                    <a:pt x="387196" y="600924"/>
                    <a:pt x="419398" y="606379"/>
                  </a:cubicBezTo>
                  <a:cubicBezTo>
                    <a:pt x="478158" y="616074"/>
                    <a:pt x="541345" y="625083"/>
                    <a:pt x="594993" y="599334"/>
                  </a:cubicBezTo>
                  <a:cubicBezTo>
                    <a:pt x="627663" y="583748"/>
                    <a:pt x="655936" y="546340"/>
                    <a:pt x="642594" y="512736"/>
                  </a:cubicBezTo>
                  <a:cubicBezTo>
                    <a:pt x="639477" y="504787"/>
                    <a:pt x="634240" y="497835"/>
                    <a:pt x="629908" y="490448"/>
                  </a:cubicBezTo>
                  <a:cubicBezTo>
                    <a:pt x="606870" y="451513"/>
                    <a:pt x="607868" y="403008"/>
                    <a:pt x="615069" y="358338"/>
                  </a:cubicBezTo>
                  <a:cubicBezTo>
                    <a:pt x="622270" y="313667"/>
                    <a:pt x="634957" y="269277"/>
                    <a:pt x="632994" y="224077"/>
                  </a:cubicBezTo>
                  <a:cubicBezTo>
                    <a:pt x="630531" y="172588"/>
                    <a:pt x="609271" y="123791"/>
                    <a:pt x="573235" y="86917"/>
                  </a:cubicBezTo>
                  <a:cubicBezTo>
                    <a:pt x="558865" y="72624"/>
                    <a:pt x="542904" y="60067"/>
                    <a:pt x="525603" y="49509"/>
                  </a:cubicBezTo>
                  <a:cubicBezTo>
                    <a:pt x="435670" y="-5330"/>
                    <a:pt x="325318" y="-15193"/>
                    <a:pt x="227062" y="22825"/>
                  </a:cubicBezTo>
                  <a:cubicBezTo>
                    <a:pt x="173382" y="44147"/>
                    <a:pt x="120576" y="88787"/>
                    <a:pt x="121324" y="146550"/>
                  </a:cubicBezTo>
                  <a:cubicBezTo>
                    <a:pt x="121636" y="171114"/>
                    <a:pt x="131767" y="195803"/>
                    <a:pt x="125875" y="219650"/>
                  </a:cubicBezTo>
                  <a:cubicBezTo>
                    <a:pt x="114248" y="266752"/>
                    <a:pt x="48474" y="283336"/>
                    <a:pt x="35007" y="329970"/>
                  </a:cubicBezTo>
                  <a:cubicBezTo>
                    <a:pt x="19421" y="383432"/>
                    <a:pt x="83169" y="436737"/>
                    <a:pt x="66803" y="489949"/>
                  </a:cubicBezTo>
                  <a:cubicBezTo>
                    <a:pt x="58480" y="517038"/>
                    <a:pt x="27681" y="535025"/>
                    <a:pt x="0" y="528946"/>
                  </a:cubicBezTo>
                  <a:cubicBezTo>
                    <a:pt x="27463" y="564202"/>
                    <a:pt x="84135" y="572058"/>
                    <a:pt x="120202" y="545499"/>
                  </a:cubicBezTo>
                  <a:close/>
                </a:path>
              </a:pathLst>
            </a:custGeom>
            <a:solidFill>
              <a:schemeClr val="tx1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8CEB7934-4663-2DE4-375A-A72C8379DC29}"/>
                </a:ext>
              </a:extLst>
            </p:cNvPr>
            <p:cNvSpPr/>
            <p:nvPr/>
          </p:nvSpPr>
          <p:spPr>
            <a:xfrm>
              <a:off x="5187151" y="1586026"/>
              <a:ext cx="287740" cy="408856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68B9332-57F6-0A9E-F76E-A5FBE3EEF57D}"/>
                </a:ext>
              </a:extLst>
            </p:cNvPr>
            <p:cNvSpPr/>
            <p:nvPr/>
          </p:nvSpPr>
          <p:spPr>
            <a:xfrm>
              <a:off x="435332" y="2173382"/>
              <a:ext cx="1834378" cy="1082929"/>
            </a:xfrm>
            <a:custGeom>
              <a:avLst/>
              <a:gdLst>
                <a:gd name="connsiteX0" fmla="*/ 2436305 w 2436304"/>
                <a:gd name="connsiteY0" fmla="*/ 67302 h 1438278"/>
                <a:gd name="connsiteX1" fmla="*/ 2259711 w 2436304"/>
                <a:gd name="connsiteY1" fmla="*/ 0 h 1438278"/>
                <a:gd name="connsiteX2" fmla="*/ 34134 w 2436304"/>
                <a:gd name="connsiteY2" fmla="*/ 1252427 h 1438278"/>
                <a:gd name="connsiteX3" fmla="*/ 0 w 2436304"/>
                <a:gd name="connsiteY3" fmla="*/ 1438279 h 1438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6304" h="1438278">
                  <a:moveTo>
                    <a:pt x="2436305" y="67302"/>
                  </a:moveTo>
                  <a:cubicBezTo>
                    <a:pt x="2378697" y="41672"/>
                    <a:pt x="2319750" y="19206"/>
                    <a:pt x="2259711" y="0"/>
                  </a:cubicBezTo>
                  <a:lnTo>
                    <a:pt x="34134" y="1252427"/>
                  </a:lnTo>
                  <a:cubicBezTo>
                    <a:pt x="19377" y="1313712"/>
                    <a:pt x="7983" y="1375746"/>
                    <a:pt x="0" y="1438279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C16B723-4305-B0FF-AC6A-801ECFD208A4}"/>
                </a:ext>
              </a:extLst>
            </p:cNvPr>
            <p:cNvSpPr/>
            <p:nvPr/>
          </p:nvSpPr>
          <p:spPr>
            <a:xfrm>
              <a:off x="474833" y="2533052"/>
              <a:ext cx="2306873" cy="1370708"/>
            </a:xfrm>
            <a:custGeom>
              <a:avLst/>
              <a:gdLst>
                <a:gd name="connsiteX0" fmla="*/ 3063843 w 3063842"/>
                <a:gd name="connsiteY0" fmla="*/ 125938 h 1820487"/>
                <a:gd name="connsiteX1" fmla="*/ 2957856 w 3063842"/>
                <a:gd name="connsiteY1" fmla="*/ 0 h 1820487"/>
                <a:gd name="connsiteX2" fmla="*/ 0 w 3063842"/>
                <a:gd name="connsiteY2" fmla="*/ 1664624 h 1820487"/>
                <a:gd name="connsiteX3" fmla="*/ 52620 w 3063842"/>
                <a:gd name="connsiteY3" fmla="*/ 1820487 h 182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63842" h="1820487">
                  <a:moveTo>
                    <a:pt x="3063843" y="125938"/>
                  </a:moveTo>
                  <a:cubicBezTo>
                    <a:pt x="3030457" y="82296"/>
                    <a:pt x="2995138" y="40307"/>
                    <a:pt x="2957856" y="0"/>
                  </a:cubicBezTo>
                  <a:lnTo>
                    <a:pt x="0" y="1664624"/>
                  </a:lnTo>
                  <a:cubicBezTo>
                    <a:pt x="15150" y="1717711"/>
                    <a:pt x="32691" y="1769645"/>
                    <a:pt x="52620" y="1820487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B9C9E86-B508-8FCE-67D4-56B4A1F2825E}"/>
                </a:ext>
              </a:extLst>
            </p:cNvPr>
            <p:cNvSpPr/>
            <p:nvPr/>
          </p:nvSpPr>
          <p:spPr>
            <a:xfrm>
              <a:off x="546420" y="2694133"/>
              <a:ext cx="2343019" cy="1387114"/>
            </a:xfrm>
            <a:custGeom>
              <a:avLst/>
              <a:gdLst>
                <a:gd name="connsiteX0" fmla="*/ 3111849 w 3111848"/>
                <a:gd name="connsiteY0" fmla="*/ 130925 h 1842276"/>
                <a:gd name="connsiteX1" fmla="*/ 3032109 w 3111848"/>
                <a:gd name="connsiteY1" fmla="*/ 0 h 1842276"/>
                <a:gd name="connsiteX2" fmla="*/ 0 w 3111848"/>
                <a:gd name="connsiteY2" fmla="*/ 1706208 h 1842276"/>
                <a:gd name="connsiteX3" fmla="*/ 70856 w 3111848"/>
                <a:gd name="connsiteY3" fmla="*/ 1842277 h 1842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11848" h="1842276">
                  <a:moveTo>
                    <a:pt x="3111849" y="130925"/>
                  </a:moveTo>
                  <a:cubicBezTo>
                    <a:pt x="3087129" y="86005"/>
                    <a:pt x="3060539" y="42364"/>
                    <a:pt x="3032109" y="0"/>
                  </a:cubicBezTo>
                  <a:lnTo>
                    <a:pt x="0" y="1706208"/>
                  </a:lnTo>
                  <a:cubicBezTo>
                    <a:pt x="21634" y="1752749"/>
                    <a:pt x="45253" y="1798106"/>
                    <a:pt x="70856" y="1842277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4FBB26A-91CF-DD02-0525-C9A7F1971EB3}"/>
                </a:ext>
              </a:extLst>
            </p:cNvPr>
            <p:cNvSpPr/>
            <p:nvPr/>
          </p:nvSpPr>
          <p:spPr>
            <a:xfrm>
              <a:off x="1733866" y="4103404"/>
              <a:ext cx="1129449" cy="635618"/>
            </a:xfrm>
            <a:custGeom>
              <a:avLst/>
              <a:gdLst>
                <a:gd name="connsiteX0" fmla="*/ 1500063 w 1500062"/>
                <a:gd name="connsiteY0" fmla="*/ 0 h 844188"/>
                <a:gd name="connsiteX1" fmla="*/ 0 w 1500062"/>
                <a:gd name="connsiteY1" fmla="*/ 844188 h 844188"/>
                <a:gd name="connsiteX2" fmla="*/ 5393 w 1500062"/>
                <a:gd name="connsiteY2" fmla="*/ 844188 h 844188"/>
                <a:gd name="connsiteX3" fmla="*/ 318211 w 1500062"/>
                <a:gd name="connsiteY3" fmla="*/ 815665 h 844188"/>
                <a:gd name="connsiteX4" fmla="*/ 1309909 w 1500062"/>
                <a:gd name="connsiteY4" fmla="*/ 257673 h 844188"/>
                <a:gd name="connsiteX5" fmla="*/ 1500063 w 1500062"/>
                <a:gd name="connsiteY5" fmla="*/ 0 h 844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00062" h="844188">
                  <a:moveTo>
                    <a:pt x="1500063" y="0"/>
                  </a:moveTo>
                  <a:lnTo>
                    <a:pt x="0" y="844188"/>
                  </a:lnTo>
                  <a:cubicBezTo>
                    <a:pt x="1808" y="844188"/>
                    <a:pt x="3585" y="844188"/>
                    <a:pt x="5393" y="844188"/>
                  </a:cubicBezTo>
                  <a:cubicBezTo>
                    <a:pt x="110308" y="844064"/>
                    <a:pt x="215001" y="834525"/>
                    <a:pt x="318211" y="815665"/>
                  </a:cubicBezTo>
                  <a:lnTo>
                    <a:pt x="1309909" y="257673"/>
                  </a:lnTo>
                  <a:cubicBezTo>
                    <a:pt x="1381045" y="177778"/>
                    <a:pt x="1444669" y="91523"/>
                    <a:pt x="1500063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372A54-58A2-8B47-5BC2-3D10FA7C13CB}"/>
                </a:ext>
              </a:extLst>
            </p:cNvPr>
            <p:cNvSpPr/>
            <p:nvPr/>
          </p:nvSpPr>
          <p:spPr>
            <a:xfrm>
              <a:off x="424183" y="2267172"/>
              <a:ext cx="2053645" cy="1227229"/>
            </a:xfrm>
            <a:custGeom>
              <a:avLst/>
              <a:gdLst>
                <a:gd name="connsiteX0" fmla="*/ 2568851 w 2727520"/>
                <a:gd name="connsiteY0" fmla="*/ 0 h 1629928"/>
                <a:gd name="connsiteX1" fmla="*/ 2587 w 2727520"/>
                <a:gd name="connsiteY1" fmla="*/ 1444201 h 1629928"/>
                <a:gd name="connsiteX2" fmla="*/ 0 w 2727520"/>
                <a:gd name="connsiteY2" fmla="*/ 1538218 h 1629928"/>
                <a:gd name="connsiteX3" fmla="*/ 2431 w 2727520"/>
                <a:gd name="connsiteY3" fmla="*/ 1629929 h 1629928"/>
                <a:gd name="connsiteX4" fmla="*/ 2727520 w 2727520"/>
                <a:gd name="connsiteY4" fmla="*/ 96230 h 1629928"/>
                <a:gd name="connsiteX5" fmla="*/ 2568851 w 2727520"/>
                <a:gd name="connsiteY5" fmla="*/ 0 h 1629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27520" h="1629928">
                  <a:moveTo>
                    <a:pt x="2568851" y="0"/>
                  </a:moveTo>
                  <a:lnTo>
                    <a:pt x="2587" y="1444201"/>
                  </a:lnTo>
                  <a:cubicBezTo>
                    <a:pt x="935" y="1475374"/>
                    <a:pt x="0" y="1506547"/>
                    <a:pt x="0" y="1538218"/>
                  </a:cubicBezTo>
                  <a:cubicBezTo>
                    <a:pt x="0" y="1568986"/>
                    <a:pt x="810" y="1599535"/>
                    <a:pt x="2431" y="1629929"/>
                  </a:cubicBezTo>
                  <a:lnTo>
                    <a:pt x="2727520" y="96230"/>
                  </a:lnTo>
                  <a:cubicBezTo>
                    <a:pt x="2676366" y="61367"/>
                    <a:pt x="2623403" y="29246"/>
                    <a:pt x="2568851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433D284-582C-4CA9-FA7D-C9490028B901}"/>
                </a:ext>
              </a:extLst>
            </p:cNvPr>
            <p:cNvSpPr/>
            <p:nvPr/>
          </p:nvSpPr>
          <p:spPr>
            <a:xfrm>
              <a:off x="493141" y="2114916"/>
              <a:ext cx="1531672" cy="890420"/>
            </a:xfrm>
            <a:custGeom>
              <a:avLst/>
              <a:gdLst>
                <a:gd name="connsiteX0" fmla="*/ 0 w 2034269"/>
                <a:gd name="connsiteY0" fmla="*/ 1182600 h 1182599"/>
                <a:gd name="connsiteX1" fmla="*/ 2034270 w 2034269"/>
                <a:gd name="connsiteY1" fmla="*/ 37781 h 1182599"/>
                <a:gd name="connsiteX2" fmla="*/ 1771577 w 2034269"/>
                <a:gd name="connsiteY2" fmla="*/ 0 h 1182599"/>
                <a:gd name="connsiteX3" fmla="*/ 103618 w 2034269"/>
                <a:gd name="connsiteY3" fmla="*/ 938673 h 1182599"/>
                <a:gd name="connsiteX4" fmla="*/ 0 w 2034269"/>
                <a:gd name="connsiteY4" fmla="*/ 1182600 h 1182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34269" h="1182599">
                  <a:moveTo>
                    <a:pt x="0" y="1182600"/>
                  </a:moveTo>
                  <a:lnTo>
                    <a:pt x="2034270" y="37781"/>
                  </a:lnTo>
                  <a:cubicBezTo>
                    <a:pt x="1947791" y="18538"/>
                    <a:pt x="1859974" y="5907"/>
                    <a:pt x="1771577" y="0"/>
                  </a:cubicBezTo>
                  <a:lnTo>
                    <a:pt x="103618" y="938673"/>
                  </a:lnTo>
                  <a:cubicBezTo>
                    <a:pt x="62907" y="1017228"/>
                    <a:pt x="28268" y="1098776"/>
                    <a:pt x="0" y="118260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927221B-EFFE-C2F9-EE7A-D074BBAA6C6D}"/>
                </a:ext>
              </a:extLst>
            </p:cNvPr>
            <p:cNvSpPr/>
            <p:nvPr/>
          </p:nvSpPr>
          <p:spPr>
            <a:xfrm>
              <a:off x="433876" y="2392437"/>
              <a:ext cx="2208835" cy="1312570"/>
            </a:xfrm>
            <a:custGeom>
              <a:avLst/>
              <a:gdLst>
                <a:gd name="connsiteX0" fmla="*/ 2933634 w 2933634"/>
                <a:gd name="connsiteY0" fmla="*/ 107359 h 1743272"/>
                <a:gd name="connsiteX1" fmla="*/ 2809567 w 2933634"/>
                <a:gd name="connsiteY1" fmla="*/ 0 h 1743272"/>
                <a:gd name="connsiteX2" fmla="*/ 0 w 2933634"/>
                <a:gd name="connsiteY2" fmla="*/ 1581174 h 1743272"/>
                <a:gd name="connsiteX3" fmla="*/ 27058 w 2933634"/>
                <a:gd name="connsiteY3" fmla="*/ 1743273 h 1743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3634" h="1743272">
                  <a:moveTo>
                    <a:pt x="2933634" y="107359"/>
                  </a:moveTo>
                  <a:cubicBezTo>
                    <a:pt x="2894014" y="69671"/>
                    <a:pt x="2852648" y="33885"/>
                    <a:pt x="2809567" y="0"/>
                  </a:cubicBezTo>
                  <a:lnTo>
                    <a:pt x="0" y="1581174"/>
                  </a:lnTo>
                  <a:cubicBezTo>
                    <a:pt x="6587" y="1635976"/>
                    <a:pt x="15608" y="1689998"/>
                    <a:pt x="27058" y="1743273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0BAD612-C5DA-6CC0-0AA8-27012C884024}"/>
                </a:ext>
              </a:extLst>
            </p:cNvPr>
            <p:cNvSpPr/>
            <p:nvPr/>
          </p:nvSpPr>
          <p:spPr>
            <a:xfrm>
              <a:off x="1128525" y="3508531"/>
              <a:ext cx="1920282" cy="1153037"/>
            </a:xfrm>
            <a:custGeom>
              <a:avLst/>
              <a:gdLst>
                <a:gd name="connsiteX0" fmla="*/ 2550397 w 2550396"/>
                <a:gd name="connsiteY0" fmla="*/ 0 h 1531391"/>
                <a:gd name="connsiteX1" fmla="*/ 0 w 2550396"/>
                <a:gd name="connsiteY1" fmla="*/ 1435255 h 1531391"/>
                <a:gd name="connsiteX2" fmla="*/ 217897 w 2550396"/>
                <a:gd name="connsiteY2" fmla="*/ 1531391 h 1531391"/>
                <a:gd name="connsiteX3" fmla="*/ 2519692 w 2550396"/>
                <a:gd name="connsiteY3" fmla="*/ 236040 h 1531391"/>
                <a:gd name="connsiteX4" fmla="*/ 2550397 w 2550396"/>
                <a:gd name="connsiteY4" fmla="*/ 0 h 153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0396" h="1531391">
                  <a:moveTo>
                    <a:pt x="2550397" y="0"/>
                  </a:moveTo>
                  <a:lnTo>
                    <a:pt x="0" y="1435255"/>
                  </a:lnTo>
                  <a:cubicBezTo>
                    <a:pt x="70348" y="1472257"/>
                    <a:pt x="143151" y="1504365"/>
                    <a:pt x="217897" y="1531391"/>
                  </a:cubicBezTo>
                  <a:lnTo>
                    <a:pt x="2519692" y="236040"/>
                  </a:lnTo>
                  <a:cubicBezTo>
                    <a:pt x="2535278" y="158140"/>
                    <a:pt x="2545565" y="79304"/>
                    <a:pt x="2550397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C6CC231-EB55-E21C-12BB-A1722C242E62}"/>
                </a:ext>
              </a:extLst>
            </p:cNvPr>
            <p:cNvSpPr/>
            <p:nvPr/>
          </p:nvSpPr>
          <p:spPr>
            <a:xfrm>
              <a:off x="1398935" y="3794432"/>
              <a:ext cx="1599855" cy="935508"/>
            </a:xfrm>
            <a:custGeom>
              <a:avLst/>
              <a:gdLst>
                <a:gd name="connsiteX0" fmla="*/ 2037231 w 2124826"/>
                <a:gd name="connsiteY0" fmla="*/ 234886 h 1242482"/>
                <a:gd name="connsiteX1" fmla="*/ 2124827 w 2124826"/>
                <a:gd name="connsiteY1" fmla="*/ 0 h 1242482"/>
                <a:gd name="connsiteX2" fmla="*/ 0 w 2124826"/>
                <a:gd name="connsiteY2" fmla="*/ 1195723 h 1242482"/>
                <a:gd name="connsiteX3" fmla="*/ 246763 w 2124826"/>
                <a:gd name="connsiteY3" fmla="*/ 1242482 h 1242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4826" h="1242482">
                  <a:moveTo>
                    <a:pt x="2037231" y="234886"/>
                  </a:moveTo>
                  <a:cubicBezTo>
                    <a:pt x="2072083" y="158825"/>
                    <a:pt x="2101354" y="80301"/>
                    <a:pt x="2124827" y="0"/>
                  </a:cubicBezTo>
                  <a:lnTo>
                    <a:pt x="0" y="1195723"/>
                  </a:lnTo>
                  <a:cubicBezTo>
                    <a:pt x="81018" y="1217233"/>
                    <a:pt x="163489" y="1232881"/>
                    <a:pt x="246763" y="1242482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C8A6856-3593-F93D-8836-2B6D3B2CA3E4}"/>
                </a:ext>
              </a:extLst>
            </p:cNvPr>
            <p:cNvSpPr/>
            <p:nvPr/>
          </p:nvSpPr>
          <p:spPr>
            <a:xfrm>
              <a:off x="655232" y="2113789"/>
              <a:ext cx="1008550" cy="567552"/>
            </a:xfrm>
            <a:custGeom>
              <a:avLst/>
              <a:gdLst>
                <a:gd name="connsiteX0" fmla="*/ 1339492 w 1339492"/>
                <a:gd name="connsiteY0" fmla="*/ 0 h 753787"/>
                <a:gd name="connsiteX1" fmla="*/ 0 w 1339492"/>
                <a:gd name="connsiteY1" fmla="*/ 753788 h 75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39492" h="753787">
                  <a:moveTo>
                    <a:pt x="1339492" y="0"/>
                  </a:moveTo>
                  <a:cubicBezTo>
                    <a:pt x="783651" y="30923"/>
                    <a:pt x="297357" y="322139"/>
                    <a:pt x="0" y="753788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1F2B3E6-F644-D7A0-4088-3FC9BD9086C5}"/>
                </a:ext>
              </a:extLst>
            </p:cNvPr>
            <p:cNvSpPr/>
            <p:nvPr/>
          </p:nvSpPr>
          <p:spPr>
            <a:xfrm>
              <a:off x="768596" y="3056878"/>
              <a:ext cx="2262184" cy="1352917"/>
            </a:xfrm>
            <a:custGeom>
              <a:avLst/>
              <a:gdLst>
                <a:gd name="connsiteX0" fmla="*/ 2962189 w 3004489"/>
                <a:gd name="connsiteY0" fmla="*/ 0 h 1796858"/>
                <a:gd name="connsiteX1" fmla="*/ 0 w 3004489"/>
                <a:gd name="connsiteY1" fmla="*/ 1666993 h 1796858"/>
                <a:gd name="connsiteX2" fmla="*/ 132546 w 3004489"/>
                <a:gd name="connsiteY2" fmla="*/ 1796858 h 1796858"/>
                <a:gd name="connsiteX3" fmla="*/ 3004490 w 3004489"/>
                <a:gd name="connsiteY3" fmla="*/ 180646 h 1796858"/>
                <a:gd name="connsiteX4" fmla="*/ 2962189 w 3004489"/>
                <a:gd name="connsiteY4" fmla="*/ 0 h 1796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4489" h="1796858">
                  <a:moveTo>
                    <a:pt x="2962189" y="0"/>
                  </a:moveTo>
                  <a:lnTo>
                    <a:pt x="0" y="1666993"/>
                  </a:lnTo>
                  <a:cubicBezTo>
                    <a:pt x="41843" y="1712599"/>
                    <a:pt x="86090" y="1755960"/>
                    <a:pt x="132546" y="1796858"/>
                  </a:cubicBezTo>
                  <a:lnTo>
                    <a:pt x="3004490" y="180646"/>
                  </a:lnTo>
                  <a:cubicBezTo>
                    <a:pt x="2993611" y="119735"/>
                    <a:pt x="2979489" y="59415"/>
                    <a:pt x="2962189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8A3088B-8219-1764-ADF3-6259E47320FF}"/>
                </a:ext>
              </a:extLst>
            </p:cNvPr>
            <p:cNvSpPr/>
            <p:nvPr/>
          </p:nvSpPr>
          <p:spPr>
            <a:xfrm>
              <a:off x="642346" y="2864979"/>
              <a:ext cx="2331166" cy="1384250"/>
            </a:xfrm>
            <a:custGeom>
              <a:avLst/>
              <a:gdLst>
                <a:gd name="connsiteX0" fmla="*/ 3096107 w 3096106"/>
                <a:gd name="connsiteY0" fmla="*/ 150315 h 1838473"/>
                <a:gd name="connsiteX1" fmla="*/ 3033387 w 3096106"/>
                <a:gd name="connsiteY1" fmla="*/ 0 h 1838473"/>
                <a:gd name="connsiteX2" fmla="*/ 0 w 3096106"/>
                <a:gd name="connsiteY2" fmla="*/ 1707050 h 1838473"/>
                <a:gd name="connsiteX3" fmla="*/ 96324 w 3096106"/>
                <a:gd name="connsiteY3" fmla="*/ 1838474 h 1838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96106" h="1838473">
                  <a:moveTo>
                    <a:pt x="3096107" y="150315"/>
                  </a:moveTo>
                  <a:cubicBezTo>
                    <a:pt x="3077528" y="99036"/>
                    <a:pt x="3056611" y="48941"/>
                    <a:pt x="3033387" y="0"/>
                  </a:cubicBezTo>
                  <a:lnTo>
                    <a:pt x="0" y="1707050"/>
                  </a:lnTo>
                  <a:cubicBezTo>
                    <a:pt x="30072" y="1752406"/>
                    <a:pt x="62180" y="1796204"/>
                    <a:pt x="96324" y="1838474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CFB409E-CE24-A3A5-F567-A684A52D223B}"/>
                </a:ext>
              </a:extLst>
            </p:cNvPr>
            <p:cNvSpPr/>
            <p:nvPr/>
          </p:nvSpPr>
          <p:spPr>
            <a:xfrm>
              <a:off x="935452" y="3278820"/>
              <a:ext cx="2115960" cy="1263539"/>
            </a:xfrm>
            <a:custGeom>
              <a:avLst/>
              <a:gdLst>
                <a:gd name="connsiteX0" fmla="*/ 2810284 w 2810283"/>
                <a:gd name="connsiteY0" fmla="*/ 179617 h 1678152"/>
                <a:gd name="connsiteX1" fmla="*/ 2799592 w 2810283"/>
                <a:gd name="connsiteY1" fmla="*/ 0 h 1678152"/>
                <a:gd name="connsiteX2" fmla="*/ 0 w 2810283"/>
                <a:gd name="connsiteY2" fmla="*/ 1575595 h 1678152"/>
                <a:gd name="connsiteX3" fmla="*/ 147572 w 2810283"/>
                <a:gd name="connsiteY3" fmla="*/ 1678153 h 1678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10283" h="1678152">
                  <a:moveTo>
                    <a:pt x="2810284" y="179617"/>
                  </a:moveTo>
                  <a:cubicBezTo>
                    <a:pt x="2809754" y="119610"/>
                    <a:pt x="2806200" y="59665"/>
                    <a:pt x="2799592" y="0"/>
                  </a:cubicBezTo>
                  <a:lnTo>
                    <a:pt x="0" y="1575595"/>
                  </a:lnTo>
                  <a:cubicBezTo>
                    <a:pt x="47398" y="1612285"/>
                    <a:pt x="96654" y="1646513"/>
                    <a:pt x="147572" y="1678153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449DC2C-0015-9815-61A9-7640568E2FE8}"/>
                </a:ext>
              </a:extLst>
            </p:cNvPr>
            <p:cNvSpPr/>
            <p:nvPr/>
          </p:nvSpPr>
          <p:spPr>
            <a:xfrm>
              <a:off x="2462957" y="2478850"/>
              <a:ext cx="713908" cy="744437"/>
            </a:xfrm>
            <a:custGeom>
              <a:avLst/>
              <a:gdLst>
                <a:gd name="connsiteX0" fmla="*/ 399622 w 948167"/>
                <a:gd name="connsiteY0" fmla="*/ 988714 h 988714"/>
                <a:gd name="connsiteX1" fmla="*/ 396505 w 948167"/>
                <a:gd name="connsiteY1" fmla="*/ 988340 h 988714"/>
                <a:gd name="connsiteX2" fmla="*/ 289053 w 948167"/>
                <a:gd name="connsiteY2" fmla="*/ 962623 h 988714"/>
                <a:gd name="connsiteX3" fmla="*/ 278423 w 948167"/>
                <a:gd name="connsiteY3" fmla="*/ 949031 h 988714"/>
                <a:gd name="connsiteX4" fmla="*/ 279389 w 948167"/>
                <a:gd name="connsiteY4" fmla="*/ 824745 h 988714"/>
                <a:gd name="connsiteX5" fmla="*/ 197436 w 948167"/>
                <a:gd name="connsiteY5" fmla="*/ 755916 h 988714"/>
                <a:gd name="connsiteX6" fmla="*/ 96717 w 948167"/>
                <a:gd name="connsiteY6" fmla="*/ 790861 h 988714"/>
                <a:gd name="connsiteX7" fmla="*/ 80102 w 948167"/>
                <a:gd name="connsiteY7" fmla="*/ 784626 h 988714"/>
                <a:gd name="connsiteX8" fmla="*/ 24302 w 948167"/>
                <a:gd name="connsiteY8" fmla="*/ 686089 h 988714"/>
                <a:gd name="connsiteX9" fmla="*/ 26765 w 948167"/>
                <a:gd name="connsiteY9" fmla="*/ 669318 h 988714"/>
                <a:gd name="connsiteX10" fmla="*/ 108999 w 948167"/>
                <a:gd name="connsiteY10" fmla="*/ 590077 h 988714"/>
                <a:gd name="connsiteX11" fmla="*/ 96530 w 948167"/>
                <a:gd name="connsiteY11" fmla="*/ 473024 h 988714"/>
                <a:gd name="connsiteX12" fmla="*/ 7781 w 948167"/>
                <a:gd name="connsiteY12" fmla="*/ 429881 h 988714"/>
                <a:gd name="connsiteX13" fmla="*/ 362 w 948167"/>
                <a:gd name="connsiteY13" fmla="*/ 414294 h 988714"/>
                <a:gd name="connsiteX14" fmla="*/ 25643 w 948167"/>
                <a:gd name="connsiteY14" fmla="*/ 303101 h 988714"/>
                <a:gd name="connsiteX15" fmla="*/ 39297 w 948167"/>
                <a:gd name="connsiteY15" fmla="*/ 292315 h 988714"/>
                <a:gd name="connsiteX16" fmla="*/ 147029 w 948167"/>
                <a:gd name="connsiteY16" fmla="*/ 293687 h 988714"/>
                <a:gd name="connsiteX17" fmla="*/ 217355 w 948167"/>
                <a:gd name="connsiteY17" fmla="*/ 203660 h 988714"/>
                <a:gd name="connsiteX18" fmla="*/ 217355 w 948167"/>
                <a:gd name="connsiteY18" fmla="*/ 203660 h 988714"/>
                <a:gd name="connsiteX19" fmla="*/ 189300 w 948167"/>
                <a:gd name="connsiteY19" fmla="*/ 103097 h 988714"/>
                <a:gd name="connsiteX20" fmla="*/ 195846 w 948167"/>
                <a:gd name="connsiteY20" fmla="*/ 87292 h 988714"/>
                <a:gd name="connsiteX21" fmla="*/ 292481 w 948167"/>
                <a:gd name="connsiteY21" fmla="*/ 32428 h 988714"/>
                <a:gd name="connsiteX22" fmla="*/ 310001 w 948167"/>
                <a:gd name="connsiteY22" fmla="*/ 35546 h 988714"/>
                <a:gd name="connsiteX23" fmla="*/ 376617 w 948167"/>
                <a:gd name="connsiteY23" fmla="*/ 116127 h 988714"/>
                <a:gd name="connsiteX24" fmla="*/ 485565 w 948167"/>
                <a:gd name="connsiteY24" fmla="*/ 105248 h 988714"/>
                <a:gd name="connsiteX25" fmla="*/ 539962 w 948167"/>
                <a:gd name="connsiteY25" fmla="*/ 7178 h 988714"/>
                <a:gd name="connsiteX26" fmla="*/ 556327 w 948167"/>
                <a:gd name="connsiteY26" fmla="*/ 663 h 988714"/>
                <a:gd name="connsiteX27" fmla="*/ 661629 w 948167"/>
                <a:gd name="connsiteY27" fmla="*/ 34673 h 988714"/>
                <a:gd name="connsiteX28" fmla="*/ 671168 w 948167"/>
                <a:gd name="connsiteY28" fmla="*/ 49106 h 988714"/>
                <a:gd name="connsiteX29" fmla="*/ 661005 w 948167"/>
                <a:gd name="connsiteY29" fmla="*/ 160486 h 988714"/>
                <a:gd name="connsiteX30" fmla="*/ 747354 w 948167"/>
                <a:gd name="connsiteY30" fmla="*/ 233617 h 988714"/>
                <a:gd name="connsiteX31" fmla="*/ 851595 w 948167"/>
                <a:gd name="connsiteY31" fmla="*/ 200543 h 988714"/>
                <a:gd name="connsiteX32" fmla="*/ 867961 w 948167"/>
                <a:gd name="connsiteY32" fmla="*/ 207089 h 988714"/>
                <a:gd name="connsiteX33" fmla="*/ 922389 w 948167"/>
                <a:gd name="connsiteY33" fmla="*/ 306467 h 988714"/>
                <a:gd name="connsiteX34" fmla="*/ 919583 w 948167"/>
                <a:gd name="connsiteY34" fmla="*/ 323363 h 988714"/>
                <a:gd name="connsiteX35" fmla="*/ 833983 w 948167"/>
                <a:gd name="connsiteY35" fmla="*/ 401700 h 988714"/>
                <a:gd name="connsiteX36" fmla="*/ 845423 w 948167"/>
                <a:gd name="connsiteY36" fmla="*/ 507314 h 988714"/>
                <a:gd name="connsiteX37" fmla="*/ 941155 w 948167"/>
                <a:gd name="connsiteY37" fmla="*/ 562053 h 988714"/>
                <a:gd name="connsiteX38" fmla="*/ 947639 w 948167"/>
                <a:gd name="connsiteY38" fmla="*/ 577857 h 988714"/>
                <a:gd name="connsiteX39" fmla="*/ 916684 w 948167"/>
                <a:gd name="connsiteY39" fmla="*/ 687461 h 988714"/>
                <a:gd name="connsiteX40" fmla="*/ 902220 w 948167"/>
                <a:gd name="connsiteY40" fmla="*/ 697498 h 988714"/>
                <a:gd name="connsiteX41" fmla="*/ 796233 w 948167"/>
                <a:gd name="connsiteY41" fmla="*/ 689051 h 988714"/>
                <a:gd name="connsiteX42" fmla="*/ 728432 w 948167"/>
                <a:gd name="connsiteY42" fmla="*/ 778205 h 988714"/>
                <a:gd name="connsiteX43" fmla="*/ 762348 w 948167"/>
                <a:gd name="connsiteY43" fmla="*/ 880732 h 988714"/>
                <a:gd name="connsiteX44" fmla="*/ 756487 w 948167"/>
                <a:gd name="connsiteY44" fmla="*/ 896879 h 988714"/>
                <a:gd name="connsiteX45" fmla="*/ 661785 w 948167"/>
                <a:gd name="connsiteY45" fmla="*/ 955390 h 988714"/>
                <a:gd name="connsiteX46" fmla="*/ 644297 w 948167"/>
                <a:gd name="connsiteY46" fmla="*/ 952959 h 988714"/>
                <a:gd name="connsiteX47" fmla="*/ 567550 w 948167"/>
                <a:gd name="connsiteY47" fmla="*/ 868792 h 988714"/>
                <a:gd name="connsiteX48" fmla="*/ 457167 w 948167"/>
                <a:gd name="connsiteY48" fmla="*/ 880420 h 988714"/>
                <a:gd name="connsiteX49" fmla="*/ 412372 w 948167"/>
                <a:gd name="connsiteY49" fmla="*/ 980422 h 988714"/>
                <a:gd name="connsiteX50" fmla="*/ 399622 w 948167"/>
                <a:gd name="connsiteY50" fmla="*/ 988714 h 988714"/>
                <a:gd name="connsiteX51" fmla="*/ 306104 w 948167"/>
                <a:gd name="connsiteY51" fmla="*/ 938214 h 988714"/>
                <a:gd name="connsiteX52" fmla="*/ 391642 w 948167"/>
                <a:gd name="connsiteY52" fmla="*/ 958726 h 988714"/>
                <a:gd name="connsiteX53" fmla="*/ 435689 w 948167"/>
                <a:gd name="connsiteY53" fmla="*/ 860470 h 988714"/>
                <a:gd name="connsiteX54" fmla="*/ 449374 w 948167"/>
                <a:gd name="connsiteY54" fmla="*/ 852333 h 988714"/>
                <a:gd name="connsiteX55" fmla="*/ 568080 w 948167"/>
                <a:gd name="connsiteY55" fmla="*/ 839864 h 988714"/>
                <a:gd name="connsiteX56" fmla="*/ 582139 w 948167"/>
                <a:gd name="connsiteY56" fmla="*/ 843792 h 988714"/>
                <a:gd name="connsiteX57" fmla="*/ 656953 w 948167"/>
                <a:gd name="connsiteY57" fmla="*/ 925714 h 988714"/>
                <a:gd name="connsiteX58" fmla="*/ 732547 w 948167"/>
                <a:gd name="connsiteY58" fmla="*/ 878955 h 988714"/>
                <a:gd name="connsiteX59" fmla="*/ 699223 w 948167"/>
                <a:gd name="connsiteY59" fmla="*/ 778205 h 988714"/>
                <a:gd name="connsiteX60" fmla="*/ 703120 w 948167"/>
                <a:gd name="connsiteY60" fmla="*/ 763553 h 988714"/>
                <a:gd name="connsiteX61" fmla="*/ 776002 w 948167"/>
                <a:gd name="connsiteY61" fmla="*/ 667947 h 988714"/>
                <a:gd name="connsiteX62" fmla="*/ 789375 w 948167"/>
                <a:gd name="connsiteY62" fmla="*/ 660590 h 988714"/>
                <a:gd name="connsiteX63" fmla="*/ 893149 w 948167"/>
                <a:gd name="connsiteY63" fmla="*/ 668850 h 988714"/>
                <a:gd name="connsiteX64" fmla="*/ 918087 w 948167"/>
                <a:gd name="connsiteY64" fmla="*/ 580632 h 988714"/>
                <a:gd name="connsiteX65" fmla="*/ 824569 w 948167"/>
                <a:gd name="connsiteY65" fmla="*/ 527139 h 988714"/>
                <a:gd name="connsiteX66" fmla="*/ 817586 w 948167"/>
                <a:gd name="connsiteY66" fmla="*/ 514483 h 988714"/>
                <a:gd name="connsiteX67" fmla="*/ 805117 w 948167"/>
                <a:gd name="connsiteY67" fmla="*/ 400516 h 988714"/>
                <a:gd name="connsiteX68" fmla="*/ 809138 w 948167"/>
                <a:gd name="connsiteY68" fmla="*/ 386768 h 988714"/>
                <a:gd name="connsiteX69" fmla="*/ 892868 w 948167"/>
                <a:gd name="connsiteY69" fmla="*/ 310177 h 988714"/>
                <a:gd name="connsiteX70" fmla="*/ 849226 w 948167"/>
                <a:gd name="connsiteY70" fmla="*/ 230313 h 988714"/>
                <a:gd name="connsiteX71" fmla="*/ 746762 w 948167"/>
                <a:gd name="connsiteY71" fmla="*/ 262795 h 988714"/>
                <a:gd name="connsiteX72" fmla="*/ 731955 w 948167"/>
                <a:gd name="connsiteY72" fmla="*/ 258524 h 988714"/>
                <a:gd name="connsiteX73" fmla="*/ 726687 w 948167"/>
                <a:gd name="connsiteY73" fmla="*/ 251884 h 988714"/>
                <a:gd name="connsiteX74" fmla="*/ 639403 w 948167"/>
                <a:gd name="connsiteY74" fmla="*/ 179719 h 988714"/>
                <a:gd name="connsiteX75" fmla="*/ 632638 w 948167"/>
                <a:gd name="connsiteY75" fmla="*/ 166502 h 988714"/>
                <a:gd name="connsiteX76" fmla="*/ 642582 w 948167"/>
                <a:gd name="connsiteY76" fmla="*/ 57585 h 988714"/>
                <a:gd name="connsiteX77" fmla="*/ 558728 w 948167"/>
                <a:gd name="connsiteY77" fmla="*/ 30464 h 988714"/>
                <a:gd name="connsiteX78" fmla="*/ 505734 w 948167"/>
                <a:gd name="connsiteY78" fmla="*/ 126289 h 988714"/>
                <a:gd name="connsiteX79" fmla="*/ 492548 w 948167"/>
                <a:gd name="connsiteY79" fmla="*/ 133366 h 988714"/>
                <a:gd name="connsiteX80" fmla="*/ 375526 w 948167"/>
                <a:gd name="connsiteY80" fmla="*/ 145055 h 988714"/>
                <a:gd name="connsiteX81" fmla="*/ 361061 w 948167"/>
                <a:gd name="connsiteY81" fmla="*/ 140566 h 988714"/>
                <a:gd name="connsiteX82" fmla="*/ 296191 w 948167"/>
                <a:gd name="connsiteY82" fmla="*/ 62074 h 988714"/>
                <a:gd name="connsiteX83" fmla="*/ 218945 w 948167"/>
                <a:gd name="connsiteY83" fmla="*/ 105715 h 988714"/>
                <a:gd name="connsiteX84" fmla="*/ 246470 w 948167"/>
                <a:gd name="connsiteY84" fmla="*/ 204346 h 988714"/>
                <a:gd name="connsiteX85" fmla="*/ 242387 w 948167"/>
                <a:gd name="connsiteY85" fmla="*/ 218436 h 988714"/>
                <a:gd name="connsiteX86" fmla="*/ 236152 w 948167"/>
                <a:gd name="connsiteY86" fmla="*/ 223673 h 988714"/>
                <a:gd name="connsiteX87" fmla="*/ 167198 w 948167"/>
                <a:gd name="connsiteY87" fmla="*/ 314074 h 988714"/>
                <a:gd name="connsiteX88" fmla="*/ 154979 w 948167"/>
                <a:gd name="connsiteY88" fmla="*/ 321368 h 988714"/>
                <a:gd name="connsiteX89" fmla="*/ 154979 w 948167"/>
                <a:gd name="connsiteY89" fmla="*/ 321368 h 988714"/>
                <a:gd name="connsiteX90" fmla="*/ 50145 w 948167"/>
                <a:gd name="connsiteY90" fmla="*/ 320090 h 988714"/>
                <a:gd name="connsiteX91" fmla="*/ 29789 w 948167"/>
                <a:gd name="connsiteY91" fmla="*/ 409618 h 988714"/>
                <a:gd name="connsiteX92" fmla="*/ 116886 w 948167"/>
                <a:gd name="connsiteY92" fmla="*/ 451951 h 988714"/>
                <a:gd name="connsiteX93" fmla="*/ 124648 w 948167"/>
                <a:gd name="connsiteY93" fmla="*/ 465262 h 988714"/>
                <a:gd name="connsiteX94" fmla="*/ 138020 w 948167"/>
                <a:gd name="connsiteY94" fmla="*/ 590420 h 988714"/>
                <a:gd name="connsiteX95" fmla="*/ 134280 w 948167"/>
                <a:gd name="connsiteY95" fmla="*/ 604136 h 988714"/>
                <a:gd name="connsiteX96" fmla="*/ 53605 w 948167"/>
                <a:gd name="connsiteY96" fmla="*/ 681756 h 988714"/>
                <a:gd name="connsiteX97" fmla="*/ 98400 w 948167"/>
                <a:gd name="connsiteY97" fmla="*/ 760841 h 988714"/>
                <a:gd name="connsiteX98" fmla="*/ 197217 w 948167"/>
                <a:gd name="connsiteY98" fmla="*/ 726551 h 988714"/>
                <a:gd name="connsiteX99" fmla="*/ 212399 w 948167"/>
                <a:gd name="connsiteY99" fmla="*/ 730729 h 988714"/>
                <a:gd name="connsiteX100" fmla="*/ 204076 w 948167"/>
                <a:gd name="connsiteY100" fmla="*/ 742636 h 988714"/>
                <a:gd name="connsiteX101" fmla="*/ 214612 w 948167"/>
                <a:gd name="connsiteY101" fmla="*/ 733596 h 988714"/>
                <a:gd name="connsiteX102" fmla="*/ 300275 w 948167"/>
                <a:gd name="connsiteY102" fmla="*/ 804982 h 988714"/>
                <a:gd name="connsiteX103" fmla="*/ 307039 w 948167"/>
                <a:gd name="connsiteY103" fmla="*/ 817015 h 988714"/>
                <a:gd name="connsiteX104" fmla="*/ 476868 w 948167"/>
                <a:gd name="connsiteY104" fmla="*/ 764925 h 988714"/>
                <a:gd name="connsiteX105" fmla="*/ 277986 w 948167"/>
                <a:gd name="connsiteY105" fmla="*/ 673308 h 988714"/>
                <a:gd name="connsiteX106" fmla="*/ 293198 w 948167"/>
                <a:gd name="connsiteY106" fmla="*/ 287671 h 988714"/>
                <a:gd name="connsiteX107" fmla="*/ 467766 w 948167"/>
                <a:gd name="connsiteY107" fmla="*/ 218436 h 988714"/>
                <a:gd name="connsiteX108" fmla="*/ 666617 w 948167"/>
                <a:gd name="connsiteY108" fmla="*/ 309959 h 988714"/>
                <a:gd name="connsiteX109" fmla="*/ 651404 w 948167"/>
                <a:gd name="connsiteY109" fmla="*/ 695691 h 988714"/>
                <a:gd name="connsiteX110" fmla="*/ 476993 w 948167"/>
                <a:gd name="connsiteY110" fmla="*/ 764925 h 988714"/>
                <a:gd name="connsiteX111" fmla="*/ 467516 w 948167"/>
                <a:gd name="connsiteY111" fmla="*/ 246148 h 988714"/>
                <a:gd name="connsiteX112" fmla="*/ 312027 w 948167"/>
                <a:gd name="connsiteY112" fmla="*/ 307902 h 988714"/>
                <a:gd name="connsiteX113" fmla="*/ 298716 w 948167"/>
                <a:gd name="connsiteY113" fmla="*/ 655010 h 988714"/>
                <a:gd name="connsiteX114" fmla="*/ 476743 w 948167"/>
                <a:gd name="connsiteY114" fmla="*/ 737212 h 988714"/>
                <a:gd name="connsiteX115" fmla="*/ 632202 w 948167"/>
                <a:gd name="connsiteY115" fmla="*/ 675428 h 988714"/>
                <a:gd name="connsiteX116" fmla="*/ 645513 w 948167"/>
                <a:gd name="connsiteY116" fmla="*/ 328258 h 988714"/>
                <a:gd name="connsiteX117" fmla="*/ 467766 w 948167"/>
                <a:gd name="connsiteY117" fmla="*/ 246148 h 98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948167" h="988714">
                  <a:moveTo>
                    <a:pt x="399622" y="988714"/>
                  </a:moveTo>
                  <a:cubicBezTo>
                    <a:pt x="398562" y="988652"/>
                    <a:pt x="397533" y="988527"/>
                    <a:pt x="396505" y="988340"/>
                  </a:cubicBezTo>
                  <a:lnTo>
                    <a:pt x="289053" y="962623"/>
                  </a:lnTo>
                  <a:cubicBezTo>
                    <a:pt x="282787" y="961126"/>
                    <a:pt x="278360" y="955484"/>
                    <a:pt x="278423" y="949031"/>
                  </a:cubicBezTo>
                  <a:lnTo>
                    <a:pt x="279389" y="824745"/>
                  </a:lnTo>
                  <a:cubicBezTo>
                    <a:pt x="248964" y="805761"/>
                    <a:pt x="221376" y="782600"/>
                    <a:pt x="197436" y="755916"/>
                  </a:cubicBezTo>
                  <a:lnTo>
                    <a:pt x="96717" y="790861"/>
                  </a:lnTo>
                  <a:cubicBezTo>
                    <a:pt x="90389" y="792949"/>
                    <a:pt x="83468" y="790362"/>
                    <a:pt x="80102" y="784626"/>
                  </a:cubicBezTo>
                  <a:lnTo>
                    <a:pt x="24302" y="686089"/>
                  </a:lnTo>
                  <a:cubicBezTo>
                    <a:pt x="21185" y="680603"/>
                    <a:pt x="22214" y="673682"/>
                    <a:pt x="26765" y="669318"/>
                  </a:cubicBezTo>
                  <a:lnTo>
                    <a:pt x="108999" y="590077"/>
                  </a:lnTo>
                  <a:cubicBezTo>
                    <a:pt x="99148" y="551891"/>
                    <a:pt x="94940" y="512457"/>
                    <a:pt x="96530" y="473024"/>
                  </a:cubicBezTo>
                  <a:lnTo>
                    <a:pt x="7781" y="429881"/>
                  </a:lnTo>
                  <a:cubicBezTo>
                    <a:pt x="1983" y="427044"/>
                    <a:pt x="-1103" y="420591"/>
                    <a:pt x="362" y="414294"/>
                  </a:cubicBezTo>
                  <a:lnTo>
                    <a:pt x="25643" y="303101"/>
                  </a:lnTo>
                  <a:cubicBezTo>
                    <a:pt x="27077" y="296866"/>
                    <a:pt x="31878" y="291286"/>
                    <a:pt x="39297" y="292315"/>
                  </a:cubicBezTo>
                  <a:lnTo>
                    <a:pt x="147029" y="293687"/>
                  </a:lnTo>
                  <a:cubicBezTo>
                    <a:pt x="165764" y="260301"/>
                    <a:pt x="189487" y="229939"/>
                    <a:pt x="217355" y="203660"/>
                  </a:cubicBezTo>
                  <a:lnTo>
                    <a:pt x="217355" y="203660"/>
                  </a:lnTo>
                  <a:lnTo>
                    <a:pt x="189300" y="103097"/>
                  </a:lnTo>
                  <a:cubicBezTo>
                    <a:pt x="187585" y="96956"/>
                    <a:pt x="190297" y="90441"/>
                    <a:pt x="195846" y="87292"/>
                  </a:cubicBezTo>
                  <a:lnTo>
                    <a:pt x="292481" y="32428"/>
                  </a:lnTo>
                  <a:cubicBezTo>
                    <a:pt x="298311" y="29124"/>
                    <a:pt x="305667" y="30433"/>
                    <a:pt x="310001" y="35546"/>
                  </a:cubicBezTo>
                  <a:lnTo>
                    <a:pt x="376617" y="116127"/>
                  </a:lnTo>
                  <a:cubicBezTo>
                    <a:pt x="412185" y="106993"/>
                    <a:pt x="448906" y="103315"/>
                    <a:pt x="485565" y="105248"/>
                  </a:cubicBezTo>
                  <a:lnTo>
                    <a:pt x="539962" y="7178"/>
                  </a:lnTo>
                  <a:cubicBezTo>
                    <a:pt x="543173" y="1380"/>
                    <a:pt x="550031" y="-1363"/>
                    <a:pt x="556327" y="663"/>
                  </a:cubicBezTo>
                  <a:lnTo>
                    <a:pt x="661629" y="34673"/>
                  </a:lnTo>
                  <a:cubicBezTo>
                    <a:pt x="667801" y="36668"/>
                    <a:pt x="671760" y="42653"/>
                    <a:pt x="671168" y="49106"/>
                  </a:cubicBezTo>
                  <a:lnTo>
                    <a:pt x="661005" y="160486"/>
                  </a:lnTo>
                  <a:cubicBezTo>
                    <a:pt x="693269" y="180436"/>
                    <a:pt x="722353" y="205094"/>
                    <a:pt x="747354" y="233617"/>
                  </a:cubicBezTo>
                  <a:lnTo>
                    <a:pt x="851595" y="200543"/>
                  </a:lnTo>
                  <a:cubicBezTo>
                    <a:pt x="857924" y="198579"/>
                    <a:pt x="864750" y="201322"/>
                    <a:pt x="867961" y="207089"/>
                  </a:cubicBezTo>
                  <a:lnTo>
                    <a:pt x="922389" y="306467"/>
                  </a:lnTo>
                  <a:cubicBezTo>
                    <a:pt x="925444" y="312079"/>
                    <a:pt x="924290" y="319061"/>
                    <a:pt x="919583" y="323363"/>
                  </a:cubicBezTo>
                  <a:lnTo>
                    <a:pt x="833983" y="401700"/>
                  </a:lnTo>
                  <a:cubicBezTo>
                    <a:pt x="842431" y="436240"/>
                    <a:pt x="846265" y="471745"/>
                    <a:pt x="845423" y="507314"/>
                  </a:cubicBezTo>
                  <a:lnTo>
                    <a:pt x="941155" y="562053"/>
                  </a:lnTo>
                  <a:cubicBezTo>
                    <a:pt x="946704" y="565170"/>
                    <a:pt x="949384" y="571717"/>
                    <a:pt x="947639" y="577857"/>
                  </a:cubicBezTo>
                  <a:lnTo>
                    <a:pt x="916684" y="687461"/>
                  </a:lnTo>
                  <a:cubicBezTo>
                    <a:pt x="915094" y="693976"/>
                    <a:pt x="908891" y="698278"/>
                    <a:pt x="902220" y="697498"/>
                  </a:cubicBezTo>
                  <a:lnTo>
                    <a:pt x="796233" y="689051"/>
                  </a:lnTo>
                  <a:cubicBezTo>
                    <a:pt x="778153" y="721969"/>
                    <a:pt x="755303" y="751988"/>
                    <a:pt x="728432" y="778205"/>
                  </a:cubicBezTo>
                  <a:lnTo>
                    <a:pt x="762348" y="880732"/>
                  </a:lnTo>
                  <a:cubicBezTo>
                    <a:pt x="764374" y="886810"/>
                    <a:pt x="761943" y="893513"/>
                    <a:pt x="756487" y="896879"/>
                  </a:cubicBezTo>
                  <a:lnTo>
                    <a:pt x="661785" y="955390"/>
                  </a:lnTo>
                  <a:cubicBezTo>
                    <a:pt x="656111" y="958819"/>
                    <a:pt x="648817" y="957791"/>
                    <a:pt x="644297" y="952959"/>
                  </a:cubicBezTo>
                  <a:lnTo>
                    <a:pt x="567550" y="868792"/>
                  </a:lnTo>
                  <a:cubicBezTo>
                    <a:pt x="531607" y="878425"/>
                    <a:pt x="494356" y="882353"/>
                    <a:pt x="457167" y="880420"/>
                  </a:cubicBezTo>
                  <a:lnTo>
                    <a:pt x="412372" y="980422"/>
                  </a:lnTo>
                  <a:cubicBezTo>
                    <a:pt x="410159" y="985472"/>
                    <a:pt x="405140" y="988714"/>
                    <a:pt x="399622" y="988714"/>
                  </a:cubicBezTo>
                  <a:close/>
                  <a:moveTo>
                    <a:pt x="306104" y="938214"/>
                  </a:moveTo>
                  <a:lnTo>
                    <a:pt x="391642" y="958726"/>
                  </a:lnTo>
                  <a:lnTo>
                    <a:pt x="435689" y="860470"/>
                  </a:lnTo>
                  <a:cubicBezTo>
                    <a:pt x="437934" y="855014"/>
                    <a:pt x="443513" y="851710"/>
                    <a:pt x="449374" y="852333"/>
                  </a:cubicBezTo>
                  <a:cubicBezTo>
                    <a:pt x="489369" y="855170"/>
                    <a:pt x="529550" y="850962"/>
                    <a:pt x="568080" y="839864"/>
                  </a:cubicBezTo>
                  <a:cubicBezTo>
                    <a:pt x="573130" y="838337"/>
                    <a:pt x="578616" y="839864"/>
                    <a:pt x="582139" y="843792"/>
                  </a:cubicBezTo>
                  <a:lnTo>
                    <a:pt x="656953" y="925714"/>
                  </a:lnTo>
                  <a:lnTo>
                    <a:pt x="732547" y="878955"/>
                  </a:lnTo>
                  <a:lnTo>
                    <a:pt x="699223" y="778205"/>
                  </a:lnTo>
                  <a:cubicBezTo>
                    <a:pt x="697509" y="772967"/>
                    <a:pt x="699036" y="767232"/>
                    <a:pt x="703120" y="763553"/>
                  </a:cubicBezTo>
                  <a:cubicBezTo>
                    <a:pt x="732734" y="736121"/>
                    <a:pt x="757392" y="703764"/>
                    <a:pt x="776002" y="667947"/>
                  </a:cubicBezTo>
                  <a:cubicBezTo>
                    <a:pt x="778371" y="662834"/>
                    <a:pt x="783795" y="659842"/>
                    <a:pt x="789375" y="660590"/>
                  </a:cubicBezTo>
                  <a:lnTo>
                    <a:pt x="893149" y="668850"/>
                  </a:lnTo>
                  <a:lnTo>
                    <a:pt x="918087" y="580632"/>
                  </a:lnTo>
                  <a:lnTo>
                    <a:pt x="824569" y="527139"/>
                  </a:lnTo>
                  <a:cubicBezTo>
                    <a:pt x="820049" y="524552"/>
                    <a:pt x="817368" y="519689"/>
                    <a:pt x="817586" y="514483"/>
                  </a:cubicBezTo>
                  <a:cubicBezTo>
                    <a:pt x="819269" y="476078"/>
                    <a:pt x="815061" y="437643"/>
                    <a:pt x="805117" y="400516"/>
                  </a:cubicBezTo>
                  <a:cubicBezTo>
                    <a:pt x="803777" y="395528"/>
                    <a:pt x="805335" y="390229"/>
                    <a:pt x="809138" y="386768"/>
                  </a:cubicBezTo>
                  <a:lnTo>
                    <a:pt x="892868" y="310177"/>
                  </a:lnTo>
                  <a:lnTo>
                    <a:pt x="849226" y="230313"/>
                  </a:lnTo>
                  <a:lnTo>
                    <a:pt x="746762" y="262795"/>
                  </a:lnTo>
                  <a:cubicBezTo>
                    <a:pt x="741431" y="264509"/>
                    <a:pt x="735571" y="262826"/>
                    <a:pt x="731955" y="258524"/>
                  </a:cubicBezTo>
                  <a:lnTo>
                    <a:pt x="726687" y="251884"/>
                  </a:lnTo>
                  <a:cubicBezTo>
                    <a:pt x="701686" y="223268"/>
                    <a:pt x="672196" y="198922"/>
                    <a:pt x="639403" y="179719"/>
                  </a:cubicBezTo>
                  <a:cubicBezTo>
                    <a:pt x="634789" y="176976"/>
                    <a:pt x="632139" y="171833"/>
                    <a:pt x="632638" y="166502"/>
                  </a:cubicBezTo>
                  <a:lnTo>
                    <a:pt x="642582" y="57585"/>
                  </a:lnTo>
                  <a:lnTo>
                    <a:pt x="558728" y="30464"/>
                  </a:lnTo>
                  <a:lnTo>
                    <a:pt x="505734" y="126289"/>
                  </a:lnTo>
                  <a:cubicBezTo>
                    <a:pt x="503147" y="131059"/>
                    <a:pt x="497972" y="133833"/>
                    <a:pt x="492548" y="133366"/>
                  </a:cubicBezTo>
                  <a:cubicBezTo>
                    <a:pt x="453146" y="130404"/>
                    <a:pt x="413556" y="134363"/>
                    <a:pt x="375526" y="145055"/>
                  </a:cubicBezTo>
                  <a:cubicBezTo>
                    <a:pt x="370226" y="146645"/>
                    <a:pt x="364522" y="144868"/>
                    <a:pt x="361061" y="140566"/>
                  </a:cubicBezTo>
                  <a:lnTo>
                    <a:pt x="296191" y="62074"/>
                  </a:lnTo>
                  <a:lnTo>
                    <a:pt x="218945" y="105715"/>
                  </a:lnTo>
                  <a:lnTo>
                    <a:pt x="246470" y="204346"/>
                  </a:lnTo>
                  <a:cubicBezTo>
                    <a:pt x="247904" y="209427"/>
                    <a:pt x="246314" y="214882"/>
                    <a:pt x="242387" y="218436"/>
                  </a:cubicBezTo>
                  <a:lnTo>
                    <a:pt x="236152" y="223673"/>
                  </a:lnTo>
                  <a:cubicBezTo>
                    <a:pt x="208409" y="249858"/>
                    <a:pt x="185122" y="280407"/>
                    <a:pt x="167198" y="314074"/>
                  </a:cubicBezTo>
                  <a:cubicBezTo>
                    <a:pt x="164798" y="318563"/>
                    <a:pt x="160091" y="321368"/>
                    <a:pt x="154979" y="321368"/>
                  </a:cubicBezTo>
                  <a:lnTo>
                    <a:pt x="154979" y="321368"/>
                  </a:lnTo>
                  <a:lnTo>
                    <a:pt x="50145" y="320090"/>
                  </a:lnTo>
                  <a:lnTo>
                    <a:pt x="29789" y="409618"/>
                  </a:lnTo>
                  <a:lnTo>
                    <a:pt x="116886" y="451951"/>
                  </a:lnTo>
                  <a:cubicBezTo>
                    <a:pt x="121936" y="454382"/>
                    <a:pt x="125022" y="459650"/>
                    <a:pt x="124648" y="465262"/>
                  </a:cubicBezTo>
                  <a:cubicBezTo>
                    <a:pt x="122029" y="507438"/>
                    <a:pt x="126549" y="549740"/>
                    <a:pt x="138020" y="590420"/>
                  </a:cubicBezTo>
                  <a:cubicBezTo>
                    <a:pt x="139392" y="595345"/>
                    <a:pt x="137958" y="600614"/>
                    <a:pt x="134280" y="604136"/>
                  </a:cubicBezTo>
                  <a:lnTo>
                    <a:pt x="53605" y="681756"/>
                  </a:lnTo>
                  <a:lnTo>
                    <a:pt x="98400" y="760841"/>
                  </a:lnTo>
                  <a:lnTo>
                    <a:pt x="197217" y="726551"/>
                  </a:lnTo>
                  <a:cubicBezTo>
                    <a:pt x="202642" y="724681"/>
                    <a:pt x="208689" y="726333"/>
                    <a:pt x="212399" y="730729"/>
                  </a:cubicBezTo>
                  <a:lnTo>
                    <a:pt x="204076" y="742636"/>
                  </a:lnTo>
                  <a:lnTo>
                    <a:pt x="214612" y="733596"/>
                  </a:lnTo>
                  <a:cubicBezTo>
                    <a:pt x="239207" y="761777"/>
                    <a:pt x="268135" y="785873"/>
                    <a:pt x="300275" y="804982"/>
                  </a:cubicBezTo>
                  <a:cubicBezTo>
                    <a:pt x="304483" y="807538"/>
                    <a:pt x="307070" y="812089"/>
                    <a:pt x="307039" y="817015"/>
                  </a:cubicBezTo>
                  <a:close/>
                  <a:moveTo>
                    <a:pt x="476868" y="764925"/>
                  </a:moveTo>
                  <a:cubicBezTo>
                    <a:pt x="400464" y="764489"/>
                    <a:pt x="327956" y="731103"/>
                    <a:pt x="277986" y="673308"/>
                  </a:cubicBezTo>
                  <a:cubicBezTo>
                    <a:pt x="179636" y="560837"/>
                    <a:pt x="186463" y="387829"/>
                    <a:pt x="293198" y="287671"/>
                  </a:cubicBezTo>
                  <a:cubicBezTo>
                    <a:pt x="340425" y="243156"/>
                    <a:pt x="402864" y="218374"/>
                    <a:pt x="467766" y="218436"/>
                  </a:cubicBezTo>
                  <a:cubicBezTo>
                    <a:pt x="544139" y="218872"/>
                    <a:pt x="616615" y="252227"/>
                    <a:pt x="666617" y="309959"/>
                  </a:cubicBezTo>
                  <a:cubicBezTo>
                    <a:pt x="764966" y="422461"/>
                    <a:pt x="758140" y="595470"/>
                    <a:pt x="651404" y="695691"/>
                  </a:cubicBezTo>
                  <a:cubicBezTo>
                    <a:pt x="604240" y="740174"/>
                    <a:pt x="541832" y="764925"/>
                    <a:pt x="476993" y="764925"/>
                  </a:cubicBezTo>
                  <a:close/>
                  <a:moveTo>
                    <a:pt x="467516" y="246148"/>
                  </a:moveTo>
                  <a:cubicBezTo>
                    <a:pt x="409691" y="246148"/>
                    <a:pt x="354079" y="268219"/>
                    <a:pt x="312027" y="307902"/>
                  </a:cubicBezTo>
                  <a:cubicBezTo>
                    <a:pt x="216046" y="397929"/>
                    <a:pt x="210092" y="553699"/>
                    <a:pt x="298716" y="655010"/>
                  </a:cubicBezTo>
                  <a:cubicBezTo>
                    <a:pt x="343418" y="706788"/>
                    <a:pt x="408319" y="736776"/>
                    <a:pt x="476743" y="737212"/>
                  </a:cubicBezTo>
                  <a:cubicBezTo>
                    <a:pt x="534538" y="737212"/>
                    <a:pt x="590150" y="715111"/>
                    <a:pt x="632202" y="675428"/>
                  </a:cubicBezTo>
                  <a:cubicBezTo>
                    <a:pt x="728152" y="585339"/>
                    <a:pt x="734137" y="429600"/>
                    <a:pt x="645513" y="328258"/>
                  </a:cubicBezTo>
                  <a:cubicBezTo>
                    <a:pt x="600842" y="276573"/>
                    <a:pt x="536065" y="246647"/>
                    <a:pt x="467766" y="246148"/>
                  </a:cubicBezTo>
                  <a:close/>
                </a:path>
              </a:pathLst>
            </a:custGeom>
            <a:solidFill>
              <a:srgbClr val="3B3348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9725202-AF8D-870D-7936-5808C7D3C3F4}"/>
                </a:ext>
              </a:extLst>
            </p:cNvPr>
            <p:cNvSpPr/>
            <p:nvPr/>
          </p:nvSpPr>
          <p:spPr>
            <a:xfrm>
              <a:off x="3584384" y="1331209"/>
              <a:ext cx="401935" cy="418849"/>
            </a:xfrm>
            <a:custGeom>
              <a:avLst/>
              <a:gdLst>
                <a:gd name="connsiteX0" fmla="*/ 224799 w 533824"/>
                <a:gd name="connsiteY0" fmla="*/ 556289 h 556288"/>
                <a:gd name="connsiteX1" fmla="*/ 222991 w 533824"/>
                <a:gd name="connsiteY1" fmla="*/ 556071 h 556288"/>
                <a:gd name="connsiteX2" fmla="*/ 162547 w 533824"/>
                <a:gd name="connsiteY2" fmla="*/ 541606 h 556288"/>
                <a:gd name="connsiteX3" fmla="*/ 156561 w 533824"/>
                <a:gd name="connsiteY3" fmla="*/ 533969 h 556288"/>
                <a:gd name="connsiteX4" fmla="*/ 157123 w 533824"/>
                <a:gd name="connsiteY4" fmla="*/ 464049 h 556288"/>
                <a:gd name="connsiteX5" fmla="*/ 111018 w 533824"/>
                <a:gd name="connsiteY5" fmla="*/ 425332 h 556288"/>
                <a:gd name="connsiteX6" fmla="*/ 54346 w 533824"/>
                <a:gd name="connsiteY6" fmla="*/ 444971 h 556288"/>
                <a:gd name="connsiteX7" fmla="*/ 44995 w 533824"/>
                <a:gd name="connsiteY7" fmla="*/ 441449 h 556288"/>
                <a:gd name="connsiteX8" fmla="*/ 13728 w 533824"/>
                <a:gd name="connsiteY8" fmla="*/ 386023 h 556288"/>
                <a:gd name="connsiteX9" fmla="*/ 15100 w 533824"/>
                <a:gd name="connsiteY9" fmla="*/ 376672 h 556288"/>
                <a:gd name="connsiteX10" fmla="*/ 61360 w 533824"/>
                <a:gd name="connsiteY10" fmla="*/ 332095 h 556288"/>
                <a:gd name="connsiteX11" fmla="*/ 54253 w 533824"/>
                <a:gd name="connsiteY11" fmla="*/ 266164 h 556288"/>
                <a:gd name="connsiteX12" fmla="*/ 4376 w 533824"/>
                <a:gd name="connsiteY12" fmla="*/ 241849 h 556288"/>
                <a:gd name="connsiteX13" fmla="*/ 199 w 533824"/>
                <a:gd name="connsiteY13" fmla="*/ 233121 h 556288"/>
                <a:gd name="connsiteX14" fmla="*/ 14414 w 533824"/>
                <a:gd name="connsiteY14" fmla="*/ 170589 h 556288"/>
                <a:gd name="connsiteX15" fmla="*/ 22083 w 533824"/>
                <a:gd name="connsiteY15" fmla="*/ 164510 h 556288"/>
                <a:gd name="connsiteX16" fmla="*/ 82682 w 533824"/>
                <a:gd name="connsiteY16" fmla="*/ 165289 h 556288"/>
                <a:gd name="connsiteX17" fmla="*/ 122241 w 533824"/>
                <a:gd name="connsiteY17" fmla="*/ 114634 h 556288"/>
                <a:gd name="connsiteX18" fmla="*/ 122241 w 533824"/>
                <a:gd name="connsiteY18" fmla="*/ 114634 h 556288"/>
                <a:gd name="connsiteX19" fmla="*/ 106654 w 533824"/>
                <a:gd name="connsiteY19" fmla="*/ 58055 h 556288"/>
                <a:gd name="connsiteX20" fmla="*/ 110332 w 533824"/>
                <a:gd name="connsiteY20" fmla="*/ 49171 h 556288"/>
                <a:gd name="connsiteX21" fmla="*/ 164760 w 533824"/>
                <a:gd name="connsiteY21" fmla="*/ 18310 h 556288"/>
                <a:gd name="connsiteX22" fmla="*/ 174611 w 533824"/>
                <a:gd name="connsiteY22" fmla="*/ 20149 h 556288"/>
                <a:gd name="connsiteX23" fmla="*/ 212018 w 533824"/>
                <a:gd name="connsiteY23" fmla="*/ 65474 h 556288"/>
                <a:gd name="connsiteX24" fmla="*/ 273335 w 533824"/>
                <a:gd name="connsiteY24" fmla="*/ 59240 h 556288"/>
                <a:gd name="connsiteX25" fmla="*/ 303915 w 533824"/>
                <a:gd name="connsiteY25" fmla="*/ 4064 h 556288"/>
                <a:gd name="connsiteX26" fmla="*/ 313267 w 533824"/>
                <a:gd name="connsiteY26" fmla="*/ 417 h 556288"/>
                <a:gd name="connsiteX27" fmla="*/ 372495 w 533824"/>
                <a:gd name="connsiteY27" fmla="*/ 19526 h 556288"/>
                <a:gd name="connsiteX28" fmla="*/ 377857 w 533824"/>
                <a:gd name="connsiteY28" fmla="*/ 27662 h 556288"/>
                <a:gd name="connsiteX29" fmla="*/ 372121 w 533824"/>
                <a:gd name="connsiteY29" fmla="*/ 90288 h 556288"/>
                <a:gd name="connsiteX30" fmla="*/ 420688 w 533824"/>
                <a:gd name="connsiteY30" fmla="*/ 131436 h 556288"/>
                <a:gd name="connsiteX31" fmla="*/ 479355 w 533824"/>
                <a:gd name="connsiteY31" fmla="*/ 112732 h 556288"/>
                <a:gd name="connsiteX32" fmla="*/ 488707 w 533824"/>
                <a:gd name="connsiteY32" fmla="*/ 116410 h 556288"/>
                <a:gd name="connsiteX33" fmla="*/ 519319 w 533824"/>
                <a:gd name="connsiteY33" fmla="*/ 172334 h 556288"/>
                <a:gd name="connsiteX34" fmla="*/ 517760 w 533824"/>
                <a:gd name="connsiteY34" fmla="*/ 181686 h 556288"/>
                <a:gd name="connsiteX35" fmla="*/ 469598 w 533824"/>
                <a:gd name="connsiteY35" fmla="*/ 225733 h 556288"/>
                <a:gd name="connsiteX36" fmla="*/ 476051 w 533824"/>
                <a:gd name="connsiteY36" fmla="*/ 285148 h 556288"/>
                <a:gd name="connsiteX37" fmla="*/ 529886 w 533824"/>
                <a:gd name="connsiteY37" fmla="*/ 315947 h 556288"/>
                <a:gd name="connsiteX38" fmla="*/ 533533 w 533824"/>
                <a:gd name="connsiteY38" fmla="*/ 324831 h 556288"/>
                <a:gd name="connsiteX39" fmla="*/ 515609 w 533824"/>
                <a:gd name="connsiteY39" fmla="*/ 386834 h 556288"/>
                <a:gd name="connsiteX40" fmla="*/ 507473 w 533824"/>
                <a:gd name="connsiteY40" fmla="*/ 392476 h 556288"/>
                <a:gd name="connsiteX41" fmla="*/ 447808 w 533824"/>
                <a:gd name="connsiteY41" fmla="*/ 387738 h 556288"/>
                <a:gd name="connsiteX42" fmla="*/ 409622 w 533824"/>
                <a:gd name="connsiteY42" fmla="*/ 437895 h 556288"/>
                <a:gd name="connsiteX43" fmla="*/ 428700 w 533824"/>
                <a:gd name="connsiteY43" fmla="*/ 495564 h 556288"/>
                <a:gd name="connsiteX44" fmla="*/ 425395 w 533824"/>
                <a:gd name="connsiteY44" fmla="*/ 504636 h 556288"/>
                <a:gd name="connsiteX45" fmla="*/ 372215 w 533824"/>
                <a:gd name="connsiteY45" fmla="*/ 537554 h 556288"/>
                <a:gd name="connsiteX46" fmla="*/ 362333 w 533824"/>
                <a:gd name="connsiteY46" fmla="*/ 536182 h 556288"/>
                <a:gd name="connsiteX47" fmla="*/ 319221 w 533824"/>
                <a:gd name="connsiteY47" fmla="*/ 488893 h 556288"/>
                <a:gd name="connsiteX48" fmla="*/ 257125 w 533824"/>
                <a:gd name="connsiteY48" fmla="*/ 495440 h 556288"/>
                <a:gd name="connsiteX49" fmla="*/ 231937 w 533824"/>
                <a:gd name="connsiteY49" fmla="*/ 551550 h 556288"/>
                <a:gd name="connsiteX50" fmla="*/ 224799 w 533824"/>
                <a:gd name="connsiteY50" fmla="*/ 556289 h 556288"/>
                <a:gd name="connsiteX51" fmla="*/ 172210 w 533824"/>
                <a:gd name="connsiteY51" fmla="*/ 527859 h 556288"/>
                <a:gd name="connsiteX52" fmla="*/ 220341 w 533824"/>
                <a:gd name="connsiteY52" fmla="*/ 539393 h 556288"/>
                <a:gd name="connsiteX53" fmla="*/ 245279 w 533824"/>
                <a:gd name="connsiteY53" fmla="*/ 484124 h 556288"/>
                <a:gd name="connsiteX54" fmla="*/ 252979 w 533824"/>
                <a:gd name="connsiteY54" fmla="*/ 479573 h 556288"/>
                <a:gd name="connsiteX55" fmla="*/ 319720 w 533824"/>
                <a:gd name="connsiteY55" fmla="*/ 472590 h 556288"/>
                <a:gd name="connsiteX56" fmla="*/ 327637 w 533824"/>
                <a:gd name="connsiteY56" fmla="*/ 474834 h 556288"/>
                <a:gd name="connsiteX57" fmla="*/ 369689 w 533824"/>
                <a:gd name="connsiteY57" fmla="*/ 520908 h 556288"/>
                <a:gd name="connsiteX58" fmla="*/ 412209 w 533824"/>
                <a:gd name="connsiteY58" fmla="*/ 494598 h 556288"/>
                <a:gd name="connsiteX59" fmla="*/ 393505 w 533824"/>
                <a:gd name="connsiteY59" fmla="*/ 437957 h 556288"/>
                <a:gd name="connsiteX60" fmla="*/ 395688 w 533824"/>
                <a:gd name="connsiteY60" fmla="*/ 429696 h 556288"/>
                <a:gd name="connsiteX61" fmla="*/ 436493 w 533824"/>
                <a:gd name="connsiteY61" fmla="*/ 375892 h 556288"/>
                <a:gd name="connsiteX62" fmla="*/ 444037 w 533824"/>
                <a:gd name="connsiteY62" fmla="*/ 371746 h 556288"/>
                <a:gd name="connsiteX63" fmla="*/ 502423 w 533824"/>
                <a:gd name="connsiteY63" fmla="*/ 376391 h 556288"/>
                <a:gd name="connsiteX64" fmla="*/ 516420 w 533824"/>
                <a:gd name="connsiteY64" fmla="*/ 326764 h 556288"/>
                <a:gd name="connsiteX65" fmla="*/ 463769 w 533824"/>
                <a:gd name="connsiteY65" fmla="*/ 296682 h 556288"/>
                <a:gd name="connsiteX66" fmla="*/ 459841 w 533824"/>
                <a:gd name="connsiteY66" fmla="*/ 289544 h 556288"/>
                <a:gd name="connsiteX67" fmla="*/ 452921 w 533824"/>
                <a:gd name="connsiteY67" fmla="*/ 225453 h 556288"/>
                <a:gd name="connsiteX68" fmla="*/ 455196 w 533824"/>
                <a:gd name="connsiteY68" fmla="*/ 217722 h 556288"/>
                <a:gd name="connsiteX69" fmla="*/ 502267 w 533824"/>
                <a:gd name="connsiteY69" fmla="*/ 174610 h 556288"/>
                <a:gd name="connsiteX70" fmla="*/ 477672 w 533824"/>
                <a:gd name="connsiteY70" fmla="*/ 129721 h 556288"/>
                <a:gd name="connsiteX71" fmla="*/ 420033 w 533824"/>
                <a:gd name="connsiteY71" fmla="*/ 147988 h 556288"/>
                <a:gd name="connsiteX72" fmla="*/ 411711 w 533824"/>
                <a:gd name="connsiteY72" fmla="*/ 145557 h 556288"/>
                <a:gd name="connsiteX73" fmla="*/ 408593 w 533824"/>
                <a:gd name="connsiteY73" fmla="*/ 141816 h 556288"/>
                <a:gd name="connsiteX74" fmla="*/ 359558 w 533824"/>
                <a:gd name="connsiteY74" fmla="*/ 101292 h 556288"/>
                <a:gd name="connsiteX75" fmla="*/ 355755 w 533824"/>
                <a:gd name="connsiteY75" fmla="*/ 93873 h 556288"/>
                <a:gd name="connsiteX76" fmla="*/ 361367 w 533824"/>
                <a:gd name="connsiteY76" fmla="*/ 32587 h 556288"/>
                <a:gd name="connsiteX77" fmla="*/ 314296 w 533824"/>
                <a:gd name="connsiteY77" fmla="*/ 17406 h 556288"/>
                <a:gd name="connsiteX78" fmla="*/ 284432 w 533824"/>
                <a:gd name="connsiteY78" fmla="*/ 71303 h 556288"/>
                <a:gd name="connsiteX79" fmla="*/ 277013 w 533824"/>
                <a:gd name="connsiteY79" fmla="*/ 75294 h 556288"/>
                <a:gd name="connsiteX80" fmla="*/ 211176 w 533824"/>
                <a:gd name="connsiteY80" fmla="*/ 81871 h 556288"/>
                <a:gd name="connsiteX81" fmla="*/ 203040 w 533824"/>
                <a:gd name="connsiteY81" fmla="*/ 79346 h 556288"/>
                <a:gd name="connsiteX82" fmla="*/ 166475 w 533824"/>
                <a:gd name="connsiteY82" fmla="*/ 35081 h 556288"/>
                <a:gd name="connsiteX83" fmla="*/ 123051 w 533824"/>
                <a:gd name="connsiteY83" fmla="*/ 59707 h 556288"/>
                <a:gd name="connsiteX84" fmla="*/ 138637 w 533824"/>
                <a:gd name="connsiteY84" fmla="*/ 115195 h 556288"/>
                <a:gd name="connsiteX85" fmla="*/ 136362 w 533824"/>
                <a:gd name="connsiteY85" fmla="*/ 123112 h 556288"/>
                <a:gd name="connsiteX86" fmla="*/ 132839 w 533824"/>
                <a:gd name="connsiteY86" fmla="*/ 126043 h 556288"/>
                <a:gd name="connsiteX87" fmla="*/ 94060 w 533824"/>
                <a:gd name="connsiteY87" fmla="*/ 176854 h 556288"/>
                <a:gd name="connsiteX88" fmla="*/ 87202 w 533824"/>
                <a:gd name="connsiteY88" fmla="*/ 180969 h 556288"/>
                <a:gd name="connsiteX89" fmla="*/ 87202 w 533824"/>
                <a:gd name="connsiteY89" fmla="*/ 180969 h 556288"/>
                <a:gd name="connsiteX90" fmla="*/ 28224 w 533824"/>
                <a:gd name="connsiteY90" fmla="*/ 180221 h 556288"/>
                <a:gd name="connsiteX91" fmla="*/ 16783 w 533824"/>
                <a:gd name="connsiteY91" fmla="*/ 230596 h 556288"/>
                <a:gd name="connsiteX92" fmla="*/ 65755 w 533824"/>
                <a:gd name="connsiteY92" fmla="*/ 254412 h 556288"/>
                <a:gd name="connsiteX93" fmla="*/ 70120 w 533824"/>
                <a:gd name="connsiteY93" fmla="*/ 261894 h 556288"/>
                <a:gd name="connsiteX94" fmla="*/ 77663 w 533824"/>
                <a:gd name="connsiteY94" fmla="*/ 332313 h 556288"/>
                <a:gd name="connsiteX95" fmla="*/ 75544 w 533824"/>
                <a:gd name="connsiteY95" fmla="*/ 340012 h 556288"/>
                <a:gd name="connsiteX96" fmla="*/ 30343 w 533824"/>
                <a:gd name="connsiteY96" fmla="*/ 383654 h 556288"/>
                <a:gd name="connsiteX97" fmla="*/ 55531 w 533824"/>
                <a:gd name="connsiteY97" fmla="*/ 428138 h 556288"/>
                <a:gd name="connsiteX98" fmla="*/ 111112 w 533824"/>
                <a:gd name="connsiteY98" fmla="*/ 408904 h 556288"/>
                <a:gd name="connsiteX99" fmla="*/ 119653 w 533824"/>
                <a:gd name="connsiteY99" fmla="*/ 411242 h 556288"/>
                <a:gd name="connsiteX100" fmla="*/ 114977 w 533824"/>
                <a:gd name="connsiteY100" fmla="*/ 417944 h 556288"/>
                <a:gd name="connsiteX101" fmla="*/ 120900 w 533824"/>
                <a:gd name="connsiteY101" fmla="*/ 412863 h 556288"/>
                <a:gd name="connsiteX102" fmla="*/ 169093 w 533824"/>
                <a:gd name="connsiteY102" fmla="*/ 453013 h 556288"/>
                <a:gd name="connsiteX103" fmla="*/ 172896 w 533824"/>
                <a:gd name="connsiteY103" fmla="*/ 459778 h 556288"/>
                <a:gd name="connsiteX104" fmla="*/ 268254 w 533824"/>
                <a:gd name="connsiteY104" fmla="*/ 430382 h 556288"/>
                <a:gd name="connsiteX105" fmla="*/ 156406 w 533824"/>
                <a:gd name="connsiteY105" fmla="*/ 379009 h 556288"/>
                <a:gd name="connsiteX106" fmla="*/ 164947 w 533824"/>
                <a:gd name="connsiteY106" fmla="*/ 162078 h 556288"/>
                <a:gd name="connsiteX107" fmla="*/ 263110 w 533824"/>
                <a:gd name="connsiteY107" fmla="*/ 122988 h 556288"/>
                <a:gd name="connsiteX108" fmla="*/ 374958 w 533824"/>
                <a:gd name="connsiteY108" fmla="*/ 174485 h 556288"/>
                <a:gd name="connsiteX109" fmla="*/ 366417 w 533824"/>
                <a:gd name="connsiteY109" fmla="*/ 391447 h 556288"/>
                <a:gd name="connsiteX110" fmla="*/ 268254 w 533824"/>
                <a:gd name="connsiteY110" fmla="*/ 430382 h 556288"/>
                <a:gd name="connsiteX111" fmla="*/ 263110 w 533824"/>
                <a:gd name="connsiteY111" fmla="*/ 138574 h 556288"/>
                <a:gd name="connsiteX112" fmla="*/ 175608 w 533824"/>
                <a:gd name="connsiteY112" fmla="*/ 173269 h 556288"/>
                <a:gd name="connsiteX113" fmla="*/ 168127 w 533824"/>
                <a:gd name="connsiteY113" fmla="*/ 368535 h 556288"/>
                <a:gd name="connsiteX114" fmla="*/ 268254 w 533824"/>
                <a:gd name="connsiteY114" fmla="*/ 414764 h 556288"/>
                <a:gd name="connsiteX115" fmla="*/ 355724 w 533824"/>
                <a:gd name="connsiteY115" fmla="*/ 380007 h 556288"/>
                <a:gd name="connsiteX116" fmla="*/ 363206 w 533824"/>
                <a:gd name="connsiteY116" fmla="*/ 184741 h 556288"/>
                <a:gd name="connsiteX117" fmla="*/ 263110 w 533824"/>
                <a:gd name="connsiteY117" fmla="*/ 138574 h 556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533824" h="556288">
                  <a:moveTo>
                    <a:pt x="224799" y="556289"/>
                  </a:moveTo>
                  <a:cubicBezTo>
                    <a:pt x="224207" y="556258"/>
                    <a:pt x="223583" y="556186"/>
                    <a:pt x="222991" y="556071"/>
                  </a:cubicBezTo>
                  <a:lnTo>
                    <a:pt x="162547" y="541606"/>
                  </a:lnTo>
                  <a:cubicBezTo>
                    <a:pt x="159024" y="540755"/>
                    <a:pt x="156561" y="537594"/>
                    <a:pt x="156561" y="533969"/>
                  </a:cubicBezTo>
                  <a:lnTo>
                    <a:pt x="157123" y="464049"/>
                  </a:lnTo>
                  <a:cubicBezTo>
                    <a:pt x="140009" y="453378"/>
                    <a:pt x="124485" y="440345"/>
                    <a:pt x="111018" y="425332"/>
                  </a:cubicBezTo>
                  <a:lnTo>
                    <a:pt x="54346" y="444971"/>
                  </a:lnTo>
                  <a:cubicBezTo>
                    <a:pt x="50793" y="446137"/>
                    <a:pt x="46896" y="444672"/>
                    <a:pt x="44995" y="441449"/>
                  </a:cubicBezTo>
                  <a:lnTo>
                    <a:pt x="13728" y="386023"/>
                  </a:lnTo>
                  <a:cubicBezTo>
                    <a:pt x="12014" y="382953"/>
                    <a:pt x="12575" y="379125"/>
                    <a:pt x="15100" y="376672"/>
                  </a:cubicBezTo>
                  <a:lnTo>
                    <a:pt x="61360" y="332095"/>
                  </a:lnTo>
                  <a:cubicBezTo>
                    <a:pt x="55780" y="310585"/>
                    <a:pt x="53380" y="288372"/>
                    <a:pt x="54253" y="266164"/>
                  </a:cubicBezTo>
                  <a:lnTo>
                    <a:pt x="4376" y="241849"/>
                  </a:lnTo>
                  <a:cubicBezTo>
                    <a:pt x="1103" y="240278"/>
                    <a:pt x="-611" y="236650"/>
                    <a:pt x="199" y="233121"/>
                  </a:cubicBezTo>
                  <a:lnTo>
                    <a:pt x="14414" y="170589"/>
                  </a:lnTo>
                  <a:cubicBezTo>
                    <a:pt x="14882" y="166801"/>
                    <a:pt x="18279" y="164089"/>
                    <a:pt x="22083" y="164510"/>
                  </a:cubicBezTo>
                  <a:lnTo>
                    <a:pt x="82682" y="165289"/>
                  </a:lnTo>
                  <a:cubicBezTo>
                    <a:pt x="93250" y="146505"/>
                    <a:pt x="106561" y="129425"/>
                    <a:pt x="122241" y="114634"/>
                  </a:cubicBezTo>
                  <a:lnTo>
                    <a:pt x="122241" y="114634"/>
                  </a:lnTo>
                  <a:lnTo>
                    <a:pt x="106654" y="58055"/>
                  </a:lnTo>
                  <a:cubicBezTo>
                    <a:pt x="105719" y="54601"/>
                    <a:pt x="107215" y="50948"/>
                    <a:pt x="110332" y="49171"/>
                  </a:cubicBezTo>
                  <a:lnTo>
                    <a:pt x="164760" y="18310"/>
                  </a:lnTo>
                  <a:cubicBezTo>
                    <a:pt x="168064" y="16477"/>
                    <a:pt x="172210" y="17250"/>
                    <a:pt x="174611" y="20149"/>
                  </a:cubicBezTo>
                  <a:lnTo>
                    <a:pt x="212018" y="65474"/>
                  </a:lnTo>
                  <a:cubicBezTo>
                    <a:pt x="232031" y="60293"/>
                    <a:pt x="252698" y="58189"/>
                    <a:pt x="273335" y="59240"/>
                  </a:cubicBezTo>
                  <a:lnTo>
                    <a:pt x="303915" y="4064"/>
                  </a:lnTo>
                  <a:cubicBezTo>
                    <a:pt x="305723" y="735"/>
                    <a:pt x="309682" y="-805"/>
                    <a:pt x="313267" y="417"/>
                  </a:cubicBezTo>
                  <a:lnTo>
                    <a:pt x="372495" y="19526"/>
                  </a:lnTo>
                  <a:cubicBezTo>
                    <a:pt x="375955" y="20657"/>
                    <a:pt x="378169" y="24033"/>
                    <a:pt x="377857" y="27662"/>
                  </a:cubicBezTo>
                  <a:lnTo>
                    <a:pt x="372121" y="90288"/>
                  </a:lnTo>
                  <a:cubicBezTo>
                    <a:pt x="390264" y="101513"/>
                    <a:pt x="406629" y="115382"/>
                    <a:pt x="420688" y="131436"/>
                  </a:cubicBezTo>
                  <a:lnTo>
                    <a:pt x="479355" y="112732"/>
                  </a:lnTo>
                  <a:cubicBezTo>
                    <a:pt x="482940" y="111557"/>
                    <a:pt x="486868" y="113100"/>
                    <a:pt x="488707" y="116410"/>
                  </a:cubicBezTo>
                  <a:lnTo>
                    <a:pt x="519319" y="172334"/>
                  </a:lnTo>
                  <a:cubicBezTo>
                    <a:pt x="520971" y="175448"/>
                    <a:pt x="520316" y="179273"/>
                    <a:pt x="517760" y="181686"/>
                  </a:cubicBezTo>
                  <a:lnTo>
                    <a:pt x="469598" y="225733"/>
                  </a:lnTo>
                  <a:cubicBezTo>
                    <a:pt x="474336" y="245172"/>
                    <a:pt x="476518" y="265148"/>
                    <a:pt x="476051" y="285148"/>
                  </a:cubicBezTo>
                  <a:lnTo>
                    <a:pt x="529886" y="315947"/>
                  </a:lnTo>
                  <a:cubicBezTo>
                    <a:pt x="533003" y="317718"/>
                    <a:pt x="534500" y="321383"/>
                    <a:pt x="533533" y="324831"/>
                  </a:cubicBezTo>
                  <a:lnTo>
                    <a:pt x="515609" y="386834"/>
                  </a:lnTo>
                  <a:cubicBezTo>
                    <a:pt x="514705" y="390506"/>
                    <a:pt x="511214" y="392931"/>
                    <a:pt x="507473" y="392476"/>
                  </a:cubicBezTo>
                  <a:lnTo>
                    <a:pt x="447808" y="387738"/>
                  </a:lnTo>
                  <a:cubicBezTo>
                    <a:pt x="437615" y="406242"/>
                    <a:pt x="424741" y="423141"/>
                    <a:pt x="409622" y="437895"/>
                  </a:cubicBezTo>
                  <a:lnTo>
                    <a:pt x="428700" y="495564"/>
                  </a:lnTo>
                  <a:cubicBezTo>
                    <a:pt x="429853" y="498987"/>
                    <a:pt x="428482" y="502746"/>
                    <a:pt x="425395" y="504636"/>
                  </a:cubicBezTo>
                  <a:lnTo>
                    <a:pt x="372215" y="537554"/>
                  </a:lnTo>
                  <a:cubicBezTo>
                    <a:pt x="369004" y="539477"/>
                    <a:pt x="364889" y="538907"/>
                    <a:pt x="362333" y="536182"/>
                  </a:cubicBezTo>
                  <a:lnTo>
                    <a:pt x="319221" y="488893"/>
                  </a:lnTo>
                  <a:cubicBezTo>
                    <a:pt x="298990" y="494321"/>
                    <a:pt x="278042" y="496531"/>
                    <a:pt x="257125" y="495440"/>
                  </a:cubicBezTo>
                  <a:lnTo>
                    <a:pt x="231937" y="551550"/>
                  </a:lnTo>
                  <a:cubicBezTo>
                    <a:pt x="230690" y="554397"/>
                    <a:pt x="227916" y="556251"/>
                    <a:pt x="224799" y="556289"/>
                  </a:cubicBezTo>
                  <a:close/>
                  <a:moveTo>
                    <a:pt x="172210" y="527859"/>
                  </a:moveTo>
                  <a:lnTo>
                    <a:pt x="220341" y="539393"/>
                  </a:lnTo>
                  <a:lnTo>
                    <a:pt x="245279" y="484124"/>
                  </a:lnTo>
                  <a:cubicBezTo>
                    <a:pt x="246557" y="481063"/>
                    <a:pt x="249674" y="479208"/>
                    <a:pt x="252979" y="479573"/>
                  </a:cubicBezTo>
                  <a:cubicBezTo>
                    <a:pt x="275454" y="481178"/>
                    <a:pt x="298055" y="478812"/>
                    <a:pt x="319720" y="472590"/>
                  </a:cubicBezTo>
                  <a:cubicBezTo>
                    <a:pt x="322556" y="471739"/>
                    <a:pt x="325643" y="472612"/>
                    <a:pt x="327637" y="474834"/>
                  </a:cubicBezTo>
                  <a:lnTo>
                    <a:pt x="369689" y="520908"/>
                  </a:lnTo>
                  <a:lnTo>
                    <a:pt x="412209" y="494598"/>
                  </a:lnTo>
                  <a:lnTo>
                    <a:pt x="393505" y="437957"/>
                  </a:lnTo>
                  <a:cubicBezTo>
                    <a:pt x="392539" y="435014"/>
                    <a:pt x="393412" y="431782"/>
                    <a:pt x="395688" y="429696"/>
                  </a:cubicBezTo>
                  <a:cubicBezTo>
                    <a:pt x="412271" y="414244"/>
                    <a:pt x="426081" y="396042"/>
                    <a:pt x="436493" y="375892"/>
                  </a:cubicBezTo>
                  <a:cubicBezTo>
                    <a:pt x="437833" y="373009"/>
                    <a:pt x="440888" y="371329"/>
                    <a:pt x="444037" y="371746"/>
                  </a:cubicBezTo>
                  <a:lnTo>
                    <a:pt x="502423" y="376391"/>
                  </a:lnTo>
                  <a:lnTo>
                    <a:pt x="516420" y="326764"/>
                  </a:lnTo>
                  <a:lnTo>
                    <a:pt x="463769" y="296682"/>
                  </a:lnTo>
                  <a:cubicBezTo>
                    <a:pt x="461213" y="295233"/>
                    <a:pt x="459716" y="292474"/>
                    <a:pt x="459841" y="289544"/>
                  </a:cubicBezTo>
                  <a:cubicBezTo>
                    <a:pt x="460808" y="267954"/>
                    <a:pt x="458470" y="246341"/>
                    <a:pt x="452921" y="225453"/>
                  </a:cubicBezTo>
                  <a:cubicBezTo>
                    <a:pt x="452173" y="222653"/>
                    <a:pt x="453046" y="219667"/>
                    <a:pt x="455196" y="217722"/>
                  </a:cubicBezTo>
                  <a:lnTo>
                    <a:pt x="502267" y="174610"/>
                  </a:lnTo>
                  <a:lnTo>
                    <a:pt x="477672" y="129721"/>
                  </a:lnTo>
                  <a:lnTo>
                    <a:pt x="420033" y="147988"/>
                  </a:lnTo>
                  <a:cubicBezTo>
                    <a:pt x="417010" y="148948"/>
                    <a:pt x="413736" y="147985"/>
                    <a:pt x="411711" y="145557"/>
                  </a:cubicBezTo>
                  <a:lnTo>
                    <a:pt x="408593" y="141816"/>
                  </a:lnTo>
                  <a:cubicBezTo>
                    <a:pt x="394534" y="125762"/>
                    <a:pt x="377981" y="112080"/>
                    <a:pt x="359558" y="101292"/>
                  </a:cubicBezTo>
                  <a:cubicBezTo>
                    <a:pt x="356971" y="99755"/>
                    <a:pt x="355506" y="96871"/>
                    <a:pt x="355755" y="93873"/>
                  </a:cubicBezTo>
                  <a:lnTo>
                    <a:pt x="361367" y="32587"/>
                  </a:lnTo>
                  <a:lnTo>
                    <a:pt x="314296" y="17406"/>
                  </a:lnTo>
                  <a:lnTo>
                    <a:pt x="284432" y="71303"/>
                  </a:lnTo>
                  <a:cubicBezTo>
                    <a:pt x="282967" y="73994"/>
                    <a:pt x="280068" y="75562"/>
                    <a:pt x="277013" y="75294"/>
                  </a:cubicBezTo>
                  <a:cubicBezTo>
                    <a:pt x="254849" y="73623"/>
                    <a:pt x="232561" y="75848"/>
                    <a:pt x="211176" y="81871"/>
                  </a:cubicBezTo>
                  <a:cubicBezTo>
                    <a:pt x="208215" y="82769"/>
                    <a:pt x="204973" y="81771"/>
                    <a:pt x="203040" y="79346"/>
                  </a:cubicBezTo>
                  <a:lnTo>
                    <a:pt x="166475" y="35081"/>
                  </a:lnTo>
                  <a:lnTo>
                    <a:pt x="123051" y="59707"/>
                  </a:lnTo>
                  <a:lnTo>
                    <a:pt x="138637" y="115195"/>
                  </a:lnTo>
                  <a:cubicBezTo>
                    <a:pt x="139416" y="118053"/>
                    <a:pt x="138544" y="121111"/>
                    <a:pt x="136362" y="123112"/>
                  </a:cubicBezTo>
                  <a:lnTo>
                    <a:pt x="132839" y="126043"/>
                  </a:lnTo>
                  <a:cubicBezTo>
                    <a:pt x="117253" y="140763"/>
                    <a:pt x="104129" y="157923"/>
                    <a:pt x="94060" y="176854"/>
                  </a:cubicBezTo>
                  <a:cubicBezTo>
                    <a:pt x="92720" y="179382"/>
                    <a:pt x="90070" y="180966"/>
                    <a:pt x="87202" y="180969"/>
                  </a:cubicBezTo>
                  <a:lnTo>
                    <a:pt x="87202" y="180969"/>
                  </a:lnTo>
                  <a:lnTo>
                    <a:pt x="28224" y="180221"/>
                  </a:lnTo>
                  <a:lnTo>
                    <a:pt x="16783" y="230596"/>
                  </a:lnTo>
                  <a:lnTo>
                    <a:pt x="65755" y="254412"/>
                  </a:lnTo>
                  <a:cubicBezTo>
                    <a:pt x="68592" y="255774"/>
                    <a:pt x="70338" y="258742"/>
                    <a:pt x="70120" y="261894"/>
                  </a:cubicBezTo>
                  <a:cubicBezTo>
                    <a:pt x="68655" y="285625"/>
                    <a:pt x="71211" y="309432"/>
                    <a:pt x="77663" y="332313"/>
                  </a:cubicBezTo>
                  <a:cubicBezTo>
                    <a:pt x="78443" y="335075"/>
                    <a:pt x="77632" y="338039"/>
                    <a:pt x="75544" y="340012"/>
                  </a:cubicBezTo>
                  <a:lnTo>
                    <a:pt x="30343" y="383654"/>
                  </a:lnTo>
                  <a:lnTo>
                    <a:pt x="55531" y="428138"/>
                  </a:lnTo>
                  <a:lnTo>
                    <a:pt x="111112" y="408904"/>
                  </a:lnTo>
                  <a:cubicBezTo>
                    <a:pt x="114167" y="407841"/>
                    <a:pt x="117565" y="408770"/>
                    <a:pt x="119653" y="411242"/>
                  </a:cubicBezTo>
                  <a:lnTo>
                    <a:pt x="114977" y="417944"/>
                  </a:lnTo>
                  <a:lnTo>
                    <a:pt x="120900" y="412863"/>
                  </a:lnTo>
                  <a:cubicBezTo>
                    <a:pt x="134741" y="428702"/>
                    <a:pt x="151013" y="442253"/>
                    <a:pt x="169093" y="453013"/>
                  </a:cubicBezTo>
                  <a:cubicBezTo>
                    <a:pt x="171462" y="454444"/>
                    <a:pt x="172896" y="457013"/>
                    <a:pt x="172896" y="459778"/>
                  </a:cubicBezTo>
                  <a:close/>
                  <a:moveTo>
                    <a:pt x="268254" y="430382"/>
                  </a:moveTo>
                  <a:cubicBezTo>
                    <a:pt x="225297" y="430179"/>
                    <a:pt x="184555" y="411454"/>
                    <a:pt x="156406" y="379009"/>
                  </a:cubicBezTo>
                  <a:cubicBezTo>
                    <a:pt x="101074" y="315729"/>
                    <a:pt x="104908" y="218408"/>
                    <a:pt x="164947" y="162078"/>
                  </a:cubicBezTo>
                  <a:cubicBezTo>
                    <a:pt x="191475" y="136997"/>
                    <a:pt x="226607" y="123010"/>
                    <a:pt x="263110" y="122988"/>
                  </a:cubicBezTo>
                  <a:cubicBezTo>
                    <a:pt x="306066" y="123200"/>
                    <a:pt x="346871" y="141978"/>
                    <a:pt x="374958" y="174485"/>
                  </a:cubicBezTo>
                  <a:cubicBezTo>
                    <a:pt x="430289" y="237766"/>
                    <a:pt x="426455" y="335087"/>
                    <a:pt x="366417" y="391447"/>
                  </a:cubicBezTo>
                  <a:cubicBezTo>
                    <a:pt x="339857" y="416479"/>
                    <a:pt x="304757" y="430407"/>
                    <a:pt x="268254" y="430382"/>
                  </a:cubicBezTo>
                  <a:close/>
                  <a:moveTo>
                    <a:pt x="263110" y="138574"/>
                  </a:moveTo>
                  <a:cubicBezTo>
                    <a:pt x="230597" y="138556"/>
                    <a:pt x="199268" y="150965"/>
                    <a:pt x="175608" y="173269"/>
                  </a:cubicBezTo>
                  <a:cubicBezTo>
                    <a:pt x="121617" y="223925"/>
                    <a:pt x="118282" y="311520"/>
                    <a:pt x="168127" y="368535"/>
                  </a:cubicBezTo>
                  <a:cubicBezTo>
                    <a:pt x="193283" y="397670"/>
                    <a:pt x="229787" y="414525"/>
                    <a:pt x="268254" y="414764"/>
                  </a:cubicBezTo>
                  <a:cubicBezTo>
                    <a:pt x="300767" y="414768"/>
                    <a:pt x="332064" y="402333"/>
                    <a:pt x="355724" y="380007"/>
                  </a:cubicBezTo>
                  <a:cubicBezTo>
                    <a:pt x="409715" y="329351"/>
                    <a:pt x="413051" y="241725"/>
                    <a:pt x="363206" y="184741"/>
                  </a:cubicBezTo>
                  <a:cubicBezTo>
                    <a:pt x="338049" y="155644"/>
                    <a:pt x="301577" y="138817"/>
                    <a:pt x="263110" y="138574"/>
                  </a:cubicBezTo>
                  <a:close/>
                </a:path>
              </a:pathLst>
            </a:custGeom>
            <a:solidFill>
              <a:schemeClr val="tx1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2C03402-F5EA-6080-C995-FDD442E57C7A}"/>
                </a:ext>
              </a:extLst>
            </p:cNvPr>
            <p:cNvSpPr/>
            <p:nvPr/>
          </p:nvSpPr>
          <p:spPr>
            <a:xfrm>
              <a:off x="2535929" y="4067257"/>
              <a:ext cx="540427" cy="563127"/>
            </a:xfrm>
            <a:custGeom>
              <a:avLst/>
              <a:gdLst>
                <a:gd name="connsiteX0" fmla="*/ 302268 w 717761"/>
                <a:gd name="connsiteY0" fmla="*/ 747900 h 747909"/>
                <a:gd name="connsiteX1" fmla="*/ 299836 w 717761"/>
                <a:gd name="connsiteY1" fmla="*/ 747619 h 747909"/>
                <a:gd name="connsiteX2" fmla="*/ 218538 w 717761"/>
                <a:gd name="connsiteY2" fmla="*/ 728167 h 747909"/>
                <a:gd name="connsiteX3" fmla="*/ 210495 w 717761"/>
                <a:gd name="connsiteY3" fmla="*/ 717881 h 747909"/>
                <a:gd name="connsiteX4" fmla="*/ 211212 w 717761"/>
                <a:gd name="connsiteY4" fmla="*/ 623864 h 747909"/>
                <a:gd name="connsiteX5" fmla="*/ 149210 w 717761"/>
                <a:gd name="connsiteY5" fmla="*/ 571805 h 747909"/>
                <a:gd name="connsiteX6" fmla="*/ 73023 w 717761"/>
                <a:gd name="connsiteY6" fmla="*/ 598240 h 747909"/>
                <a:gd name="connsiteX7" fmla="*/ 60554 w 717761"/>
                <a:gd name="connsiteY7" fmla="*/ 593470 h 747909"/>
                <a:gd name="connsiteX8" fmla="*/ 18347 w 717761"/>
                <a:gd name="connsiteY8" fmla="*/ 518936 h 747909"/>
                <a:gd name="connsiteX9" fmla="*/ 20217 w 717761"/>
                <a:gd name="connsiteY9" fmla="*/ 506249 h 747909"/>
                <a:gd name="connsiteX10" fmla="*/ 82562 w 717761"/>
                <a:gd name="connsiteY10" fmla="*/ 446304 h 747909"/>
                <a:gd name="connsiteX11" fmla="*/ 73023 w 717761"/>
                <a:gd name="connsiteY11" fmla="*/ 357773 h 747909"/>
                <a:gd name="connsiteX12" fmla="*/ 5878 w 717761"/>
                <a:gd name="connsiteY12" fmla="*/ 325135 h 747909"/>
                <a:gd name="connsiteX13" fmla="*/ 266 w 717761"/>
                <a:gd name="connsiteY13" fmla="*/ 313352 h 747909"/>
                <a:gd name="connsiteX14" fmla="*/ 19375 w 717761"/>
                <a:gd name="connsiteY14" fmla="*/ 229186 h 747909"/>
                <a:gd name="connsiteX15" fmla="*/ 29725 w 717761"/>
                <a:gd name="connsiteY15" fmla="*/ 221050 h 747909"/>
                <a:gd name="connsiteX16" fmla="*/ 111210 w 717761"/>
                <a:gd name="connsiteY16" fmla="*/ 222078 h 747909"/>
                <a:gd name="connsiteX17" fmla="*/ 164422 w 717761"/>
                <a:gd name="connsiteY17" fmla="*/ 153966 h 747909"/>
                <a:gd name="connsiteX18" fmla="*/ 164422 w 717761"/>
                <a:gd name="connsiteY18" fmla="*/ 153966 h 747909"/>
                <a:gd name="connsiteX19" fmla="*/ 143224 w 717761"/>
                <a:gd name="connsiteY19" fmla="*/ 77873 h 747909"/>
                <a:gd name="connsiteX20" fmla="*/ 148181 w 717761"/>
                <a:gd name="connsiteY20" fmla="*/ 65934 h 747909"/>
                <a:gd name="connsiteX21" fmla="*/ 221375 w 717761"/>
                <a:gd name="connsiteY21" fmla="*/ 24443 h 747909"/>
                <a:gd name="connsiteX22" fmla="*/ 234623 w 717761"/>
                <a:gd name="connsiteY22" fmla="*/ 26906 h 747909"/>
                <a:gd name="connsiteX23" fmla="*/ 284998 w 717761"/>
                <a:gd name="connsiteY23" fmla="*/ 87880 h 747909"/>
                <a:gd name="connsiteX24" fmla="*/ 367450 w 717761"/>
                <a:gd name="connsiteY24" fmla="*/ 79650 h 747909"/>
                <a:gd name="connsiteX25" fmla="*/ 408598 w 717761"/>
                <a:gd name="connsiteY25" fmla="*/ 5428 h 747909"/>
                <a:gd name="connsiteX26" fmla="*/ 421067 w 717761"/>
                <a:gd name="connsiteY26" fmla="*/ 534 h 747909"/>
                <a:gd name="connsiteX27" fmla="*/ 500713 w 717761"/>
                <a:gd name="connsiteY27" fmla="*/ 26251 h 747909"/>
                <a:gd name="connsiteX28" fmla="*/ 507945 w 717761"/>
                <a:gd name="connsiteY28" fmla="*/ 37162 h 747909"/>
                <a:gd name="connsiteX29" fmla="*/ 500246 w 717761"/>
                <a:gd name="connsiteY29" fmla="*/ 121328 h 747909"/>
                <a:gd name="connsiteX30" fmla="*/ 565708 w 717761"/>
                <a:gd name="connsiteY30" fmla="*/ 176660 h 747909"/>
                <a:gd name="connsiteX31" fmla="*/ 644607 w 717761"/>
                <a:gd name="connsiteY31" fmla="*/ 151722 h 747909"/>
                <a:gd name="connsiteX32" fmla="*/ 657076 w 717761"/>
                <a:gd name="connsiteY32" fmla="*/ 156678 h 747909"/>
                <a:gd name="connsiteX33" fmla="*/ 698255 w 717761"/>
                <a:gd name="connsiteY33" fmla="*/ 231867 h 747909"/>
                <a:gd name="connsiteX34" fmla="*/ 696166 w 717761"/>
                <a:gd name="connsiteY34" fmla="*/ 244647 h 747909"/>
                <a:gd name="connsiteX35" fmla="*/ 631389 w 717761"/>
                <a:gd name="connsiteY35" fmla="*/ 303875 h 747909"/>
                <a:gd name="connsiteX36" fmla="*/ 640055 w 717761"/>
                <a:gd name="connsiteY36" fmla="*/ 383771 h 747909"/>
                <a:gd name="connsiteX37" fmla="*/ 712470 w 717761"/>
                <a:gd name="connsiteY37" fmla="*/ 425169 h 747909"/>
                <a:gd name="connsiteX38" fmla="*/ 717364 w 717761"/>
                <a:gd name="connsiteY38" fmla="*/ 437139 h 747909"/>
                <a:gd name="connsiteX39" fmla="*/ 693953 w 717761"/>
                <a:gd name="connsiteY39" fmla="*/ 520058 h 747909"/>
                <a:gd name="connsiteX40" fmla="*/ 683011 w 717761"/>
                <a:gd name="connsiteY40" fmla="*/ 527633 h 747909"/>
                <a:gd name="connsiteX41" fmla="*/ 602742 w 717761"/>
                <a:gd name="connsiteY41" fmla="*/ 521243 h 747909"/>
                <a:gd name="connsiteX42" fmla="*/ 551463 w 717761"/>
                <a:gd name="connsiteY42" fmla="*/ 588701 h 747909"/>
                <a:gd name="connsiteX43" fmla="*/ 577118 w 717761"/>
                <a:gd name="connsiteY43" fmla="*/ 666258 h 747909"/>
                <a:gd name="connsiteX44" fmla="*/ 572660 w 717761"/>
                <a:gd name="connsiteY44" fmla="*/ 678447 h 747909"/>
                <a:gd name="connsiteX45" fmla="*/ 500963 w 717761"/>
                <a:gd name="connsiteY45" fmla="*/ 722712 h 747909"/>
                <a:gd name="connsiteX46" fmla="*/ 487714 w 717761"/>
                <a:gd name="connsiteY46" fmla="*/ 720873 h 747909"/>
                <a:gd name="connsiteX47" fmla="*/ 429671 w 717761"/>
                <a:gd name="connsiteY47" fmla="*/ 657281 h 747909"/>
                <a:gd name="connsiteX48" fmla="*/ 346190 w 717761"/>
                <a:gd name="connsiteY48" fmla="*/ 666103 h 747909"/>
                <a:gd name="connsiteX49" fmla="*/ 312274 w 717761"/>
                <a:gd name="connsiteY49" fmla="*/ 741727 h 747909"/>
                <a:gd name="connsiteX50" fmla="*/ 302268 w 717761"/>
                <a:gd name="connsiteY50" fmla="*/ 747900 h 747909"/>
                <a:gd name="connsiteX51" fmla="*/ 231506 w 717761"/>
                <a:gd name="connsiteY51" fmla="*/ 709713 h 747909"/>
                <a:gd name="connsiteX52" fmla="*/ 296252 w 717761"/>
                <a:gd name="connsiteY52" fmla="*/ 725300 h 747909"/>
                <a:gd name="connsiteX53" fmla="*/ 329544 w 717761"/>
                <a:gd name="connsiteY53" fmla="*/ 650953 h 747909"/>
                <a:gd name="connsiteX54" fmla="*/ 339924 w 717761"/>
                <a:gd name="connsiteY54" fmla="*/ 644718 h 747909"/>
                <a:gd name="connsiteX55" fmla="*/ 429702 w 717761"/>
                <a:gd name="connsiteY55" fmla="*/ 635366 h 747909"/>
                <a:gd name="connsiteX56" fmla="*/ 440363 w 717761"/>
                <a:gd name="connsiteY56" fmla="*/ 638483 h 747909"/>
                <a:gd name="connsiteX57" fmla="*/ 496879 w 717761"/>
                <a:gd name="connsiteY57" fmla="*/ 700455 h 747909"/>
                <a:gd name="connsiteX58" fmla="*/ 554081 w 717761"/>
                <a:gd name="connsiteY58" fmla="*/ 665105 h 747909"/>
                <a:gd name="connsiteX59" fmla="*/ 528862 w 717761"/>
                <a:gd name="connsiteY59" fmla="*/ 588888 h 747909"/>
                <a:gd name="connsiteX60" fmla="*/ 531980 w 717761"/>
                <a:gd name="connsiteY60" fmla="*/ 577790 h 747909"/>
                <a:gd name="connsiteX61" fmla="*/ 587093 w 717761"/>
                <a:gd name="connsiteY61" fmla="*/ 505470 h 747909"/>
                <a:gd name="connsiteX62" fmla="*/ 597224 w 717761"/>
                <a:gd name="connsiteY62" fmla="*/ 499921 h 747909"/>
                <a:gd name="connsiteX63" fmla="*/ 675748 w 717761"/>
                <a:gd name="connsiteY63" fmla="*/ 506155 h 747909"/>
                <a:gd name="connsiteX64" fmla="*/ 694452 w 717761"/>
                <a:gd name="connsiteY64" fmla="*/ 439383 h 747909"/>
                <a:gd name="connsiteX65" fmla="*/ 623627 w 717761"/>
                <a:gd name="connsiteY65" fmla="*/ 398859 h 747909"/>
                <a:gd name="connsiteX66" fmla="*/ 618390 w 717761"/>
                <a:gd name="connsiteY66" fmla="*/ 389289 h 747909"/>
                <a:gd name="connsiteX67" fmla="*/ 609039 w 717761"/>
                <a:gd name="connsiteY67" fmla="*/ 303065 h 747909"/>
                <a:gd name="connsiteX68" fmla="*/ 612156 w 717761"/>
                <a:gd name="connsiteY68" fmla="*/ 292685 h 747909"/>
                <a:gd name="connsiteX69" fmla="*/ 675499 w 717761"/>
                <a:gd name="connsiteY69" fmla="*/ 234735 h 747909"/>
                <a:gd name="connsiteX70" fmla="*/ 642300 w 717761"/>
                <a:gd name="connsiteY70" fmla="*/ 174166 h 747909"/>
                <a:gd name="connsiteX71" fmla="*/ 564773 w 717761"/>
                <a:gd name="connsiteY71" fmla="*/ 198730 h 747909"/>
                <a:gd name="connsiteX72" fmla="*/ 553582 w 717761"/>
                <a:gd name="connsiteY72" fmla="*/ 195613 h 747909"/>
                <a:gd name="connsiteX73" fmla="*/ 549592 w 717761"/>
                <a:gd name="connsiteY73" fmla="*/ 190563 h 747909"/>
                <a:gd name="connsiteX74" fmla="*/ 483631 w 717761"/>
                <a:gd name="connsiteY74" fmla="*/ 135979 h 747909"/>
                <a:gd name="connsiteX75" fmla="*/ 478518 w 717761"/>
                <a:gd name="connsiteY75" fmla="*/ 125973 h 747909"/>
                <a:gd name="connsiteX76" fmla="*/ 486062 w 717761"/>
                <a:gd name="connsiteY76" fmla="*/ 43583 h 747909"/>
                <a:gd name="connsiteX77" fmla="*/ 422594 w 717761"/>
                <a:gd name="connsiteY77" fmla="*/ 23072 h 747909"/>
                <a:gd name="connsiteX78" fmla="*/ 382413 w 717761"/>
                <a:gd name="connsiteY78" fmla="*/ 95548 h 747909"/>
                <a:gd name="connsiteX79" fmla="*/ 372438 w 717761"/>
                <a:gd name="connsiteY79" fmla="*/ 100910 h 747909"/>
                <a:gd name="connsiteX80" fmla="*/ 283907 w 717761"/>
                <a:gd name="connsiteY80" fmla="*/ 109763 h 747909"/>
                <a:gd name="connsiteX81" fmla="*/ 272965 w 717761"/>
                <a:gd name="connsiteY81" fmla="*/ 106365 h 747909"/>
                <a:gd name="connsiteX82" fmla="*/ 223899 w 717761"/>
                <a:gd name="connsiteY82" fmla="*/ 47137 h 747909"/>
                <a:gd name="connsiteX83" fmla="*/ 165544 w 717761"/>
                <a:gd name="connsiteY83" fmla="*/ 80118 h 747909"/>
                <a:gd name="connsiteX84" fmla="*/ 186368 w 717761"/>
                <a:gd name="connsiteY84" fmla="*/ 154714 h 747909"/>
                <a:gd name="connsiteX85" fmla="*/ 183250 w 717761"/>
                <a:gd name="connsiteY85" fmla="*/ 165375 h 747909"/>
                <a:gd name="connsiteX86" fmla="*/ 178543 w 717761"/>
                <a:gd name="connsiteY86" fmla="*/ 169334 h 747909"/>
                <a:gd name="connsiteX87" fmla="*/ 126391 w 717761"/>
                <a:gd name="connsiteY87" fmla="*/ 237633 h 747909"/>
                <a:gd name="connsiteX88" fmla="*/ 117039 w 717761"/>
                <a:gd name="connsiteY88" fmla="*/ 243182 h 747909"/>
                <a:gd name="connsiteX89" fmla="*/ 117039 w 717761"/>
                <a:gd name="connsiteY89" fmla="*/ 243182 h 747909"/>
                <a:gd name="connsiteX90" fmla="*/ 37736 w 717761"/>
                <a:gd name="connsiteY90" fmla="*/ 242185 h 747909"/>
                <a:gd name="connsiteX91" fmla="*/ 22368 w 717761"/>
                <a:gd name="connsiteY91" fmla="*/ 309923 h 747909"/>
                <a:gd name="connsiteX92" fmla="*/ 88236 w 717761"/>
                <a:gd name="connsiteY92" fmla="*/ 341937 h 747909"/>
                <a:gd name="connsiteX93" fmla="*/ 94096 w 717761"/>
                <a:gd name="connsiteY93" fmla="*/ 352038 h 747909"/>
                <a:gd name="connsiteX94" fmla="*/ 104227 w 717761"/>
                <a:gd name="connsiteY94" fmla="*/ 446709 h 747909"/>
                <a:gd name="connsiteX95" fmla="*/ 101391 w 717761"/>
                <a:gd name="connsiteY95" fmla="*/ 457058 h 747909"/>
                <a:gd name="connsiteX96" fmla="*/ 40573 w 717761"/>
                <a:gd name="connsiteY96" fmla="*/ 515725 h 747909"/>
                <a:gd name="connsiteX97" fmla="*/ 74458 w 717761"/>
                <a:gd name="connsiteY97" fmla="*/ 575546 h 747909"/>
                <a:gd name="connsiteX98" fmla="*/ 149272 w 717761"/>
                <a:gd name="connsiteY98" fmla="*/ 549672 h 747909"/>
                <a:gd name="connsiteX99" fmla="*/ 160743 w 717761"/>
                <a:gd name="connsiteY99" fmla="*/ 552790 h 747909"/>
                <a:gd name="connsiteX100" fmla="*/ 154509 w 717761"/>
                <a:gd name="connsiteY100" fmla="*/ 561799 h 747909"/>
                <a:gd name="connsiteX101" fmla="*/ 162458 w 717761"/>
                <a:gd name="connsiteY101" fmla="*/ 554941 h 747909"/>
                <a:gd name="connsiteX102" fmla="*/ 227266 w 717761"/>
                <a:gd name="connsiteY102" fmla="*/ 608963 h 747909"/>
                <a:gd name="connsiteX103" fmla="*/ 232378 w 717761"/>
                <a:gd name="connsiteY103" fmla="*/ 618066 h 747909"/>
                <a:gd name="connsiteX104" fmla="*/ 360685 w 717761"/>
                <a:gd name="connsiteY104" fmla="*/ 578601 h 747909"/>
                <a:gd name="connsiteX105" fmla="*/ 210246 w 717761"/>
                <a:gd name="connsiteY105" fmla="*/ 509335 h 747909"/>
                <a:gd name="connsiteX106" fmla="*/ 221780 w 717761"/>
                <a:gd name="connsiteY106" fmla="*/ 217590 h 747909"/>
                <a:gd name="connsiteX107" fmla="*/ 353703 w 717761"/>
                <a:gd name="connsiteY107" fmla="*/ 165188 h 747909"/>
                <a:gd name="connsiteX108" fmla="*/ 504142 w 717761"/>
                <a:gd name="connsiteY108" fmla="*/ 234454 h 747909"/>
                <a:gd name="connsiteX109" fmla="*/ 492640 w 717761"/>
                <a:gd name="connsiteY109" fmla="*/ 526230 h 747909"/>
                <a:gd name="connsiteX110" fmla="*/ 360685 w 717761"/>
                <a:gd name="connsiteY110" fmla="*/ 578601 h 747909"/>
                <a:gd name="connsiteX111" fmla="*/ 353703 w 717761"/>
                <a:gd name="connsiteY111" fmla="*/ 186167 h 747909"/>
                <a:gd name="connsiteX112" fmla="*/ 236088 w 717761"/>
                <a:gd name="connsiteY112" fmla="*/ 232926 h 747909"/>
                <a:gd name="connsiteX113" fmla="*/ 226019 w 717761"/>
                <a:gd name="connsiteY113" fmla="*/ 495525 h 747909"/>
                <a:gd name="connsiteX114" fmla="*/ 360685 w 717761"/>
                <a:gd name="connsiteY114" fmla="*/ 557684 h 747909"/>
                <a:gd name="connsiteX115" fmla="*/ 478300 w 717761"/>
                <a:gd name="connsiteY115" fmla="*/ 510925 h 747909"/>
                <a:gd name="connsiteX116" fmla="*/ 488400 w 717761"/>
                <a:gd name="connsiteY116" fmla="*/ 248295 h 747909"/>
                <a:gd name="connsiteX117" fmla="*/ 353703 w 717761"/>
                <a:gd name="connsiteY117" fmla="*/ 186167 h 747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717761" h="747909">
                  <a:moveTo>
                    <a:pt x="302268" y="747900"/>
                  </a:moveTo>
                  <a:cubicBezTo>
                    <a:pt x="301457" y="747869"/>
                    <a:pt x="300647" y="747775"/>
                    <a:pt x="299836" y="747619"/>
                  </a:cubicBezTo>
                  <a:lnTo>
                    <a:pt x="218538" y="728167"/>
                  </a:lnTo>
                  <a:cubicBezTo>
                    <a:pt x="213768" y="727045"/>
                    <a:pt x="210433" y="722775"/>
                    <a:pt x="210495" y="717881"/>
                  </a:cubicBezTo>
                  <a:lnTo>
                    <a:pt x="211212" y="623864"/>
                  </a:lnTo>
                  <a:cubicBezTo>
                    <a:pt x="188207" y="609493"/>
                    <a:pt x="167352" y="591974"/>
                    <a:pt x="149210" y="571805"/>
                  </a:cubicBezTo>
                  <a:lnTo>
                    <a:pt x="73023" y="598240"/>
                  </a:lnTo>
                  <a:cubicBezTo>
                    <a:pt x="68254" y="599767"/>
                    <a:pt x="63079" y="597772"/>
                    <a:pt x="60554" y="593470"/>
                  </a:cubicBezTo>
                  <a:lnTo>
                    <a:pt x="18347" y="518936"/>
                  </a:lnTo>
                  <a:cubicBezTo>
                    <a:pt x="16009" y="514790"/>
                    <a:pt x="16757" y="509553"/>
                    <a:pt x="20217" y="506249"/>
                  </a:cubicBezTo>
                  <a:lnTo>
                    <a:pt x="82562" y="446304"/>
                  </a:lnTo>
                  <a:cubicBezTo>
                    <a:pt x="75050" y="417407"/>
                    <a:pt x="71839" y="387605"/>
                    <a:pt x="73023" y="357773"/>
                  </a:cubicBezTo>
                  <a:lnTo>
                    <a:pt x="5878" y="325135"/>
                  </a:lnTo>
                  <a:cubicBezTo>
                    <a:pt x="1513" y="322984"/>
                    <a:pt x="-825" y="318122"/>
                    <a:pt x="266" y="313352"/>
                  </a:cubicBezTo>
                  <a:lnTo>
                    <a:pt x="19375" y="229186"/>
                  </a:lnTo>
                  <a:cubicBezTo>
                    <a:pt x="19999" y="224105"/>
                    <a:pt x="24612" y="220457"/>
                    <a:pt x="29725" y="221050"/>
                  </a:cubicBezTo>
                  <a:lnTo>
                    <a:pt x="111210" y="222078"/>
                  </a:lnTo>
                  <a:cubicBezTo>
                    <a:pt x="125394" y="196797"/>
                    <a:pt x="143349" y="173854"/>
                    <a:pt x="164422" y="153966"/>
                  </a:cubicBezTo>
                  <a:lnTo>
                    <a:pt x="164422" y="153966"/>
                  </a:lnTo>
                  <a:lnTo>
                    <a:pt x="143224" y="77873"/>
                  </a:lnTo>
                  <a:cubicBezTo>
                    <a:pt x="141947" y="73228"/>
                    <a:pt x="143972" y="68303"/>
                    <a:pt x="148181" y="65934"/>
                  </a:cubicBezTo>
                  <a:lnTo>
                    <a:pt x="221375" y="24443"/>
                  </a:lnTo>
                  <a:cubicBezTo>
                    <a:pt x="225801" y="21949"/>
                    <a:pt x="231381" y="23009"/>
                    <a:pt x="234623" y="26906"/>
                  </a:cubicBezTo>
                  <a:lnTo>
                    <a:pt x="284998" y="87880"/>
                  </a:lnTo>
                  <a:cubicBezTo>
                    <a:pt x="311900" y="80959"/>
                    <a:pt x="339706" y="78185"/>
                    <a:pt x="367450" y="79650"/>
                  </a:cubicBezTo>
                  <a:lnTo>
                    <a:pt x="408598" y="5428"/>
                  </a:lnTo>
                  <a:cubicBezTo>
                    <a:pt x="411029" y="1001"/>
                    <a:pt x="416267" y="-1056"/>
                    <a:pt x="421067" y="534"/>
                  </a:cubicBezTo>
                  <a:lnTo>
                    <a:pt x="500713" y="26251"/>
                  </a:lnTo>
                  <a:cubicBezTo>
                    <a:pt x="505389" y="27748"/>
                    <a:pt x="508382" y="32267"/>
                    <a:pt x="507945" y="37162"/>
                  </a:cubicBezTo>
                  <a:lnTo>
                    <a:pt x="500246" y="121328"/>
                  </a:lnTo>
                  <a:cubicBezTo>
                    <a:pt x="524685" y="136416"/>
                    <a:pt x="546756" y="155057"/>
                    <a:pt x="565708" y="176660"/>
                  </a:cubicBezTo>
                  <a:lnTo>
                    <a:pt x="644607" y="151722"/>
                  </a:lnTo>
                  <a:cubicBezTo>
                    <a:pt x="649407" y="150163"/>
                    <a:pt x="654644" y="152251"/>
                    <a:pt x="657076" y="156678"/>
                  </a:cubicBezTo>
                  <a:lnTo>
                    <a:pt x="698255" y="231867"/>
                  </a:lnTo>
                  <a:cubicBezTo>
                    <a:pt x="700562" y="236106"/>
                    <a:pt x="699720" y="241374"/>
                    <a:pt x="696166" y="244647"/>
                  </a:cubicBezTo>
                  <a:lnTo>
                    <a:pt x="631389" y="303875"/>
                  </a:lnTo>
                  <a:cubicBezTo>
                    <a:pt x="637780" y="329998"/>
                    <a:pt x="640679" y="356869"/>
                    <a:pt x="640055" y="383771"/>
                  </a:cubicBezTo>
                  <a:lnTo>
                    <a:pt x="712470" y="425169"/>
                  </a:lnTo>
                  <a:cubicBezTo>
                    <a:pt x="716678" y="427569"/>
                    <a:pt x="718673" y="432494"/>
                    <a:pt x="717364" y="437139"/>
                  </a:cubicBezTo>
                  <a:lnTo>
                    <a:pt x="693953" y="520058"/>
                  </a:lnTo>
                  <a:cubicBezTo>
                    <a:pt x="692737" y="524984"/>
                    <a:pt x="688061" y="528226"/>
                    <a:pt x="683011" y="527633"/>
                  </a:cubicBezTo>
                  <a:lnTo>
                    <a:pt x="602742" y="521243"/>
                  </a:lnTo>
                  <a:cubicBezTo>
                    <a:pt x="589088" y="546150"/>
                    <a:pt x="571787" y="568875"/>
                    <a:pt x="551463" y="588701"/>
                  </a:cubicBezTo>
                  <a:lnTo>
                    <a:pt x="577118" y="666258"/>
                  </a:lnTo>
                  <a:cubicBezTo>
                    <a:pt x="578645" y="670872"/>
                    <a:pt x="576775" y="675891"/>
                    <a:pt x="572660" y="678447"/>
                  </a:cubicBezTo>
                  <a:lnTo>
                    <a:pt x="500963" y="722712"/>
                  </a:lnTo>
                  <a:cubicBezTo>
                    <a:pt x="496661" y="725300"/>
                    <a:pt x="491143" y="724520"/>
                    <a:pt x="487714" y="720873"/>
                  </a:cubicBezTo>
                  <a:lnTo>
                    <a:pt x="429671" y="657281"/>
                  </a:lnTo>
                  <a:cubicBezTo>
                    <a:pt x="402488" y="664575"/>
                    <a:pt x="374308" y="667568"/>
                    <a:pt x="346190" y="666103"/>
                  </a:cubicBezTo>
                  <a:lnTo>
                    <a:pt x="312274" y="741727"/>
                  </a:lnTo>
                  <a:cubicBezTo>
                    <a:pt x="310529" y="745624"/>
                    <a:pt x="306538" y="748087"/>
                    <a:pt x="302268" y="747900"/>
                  </a:cubicBezTo>
                  <a:close/>
                  <a:moveTo>
                    <a:pt x="231506" y="709713"/>
                  </a:moveTo>
                  <a:lnTo>
                    <a:pt x="296252" y="725300"/>
                  </a:lnTo>
                  <a:lnTo>
                    <a:pt x="329544" y="650953"/>
                  </a:lnTo>
                  <a:cubicBezTo>
                    <a:pt x="331227" y="646775"/>
                    <a:pt x="335467" y="644251"/>
                    <a:pt x="339924" y="644718"/>
                  </a:cubicBezTo>
                  <a:cubicBezTo>
                    <a:pt x="370162" y="646900"/>
                    <a:pt x="400555" y="643721"/>
                    <a:pt x="429702" y="635366"/>
                  </a:cubicBezTo>
                  <a:cubicBezTo>
                    <a:pt x="433567" y="634275"/>
                    <a:pt x="437713" y="635491"/>
                    <a:pt x="440363" y="638483"/>
                  </a:cubicBezTo>
                  <a:lnTo>
                    <a:pt x="496879" y="700455"/>
                  </a:lnTo>
                  <a:lnTo>
                    <a:pt x="554081" y="665105"/>
                  </a:lnTo>
                  <a:lnTo>
                    <a:pt x="528862" y="588888"/>
                  </a:lnTo>
                  <a:cubicBezTo>
                    <a:pt x="527615" y="584898"/>
                    <a:pt x="528831" y="580533"/>
                    <a:pt x="531980" y="577790"/>
                  </a:cubicBezTo>
                  <a:cubicBezTo>
                    <a:pt x="554393" y="557029"/>
                    <a:pt x="573034" y="532559"/>
                    <a:pt x="587093" y="505470"/>
                  </a:cubicBezTo>
                  <a:cubicBezTo>
                    <a:pt x="588901" y="501604"/>
                    <a:pt x="592985" y="499360"/>
                    <a:pt x="597224" y="499921"/>
                  </a:cubicBezTo>
                  <a:lnTo>
                    <a:pt x="675748" y="506155"/>
                  </a:lnTo>
                  <a:lnTo>
                    <a:pt x="694452" y="439383"/>
                  </a:lnTo>
                  <a:lnTo>
                    <a:pt x="623627" y="398859"/>
                  </a:lnTo>
                  <a:cubicBezTo>
                    <a:pt x="620230" y="396895"/>
                    <a:pt x="618203" y="393217"/>
                    <a:pt x="618390" y="389289"/>
                  </a:cubicBezTo>
                  <a:cubicBezTo>
                    <a:pt x="619669" y="360236"/>
                    <a:pt x="616520" y="331152"/>
                    <a:pt x="609039" y="303065"/>
                  </a:cubicBezTo>
                  <a:cubicBezTo>
                    <a:pt x="608072" y="299293"/>
                    <a:pt x="609257" y="295303"/>
                    <a:pt x="612156" y="292685"/>
                  </a:cubicBezTo>
                  <a:lnTo>
                    <a:pt x="675499" y="234735"/>
                  </a:lnTo>
                  <a:lnTo>
                    <a:pt x="642300" y="174166"/>
                  </a:lnTo>
                  <a:lnTo>
                    <a:pt x="564773" y="198730"/>
                  </a:lnTo>
                  <a:cubicBezTo>
                    <a:pt x="560752" y="200039"/>
                    <a:pt x="556357" y="198824"/>
                    <a:pt x="553582" y="195613"/>
                  </a:cubicBezTo>
                  <a:lnTo>
                    <a:pt x="549592" y="190563"/>
                  </a:lnTo>
                  <a:cubicBezTo>
                    <a:pt x="530670" y="168929"/>
                    <a:pt x="508413" y="150506"/>
                    <a:pt x="483631" y="135979"/>
                  </a:cubicBezTo>
                  <a:cubicBezTo>
                    <a:pt x="480139" y="133922"/>
                    <a:pt x="478144" y="130025"/>
                    <a:pt x="478518" y="125973"/>
                  </a:cubicBezTo>
                  <a:lnTo>
                    <a:pt x="486062" y="43583"/>
                  </a:lnTo>
                  <a:lnTo>
                    <a:pt x="422594" y="23072"/>
                  </a:lnTo>
                  <a:lnTo>
                    <a:pt x="382413" y="95548"/>
                  </a:lnTo>
                  <a:cubicBezTo>
                    <a:pt x="380480" y="99195"/>
                    <a:pt x="376552" y="101284"/>
                    <a:pt x="372438" y="100910"/>
                  </a:cubicBezTo>
                  <a:cubicBezTo>
                    <a:pt x="342637" y="98666"/>
                    <a:pt x="312679" y="101658"/>
                    <a:pt x="283907" y="109763"/>
                  </a:cubicBezTo>
                  <a:cubicBezTo>
                    <a:pt x="279917" y="110979"/>
                    <a:pt x="275584" y="109638"/>
                    <a:pt x="272965" y="106365"/>
                  </a:cubicBezTo>
                  <a:lnTo>
                    <a:pt x="223899" y="47137"/>
                  </a:lnTo>
                  <a:lnTo>
                    <a:pt x="165544" y="80118"/>
                  </a:lnTo>
                  <a:lnTo>
                    <a:pt x="186368" y="154714"/>
                  </a:lnTo>
                  <a:cubicBezTo>
                    <a:pt x="187427" y="158579"/>
                    <a:pt x="186243" y="162694"/>
                    <a:pt x="183250" y="165375"/>
                  </a:cubicBezTo>
                  <a:lnTo>
                    <a:pt x="178543" y="169334"/>
                  </a:lnTo>
                  <a:cubicBezTo>
                    <a:pt x="157564" y="189129"/>
                    <a:pt x="139951" y="212196"/>
                    <a:pt x="126391" y="237633"/>
                  </a:cubicBezTo>
                  <a:cubicBezTo>
                    <a:pt x="124552" y="241062"/>
                    <a:pt x="120936" y="243213"/>
                    <a:pt x="117039" y="243182"/>
                  </a:cubicBezTo>
                  <a:lnTo>
                    <a:pt x="117039" y="243182"/>
                  </a:lnTo>
                  <a:lnTo>
                    <a:pt x="37736" y="242185"/>
                  </a:lnTo>
                  <a:lnTo>
                    <a:pt x="22368" y="309923"/>
                  </a:lnTo>
                  <a:lnTo>
                    <a:pt x="88236" y="341937"/>
                  </a:lnTo>
                  <a:cubicBezTo>
                    <a:pt x="92070" y="343808"/>
                    <a:pt x="94377" y="347798"/>
                    <a:pt x="94096" y="352038"/>
                  </a:cubicBezTo>
                  <a:cubicBezTo>
                    <a:pt x="92101" y="383927"/>
                    <a:pt x="95530" y="415942"/>
                    <a:pt x="104227" y="446709"/>
                  </a:cubicBezTo>
                  <a:cubicBezTo>
                    <a:pt x="105256" y="450418"/>
                    <a:pt x="104165" y="454377"/>
                    <a:pt x="101391" y="457058"/>
                  </a:cubicBezTo>
                  <a:lnTo>
                    <a:pt x="40573" y="515725"/>
                  </a:lnTo>
                  <a:lnTo>
                    <a:pt x="74458" y="575546"/>
                  </a:lnTo>
                  <a:lnTo>
                    <a:pt x="149272" y="549672"/>
                  </a:lnTo>
                  <a:cubicBezTo>
                    <a:pt x="153387" y="548239"/>
                    <a:pt x="157938" y="549486"/>
                    <a:pt x="160743" y="552790"/>
                  </a:cubicBezTo>
                  <a:lnTo>
                    <a:pt x="154509" y="561799"/>
                  </a:lnTo>
                  <a:lnTo>
                    <a:pt x="162458" y="554941"/>
                  </a:lnTo>
                  <a:cubicBezTo>
                    <a:pt x="181068" y="576263"/>
                    <a:pt x="202951" y="594499"/>
                    <a:pt x="227266" y="608963"/>
                  </a:cubicBezTo>
                  <a:cubicBezTo>
                    <a:pt x="230477" y="610864"/>
                    <a:pt x="232409" y="614325"/>
                    <a:pt x="232378" y="618066"/>
                  </a:cubicBezTo>
                  <a:close/>
                  <a:moveTo>
                    <a:pt x="360685" y="578601"/>
                  </a:moveTo>
                  <a:cubicBezTo>
                    <a:pt x="302891" y="578258"/>
                    <a:pt x="248058" y="553008"/>
                    <a:pt x="210246" y="509335"/>
                  </a:cubicBezTo>
                  <a:cubicBezTo>
                    <a:pt x="135836" y="424233"/>
                    <a:pt x="141011" y="293339"/>
                    <a:pt x="221780" y="217590"/>
                  </a:cubicBezTo>
                  <a:cubicBezTo>
                    <a:pt x="257472" y="183923"/>
                    <a:pt x="304668" y="165188"/>
                    <a:pt x="353703" y="165188"/>
                  </a:cubicBezTo>
                  <a:cubicBezTo>
                    <a:pt x="411497" y="165500"/>
                    <a:pt x="466330" y="190750"/>
                    <a:pt x="504142" y="234454"/>
                  </a:cubicBezTo>
                  <a:cubicBezTo>
                    <a:pt x="578552" y="319555"/>
                    <a:pt x="573377" y="450418"/>
                    <a:pt x="492640" y="526230"/>
                  </a:cubicBezTo>
                  <a:cubicBezTo>
                    <a:pt x="456947" y="559897"/>
                    <a:pt x="409751" y="578632"/>
                    <a:pt x="360685" y="578601"/>
                  </a:cubicBezTo>
                  <a:close/>
                  <a:moveTo>
                    <a:pt x="353703" y="186167"/>
                  </a:moveTo>
                  <a:cubicBezTo>
                    <a:pt x="309967" y="186167"/>
                    <a:pt x="267884" y="202907"/>
                    <a:pt x="236088" y="232926"/>
                  </a:cubicBezTo>
                  <a:cubicBezTo>
                    <a:pt x="163487" y="301039"/>
                    <a:pt x="158998" y="418841"/>
                    <a:pt x="226019" y="495525"/>
                  </a:cubicBezTo>
                  <a:cubicBezTo>
                    <a:pt x="259842" y="534678"/>
                    <a:pt x="308939" y="557341"/>
                    <a:pt x="360685" y="557684"/>
                  </a:cubicBezTo>
                  <a:cubicBezTo>
                    <a:pt x="404421" y="557684"/>
                    <a:pt x="446504" y="540944"/>
                    <a:pt x="478300" y="510925"/>
                  </a:cubicBezTo>
                  <a:cubicBezTo>
                    <a:pt x="550901" y="442781"/>
                    <a:pt x="555421" y="324948"/>
                    <a:pt x="488400" y="248295"/>
                  </a:cubicBezTo>
                  <a:cubicBezTo>
                    <a:pt x="454546" y="209142"/>
                    <a:pt x="405449" y="186510"/>
                    <a:pt x="353703" y="186167"/>
                  </a:cubicBezTo>
                  <a:close/>
                </a:path>
              </a:pathLst>
            </a:custGeom>
            <a:solidFill>
              <a:schemeClr val="tx1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A6A02593-F6AE-6396-AD9F-066B8D5312B7}"/>
                </a:ext>
              </a:extLst>
            </p:cNvPr>
            <p:cNvSpPr/>
            <p:nvPr/>
          </p:nvSpPr>
          <p:spPr>
            <a:xfrm>
              <a:off x="5084403" y="4415006"/>
              <a:ext cx="118998" cy="370631"/>
            </a:xfrm>
            <a:custGeom>
              <a:avLst/>
              <a:gdLst>
                <a:gd name="connsiteX0" fmla="*/ 111225 w 158045"/>
                <a:gd name="connsiteY0" fmla="*/ 483458 h 492248"/>
                <a:gd name="connsiteX1" fmla="*/ 158046 w 158045"/>
                <a:gd name="connsiteY1" fmla="*/ 32638 h 492248"/>
                <a:gd name="connsiteX2" fmla="*/ 0 w 158045"/>
                <a:gd name="connsiteY2" fmla="*/ 0 h 492248"/>
                <a:gd name="connsiteX3" fmla="*/ 7513 w 158045"/>
                <a:gd name="connsiteY3" fmla="*/ 492248 h 492248"/>
                <a:gd name="connsiteX4" fmla="*/ 111225 w 158045"/>
                <a:gd name="connsiteY4" fmla="*/ 483458 h 492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8045" h="492248">
                  <a:moveTo>
                    <a:pt x="111225" y="483458"/>
                  </a:moveTo>
                  <a:lnTo>
                    <a:pt x="158046" y="32638"/>
                  </a:lnTo>
                  <a:lnTo>
                    <a:pt x="0" y="0"/>
                  </a:lnTo>
                  <a:lnTo>
                    <a:pt x="7513" y="492248"/>
                  </a:lnTo>
                  <a:lnTo>
                    <a:pt x="111225" y="483458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F87F799-5760-122A-6688-5E7C8D181C8F}"/>
                </a:ext>
              </a:extLst>
            </p:cNvPr>
            <p:cNvSpPr/>
            <p:nvPr/>
          </p:nvSpPr>
          <p:spPr>
            <a:xfrm>
              <a:off x="4857850" y="4735339"/>
              <a:ext cx="329301" cy="152632"/>
            </a:xfrm>
            <a:custGeom>
              <a:avLst/>
              <a:gdLst>
                <a:gd name="connsiteX0" fmla="*/ 412617 w 437356"/>
                <a:gd name="connsiteY0" fmla="*/ 18797 h 202716"/>
                <a:gd name="connsiteX1" fmla="*/ 433221 w 437356"/>
                <a:gd name="connsiteY1" fmla="*/ 194954 h 202716"/>
                <a:gd name="connsiteX2" fmla="*/ 3786 w 437356"/>
                <a:gd name="connsiteY2" fmla="*/ 202716 h 202716"/>
                <a:gd name="connsiteX3" fmla="*/ 72366 w 437356"/>
                <a:gd name="connsiteY3" fmla="*/ 98475 h 202716"/>
                <a:gd name="connsiteX4" fmla="*/ 292602 w 437356"/>
                <a:gd name="connsiteY4" fmla="*/ 0 h 202716"/>
                <a:gd name="connsiteX5" fmla="*/ 412617 w 437356"/>
                <a:gd name="connsiteY5" fmla="*/ 18797 h 202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7356" h="202716">
                  <a:moveTo>
                    <a:pt x="412617" y="18797"/>
                  </a:moveTo>
                  <a:cubicBezTo>
                    <a:pt x="412617" y="18797"/>
                    <a:pt x="449463" y="118145"/>
                    <a:pt x="433221" y="194954"/>
                  </a:cubicBezTo>
                  <a:lnTo>
                    <a:pt x="3786" y="202716"/>
                  </a:lnTo>
                  <a:cubicBezTo>
                    <a:pt x="3786" y="202716"/>
                    <a:pt x="-24270" y="120826"/>
                    <a:pt x="72366" y="98475"/>
                  </a:cubicBezTo>
                  <a:cubicBezTo>
                    <a:pt x="169001" y="76124"/>
                    <a:pt x="292602" y="0"/>
                    <a:pt x="292602" y="0"/>
                  </a:cubicBezTo>
                  <a:cubicBezTo>
                    <a:pt x="292602" y="0"/>
                    <a:pt x="354854" y="69858"/>
                    <a:pt x="412617" y="18797"/>
                  </a:cubicBezTo>
                  <a:close/>
                </a:path>
              </a:pathLst>
            </a:custGeom>
            <a:solidFill>
              <a:schemeClr val="accent1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D9FA81D9-EC44-2397-C84F-57FC97C9B877}"/>
                </a:ext>
              </a:extLst>
            </p:cNvPr>
            <p:cNvSpPr/>
            <p:nvPr/>
          </p:nvSpPr>
          <p:spPr>
            <a:xfrm>
              <a:off x="4857999" y="4849572"/>
              <a:ext cx="329212" cy="38398"/>
            </a:xfrm>
            <a:custGeom>
              <a:avLst/>
              <a:gdLst>
                <a:gd name="connsiteX0" fmla="*/ 433148 w 437239"/>
                <a:gd name="connsiteY0" fmla="*/ 43237 h 50998"/>
                <a:gd name="connsiteX1" fmla="*/ 3712 w 437239"/>
                <a:gd name="connsiteY1" fmla="*/ 50999 h 50998"/>
                <a:gd name="connsiteX2" fmla="*/ 1717 w 437239"/>
                <a:gd name="connsiteY2" fmla="*/ 7856 h 50998"/>
                <a:gd name="connsiteX3" fmla="*/ 437231 w 437239"/>
                <a:gd name="connsiteY3" fmla="*/ 0 h 50998"/>
                <a:gd name="connsiteX4" fmla="*/ 433148 w 437239"/>
                <a:gd name="connsiteY4" fmla="*/ 43237 h 50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7239" h="50998">
                  <a:moveTo>
                    <a:pt x="433148" y="43237"/>
                  </a:moveTo>
                  <a:lnTo>
                    <a:pt x="3712" y="50999"/>
                  </a:lnTo>
                  <a:cubicBezTo>
                    <a:pt x="-433" y="37002"/>
                    <a:pt x="-1119" y="22195"/>
                    <a:pt x="1717" y="7856"/>
                  </a:cubicBezTo>
                  <a:lnTo>
                    <a:pt x="437231" y="0"/>
                  </a:lnTo>
                  <a:cubicBezTo>
                    <a:pt x="437356" y="14527"/>
                    <a:pt x="435985" y="28991"/>
                    <a:pt x="433148" y="43237"/>
                  </a:cubicBezTo>
                  <a:close/>
                </a:path>
              </a:pathLst>
            </a:custGeom>
            <a:solidFill>
              <a:srgbClr val="F2F2F2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02DAA70A-2511-8806-2944-9B405EBA7BFF}"/>
                </a:ext>
              </a:extLst>
            </p:cNvPr>
            <p:cNvSpPr/>
            <p:nvPr/>
          </p:nvSpPr>
          <p:spPr>
            <a:xfrm>
              <a:off x="4994273" y="4733156"/>
              <a:ext cx="107338" cy="75157"/>
            </a:xfrm>
            <a:custGeom>
              <a:avLst/>
              <a:gdLst>
                <a:gd name="connsiteX0" fmla="*/ 126625 w 142560"/>
                <a:gd name="connsiteY0" fmla="*/ 99815 h 99819"/>
                <a:gd name="connsiteX1" fmla="*/ 126625 w 142560"/>
                <a:gd name="connsiteY1" fmla="*/ 99815 h 99819"/>
                <a:gd name="connsiteX2" fmla="*/ 117273 w 142560"/>
                <a:gd name="connsiteY2" fmla="*/ 97259 h 99819"/>
                <a:gd name="connsiteX3" fmla="*/ 106269 w 142560"/>
                <a:gd name="connsiteY3" fmla="*/ 85257 h 99819"/>
                <a:gd name="connsiteX4" fmla="*/ 97790 w 142560"/>
                <a:gd name="connsiteY4" fmla="*/ 50406 h 99819"/>
                <a:gd name="connsiteX5" fmla="*/ 100471 w 142560"/>
                <a:gd name="connsiteY5" fmla="*/ 17332 h 99819"/>
                <a:gd name="connsiteX6" fmla="*/ 37658 w 142560"/>
                <a:gd name="connsiteY6" fmla="*/ 31079 h 99819"/>
                <a:gd name="connsiteX7" fmla="*/ 22072 w 142560"/>
                <a:gd name="connsiteY7" fmla="*/ 32763 h 99819"/>
                <a:gd name="connsiteX8" fmla="*/ 7919 w 142560"/>
                <a:gd name="connsiteY8" fmla="*/ 30113 h 99819"/>
                <a:gd name="connsiteX9" fmla="*/ 220 w 142560"/>
                <a:gd name="connsiteY9" fmla="*/ 22071 h 99819"/>
                <a:gd name="connsiteX10" fmla="*/ 6828 w 142560"/>
                <a:gd name="connsiteY10" fmla="*/ 9352 h 99819"/>
                <a:gd name="connsiteX11" fmla="*/ 46075 w 142560"/>
                <a:gd name="connsiteY11" fmla="*/ 0 h 99819"/>
                <a:gd name="connsiteX12" fmla="*/ 47072 w 142560"/>
                <a:gd name="connsiteY12" fmla="*/ 0 h 99819"/>
                <a:gd name="connsiteX13" fmla="*/ 76499 w 142560"/>
                <a:gd name="connsiteY13" fmla="*/ 1621 h 99819"/>
                <a:gd name="connsiteX14" fmla="*/ 110384 w 142560"/>
                <a:gd name="connsiteY14" fmla="*/ 12968 h 99819"/>
                <a:gd name="connsiteX15" fmla="*/ 125472 w 142560"/>
                <a:gd name="connsiteY15" fmla="*/ 33137 h 99819"/>
                <a:gd name="connsiteX16" fmla="*/ 139904 w 142560"/>
                <a:gd name="connsiteY16" fmla="*/ 67614 h 99819"/>
                <a:gd name="connsiteX17" fmla="*/ 142554 w 142560"/>
                <a:gd name="connsiteY17" fmla="*/ 83200 h 99819"/>
                <a:gd name="connsiteX18" fmla="*/ 134263 w 142560"/>
                <a:gd name="connsiteY18" fmla="*/ 97976 h 99819"/>
                <a:gd name="connsiteX19" fmla="*/ 126625 w 142560"/>
                <a:gd name="connsiteY19" fmla="*/ 99815 h 99819"/>
                <a:gd name="connsiteX20" fmla="*/ 106300 w 142560"/>
                <a:gd name="connsiteY20" fmla="*/ 16677 h 99819"/>
                <a:gd name="connsiteX21" fmla="*/ 103370 w 142560"/>
                <a:gd name="connsiteY21" fmla="*/ 50188 h 99819"/>
                <a:gd name="connsiteX22" fmla="*/ 111132 w 142560"/>
                <a:gd name="connsiteY22" fmla="*/ 82515 h 99819"/>
                <a:gd name="connsiteX23" fmla="*/ 120048 w 142560"/>
                <a:gd name="connsiteY23" fmla="*/ 92396 h 99819"/>
                <a:gd name="connsiteX24" fmla="*/ 126625 w 142560"/>
                <a:gd name="connsiteY24" fmla="*/ 94173 h 99819"/>
                <a:gd name="connsiteX25" fmla="*/ 126625 w 142560"/>
                <a:gd name="connsiteY25" fmla="*/ 94173 h 99819"/>
                <a:gd name="connsiteX26" fmla="*/ 131519 w 142560"/>
                <a:gd name="connsiteY26" fmla="*/ 92957 h 99819"/>
                <a:gd name="connsiteX27" fmla="*/ 137037 w 142560"/>
                <a:gd name="connsiteY27" fmla="*/ 82701 h 99819"/>
                <a:gd name="connsiteX28" fmla="*/ 134636 w 142560"/>
                <a:gd name="connsiteY28" fmla="*/ 69141 h 99819"/>
                <a:gd name="connsiteX29" fmla="*/ 120577 w 142560"/>
                <a:gd name="connsiteY29" fmla="*/ 35568 h 99819"/>
                <a:gd name="connsiteX30" fmla="*/ 106955 w 142560"/>
                <a:gd name="connsiteY30" fmla="*/ 17207 h 99819"/>
                <a:gd name="connsiteX31" fmla="*/ 47072 w 142560"/>
                <a:gd name="connsiteY31" fmla="*/ 5486 h 99819"/>
                <a:gd name="connsiteX32" fmla="*/ 46106 w 142560"/>
                <a:gd name="connsiteY32" fmla="*/ 5486 h 99819"/>
                <a:gd name="connsiteX33" fmla="*/ 10101 w 142560"/>
                <a:gd name="connsiteY33" fmla="*/ 13903 h 99819"/>
                <a:gd name="connsiteX34" fmla="*/ 5706 w 142560"/>
                <a:gd name="connsiteY34" fmla="*/ 20855 h 99819"/>
                <a:gd name="connsiteX35" fmla="*/ 10195 w 142560"/>
                <a:gd name="connsiteY35" fmla="*/ 24938 h 99819"/>
                <a:gd name="connsiteX36" fmla="*/ 22072 w 142560"/>
                <a:gd name="connsiteY36" fmla="*/ 27152 h 99819"/>
                <a:gd name="connsiteX37" fmla="*/ 36567 w 142560"/>
                <a:gd name="connsiteY37" fmla="*/ 25562 h 99819"/>
                <a:gd name="connsiteX38" fmla="*/ 98164 w 142560"/>
                <a:gd name="connsiteY38" fmla="*/ 12126 h 99819"/>
                <a:gd name="connsiteX39" fmla="*/ 75907 w 142560"/>
                <a:gd name="connsiteY39" fmla="*/ 7045 h 99819"/>
                <a:gd name="connsiteX40" fmla="*/ 47165 w 142560"/>
                <a:gd name="connsiteY40" fmla="*/ 5486 h 99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42560" h="99819">
                  <a:moveTo>
                    <a:pt x="126625" y="99815"/>
                  </a:moveTo>
                  <a:lnTo>
                    <a:pt x="126625" y="99815"/>
                  </a:lnTo>
                  <a:cubicBezTo>
                    <a:pt x="123352" y="99784"/>
                    <a:pt x="120110" y="98911"/>
                    <a:pt x="117273" y="97259"/>
                  </a:cubicBezTo>
                  <a:cubicBezTo>
                    <a:pt x="112566" y="94360"/>
                    <a:pt x="108763" y="90214"/>
                    <a:pt x="106269" y="85257"/>
                  </a:cubicBezTo>
                  <a:cubicBezTo>
                    <a:pt x="100721" y="74472"/>
                    <a:pt x="97821" y="62533"/>
                    <a:pt x="97790" y="50406"/>
                  </a:cubicBezTo>
                  <a:cubicBezTo>
                    <a:pt x="97385" y="39309"/>
                    <a:pt x="98289" y="28211"/>
                    <a:pt x="100471" y="17332"/>
                  </a:cubicBezTo>
                  <a:cubicBezTo>
                    <a:pt x="79742" y="22819"/>
                    <a:pt x="58638" y="27432"/>
                    <a:pt x="37658" y="31079"/>
                  </a:cubicBezTo>
                  <a:cubicBezTo>
                    <a:pt x="32514" y="32077"/>
                    <a:pt x="27309" y="32638"/>
                    <a:pt x="22072" y="32763"/>
                  </a:cubicBezTo>
                  <a:cubicBezTo>
                    <a:pt x="17209" y="32856"/>
                    <a:pt x="12408" y="31952"/>
                    <a:pt x="7919" y="30113"/>
                  </a:cubicBezTo>
                  <a:cubicBezTo>
                    <a:pt x="4209" y="28835"/>
                    <a:pt x="1342" y="25842"/>
                    <a:pt x="220" y="22071"/>
                  </a:cubicBezTo>
                  <a:cubicBezTo>
                    <a:pt x="-778" y="17675"/>
                    <a:pt x="1654" y="13030"/>
                    <a:pt x="6828" y="9352"/>
                  </a:cubicBezTo>
                  <a:cubicBezTo>
                    <a:pt x="18424" y="1091"/>
                    <a:pt x="33200" y="0"/>
                    <a:pt x="46075" y="0"/>
                  </a:cubicBezTo>
                  <a:lnTo>
                    <a:pt x="47072" y="0"/>
                  </a:lnTo>
                  <a:cubicBezTo>
                    <a:pt x="56892" y="0"/>
                    <a:pt x="66742" y="561"/>
                    <a:pt x="76499" y="1621"/>
                  </a:cubicBezTo>
                  <a:cubicBezTo>
                    <a:pt x="87815" y="2868"/>
                    <a:pt x="100690" y="5206"/>
                    <a:pt x="110384" y="12968"/>
                  </a:cubicBezTo>
                  <a:cubicBezTo>
                    <a:pt x="116743" y="18579"/>
                    <a:pt x="121855" y="25468"/>
                    <a:pt x="125472" y="33137"/>
                  </a:cubicBezTo>
                  <a:cubicBezTo>
                    <a:pt x="131301" y="44172"/>
                    <a:pt x="136133" y="55706"/>
                    <a:pt x="139904" y="67614"/>
                  </a:cubicBezTo>
                  <a:cubicBezTo>
                    <a:pt x="141744" y="72601"/>
                    <a:pt x="142648" y="77901"/>
                    <a:pt x="142554" y="83200"/>
                  </a:cubicBezTo>
                  <a:cubicBezTo>
                    <a:pt x="142398" y="89185"/>
                    <a:pt x="139312" y="94734"/>
                    <a:pt x="134263" y="97976"/>
                  </a:cubicBezTo>
                  <a:cubicBezTo>
                    <a:pt x="131925" y="99223"/>
                    <a:pt x="129275" y="99878"/>
                    <a:pt x="126625" y="99815"/>
                  </a:cubicBezTo>
                  <a:close/>
                  <a:moveTo>
                    <a:pt x="106300" y="16677"/>
                  </a:moveTo>
                  <a:cubicBezTo>
                    <a:pt x="103931" y="27681"/>
                    <a:pt x="102965" y="38935"/>
                    <a:pt x="103370" y="50188"/>
                  </a:cubicBezTo>
                  <a:cubicBezTo>
                    <a:pt x="103370" y="61442"/>
                    <a:pt x="106020" y="72508"/>
                    <a:pt x="111132" y="82515"/>
                  </a:cubicBezTo>
                  <a:cubicBezTo>
                    <a:pt x="113127" y="86567"/>
                    <a:pt x="116213" y="89996"/>
                    <a:pt x="120048" y="92396"/>
                  </a:cubicBezTo>
                  <a:cubicBezTo>
                    <a:pt x="122042" y="93549"/>
                    <a:pt x="124318" y="94142"/>
                    <a:pt x="126625" y="94173"/>
                  </a:cubicBezTo>
                  <a:lnTo>
                    <a:pt x="126625" y="94173"/>
                  </a:lnTo>
                  <a:cubicBezTo>
                    <a:pt x="128339" y="94204"/>
                    <a:pt x="130023" y="93799"/>
                    <a:pt x="131519" y="92957"/>
                  </a:cubicBezTo>
                  <a:cubicBezTo>
                    <a:pt x="134948" y="90651"/>
                    <a:pt x="137005" y="86816"/>
                    <a:pt x="137037" y="82701"/>
                  </a:cubicBezTo>
                  <a:cubicBezTo>
                    <a:pt x="137099" y="78057"/>
                    <a:pt x="136289" y="73474"/>
                    <a:pt x="134636" y="69141"/>
                  </a:cubicBezTo>
                  <a:cubicBezTo>
                    <a:pt x="130958" y="57545"/>
                    <a:pt x="126251" y="46323"/>
                    <a:pt x="120577" y="35568"/>
                  </a:cubicBezTo>
                  <a:cubicBezTo>
                    <a:pt x="117335" y="28586"/>
                    <a:pt x="112691" y="22351"/>
                    <a:pt x="106955" y="17207"/>
                  </a:cubicBezTo>
                  <a:close/>
                  <a:moveTo>
                    <a:pt x="47072" y="5486"/>
                  </a:moveTo>
                  <a:lnTo>
                    <a:pt x="46106" y="5486"/>
                  </a:lnTo>
                  <a:cubicBezTo>
                    <a:pt x="34104" y="5486"/>
                    <a:pt x="20420" y="6577"/>
                    <a:pt x="10101" y="13903"/>
                  </a:cubicBezTo>
                  <a:cubicBezTo>
                    <a:pt x="7607" y="15680"/>
                    <a:pt x="5145" y="18423"/>
                    <a:pt x="5706" y="20855"/>
                  </a:cubicBezTo>
                  <a:cubicBezTo>
                    <a:pt x="6267" y="23286"/>
                    <a:pt x="8824" y="24315"/>
                    <a:pt x="10195" y="24938"/>
                  </a:cubicBezTo>
                  <a:cubicBezTo>
                    <a:pt x="13967" y="26497"/>
                    <a:pt x="17988" y="27245"/>
                    <a:pt x="22072" y="27152"/>
                  </a:cubicBezTo>
                  <a:cubicBezTo>
                    <a:pt x="26934" y="27027"/>
                    <a:pt x="31797" y="26497"/>
                    <a:pt x="36567" y="25562"/>
                  </a:cubicBezTo>
                  <a:cubicBezTo>
                    <a:pt x="57141" y="21977"/>
                    <a:pt x="77840" y="17457"/>
                    <a:pt x="98164" y="12126"/>
                  </a:cubicBezTo>
                  <a:cubicBezTo>
                    <a:pt x="91026" y="9383"/>
                    <a:pt x="83545" y="7669"/>
                    <a:pt x="75907" y="7045"/>
                  </a:cubicBezTo>
                  <a:cubicBezTo>
                    <a:pt x="66368" y="5985"/>
                    <a:pt x="56767" y="5486"/>
                    <a:pt x="47165" y="5486"/>
                  </a:cubicBezTo>
                  <a:close/>
                </a:path>
              </a:pathLst>
            </a:custGeom>
            <a:solidFill>
              <a:srgbClr val="333333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ACCD689-5DD3-6A6E-7A59-3EF5329746D3}"/>
                </a:ext>
              </a:extLst>
            </p:cNvPr>
            <p:cNvSpPr/>
            <p:nvPr/>
          </p:nvSpPr>
          <p:spPr>
            <a:xfrm>
              <a:off x="4857380" y="4847460"/>
              <a:ext cx="331985" cy="10162"/>
            </a:xfrm>
            <a:custGeom>
              <a:avLst/>
              <a:gdLst>
                <a:gd name="connsiteX0" fmla="*/ 2540 w 440921"/>
                <a:gd name="connsiteY0" fmla="*/ 13498 h 13497"/>
                <a:gd name="connsiteX1" fmla="*/ 14 w 440921"/>
                <a:gd name="connsiteY1" fmla="*/ 10380 h 13497"/>
                <a:gd name="connsiteX2" fmla="*/ 2540 w 440921"/>
                <a:gd name="connsiteY2" fmla="*/ 7856 h 13497"/>
                <a:gd name="connsiteX3" fmla="*/ 438054 w 440921"/>
                <a:gd name="connsiteY3" fmla="*/ 0 h 13497"/>
                <a:gd name="connsiteX4" fmla="*/ 440921 w 440921"/>
                <a:gd name="connsiteY4" fmla="*/ 2743 h 13497"/>
                <a:gd name="connsiteX5" fmla="*/ 438179 w 440921"/>
                <a:gd name="connsiteY5" fmla="*/ 5611 h 13497"/>
                <a:gd name="connsiteX6" fmla="*/ 438179 w 440921"/>
                <a:gd name="connsiteY6" fmla="*/ 5611 h 13497"/>
                <a:gd name="connsiteX7" fmla="*/ 2633 w 440921"/>
                <a:gd name="connsiteY7" fmla="*/ 13498 h 13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0921" h="13497">
                  <a:moveTo>
                    <a:pt x="2540" y="13498"/>
                  </a:moveTo>
                  <a:cubicBezTo>
                    <a:pt x="981" y="13342"/>
                    <a:pt x="-142" y="11939"/>
                    <a:pt x="14" y="10380"/>
                  </a:cubicBezTo>
                  <a:cubicBezTo>
                    <a:pt x="170" y="9040"/>
                    <a:pt x="1199" y="7980"/>
                    <a:pt x="2540" y="7856"/>
                  </a:cubicBezTo>
                  <a:lnTo>
                    <a:pt x="438054" y="0"/>
                  </a:lnTo>
                  <a:cubicBezTo>
                    <a:pt x="439581" y="0"/>
                    <a:pt x="440859" y="1216"/>
                    <a:pt x="440921" y="2743"/>
                  </a:cubicBezTo>
                  <a:cubicBezTo>
                    <a:pt x="440953" y="4302"/>
                    <a:pt x="439737" y="5580"/>
                    <a:pt x="438179" y="5611"/>
                  </a:cubicBezTo>
                  <a:cubicBezTo>
                    <a:pt x="438179" y="5611"/>
                    <a:pt x="438179" y="5611"/>
                    <a:pt x="438179" y="5611"/>
                  </a:cubicBezTo>
                  <a:lnTo>
                    <a:pt x="2633" y="13498"/>
                  </a:lnTo>
                  <a:close/>
                </a:path>
              </a:pathLst>
            </a:custGeom>
            <a:solidFill>
              <a:srgbClr val="333333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9DADD0B6-AE19-17C8-FE02-C76735FE5311}"/>
                </a:ext>
              </a:extLst>
            </p:cNvPr>
            <p:cNvSpPr/>
            <p:nvPr/>
          </p:nvSpPr>
          <p:spPr>
            <a:xfrm>
              <a:off x="5095066" y="4756662"/>
              <a:ext cx="78302" cy="96125"/>
            </a:xfrm>
            <a:custGeom>
              <a:avLst/>
              <a:gdLst>
                <a:gd name="connsiteX0" fmla="*/ 2765 w 103996"/>
                <a:gd name="connsiteY0" fmla="*/ 127667 h 127667"/>
                <a:gd name="connsiteX1" fmla="*/ 2391 w 103996"/>
                <a:gd name="connsiteY1" fmla="*/ 127667 h 127667"/>
                <a:gd name="connsiteX2" fmla="*/ 21 w 103996"/>
                <a:gd name="connsiteY2" fmla="*/ 124550 h 127667"/>
                <a:gd name="connsiteX3" fmla="*/ 100210 w 103996"/>
                <a:gd name="connsiteY3" fmla="*/ 171 h 127667"/>
                <a:gd name="connsiteX4" fmla="*/ 103827 w 103996"/>
                <a:gd name="connsiteY4" fmla="*/ 1822 h 127667"/>
                <a:gd name="connsiteX5" fmla="*/ 102143 w 103996"/>
                <a:gd name="connsiteY5" fmla="*/ 5439 h 127667"/>
                <a:gd name="connsiteX6" fmla="*/ 101831 w 103996"/>
                <a:gd name="connsiteY6" fmla="*/ 5532 h 127667"/>
                <a:gd name="connsiteX7" fmla="*/ 5570 w 103996"/>
                <a:gd name="connsiteY7" fmla="*/ 125329 h 127667"/>
                <a:gd name="connsiteX8" fmla="*/ 2765 w 103996"/>
                <a:gd name="connsiteY8" fmla="*/ 127667 h 127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3996" h="127667">
                  <a:moveTo>
                    <a:pt x="2765" y="127667"/>
                  </a:moveTo>
                  <a:lnTo>
                    <a:pt x="2391" y="127667"/>
                  </a:lnTo>
                  <a:cubicBezTo>
                    <a:pt x="894" y="127449"/>
                    <a:pt x="-166" y="126046"/>
                    <a:pt x="21" y="124550"/>
                  </a:cubicBezTo>
                  <a:cubicBezTo>
                    <a:pt x="14143" y="27073"/>
                    <a:pt x="99369" y="420"/>
                    <a:pt x="100210" y="171"/>
                  </a:cubicBezTo>
                  <a:cubicBezTo>
                    <a:pt x="101676" y="-360"/>
                    <a:pt x="103266" y="389"/>
                    <a:pt x="103827" y="1822"/>
                  </a:cubicBezTo>
                  <a:cubicBezTo>
                    <a:pt x="104356" y="3288"/>
                    <a:pt x="103608" y="4909"/>
                    <a:pt x="102143" y="5439"/>
                  </a:cubicBezTo>
                  <a:cubicBezTo>
                    <a:pt x="102050" y="5470"/>
                    <a:pt x="101925" y="5501"/>
                    <a:pt x="101831" y="5532"/>
                  </a:cubicBezTo>
                  <a:cubicBezTo>
                    <a:pt x="100990" y="5781"/>
                    <a:pt x="19161" y="31499"/>
                    <a:pt x="5570" y="125329"/>
                  </a:cubicBezTo>
                  <a:cubicBezTo>
                    <a:pt x="5352" y="126701"/>
                    <a:pt x="4136" y="127698"/>
                    <a:pt x="2765" y="127667"/>
                  </a:cubicBezTo>
                  <a:close/>
                </a:path>
              </a:pathLst>
            </a:custGeom>
            <a:solidFill>
              <a:srgbClr val="333333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29C1CB8-A9FE-0B4C-8099-F55749E0A9AA}"/>
                </a:ext>
              </a:extLst>
            </p:cNvPr>
            <p:cNvSpPr/>
            <p:nvPr/>
          </p:nvSpPr>
          <p:spPr>
            <a:xfrm>
              <a:off x="4876510" y="4823190"/>
              <a:ext cx="183135" cy="30653"/>
            </a:xfrm>
            <a:custGeom>
              <a:avLst/>
              <a:gdLst>
                <a:gd name="connsiteX0" fmla="*/ 240418 w 243228"/>
                <a:gd name="connsiteY0" fmla="*/ 40712 h 40711"/>
                <a:gd name="connsiteX1" fmla="*/ 239016 w 243228"/>
                <a:gd name="connsiteY1" fmla="*/ 40338 h 40711"/>
                <a:gd name="connsiteX2" fmla="*/ 237301 w 243228"/>
                <a:gd name="connsiteY2" fmla="*/ 39371 h 40711"/>
                <a:gd name="connsiteX3" fmla="*/ 111270 w 243228"/>
                <a:gd name="connsiteY3" fmla="*/ 6048 h 40711"/>
                <a:gd name="connsiteX4" fmla="*/ 2539 w 243228"/>
                <a:gd name="connsiteY4" fmla="*/ 5642 h 40711"/>
                <a:gd name="connsiteX5" fmla="*/ 14 w 243228"/>
                <a:gd name="connsiteY5" fmla="*/ 2525 h 40711"/>
                <a:gd name="connsiteX6" fmla="*/ 2539 w 243228"/>
                <a:gd name="connsiteY6" fmla="*/ 0 h 40711"/>
                <a:gd name="connsiteX7" fmla="*/ 2539 w 243228"/>
                <a:gd name="connsiteY7" fmla="*/ 0 h 40711"/>
                <a:gd name="connsiteX8" fmla="*/ 111270 w 243228"/>
                <a:gd name="connsiteY8" fmla="*/ 436 h 40711"/>
                <a:gd name="connsiteX9" fmla="*/ 240013 w 243228"/>
                <a:gd name="connsiteY9" fmla="*/ 34477 h 40711"/>
                <a:gd name="connsiteX10" fmla="*/ 241758 w 243228"/>
                <a:gd name="connsiteY10" fmla="*/ 35443 h 40711"/>
                <a:gd name="connsiteX11" fmla="*/ 242881 w 243228"/>
                <a:gd name="connsiteY11" fmla="*/ 39247 h 40711"/>
                <a:gd name="connsiteX12" fmla="*/ 240387 w 243228"/>
                <a:gd name="connsiteY12" fmla="*/ 40712 h 40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3228" h="40711">
                  <a:moveTo>
                    <a:pt x="240418" y="40712"/>
                  </a:moveTo>
                  <a:cubicBezTo>
                    <a:pt x="239920" y="40649"/>
                    <a:pt x="239452" y="40525"/>
                    <a:pt x="239016" y="40338"/>
                  </a:cubicBezTo>
                  <a:lnTo>
                    <a:pt x="237301" y="39371"/>
                  </a:lnTo>
                  <a:cubicBezTo>
                    <a:pt x="198802" y="17706"/>
                    <a:pt x="155441" y="6235"/>
                    <a:pt x="111270" y="6048"/>
                  </a:cubicBezTo>
                  <a:lnTo>
                    <a:pt x="2539" y="5642"/>
                  </a:lnTo>
                  <a:cubicBezTo>
                    <a:pt x="980" y="5486"/>
                    <a:pt x="-142" y="4084"/>
                    <a:pt x="14" y="2525"/>
                  </a:cubicBezTo>
                  <a:cubicBezTo>
                    <a:pt x="170" y="1185"/>
                    <a:pt x="1199" y="125"/>
                    <a:pt x="2539" y="0"/>
                  </a:cubicBezTo>
                  <a:lnTo>
                    <a:pt x="2539" y="0"/>
                  </a:lnTo>
                  <a:lnTo>
                    <a:pt x="111270" y="436"/>
                  </a:lnTo>
                  <a:cubicBezTo>
                    <a:pt x="156377" y="624"/>
                    <a:pt x="200704" y="12345"/>
                    <a:pt x="240013" y="34477"/>
                  </a:cubicBezTo>
                  <a:lnTo>
                    <a:pt x="241758" y="35443"/>
                  </a:lnTo>
                  <a:cubicBezTo>
                    <a:pt x="243131" y="36192"/>
                    <a:pt x="243629" y="37875"/>
                    <a:pt x="242881" y="39247"/>
                  </a:cubicBezTo>
                  <a:cubicBezTo>
                    <a:pt x="242382" y="40150"/>
                    <a:pt x="241416" y="40712"/>
                    <a:pt x="240387" y="40712"/>
                  </a:cubicBezTo>
                  <a:close/>
                </a:path>
              </a:pathLst>
            </a:custGeom>
            <a:solidFill>
              <a:srgbClr val="333333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B1B2A77C-5414-099F-FFF7-4EFA3D2F281B}"/>
                </a:ext>
              </a:extLst>
            </p:cNvPr>
            <p:cNvSpPr/>
            <p:nvPr/>
          </p:nvSpPr>
          <p:spPr>
            <a:xfrm>
              <a:off x="4971413" y="4752925"/>
              <a:ext cx="134193" cy="60244"/>
            </a:xfrm>
            <a:custGeom>
              <a:avLst/>
              <a:gdLst>
                <a:gd name="connsiteX0" fmla="*/ 23847 w 178226"/>
                <a:gd name="connsiteY0" fmla="*/ 80012 h 80012"/>
                <a:gd name="connsiteX1" fmla="*/ 21572 w 178226"/>
                <a:gd name="connsiteY1" fmla="*/ 78859 h 80012"/>
                <a:gd name="connsiteX2" fmla="*/ 530 w 178226"/>
                <a:gd name="connsiteY2" fmla="*/ 50086 h 80012"/>
                <a:gd name="connsiteX3" fmla="*/ 1154 w 178226"/>
                <a:gd name="connsiteY3" fmla="*/ 46158 h 80012"/>
                <a:gd name="connsiteX4" fmla="*/ 5081 w 178226"/>
                <a:gd name="connsiteY4" fmla="*/ 46782 h 80012"/>
                <a:gd name="connsiteX5" fmla="*/ 24720 w 178226"/>
                <a:gd name="connsiteY5" fmla="*/ 73653 h 80012"/>
                <a:gd name="connsiteX6" fmla="*/ 174193 w 178226"/>
                <a:gd name="connsiteY6" fmla="*/ 272 h 80012"/>
                <a:gd name="connsiteX7" fmla="*/ 177934 w 178226"/>
                <a:gd name="connsiteY7" fmla="*/ 1582 h 80012"/>
                <a:gd name="connsiteX8" fmla="*/ 176687 w 178226"/>
                <a:gd name="connsiteY8" fmla="*/ 5291 h 80012"/>
                <a:gd name="connsiteX9" fmla="*/ 176656 w 178226"/>
                <a:gd name="connsiteY9" fmla="*/ 5322 h 80012"/>
                <a:gd name="connsiteX10" fmla="*/ 25095 w 178226"/>
                <a:gd name="connsiteY10" fmla="*/ 79731 h 80012"/>
                <a:gd name="connsiteX11" fmla="*/ 23847 w 178226"/>
                <a:gd name="connsiteY11" fmla="*/ 80012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8226" h="80012">
                  <a:moveTo>
                    <a:pt x="23847" y="80012"/>
                  </a:moveTo>
                  <a:cubicBezTo>
                    <a:pt x="22943" y="80012"/>
                    <a:pt x="22102" y="79576"/>
                    <a:pt x="21572" y="78859"/>
                  </a:cubicBezTo>
                  <a:lnTo>
                    <a:pt x="530" y="50086"/>
                  </a:lnTo>
                  <a:cubicBezTo>
                    <a:pt x="-374" y="48839"/>
                    <a:pt x="-93" y="47062"/>
                    <a:pt x="1154" y="46158"/>
                  </a:cubicBezTo>
                  <a:cubicBezTo>
                    <a:pt x="2401" y="45255"/>
                    <a:pt x="4177" y="45535"/>
                    <a:pt x="5081" y="46782"/>
                  </a:cubicBezTo>
                  <a:lnTo>
                    <a:pt x="24720" y="73653"/>
                  </a:lnTo>
                  <a:lnTo>
                    <a:pt x="174193" y="272"/>
                  </a:lnTo>
                  <a:cubicBezTo>
                    <a:pt x="175596" y="-382"/>
                    <a:pt x="177248" y="179"/>
                    <a:pt x="177934" y="1582"/>
                  </a:cubicBezTo>
                  <a:cubicBezTo>
                    <a:pt x="178620" y="2953"/>
                    <a:pt x="178059" y="4605"/>
                    <a:pt x="176687" y="5291"/>
                  </a:cubicBezTo>
                  <a:cubicBezTo>
                    <a:pt x="176687" y="5322"/>
                    <a:pt x="176656" y="5322"/>
                    <a:pt x="176656" y="5322"/>
                  </a:cubicBezTo>
                  <a:lnTo>
                    <a:pt x="25095" y="79731"/>
                  </a:lnTo>
                  <a:cubicBezTo>
                    <a:pt x="24689" y="79919"/>
                    <a:pt x="24284" y="80012"/>
                    <a:pt x="23847" y="80012"/>
                  </a:cubicBezTo>
                  <a:close/>
                </a:path>
              </a:pathLst>
            </a:custGeom>
            <a:solidFill>
              <a:srgbClr val="333333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1CAE97FA-1CD1-FCCC-4B9F-B84CFEA0A31A}"/>
                </a:ext>
              </a:extLst>
            </p:cNvPr>
            <p:cNvSpPr/>
            <p:nvPr/>
          </p:nvSpPr>
          <p:spPr>
            <a:xfrm>
              <a:off x="5474891" y="4415006"/>
              <a:ext cx="118998" cy="370631"/>
            </a:xfrm>
            <a:custGeom>
              <a:avLst/>
              <a:gdLst>
                <a:gd name="connsiteX0" fmla="*/ 111224 w 158045"/>
                <a:gd name="connsiteY0" fmla="*/ 483458 h 492248"/>
                <a:gd name="connsiteX1" fmla="*/ 158046 w 158045"/>
                <a:gd name="connsiteY1" fmla="*/ 32638 h 492248"/>
                <a:gd name="connsiteX2" fmla="*/ 0 w 158045"/>
                <a:gd name="connsiteY2" fmla="*/ 0 h 492248"/>
                <a:gd name="connsiteX3" fmla="*/ 7512 w 158045"/>
                <a:gd name="connsiteY3" fmla="*/ 492248 h 492248"/>
                <a:gd name="connsiteX4" fmla="*/ 111224 w 158045"/>
                <a:gd name="connsiteY4" fmla="*/ 483458 h 492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8045" h="492248">
                  <a:moveTo>
                    <a:pt x="111224" y="483458"/>
                  </a:moveTo>
                  <a:lnTo>
                    <a:pt x="158046" y="32638"/>
                  </a:lnTo>
                  <a:lnTo>
                    <a:pt x="0" y="0"/>
                  </a:lnTo>
                  <a:lnTo>
                    <a:pt x="7512" y="492248"/>
                  </a:lnTo>
                  <a:lnTo>
                    <a:pt x="111224" y="483458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C4C245F9-160C-79FA-1233-9F7B43651C72}"/>
                </a:ext>
              </a:extLst>
            </p:cNvPr>
            <p:cNvSpPr/>
            <p:nvPr/>
          </p:nvSpPr>
          <p:spPr>
            <a:xfrm>
              <a:off x="5248343" y="4735339"/>
              <a:ext cx="329295" cy="152632"/>
            </a:xfrm>
            <a:custGeom>
              <a:avLst/>
              <a:gdLst>
                <a:gd name="connsiteX0" fmla="*/ 412608 w 437348"/>
                <a:gd name="connsiteY0" fmla="*/ 18797 h 202716"/>
                <a:gd name="connsiteX1" fmla="*/ 433214 w 437348"/>
                <a:gd name="connsiteY1" fmla="*/ 194954 h 202716"/>
                <a:gd name="connsiteX2" fmla="*/ 3778 w 437348"/>
                <a:gd name="connsiteY2" fmla="*/ 202716 h 202716"/>
                <a:gd name="connsiteX3" fmla="*/ 72514 w 437348"/>
                <a:gd name="connsiteY3" fmla="*/ 98475 h 202716"/>
                <a:gd name="connsiteX4" fmla="*/ 292749 w 437348"/>
                <a:gd name="connsiteY4" fmla="*/ 0 h 202716"/>
                <a:gd name="connsiteX5" fmla="*/ 412608 w 437348"/>
                <a:gd name="connsiteY5" fmla="*/ 18797 h 202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7348" h="202716">
                  <a:moveTo>
                    <a:pt x="412608" y="18797"/>
                  </a:moveTo>
                  <a:cubicBezTo>
                    <a:pt x="412608" y="18797"/>
                    <a:pt x="449455" y="118145"/>
                    <a:pt x="433214" y="194954"/>
                  </a:cubicBezTo>
                  <a:lnTo>
                    <a:pt x="3778" y="202716"/>
                  </a:lnTo>
                  <a:cubicBezTo>
                    <a:pt x="3778" y="202716"/>
                    <a:pt x="-24277" y="120826"/>
                    <a:pt x="72514" y="98475"/>
                  </a:cubicBezTo>
                  <a:cubicBezTo>
                    <a:pt x="169306" y="76124"/>
                    <a:pt x="292749" y="0"/>
                    <a:pt x="292749" y="0"/>
                  </a:cubicBezTo>
                  <a:cubicBezTo>
                    <a:pt x="292749" y="0"/>
                    <a:pt x="354690" y="69858"/>
                    <a:pt x="412608" y="18797"/>
                  </a:cubicBezTo>
                  <a:close/>
                </a:path>
              </a:pathLst>
            </a:custGeom>
            <a:solidFill>
              <a:schemeClr val="accent1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B46C3761-691E-4394-D1EB-B37AEA334E02}"/>
                </a:ext>
              </a:extLst>
            </p:cNvPr>
            <p:cNvSpPr/>
            <p:nvPr/>
          </p:nvSpPr>
          <p:spPr>
            <a:xfrm>
              <a:off x="5248487" y="4849572"/>
              <a:ext cx="329212" cy="38398"/>
            </a:xfrm>
            <a:custGeom>
              <a:avLst/>
              <a:gdLst>
                <a:gd name="connsiteX0" fmla="*/ 433148 w 437239"/>
                <a:gd name="connsiteY0" fmla="*/ 43237 h 50998"/>
                <a:gd name="connsiteX1" fmla="*/ 3713 w 437239"/>
                <a:gd name="connsiteY1" fmla="*/ 50999 h 50998"/>
                <a:gd name="connsiteX2" fmla="*/ 1717 w 437239"/>
                <a:gd name="connsiteY2" fmla="*/ 7856 h 50998"/>
                <a:gd name="connsiteX3" fmla="*/ 437232 w 437239"/>
                <a:gd name="connsiteY3" fmla="*/ 0 h 50998"/>
                <a:gd name="connsiteX4" fmla="*/ 433148 w 437239"/>
                <a:gd name="connsiteY4" fmla="*/ 43237 h 50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7239" h="50998">
                  <a:moveTo>
                    <a:pt x="433148" y="43237"/>
                  </a:moveTo>
                  <a:lnTo>
                    <a:pt x="3713" y="50999"/>
                  </a:lnTo>
                  <a:cubicBezTo>
                    <a:pt x="-434" y="37002"/>
                    <a:pt x="-1119" y="22195"/>
                    <a:pt x="1717" y="7856"/>
                  </a:cubicBezTo>
                  <a:lnTo>
                    <a:pt x="437232" y="0"/>
                  </a:lnTo>
                  <a:cubicBezTo>
                    <a:pt x="437356" y="14527"/>
                    <a:pt x="435985" y="28991"/>
                    <a:pt x="433148" y="43237"/>
                  </a:cubicBezTo>
                  <a:close/>
                </a:path>
              </a:pathLst>
            </a:custGeom>
            <a:solidFill>
              <a:srgbClr val="F2F2F2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51475768-DD86-7564-7D48-2B9F025C8F91}"/>
                </a:ext>
              </a:extLst>
            </p:cNvPr>
            <p:cNvSpPr/>
            <p:nvPr/>
          </p:nvSpPr>
          <p:spPr>
            <a:xfrm>
              <a:off x="5384690" y="4733132"/>
              <a:ext cx="107339" cy="75178"/>
            </a:xfrm>
            <a:custGeom>
              <a:avLst/>
              <a:gdLst>
                <a:gd name="connsiteX0" fmla="*/ 126719 w 142561"/>
                <a:gd name="connsiteY0" fmla="*/ 99846 h 99847"/>
                <a:gd name="connsiteX1" fmla="*/ 126719 w 142561"/>
                <a:gd name="connsiteY1" fmla="*/ 99846 h 99847"/>
                <a:gd name="connsiteX2" fmla="*/ 117367 w 142561"/>
                <a:gd name="connsiteY2" fmla="*/ 97290 h 99847"/>
                <a:gd name="connsiteX3" fmla="*/ 106363 w 142561"/>
                <a:gd name="connsiteY3" fmla="*/ 85289 h 99847"/>
                <a:gd name="connsiteX4" fmla="*/ 97791 w 142561"/>
                <a:gd name="connsiteY4" fmla="*/ 50406 h 99847"/>
                <a:gd name="connsiteX5" fmla="*/ 100472 w 142561"/>
                <a:gd name="connsiteY5" fmla="*/ 17332 h 99847"/>
                <a:gd name="connsiteX6" fmla="*/ 37658 w 142561"/>
                <a:gd name="connsiteY6" fmla="*/ 31079 h 99847"/>
                <a:gd name="connsiteX7" fmla="*/ 22072 w 142561"/>
                <a:gd name="connsiteY7" fmla="*/ 32763 h 99847"/>
                <a:gd name="connsiteX8" fmla="*/ 7919 w 142561"/>
                <a:gd name="connsiteY8" fmla="*/ 30113 h 99847"/>
                <a:gd name="connsiteX9" fmla="*/ 220 w 142561"/>
                <a:gd name="connsiteY9" fmla="*/ 22071 h 99847"/>
                <a:gd name="connsiteX10" fmla="*/ 6829 w 142561"/>
                <a:gd name="connsiteY10" fmla="*/ 9352 h 99847"/>
                <a:gd name="connsiteX11" fmla="*/ 46075 w 142561"/>
                <a:gd name="connsiteY11" fmla="*/ 0 h 99847"/>
                <a:gd name="connsiteX12" fmla="*/ 47073 w 142561"/>
                <a:gd name="connsiteY12" fmla="*/ 0 h 99847"/>
                <a:gd name="connsiteX13" fmla="*/ 76499 w 142561"/>
                <a:gd name="connsiteY13" fmla="*/ 1621 h 99847"/>
                <a:gd name="connsiteX14" fmla="*/ 110385 w 142561"/>
                <a:gd name="connsiteY14" fmla="*/ 12968 h 99847"/>
                <a:gd name="connsiteX15" fmla="*/ 125472 w 142561"/>
                <a:gd name="connsiteY15" fmla="*/ 33137 h 99847"/>
                <a:gd name="connsiteX16" fmla="*/ 139905 w 142561"/>
                <a:gd name="connsiteY16" fmla="*/ 67614 h 99847"/>
                <a:gd name="connsiteX17" fmla="*/ 142555 w 142561"/>
                <a:gd name="connsiteY17" fmla="*/ 83200 h 99847"/>
                <a:gd name="connsiteX18" fmla="*/ 134263 w 142561"/>
                <a:gd name="connsiteY18" fmla="*/ 97976 h 99847"/>
                <a:gd name="connsiteX19" fmla="*/ 126719 w 142561"/>
                <a:gd name="connsiteY19" fmla="*/ 99846 h 99847"/>
                <a:gd name="connsiteX20" fmla="*/ 106394 w 142561"/>
                <a:gd name="connsiteY20" fmla="*/ 16709 h 99847"/>
                <a:gd name="connsiteX21" fmla="*/ 103464 w 142561"/>
                <a:gd name="connsiteY21" fmla="*/ 50219 h 99847"/>
                <a:gd name="connsiteX22" fmla="*/ 111226 w 142561"/>
                <a:gd name="connsiteY22" fmla="*/ 82546 h 99847"/>
                <a:gd name="connsiteX23" fmla="*/ 120141 w 142561"/>
                <a:gd name="connsiteY23" fmla="*/ 92427 h 99847"/>
                <a:gd name="connsiteX24" fmla="*/ 126719 w 142561"/>
                <a:gd name="connsiteY24" fmla="*/ 94204 h 99847"/>
                <a:gd name="connsiteX25" fmla="*/ 126719 w 142561"/>
                <a:gd name="connsiteY25" fmla="*/ 94204 h 99847"/>
                <a:gd name="connsiteX26" fmla="*/ 131613 w 142561"/>
                <a:gd name="connsiteY26" fmla="*/ 92988 h 99847"/>
                <a:gd name="connsiteX27" fmla="*/ 137131 w 142561"/>
                <a:gd name="connsiteY27" fmla="*/ 82733 h 99847"/>
                <a:gd name="connsiteX28" fmla="*/ 134731 w 142561"/>
                <a:gd name="connsiteY28" fmla="*/ 69172 h 99847"/>
                <a:gd name="connsiteX29" fmla="*/ 120672 w 142561"/>
                <a:gd name="connsiteY29" fmla="*/ 35599 h 99847"/>
                <a:gd name="connsiteX30" fmla="*/ 107049 w 142561"/>
                <a:gd name="connsiteY30" fmla="*/ 17239 h 99847"/>
                <a:gd name="connsiteX31" fmla="*/ 47166 w 142561"/>
                <a:gd name="connsiteY31" fmla="*/ 5518 h 99847"/>
                <a:gd name="connsiteX32" fmla="*/ 46200 w 142561"/>
                <a:gd name="connsiteY32" fmla="*/ 5518 h 99847"/>
                <a:gd name="connsiteX33" fmla="*/ 10195 w 142561"/>
                <a:gd name="connsiteY33" fmla="*/ 13934 h 99847"/>
                <a:gd name="connsiteX34" fmla="*/ 5800 w 142561"/>
                <a:gd name="connsiteY34" fmla="*/ 20886 h 99847"/>
                <a:gd name="connsiteX35" fmla="*/ 10289 w 142561"/>
                <a:gd name="connsiteY35" fmla="*/ 24969 h 99847"/>
                <a:gd name="connsiteX36" fmla="*/ 22166 w 142561"/>
                <a:gd name="connsiteY36" fmla="*/ 27183 h 99847"/>
                <a:gd name="connsiteX37" fmla="*/ 36661 w 142561"/>
                <a:gd name="connsiteY37" fmla="*/ 25593 h 99847"/>
                <a:gd name="connsiteX38" fmla="*/ 98258 w 142561"/>
                <a:gd name="connsiteY38" fmla="*/ 12157 h 99847"/>
                <a:gd name="connsiteX39" fmla="*/ 76001 w 142561"/>
                <a:gd name="connsiteY39" fmla="*/ 7076 h 99847"/>
                <a:gd name="connsiteX40" fmla="*/ 47260 w 142561"/>
                <a:gd name="connsiteY40" fmla="*/ 5518 h 9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42561" h="99847">
                  <a:moveTo>
                    <a:pt x="126719" y="99846"/>
                  </a:moveTo>
                  <a:lnTo>
                    <a:pt x="126719" y="99846"/>
                  </a:lnTo>
                  <a:cubicBezTo>
                    <a:pt x="123446" y="99815"/>
                    <a:pt x="120204" y="98942"/>
                    <a:pt x="117367" y="97290"/>
                  </a:cubicBezTo>
                  <a:cubicBezTo>
                    <a:pt x="112660" y="94391"/>
                    <a:pt x="108857" y="90245"/>
                    <a:pt x="106363" y="85289"/>
                  </a:cubicBezTo>
                  <a:cubicBezTo>
                    <a:pt x="100783" y="74503"/>
                    <a:pt x="97853" y="62564"/>
                    <a:pt x="97791" y="50406"/>
                  </a:cubicBezTo>
                  <a:cubicBezTo>
                    <a:pt x="97386" y="39309"/>
                    <a:pt x="98289" y="28211"/>
                    <a:pt x="100472" y="17332"/>
                  </a:cubicBezTo>
                  <a:cubicBezTo>
                    <a:pt x="79742" y="22819"/>
                    <a:pt x="58638" y="27432"/>
                    <a:pt x="37658" y="31079"/>
                  </a:cubicBezTo>
                  <a:cubicBezTo>
                    <a:pt x="32515" y="32077"/>
                    <a:pt x="27309" y="32638"/>
                    <a:pt x="22072" y="32763"/>
                  </a:cubicBezTo>
                  <a:cubicBezTo>
                    <a:pt x="17209" y="32856"/>
                    <a:pt x="12409" y="31952"/>
                    <a:pt x="7919" y="30113"/>
                  </a:cubicBezTo>
                  <a:cubicBezTo>
                    <a:pt x="4210" y="28835"/>
                    <a:pt x="1342" y="25842"/>
                    <a:pt x="220" y="22071"/>
                  </a:cubicBezTo>
                  <a:cubicBezTo>
                    <a:pt x="-778" y="17675"/>
                    <a:pt x="1654" y="13030"/>
                    <a:pt x="6829" y="9352"/>
                  </a:cubicBezTo>
                  <a:cubicBezTo>
                    <a:pt x="18425" y="1091"/>
                    <a:pt x="33170" y="0"/>
                    <a:pt x="46075" y="0"/>
                  </a:cubicBezTo>
                  <a:lnTo>
                    <a:pt x="47073" y="0"/>
                  </a:lnTo>
                  <a:cubicBezTo>
                    <a:pt x="56892" y="0"/>
                    <a:pt x="66743" y="561"/>
                    <a:pt x="76499" y="1621"/>
                  </a:cubicBezTo>
                  <a:cubicBezTo>
                    <a:pt x="87816" y="2868"/>
                    <a:pt x="100690" y="5206"/>
                    <a:pt x="110385" y="12968"/>
                  </a:cubicBezTo>
                  <a:cubicBezTo>
                    <a:pt x="116744" y="18579"/>
                    <a:pt x="121856" y="25468"/>
                    <a:pt x="125472" y="33137"/>
                  </a:cubicBezTo>
                  <a:cubicBezTo>
                    <a:pt x="131301" y="44172"/>
                    <a:pt x="136133" y="55706"/>
                    <a:pt x="139905" y="67614"/>
                  </a:cubicBezTo>
                  <a:cubicBezTo>
                    <a:pt x="141745" y="72601"/>
                    <a:pt x="142648" y="77901"/>
                    <a:pt x="142555" y="83200"/>
                  </a:cubicBezTo>
                  <a:cubicBezTo>
                    <a:pt x="142399" y="89185"/>
                    <a:pt x="139313" y="94734"/>
                    <a:pt x="134263" y="97976"/>
                  </a:cubicBezTo>
                  <a:cubicBezTo>
                    <a:pt x="131956" y="99223"/>
                    <a:pt x="129338" y="99878"/>
                    <a:pt x="126719" y="99846"/>
                  </a:cubicBezTo>
                  <a:close/>
                  <a:moveTo>
                    <a:pt x="106394" y="16709"/>
                  </a:moveTo>
                  <a:cubicBezTo>
                    <a:pt x="104025" y="27713"/>
                    <a:pt x="103059" y="38966"/>
                    <a:pt x="103464" y="50219"/>
                  </a:cubicBezTo>
                  <a:cubicBezTo>
                    <a:pt x="103464" y="61473"/>
                    <a:pt x="106114" y="72539"/>
                    <a:pt x="111226" y="82546"/>
                  </a:cubicBezTo>
                  <a:cubicBezTo>
                    <a:pt x="113221" y="86598"/>
                    <a:pt x="116307" y="90027"/>
                    <a:pt x="120141" y="92427"/>
                  </a:cubicBezTo>
                  <a:cubicBezTo>
                    <a:pt x="122137" y="93581"/>
                    <a:pt x="124412" y="94173"/>
                    <a:pt x="126719" y="94204"/>
                  </a:cubicBezTo>
                  <a:lnTo>
                    <a:pt x="126719" y="94204"/>
                  </a:lnTo>
                  <a:cubicBezTo>
                    <a:pt x="128434" y="94235"/>
                    <a:pt x="130117" y="93830"/>
                    <a:pt x="131613" y="92988"/>
                  </a:cubicBezTo>
                  <a:cubicBezTo>
                    <a:pt x="135011" y="90651"/>
                    <a:pt x="137069" y="86847"/>
                    <a:pt x="137131" y="82733"/>
                  </a:cubicBezTo>
                  <a:cubicBezTo>
                    <a:pt x="137193" y="78088"/>
                    <a:pt x="136382" y="73506"/>
                    <a:pt x="134731" y="69172"/>
                  </a:cubicBezTo>
                  <a:cubicBezTo>
                    <a:pt x="131052" y="57576"/>
                    <a:pt x="126345" y="46354"/>
                    <a:pt x="120672" y="35599"/>
                  </a:cubicBezTo>
                  <a:cubicBezTo>
                    <a:pt x="117430" y="28617"/>
                    <a:pt x="112785" y="22382"/>
                    <a:pt x="107049" y="17239"/>
                  </a:cubicBezTo>
                  <a:close/>
                  <a:moveTo>
                    <a:pt x="47166" y="5518"/>
                  </a:moveTo>
                  <a:lnTo>
                    <a:pt x="46200" y="5518"/>
                  </a:lnTo>
                  <a:cubicBezTo>
                    <a:pt x="34199" y="5518"/>
                    <a:pt x="20513" y="6609"/>
                    <a:pt x="10195" y="13934"/>
                  </a:cubicBezTo>
                  <a:cubicBezTo>
                    <a:pt x="7702" y="15711"/>
                    <a:pt x="5239" y="18454"/>
                    <a:pt x="5800" y="20886"/>
                  </a:cubicBezTo>
                  <a:cubicBezTo>
                    <a:pt x="6361" y="23318"/>
                    <a:pt x="8917" y="24346"/>
                    <a:pt x="10289" y="24969"/>
                  </a:cubicBezTo>
                  <a:cubicBezTo>
                    <a:pt x="14060" y="26528"/>
                    <a:pt x="18082" y="27276"/>
                    <a:pt x="22166" y="27183"/>
                  </a:cubicBezTo>
                  <a:cubicBezTo>
                    <a:pt x="27029" y="27058"/>
                    <a:pt x="31892" y="26528"/>
                    <a:pt x="36661" y="25593"/>
                  </a:cubicBezTo>
                  <a:cubicBezTo>
                    <a:pt x="57235" y="22008"/>
                    <a:pt x="77933" y="17488"/>
                    <a:pt x="98258" y="12157"/>
                  </a:cubicBezTo>
                  <a:cubicBezTo>
                    <a:pt x="91120" y="9414"/>
                    <a:pt x="83638" y="7700"/>
                    <a:pt x="76001" y="7076"/>
                  </a:cubicBezTo>
                  <a:cubicBezTo>
                    <a:pt x="66462" y="6017"/>
                    <a:pt x="56861" y="5518"/>
                    <a:pt x="47260" y="5518"/>
                  </a:cubicBezTo>
                  <a:close/>
                </a:path>
              </a:pathLst>
            </a:custGeom>
            <a:solidFill>
              <a:srgbClr val="333333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7774FD5F-0337-D9BE-55DF-806071F78346}"/>
                </a:ext>
              </a:extLst>
            </p:cNvPr>
            <p:cNvSpPr/>
            <p:nvPr/>
          </p:nvSpPr>
          <p:spPr>
            <a:xfrm>
              <a:off x="5247868" y="4847460"/>
              <a:ext cx="331985" cy="10162"/>
            </a:xfrm>
            <a:custGeom>
              <a:avLst/>
              <a:gdLst>
                <a:gd name="connsiteX0" fmla="*/ 2539 w 440921"/>
                <a:gd name="connsiteY0" fmla="*/ 13498 h 13497"/>
                <a:gd name="connsiteX1" fmla="*/ 14 w 440921"/>
                <a:gd name="connsiteY1" fmla="*/ 10380 h 13497"/>
                <a:gd name="connsiteX2" fmla="*/ 2539 w 440921"/>
                <a:gd name="connsiteY2" fmla="*/ 7856 h 13497"/>
                <a:gd name="connsiteX3" fmla="*/ 438054 w 440921"/>
                <a:gd name="connsiteY3" fmla="*/ 0 h 13497"/>
                <a:gd name="connsiteX4" fmla="*/ 440921 w 440921"/>
                <a:gd name="connsiteY4" fmla="*/ 2743 h 13497"/>
                <a:gd name="connsiteX5" fmla="*/ 438178 w 440921"/>
                <a:gd name="connsiteY5" fmla="*/ 5611 h 13497"/>
                <a:gd name="connsiteX6" fmla="*/ 438178 w 440921"/>
                <a:gd name="connsiteY6" fmla="*/ 5611 h 13497"/>
                <a:gd name="connsiteX7" fmla="*/ 2633 w 440921"/>
                <a:gd name="connsiteY7" fmla="*/ 13498 h 13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0921" h="13497">
                  <a:moveTo>
                    <a:pt x="2539" y="13498"/>
                  </a:moveTo>
                  <a:cubicBezTo>
                    <a:pt x="980" y="13342"/>
                    <a:pt x="-142" y="11939"/>
                    <a:pt x="14" y="10380"/>
                  </a:cubicBezTo>
                  <a:cubicBezTo>
                    <a:pt x="170" y="9040"/>
                    <a:pt x="1199" y="7980"/>
                    <a:pt x="2539" y="7856"/>
                  </a:cubicBezTo>
                  <a:lnTo>
                    <a:pt x="438054" y="0"/>
                  </a:lnTo>
                  <a:cubicBezTo>
                    <a:pt x="439581" y="0"/>
                    <a:pt x="440859" y="1216"/>
                    <a:pt x="440921" y="2743"/>
                  </a:cubicBezTo>
                  <a:cubicBezTo>
                    <a:pt x="440953" y="4302"/>
                    <a:pt x="439736" y="5580"/>
                    <a:pt x="438178" y="5611"/>
                  </a:cubicBezTo>
                  <a:cubicBezTo>
                    <a:pt x="438178" y="5611"/>
                    <a:pt x="438178" y="5611"/>
                    <a:pt x="438178" y="5611"/>
                  </a:cubicBezTo>
                  <a:lnTo>
                    <a:pt x="2633" y="13498"/>
                  </a:lnTo>
                  <a:close/>
                </a:path>
              </a:pathLst>
            </a:custGeom>
            <a:solidFill>
              <a:srgbClr val="333333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8D1CB35-EFF5-5DE5-4814-9266E826632B}"/>
                </a:ext>
              </a:extLst>
            </p:cNvPr>
            <p:cNvSpPr/>
            <p:nvPr/>
          </p:nvSpPr>
          <p:spPr>
            <a:xfrm>
              <a:off x="5485531" y="4756689"/>
              <a:ext cx="78180" cy="96099"/>
            </a:xfrm>
            <a:custGeom>
              <a:avLst/>
              <a:gdLst>
                <a:gd name="connsiteX0" fmla="*/ 2795 w 103834"/>
                <a:gd name="connsiteY0" fmla="*/ 127632 h 127632"/>
                <a:gd name="connsiteX1" fmla="*/ 2391 w 103834"/>
                <a:gd name="connsiteY1" fmla="*/ 127632 h 127632"/>
                <a:gd name="connsiteX2" fmla="*/ 21 w 103834"/>
                <a:gd name="connsiteY2" fmla="*/ 124515 h 127632"/>
                <a:gd name="connsiteX3" fmla="*/ 100210 w 103834"/>
                <a:gd name="connsiteY3" fmla="*/ 136 h 127632"/>
                <a:gd name="connsiteX4" fmla="*/ 103671 w 103834"/>
                <a:gd name="connsiteY4" fmla="*/ 1881 h 127632"/>
                <a:gd name="connsiteX5" fmla="*/ 103702 w 103834"/>
                <a:gd name="connsiteY5" fmla="*/ 2006 h 127632"/>
                <a:gd name="connsiteX6" fmla="*/ 101894 w 103834"/>
                <a:gd name="connsiteY6" fmla="*/ 5497 h 127632"/>
                <a:gd name="connsiteX7" fmla="*/ 101831 w 103834"/>
                <a:gd name="connsiteY7" fmla="*/ 5497 h 127632"/>
                <a:gd name="connsiteX8" fmla="*/ 5570 w 103834"/>
                <a:gd name="connsiteY8" fmla="*/ 125294 h 127632"/>
                <a:gd name="connsiteX9" fmla="*/ 2795 w 103834"/>
                <a:gd name="connsiteY9" fmla="*/ 127632 h 127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3834" h="127632">
                  <a:moveTo>
                    <a:pt x="2795" y="127632"/>
                  </a:moveTo>
                  <a:lnTo>
                    <a:pt x="2391" y="127632"/>
                  </a:lnTo>
                  <a:cubicBezTo>
                    <a:pt x="894" y="127414"/>
                    <a:pt x="-166" y="126011"/>
                    <a:pt x="21" y="124515"/>
                  </a:cubicBezTo>
                  <a:cubicBezTo>
                    <a:pt x="14142" y="27038"/>
                    <a:pt x="99337" y="385"/>
                    <a:pt x="100210" y="136"/>
                  </a:cubicBezTo>
                  <a:cubicBezTo>
                    <a:pt x="101644" y="-332"/>
                    <a:pt x="103203" y="447"/>
                    <a:pt x="103671" y="1881"/>
                  </a:cubicBezTo>
                  <a:cubicBezTo>
                    <a:pt x="103671" y="1944"/>
                    <a:pt x="103702" y="1975"/>
                    <a:pt x="103702" y="2006"/>
                  </a:cubicBezTo>
                  <a:cubicBezTo>
                    <a:pt x="104169" y="3471"/>
                    <a:pt x="103359" y="5030"/>
                    <a:pt x="101894" y="5497"/>
                  </a:cubicBezTo>
                  <a:cubicBezTo>
                    <a:pt x="101863" y="5497"/>
                    <a:pt x="101863" y="5497"/>
                    <a:pt x="101831" y="5497"/>
                  </a:cubicBezTo>
                  <a:cubicBezTo>
                    <a:pt x="100990" y="5747"/>
                    <a:pt x="19161" y="31464"/>
                    <a:pt x="5570" y="125294"/>
                  </a:cubicBezTo>
                  <a:cubicBezTo>
                    <a:pt x="5352" y="126635"/>
                    <a:pt x="4167" y="127632"/>
                    <a:pt x="2795" y="127632"/>
                  </a:cubicBezTo>
                  <a:close/>
                </a:path>
              </a:pathLst>
            </a:custGeom>
            <a:solidFill>
              <a:srgbClr val="333333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6AE266F-D49A-7284-5FB1-ABE813B496D1}"/>
                </a:ext>
              </a:extLst>
            </p:cNvPr>
            <p:cNvSpPr/>
            <p:nvPr/>
          </p:nvSpPr>
          <p:spPr>
            <a:xfrm>
              <a:off x="5266997" y="4823190"/>
              <a:ext cx="183135" cy="30653"/>
            </a:xfrm>
            <a:custGeom>
              <a:avLst/>
              <a:gdLst>
                <a:gd name="connsiteX0" fmla="*/ 240419 w 243228"/>
                <a:gd name="connsiteY0" fmla="*/ 40712 h 40711"/>
                <a:gd name="connsiteX1" fmla="*/ 239016 w 243228"/>
                <a:gd name="connsiteY1" fmla="*/ 40338 h 40711"/>
                <a:gd name="connsiteX2" fmla="*/ 237302 w 243228"/>
                <a:gd name="connsiteY2" fmla="*/ 39371 h 40711"/>
                <a:gd name="connsiteX3" fmla="*/ 111270 w 243228"/>
                <a:gd name="connsiteY3" fmla="*/ 6048 h 40711"/>
                <a:gd name="connsiteX4" fmla="*/ 2540 w 243228"/>
                <a:gd name="connsiteY4" fmla="*/ 5642 h 40711"/>
                <a:gd name="connsiteX5" fmla="*/ 14 w 243228"/>
                <a:gd name="connsiteY5" fmla="*/ 2525 h 40711"/>
                <a:gd name="connsiteX6" fmla="*/ 2540 w 243228"/>
                <a:gd name="connsiteY6" fmla="*/ 0 h 40711"/>
                <a:gd name="connsiteX7" fmla="*/ 2540 w 243228"/>
                <a:gd name="connsiteY7" fmla="*/ 0 h 40711"/>
                <a:gd name="connsiteX8" fmla="*/ 111270 w 243228"/>
                <a:gd name="connsiteY8" fmla="*/ 436 h 40711"/>
                <a:gd name="connsiteX9" fmla="*/ 240013 w 243228"/>
                <a:gd name="connsiteY9" fmla="*/ 34477 h 40711"/>
                <a:gd name="connsiteX10" fmla="*/ 241759 w 243228"/>
                <a:gd name="connsiteY10" fmla="*/ 35443 h 40711"/>
                <a:gd name="connsiteX11" fmla="*/ 242881 w 243228"/>
                <a:gd name="connsiteY11" fmla="*/ 39247 h 40711"/>
                <a:gd name="connsiteX12" fmla="*/ 240388 w 243228"/>
                <a:gd name="connsiteY12" fmla="*/ 40712 h 40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3228" h="40711">
                  <a:moveTo>
                    <a:pt x="240419" y="40712"/>
                  </a:moveTo>
                  <a:cubicBezTo>
                    <a:pt x="239951" y="40649"/>
                    <a:pt x="239452" y="40525"/>
                    <a:pt x="239016" y="40338"/>
                  </a:cubicBezTo>
                  <a:lnTo>
                    <a:pt x="237302" y="39371"/>
                  </a:lnTo>
                  <a:cubicBezTo>
                    <a:pt x="198803" y="17706"/>
                    <a:pt x="155442" y="6235"/>
                    <a:pt x="111270" y="6048"/>
                  </a:cubicBezTo>
                  <a:lnTo>
                    <a:pt x="2540" y="5642"/>
                  </a:lnTo>
                  <a:cubicBezTo>
                    <a:pt x="981" y="5486"/>
                    <a:pt x="-142" y="4084"/>
                    <a:pt x="14" y="2525"/>
                  </a:cubicBezTo>
                  <a:cubicBezTo>
                    <a:pt x="170" y="1185"/>
                    <a:pt x="1199" y="125"/>
                    <a:pt x="2540" y="0"/>
                  </a:cubicBezTo>
                  <a:lnTo>
                    <a:pt x="2540" y="0"/>
                  </a:lnTo>
                  <a:lnTo>
                    <a:pt x="111270" y="436"/>
                  </a:lnTo>
                  <a:cubicBezTo>
                    <a:pt x="156377" y="624"/>
                    <a:pt x="200705" y="12345"/>
                    <a:pt x="240013" y="34477"/>
                  </a:cubicBezTo>
                  <a:lnTo>
                    <a:pt x="241759" y="35443"/>
                  </a:lnTo>
                  <a:cubicBezTo>
                    <a:pt x="243131" y="36192"/>
                    <a:pt x="243629" y="37875"/>
                    <a:pt x="242881" y="39247"/>
                  </a:cubicBezTo>
                  <a:cubicBezTo>
                    <a:pt x="242382" y="40150"/>
                    <a:pt x="241416" y="40712"/>
                    <a:pt x="240388" y="40712"/>
                  </a:cubicBezTo>
                  <a:close/>
                </a:path>
              </a:pathLst>
            </a:custGeom>
            <a:solidFill>
              <a:srgbClr val="333333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22D7570C-2D6D-5335-68CE-2B51373A9E17}"/>
                </a:ext>
              </a:extLst>
            </p:cNvPr>
            <p:cNvSpPr/>
            <p:nvPr/>
          </p:nvSpPr>
          <p:spPr>
            <a:xfrm>
              <a:off x="5361901" y="4752925"/>
              <a:ext cx="134310" cy="60244"/>
            </a:xfrm>
            <a:custGeom>
              <a:avLst/>
              <a:gdLst>
                <a:gd name="connsiteX0" fmla="*/ 23848 w 178382"/>
                <a:gd name="connsiteY0" fmla="*/ 80012 h 80012"/>
                <a:gd name="connsiteX1" fmla="*/ 21572 w 178382"/>
                <a:gd name="connsiteY1" fmla="*/ 78859 h 80012"/>
                <a:gd name="connsiteX2" fmla="*/ 530 w 178382"/>
                <a:gd name="connsiteY2" fmla="*/ 50086 h 80012"/>
                <a:gd name="connsiteX3" fmla="*/ 1154 w 178382"/>
                <a:gd name="connsiteY3" fmla="*/ 46158 h 80012"/>
                <a:gd name="connsiteX4" fmla="*/ 5082 w 178382"/>
                <a:gd name="connsiteY4" fmla="*/ 46782 h 80012"/>
                <a:gd name="connsiteX5" fmla="*/ 24721 w 178382"/>
                <a:gd name="connsiteY5" fmla="*/ 73653 h 80012"/>
                <a:gd name="connsiteX6" fmla="*/ 174350 w 178382"/>
                <a:gd name="connsiteY6" fmla="*/ 272 h 80012"/>
                <a:gd name="connsiteX7" fmla="*/ 178090 w 178382"/>
                <a:gd name="connsiteY7" fmla="*/ 1582 h 80012"/>
                <a:gd name="connsiteX8" fmla="*/ 176843 w 178382"/>
                <a:gd name="connsiteY8" fmla="*/ 5291 h 80012"/>
                <a:gd name="connsiteX9" fmla="*/ 176812 w 178382"/>
                <a:gd name="connsiteY9" fmla="*/ 5322 h 80012"/>
                <a:gd name="connsiteX10" fmla="*/ 25188 w 178382"/>
                <a:gd name="connsiteY10" fmla="*/ 79731 h 80012"/>
                <a:gd name="connsiteX11" fmla="*/ 23848 w 178382"/>
                <a:gd name="connsiteY11" fmla="*/ 80012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8382" h="80012">
                  <a:moveTo>
                    <a:pt x="23848" y="80012"/>
                  </a:moveTo>
                  <a:cubicBezTo>
                    <a:pt x="22943" y="80012"/>
                    <a:pt x="22102" y="79576"/>
                    <a:pt x="21572" y="78859"/>
                  </a:cubicBezTo>
                  <a:lnTo>
                    <a:pt x="530" y="50086"/>
                  </a:lnTo>
                  <a:cubicBezTo>
                    <a:pt x="-374" y="48839"/>
                    <a:pt x="-94" y="47062"/>
                    <a:pt x="1154" y="46158"/>
                  </a:cubicBezTo>
                  <a:cubicBezTo>
                    <a:pt x="2400" y="45255"/>
                    <a:pt x="4177" y="45535"/>
                    <a:pt x="5082" y="46782"/>
                  </a:cubicBezTo>
                  <a:lnTo>
                    <a:pt x="24721" y="73653"/>
                  </a:lnTo>
                  <a:lnTo>
                    <a:pt x="174350" y="272"/>
                  </a:lnTo>
                  <a:cubicBezTo>
                    <a:pt x="175752" y="-382"/>
                    <a:pt x="177405" y="179"/>
                    <a:pt x="178090" y="1582"/>
                  </a:cubicBezTo>
                  <a:cubicBezTo>
                    <a:pt x="178776" y="2953"/>
                    <a:pt x="178215" y="4605"/>
                    <a:pt x="176843" y="5291"/>
                  </a:cubicBezTo>
                  <a:cubicBezTo>
                    <a:pt x="176843" y="5322"/>
                    <a:pt x="176812" y="5322"/>
                    <a:pt x="176812" y="5322"/>
                  </a:cubicBezTo>
                  <a:lnTo>
                    <a:pt x="25188" y="79731"/>
                  </a:lnTo>
                  <a:cubicBezTo>
                    <a:pt x="24752" y="79919"/>
                    <a:pt x="24315" y="80012"/>
                    <a:pt x="23848" y="80012"/>
                  </a:cubicBezTo>
                  <a:close/>
                </a:path>
              </a:pathLst>
            </a:custGeom>
            <a:solidFill>
              <a:srgbClr val="333333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F1E08947-7E2E-15CF-7C47-161B895C8088}"/>
                </a:ext>
              </a:extLst>
            </p:cNvPr>
            <p:cNvSpPr/>
            <p:nvPr/>
          </p:nvSpPr>
          <p:spPr>
            <a:xfrm>
              <a:off x="5092289" y="2032016"/>
              <a:ext cx="546945" cy="692887"/>
            </a:xfrm>
            <a:custGeom>
              <a:avLst/>
              <a:gdLst>
                <a:gd name="connsiteX0" fmla="*/ 247605 w 726418"/>
                <a:gd name="connsiteY0" fmla="*/ 5705 h 920249"/>
                <a:gd name="connsiteX1" fmla="*/ 0 w 726418"/>
                <a:gd name="connsiteY1" fmla="*/ 59883 h 920249"/>
                <a:gd name="connsiteX2" fmla="*/ 30798 w 726418"/>
                <a:gd name="connsiteY2" fmla="*/ 920250 h 920249"/>
                <a:gd name="connsiteX3" fmla="*/ 453719 w 726418"/>
                <a:gd name="connsiteY3" fmla="*/ 907781 h 920249"/>
                <a:gd name="connsiteX4" fmla="*/ 638604 w 726418"/>
                <a:gd name="connsiteY4" fmla="*/ 414971 h 920249"/>
                <a:gd name="connsiteX5" fmla="*/ 726418 w 726418"/>
                <a:gd name="connsiteY5" fmla="*/ 134417 h 920249"/>
                <a:gd name="connsiteX6" fmla="*/ 435888 w 726418"/>
                <a:gd name="connsiteY6" fmla="*/ 0 h 920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26418" h="920249">
                  <a:moveTo>
                    <a:pt x="247605" y="5705"/>
                  </a:moveTo>
                  <a:lnTo>
                    <a:pt x="0" y="59883"/>
                  </a:lnTo>
                  <a:lnTo>
                    <a:pt x="30798" y="920250"/>
                  </a:lnTo>
                  <a:lnTo>
                    <a:pt x="453719" y="907781"/>
                  </a:lnTo>
                  <a:cubicBezTo>
                    <a:pt x="453719" y="907781"/>
                    <a:pt x="555965" y="646585"/>
                    <a:pt x="638604" y="414971"/>
                  </a:cubicBezTo>
                  <a:cubicBezTo>
                    <a:pt x="677788" y="305212"/>
                    <a:pt x="688636" y="188470"/>
                    <a:pt x="726418" y="134417"/>
                  </a:cubicBezTo>
                  <a:lnTo>
                    <a:pt x="435888" y="0"/>
                  </a:lnTo>
                  <a:close/>
                </a:path>
              </a:pathLst>
            </a:custGeom>
            <a:solidFill>
              <a:schemeClr val="accent4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311FA949-D7F6-F82C-6D01-2F50DDAA1465}"/>
                </a:ext>
              </a:extLst>
            </p:cNvPr>
            <p:cNvSpPr/>
            <p:nvPr/>
          </p:nvSpPr>
          <p:spPr>
            <a:xfrm>
              <a:off x="5008686" y="2679816"/>
              <a:ext cx="569337" cy="482846"/>
            </a:xfrm>
            <a:custGeom>
              <a:avLst/>
              <a:gdLst>
                <a:gd name="connsiteX0" fmla="*/ 127310 w 756157"/>
                <a:gd name="connsiteY0" fmla="*/ 0 h 641285"/>
                <a:gd name="connsiteX1" fmla="*/ 0 w 756157"/>
                <a:gd name="connsiteY1" fmla="*/ 377190 h 641285"/>
                <a:gd name="connsiteX2" fmla="*/ 209855 w 756157"/>
                <a:gd name="connsiteY2" fmla="*/ 641285 h 641285"/>
                <a:gd name="connsiteX3" fmla="*/ 756157 w 756157"/>
                <a:gd name="connsiteY3" fmla="*/ 331927 h 641285"/>
                <a:gd name="connsiteX4" fmla="*/ 573578 w 756157"/>
                <a:gd name="connsiteY4" fmla="*/ 33199 h 641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6157" h="641285">
                  <a:moveTo>
                    <a:pt x="127310" y="0"/>
                  </a:moveTo>
                  <a:cubicBezTo>
                    <a:pt x="127310" y="0"/>
                    <a:pt x="6453" y="260791"/>
                    <a:pt x="0" y="377190"/>
                  </a:cubicBezTo>
                  <a:lnTo>
                    <a:pt x="209855" y="641285"/>
                  </a:lnTo>
                  <a:lnTo>
                    <a:pt x="756157" y="331927"/>
                  </a:lnTo>
                  <a:cubicBezTo>
                    <a:pt x="756157" y="331927"/>
                    <a:pt x="743221" y="167148"/>
                    <a:pt x="573578" y="33199"/>
                  </a:cubicBezTo>
                  <a:close/>
                </a:path>
              </a:pathLst>
            </a:custGeom>
            <a:solidFill>
              <a:schemeClr val="accent1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C8F036D9-9CC4-53BE-0F9B-B5065751FFE2}"/>
                </a:ext>
              </a:extLst>
            </p:cNvPr>
            <p:cNvSpPr/>
            <p:nvPr/>
          </p:nvSpPr>
          <p:spPr>
            <a:xfrm>
              <a:off x="4986918" y="2814399"/>
              <a:ext cx="630772" cy="1898782"/>
            </a:xfrm>
            <a:custGeom>
              <a:avLst/>
              <a:gdLst>
                <a:gd name="connsiteX0" fmla="*/ 744542 w 837751"/>
                <a:gd name="connsiteY0" fmla="*/ 32887 h 2521842"/>
                <a:gd name="connsiteX1" fmla="*/ 801276 w 837751"/>
                <a:gd name="connsiteY1" fmla="*/ 2521718 h 2521842"/>
                <a:gd name="connsiteX2" fmla="*/ 607382 w 837751"/>
                <a:gd name="connsiteY2" fmla="*/ 2515265 h 2521842"/>
                <a:gd name="connsiteX3" fmla="*/ 400582 w 837751"/>
                <a:gd name="connsiteY3" fmla="*/ 479686 h 2521842"/>
                <a:gd name="connsiteX4" fmla="*/ 290729 w 837751"/>
                <a:gd name="connsiteY4" fmla="*/ 2521842 h 2521842"/>
                <a:gd name="connsiteX5" fmla="*/ 96866 w 837751"/>
                <a:gd name="connsiteY5" fmla="*/ 2515390 h 2521842"/>
                <a:gd name="connsiteX6" fmla="*/ 18934 w 837751"/>
                <a:gd name="connsiteY6" fmla="*/ 1339586 h 2521842"/>
                <a:gd name="connsiteX7" fmla="*/ 51478 w 837751"/>
                <a:gd name="connsiteY7" fmla="*/ 98381 h 2521842"/>
                <a:gd name="connsiteX8" fmla="*/ 744542 w 837751"/>
                <a:gd name="connsiteY8" fmla="*/ 32887 h 2521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7751" h="2521842">
                  <a:moveTo>
                    <a:pt x="744542" y="32887"/>
                  </a:moveTo>
                  <a:cubicBezTo>
                    <a:pt x="913373" y="236258"/>
                    <a:pt x="801276" y="2521718"/>
                    <a:pt x="801276" y="2521718"/>
                  </a:cubicBezTo>
                  <a:lnTo>
                    <a:pt x="607382" y="2515265"/>
                  </a:lnTo>
                  <a:lnTo>
                    <a:pt x="400582" y="479686"/>
                  </a:lnTo>
                  <a:lnTo>
                    <a:pt x="290729" y="2521842"/>
                  </a:lnTo>
                  <a:lnTo>
                    <a:pt x="96866" y="2515390"/>
                  </a:lnTo>
                  <a:lnTo>
                    <a:pt x="18934" y="1339586"/>
                  </a:lnTo>
                  <a:cubicBezTo>
                    <a:pt x="18934" y="1339586"/>
                    <a:pt x="-40606" y="271078"/>
                    <a:pt x="51478" y="98381"/>
                  </a:cubicBezTo>
                  <a:cubicBezTo>
                    <a:pt x="143563" y="-74316"/>
                    <a:pt x="744542" y="32887"/>
                    <a:pt x="744542" y="32887"/>
                  </a:cubicBezTo>
                  <a:close/>
                </a:path>
              </a:pathLst>
            </a:custGeom>
            <a:solidFill>
              <a:schemeClr val="accent1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BE890282-B6CB-0333-4E03-8950064218B7}"/>
                </a:ext>
              </a:extLst>
            </p:cNvPr>
            <p:cNvSpPr/>
            <p:nvPr/>
          </p:nvSpPr>
          <p:spPr>
            <a:xfrm>
              <a:off x="5248364" y="1745948"/>
              <a:ext cx="19167" cy="47674"/>
            </a:xfrm>
            <a:custGeom>
              <a:avLst/>
              <a:gdLst>
                <a:gd name="connsiteX0" fmla="*/ 25416 w 25456"/>
                <a:gd name="connsiteY0" fmla="*/ 32142 h 63317"/>
                <a:gd name="connsiteX1" fmla="*/ 13757 w 25456"/>
                <a:gd name="connsiteY1" fmla="*/ 3 h 63317"/>
                <a:gd name="connsiteX2" fmla="*/ 41 w 25456"/>
                <a:gd name="connsiteY2" fmla="*/ 31176 h 63317"/>
                <a:gd name="connsiteX3" fmla="*/ 11700 w 25456"/>
                <a:gd name="connsiteY3" fmla="*/ 63315 h 63317"/>
                <a:gd name="connsiteX4" fmla="*/ 25416 w 25456"/>
                <a:gd name="connsiteY4" fmla="*/ 32142 h 63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56" h="63317">
                  <a:moveTo>
                    <a:pt x="25416" y="32142"/>
                  </a:moveTo>
                  <a:cubicBezTo>
                    <a:pt x="25976" y="14623"/>
                    <a:pt x="20771" y="253"/>
                    <a:pt x="13757" y="3"/>
                  </a:cubicBezTo>
                  <a:cubicBezTo>
                    <a:pt x="6743" y="-246"/>
                    <a:pt x="602" y="13782"/>
                    <a:pt x="41" y="31176"/>
                  </a:cubicBezTo>
                  <a:cubicBezTo>
                    <a:pt x="-520" y="48570"/>
                    <a:pt x="4717" y="63097"/>
                    <a:pt x="11700" y="63315"/>
                  </a:cubicBezTo>
                  <a:cubicBezTo>
                    <a:pt x="18683" y="63533"/>
                    <a:pt x="24855" y="49661"/>
                    <a:pt x="25416" y="32142"/>
                  </a:cubicBezTo>
                  <a:close/>
                </a:path>
              </a:pathLst>
            </a:custGeom>
            <a:solidFill>
              <a:srgbClr val="21202B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48B262FD-0595-0196-BDB4-2F4C6215827C}"/>
                </a:ext>
              </a:extLst>
            </p:cNvPr>
            <p:cNvSpPr/>
            <p:nvPr/>
          </p:nvSpPr>
          <p:spPr>
            <a:xfrm>
              <a:off x="5358795" y="1752873"/>
              <a:ext cx="19167" cy="47673"/>
            </a:xfrm>
            <a:custGeom>
              <a:avLst/>
              <a:gdLst>
                <a:gd name="connsiteX0" fmla="*/ 25416 w 25456"/>
                <a:gd name="connsiteY0" fmla="*/ 32142 h 63316"/>
                <a:gd name="connsiteX1" fmla="*/ 13757 w 25456"/>
                <a:gd name="connsiteY1" fmla="*/ 3 h 63316"/>
                <a:gd name="connsiteX2" fmla="*/ 41 w 25456"/>
                <a:gd name="connsiteY2" fmla="*/ 31175 h 63316"/>
                <a:gd name="connsiteX3" fmla="*/ 11700 w 25456"/>
                <a:gd name="connsiteY3" fmla="*/ 63314 h 63316"/>
                <a:gd name="connsiteX4" fmla="*/ 25416 w 25456"/>
                <a:gd name="connsiteY4" fmla="*/ 32142 h 63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56" h="63316">
                  <a:moveTo>
                    <a:pt x="25416" y="32142"/>
                  </a:moveTo>
                  <a:cubicBezTo>
                    <a:pt x="25977" y="14623"/>
                    <a:pt x="20740" y="221"/>
                    <a:pt x="13757" y="3"/>
                  </a:cubicBezTo>
                  <a:cubicBezTo>
                    <a:pt x="6775" y="-216"/>
                    <a:pt x="602" y="13781"/>
                    <a:pt x="41" y="31175"/>
                  </a:cubicBezTo>
                  <a:cubicBezTo>
                    <a:pt x="-520" y="48570"/>
                    <a:pt x="4686" y="63096"/>
                    <a:pt x="11700" y="63314"/>
                  </a:cubicBezTo>
                  <a:cubicBezTo>
                    <a:pt x="18714" y="63533"/>
                    <a:pt x="24855" y="49661"/>
                    <a:pt x="25416" y="32142"/>
                  </a:cubicBezTo>
                  <a:close/>
                </a:path>
              </a:pathLst>
            </a:custGeom>
            <a:solidFill>
              <a:srgbClr val="21202B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912D3A21-960F-2114-9F2F-E55C065EBE90}"/>
                </a:ext>
              </a:extLst>
            </p:cNvPr>
            <p:cNvSpPr/>
            <p:nvPr/>
          </p:nvSpPr>
          <p:spPr>
            <a:xfrm>
              <a:off x="5299116" y="1768951"/>
              <a:ext cx="18302" cy="70868"/>
            </a:xfrm>
            <a:custGeom>
              <a:avLst/>
              <a:gdLst>
                <a:gd name="connsiteX0" fmla="*/ 20979 w 24308"/>
                <a:gd name="connsiteY0" fmla="*/ 94112 h 94122"/>
                <a:gd name="connsiteX1" fmla="*/ 22475 w 24308"/>
                <a:gd name="connsiteY1" fmla="*/ 93395 h 94122"/>
                <a:gd name="connsiteX2" fmla="*/ 23598 w 24308"/>
                <a:gd name="connsiteY2" fmla="*/ 84043 h 94122"/>
                <a:gd name="connsiteX3" fmla="*/ 22787 w 24308"/>
                <a:gd name="connsiteY3" fmla="*/ 83014 h 94122"/>
                <a:gd name="connsiteX4" fmla="*/ 10162 w 24308"/>
                <a:gd name="connsiteY4" fmla="*/ 80333 h 94122"/>
                <a:gd name="connsiteX5" fmla="*/ 3617 w 24308"/>
                <a:gd name="connsiteY5" fmla="*/ 72073 h 94122"/>
                <a:gd name="connsiteX6" fmla="*/ 6359 w 24308"/>
                <a:gd name="connsiteY6" fmla="*/ 63126 h 94122"/>
                <a:gd name="connsiteX7" fmla="*/ 7045 w 24308"/>
                <a:gd name="connsiteY7" fmla="*/ 61786 h 94122"/>
                <a:gd name="connsiteX8" fmla="*/ 14028 w 24308"/>
                <a:gd name="connsiteY8" fmla="*/ 1716 h 94122"/>
                <a:gd name="connsiteX9" fmla="*/ 12127 w 24308"/>
                <a:gd name="connsiteY9" fmla="*/ 1 h 94122"/>
                <a:gd name="connsiteX10" fmla="*/ 10412 w 24308"/>
                <a:gd name="connsiteY10" fmla="*/ 1834 h 94122"/>
                <a:gd name="connsiteX11" fmla="*/ 10412 w 24308"/>
                <a:gd name="connsiteY11" fmla="*/ 1903 h 94122"/>
                <a:gd name="connsiteX12" fmla="*/ 3772 w 24308"/>
                <a:gd name="connsiteY12" fmla="*/ 60165 h 94122"/>
                <a:gd name="connsiteX13" fmla="*/ 3117 w 24308"/>
                <a:gd name="connsiteY13" fmla="*/ 61505 h 94122"/>
                <a:gd name="connsiteX14" fmla="*/ 0 w 24308"/>
                <a:gd name="connsiteY14" fmla="*/ 72384 h 94122"/>
                <a:gd name="connsiteX15" fmla="*/ 8635 w 24308"/>
                <a:gd name="connsiteY15" fmla="*/ 83607 h 94122"/>
                <a:gd name="connsiteX16" fmla="*/ 20606 w 24308"/>
                <a:gd name="connsiteY16" fmla="*/ 86443 h 94122"/>
                <a:gd name="connsiteX17" fmla="*/ 19577 w 24308"/>
                <a:gd name="connsiteY17" fmla="*/ 91369 h 94122"/>
                <a:gd name="connsiteX18" fmla="*/ 19951 w 24308"/>
                <a:gd name="connsiteY18" fmla="*/ 93925 h 94122"/>
                <a:gd name="connsiteX19" fmla="*/ 20979 w 24308"/>
                <a:gd name="connsiteY19" fmla="*/ 94112 h 94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4308" h="94122">
                  <a:moveTo>
                    <a:pt x="20979" y="94112"/>
                  </a:moveTo>
                  <a:cubicBezTo>
                    <a:pt x="21541" y="94012"/>
                    <a:pt x="22039" y="93766"/>
                    <a:pt x="22475" y="93395"/>
                  </a:cubicBezTo>
                  <a:cubicBezTo>
                    <a:pt x="24440" y="90680"/>
                    <a:pt x="24845" y="87145"/>
                    <a:pt x="23598" y="84043"/>
                  </a:cubicBezTo>
                  <a:cubicBezTo>
                    <a:pt x="23411" y="83638"/>
                    <a:pt x="23131" y="83286"/>
                    <a:pt x="22787" y="83014"/>
                  </a:cubicBezTo>
                  <a:cubicBezTo>
                    <a:pt x="18455" y="82852"/>
                    <a:pt x="14184" y="81945"/>
                    <a:pt x="10162" y="80333"/>
                  </a:cubicBezTo>
                  <a:cubicBezTo>
                    <a:pt x="6703" y="78890"/>
                    <a:pt x="4240" y="75770"/>
                    <a:pt x="3617" y="72073"/>
                  </a:cubicBezTo>
                  <a:cubicBezTo>
                    <a:pt x="3710" y="68896"/>
                    <a:pt x="4645" y="65804"/>
                    <a:pt x="6359" y="63126"/>
                  </a:cubicBezTo>
                  <a:lnTo>
                    <a:pt x="7045" y="61786"/>
                  </a:lnTo>
                  <a:cubicBezTo>
                    <a:pt x="16397" y="42864"/>
                    <a:pt x="15057" y="20045"/>
                    <a:pt x="14028" y="1716"/>
                  </a:cubicBezTo>
                  <a:cubicBezTo>
                    <a:pt x="13965" y="725"/>
                    <a:pt x="13124" y="-36"/>
                    <a:pt x="12127" y="1"/>
                  </a:cubicBezTo>
                  <a:cubicBezTo>
                    <a:pt x="11160" y="33"/>
                    <a:pt x="10381" y="855"/>
                    <a:pt x="10412" y="1834"/>
                  </a:cubicBezTo>
                  <a:cubicBezTo>
                    <a:pt x="10412" y="1859"/>
                    <a:pt x="10412" y="1881"/>
                    <a:pt x="10412" y="1903"/>
                  </a:cubicBezTo>
                  <a:cubicBezTo>
                    <a:pt x="11441" y="20607"/>
                    <a:pt x="12656" y="42116"/>
                    <a:pt x="3772" y="60165"/>
                  </a:cubicBezTo>
                  <a:lnTo>
                    <a:pt x="3117" y="61505"/>
                  </a:lnTo>
                  <a:cubicBezTo>
                    <a:pt x="1091" y="64769"/>
                    <a:pt x="0" y="68538"/>
                    <a:pt x="0" y="72384"/>
                  </a:cubicBezTo>
                  <a:cubicBezTo>
                    <a:pt x="717" y="77381"/>
                    <a:pt x="3990" y="81643"/>
                    <a:pt x="8635" y="83607"/>
                  </a:cubicBezTo>
                  <a:cubicBezTo>
                    <a:pt x="12438" y="85234"/>
                    <a:pt x="16490" y="86194"/>
                    <a:pt x="20606" y="86443"/>
                  </a:cubicBezTo>
                  <a:cubicBezTo>
                    <a:pt x="20979" y="88158"/>
                    <a:pt x="20606" y="89944"/>
                    <a:pt x="19577" y="91369"/>
                  </a:cubicBezTo>
                  <a:cubicBezTo>
                    <a:pt x="18984" y="92179"/>
                    <a:pt x="19140" y="93317"/>
                    <a:pt x="19951" y="93925"/>
                  </a:cubicBezTo>
                  <a:cubicBezTo>
                    <a:pt x="20262" y="94084"/>
                    <a:pt x="20637" y="94149"/>
                    <a:pt x="20979" y="94112"/>
                  </a:cubicBezTo>
                  <a:close/>
                </a:path>
              </a:pathLst>
            </a:custGeom>
            <a:solidFill>
              <a:srgbClr val="C25353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AFD45AB2-128F-4B40-4BEE-7E09EB24733C}"/>
                </a:ext>
              </a:extLst>
            </p:cNvPr>
            <p:cNvSpPr/>
            <p:nvPr/>
          </p:nvSpPr>
          <p:spPr>
            <a:xfrm>
              <a:off x="5277898" y="1855201"/>
              <a:ext cx="73511" cy="50578"/>
            </a:xfrm>
            <a:custGeom>
              <a:avLst/>
              <a:gdLst>
                <a:gd name="connsiteX0" fmla="*/ 97633 w 97633"/>
                <a:gd name="connsiteY0" fmla="*/ 19213 h 67175"/>
                <a:gd name="connsiteX1" fmla="*/ 45325 w 97633"/>
                <a:gd name="connsiteY1" fmla="*/ 67094 h 67175"/>
                <a:gd name="connsiteX2" fmla="*/ 0 w 97633"/>
                <a:gd name="connsiteY2" fmla="*/ 19898 h 67175"/>
                <a:gd name="connsiteX3" fmla="*/ 24689 w 97633"/>
                <a:gd name="connsiteY3" fmla="*/ 1538 h 67175"/>
                <a:gd name="connsiteX4" fmla="*/ 46729 w 97633"/>
                <a:gd name="connsiteY4" fmla="*/ 8770 h 67175"/>
                <a:gd name="connsiteX5" fmla="*/ 64528 w 97633"/>
                <a:gd name="connsiteY5" fmla="*/ 41 h 67175"/>
                <a:gd name="connsiteX6" fmla="*/ 97633 w 97633"/>
                <a:gd name="connsiteY6" fmla="*/ 19213 h 6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633" h="67175">
                  <a:moveTo>
                    <a:pt x="97633" y="19213"/>
                  </a:moveTo>
                  <a:cubicBezTo>
                    <a:pt x="97633" y="19213"/>
                    <a:pt x="80115" y="69463"/>
                    <a:pt x="45325" y="67094"/>
                  </a:cubicBezTo>
                  <a:cubicBezTo>
                    <a:pt x="11721" y="64787"/>
                    <a:pt x="0" y="19898"/>
                    <a:pt x="0" y="19898"/>
                  </a:cubicBezTo>
                  <a:cubicBezTo>
                    <a:pt x="0" y="19898"/>
                    <a:pt x="15400" y="3065"/>
                    <a:pt x="24689" y="1538"/>
                  </a:cubicBezTo>
                  <a:cubicBezTo>
                    <a:pt x="34820" y="-146"/>
                    <a:pt x="46729" y="8770"/>
                    <a:pt x="46729" y="8770"/>
                  </a:cubicBezTo>
                  <a:cubicBezTo>
                    <a:pt x="51622" y="4081"/>
                    <a:pt x="57826" y="1030"/>
                    <a:pt x="64528" y="41"/>
                  </a:cubicBezTo>
                  <a:cubicBezTo>
                    <a:pt x="74753" y="-925"/>
                    <a:pt x="90526" y="15347"/>
                    <a:pt x="97633" y="19213"/>
                  </a:cubicBezTo>
                  <a:close/>
                </a:path>
              </a:pathLst>
            </a:custGeom>
            <a:solidFill>
              <a:srgbClr val="C25353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0F889045-F54C-35FA-D79D-A03E6F107FCD}"/>
                </a:ext>
              </a:extLst>
            </p:cNvPr>
            <p:cNvSpPr/>
            <p:nvPr/>
          </p:nvSpPr>
          <p:spPr>
            <a:xfrm>
              <a:off x="5278415" y="1869643"/>
              <a:ext cx="72994" cy="22835"/>
            </a:xfrm>
            <a:custGeom>
              <a:avLst/>
              <a:gdLst>
                <a:gd name="connsiteX0" fmla="*/ 0 w 96946"/>
                <a:gd name="connsiteY0" fmla="*/ 561 h 30328"/>
                <a:gd name="connsiteX1" fmla="*/ 96947 w 96946"/>
                <a:gd name="connsiteY1" fmla="*/ 0 h 30328"/>
                <a:gd name="connsiteX2" fmla="*/ 0 w 96946"/>
                <a:gd name="connsiteY2" fmla="*/ 561 h 30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946" h="30328">
                  <a:moveTo>
                    <a:pt x="0" y="561"/>
                  </a:moveTo>
                  <a:lnTo>
                    <a:pt x="96947" y="0"/>
                  </a:lnTo>
                  <a:cubicBezTo>
                    <a:pt x="96947" y="0"/>
                    <a:pt x="38311" y="67863"/>
                    <a:pt x="0" y="561"/>
                  </a:cubicBezTo>
                  <a:close/>
                </a:path>
              </a:pathLst>
            </a:custGeom>
            <a:solidFill>
              <a:srgbClr val="FFFFFF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0EA4F2A-F6E7-87E5-29E2-D0417ECE4C5D}"/>
                </a:ext>
              </a:extLst>
            </p:cNvPr>
            <p:cNvSpPr/>
            <p:nvPr/>
          </p:nvSpPr>
          <p:spPr>
            <a:xfrm>
              <a:off x="5334942" y="1720750"/>
              <a:ext cx="68381" cy="18771"/>
            </a:xfrm>
            <a:custGeom>
              <a:avLst/>
              <a:gdLst>
                <a:gd name="connsiteX0" fmla="*/ 90046 w 90819"/>
                <a:gd name="connsiteY0" fmla="*/ 19505 h 24930"/>
                <a:gd name="connsiteX1" fmla="*/ 362 w 90819"/>
                <a:gd name="connsiteY1" fmla="*/ 19505 h 24930"/>
                <a:gd name="connsiteX2" fmla="*/ 3261 w 90819"/>
                <a:gd name="connsiteY2" fmla="*/ 24524 h 24930"/>
                <a:gd name="connsiteX3" fmla="*/ 38923 w 90819"/>
                <a:gd name="connsiteY3" fmla="*/ 15515 h 24930"/>
                <a:gd name="connsiteX4" fmla="*/ 86836 w 90819"/>
                <a:gd name="connsiteY4" fmla="*/ 24866 h 24930"/>
                <a:gd name="connsiteX5" fmla="*/ 90763 w 90819"/>
                <a:gd name="connsiteY5" fmla="*/ 22248 h 24930"/>
                <a:gd name="connsiteX6" fmla="*/ 89953 w 90819"/>
                <a:gd name="connsiteY6" fmla="*/ 19349 h 2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819" h="24930">
                  <a:moveTo>
                    <a:pt x="90046" y="19505"/>
                  </a:moveTo>
                  <a:cubicBezTo>
                    <a:pt x="68974" y="801"/>
                    <a:pt x="16354" y="-12915"/>
                    <a:pt x="362" y="19505"/>
                  </a:cubicBezTo>
                  <a:cubicBezTo>
                    <a:pt x="-604" y="21500"/>
                    <a:pt x="362" y="24866"/>
                    <a:pt x="3261" y="24524"/>
                  </a:cubicBezTo>
                  <a:cubicBezTo>
                    <a:pt x="15730" y="23027"/>
                    <a:pt x="26267" y="16512"/>
                    <a:pt x="38923" y="15515"/>
                  </a:cubicBezTo>
                  <a:cubicBezTo>
                    <a:pt x="55600" y="14205"/>
                    <a:pt x="71405" y="19567"/>
                    <a:pt x="86836" y="24866"/>
                  </a:cubicBezTo>
                  <a:cubicBezTo>
                    <a:pt x="88644" y="25225"/>
                    <a:pt x="90389" y="24053"/>
                    <a:pt x="90763" y="22248"/>
                  </a:cubicBezTo>
                  <a:cubicBezTo>
                    <a:pt x="90951" y="21207"/>
                    <a:pt x="90670" y="20131"/>
                    <a:pt x="89953" y="19349"/>
                  </a:cubicBezTo>
                  <a:close/>
                </a:path>
              </a:pathLst>
            </a:custGeom>
            <a:solidFill>
              <a:srgbClr val="21202B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B35A956E-251D-D345-4DDC-D918F2AC65D7}"/>
                </a:ext>
              </a:extLst>
            </p:cNvPr>
            <p:cNvSpPr/>
            <p:nvPr/>
          </p:nvSpPr>
          <p:spPr>
            <a:xfrm>
              <a:off x="5215986" y="1720750"/>
              <a:ext cx="68381" cy="18771"/>
            </a:xfrm>
            <a:custGeom>
              <a:avLst/>
              <a:gdLst>
                <a:gd name="connsiteX0" fmla="*/ 773 w 90819"/>
                <a:gd name="connsiteY0" fmla="*/ 19505 h 24930"/>
                <a:gd name="connsiteX1" fmla="*/ 90457 w 90819"/>
                <a:gd name="connsiteY1" fmla="*/ 19505 h 24930"/>
                <a:gd name="connsiteX2" fmla="*/ 87558 w 90819"/>
                <a:gd name="connsiteY2" fmla="*/ 24524 h 24930"/>
                <a:gd name="connsiteX3" fmla="*/ 51896 w 90819"/>
                <a:gd name="connsiteY3" fmla="*/ 15515 h 24930"/>
                <a:gd name="connsiteX4" fmla="*/ 3984 w 90819"/>
                <a:gd name="connsiteY4" fmla="*/ 24866 h 24930"/>
                <a:gd name="connsiteX5" fmla="*/ 56 w 90819"/>
                <a:gd name="connsiteY5" fmla="*/ 22248 h 24930"/>
                <a:gd name="connsiteX6" fmla="*/ 867 w 90819"/>
                <a:gd name="connsiteY6" fmla="*/ 19349 h 2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819" h="24930">
                  <a:moveTo>
                    <a:pt x="773" y="19505"/>
                  </a:moveTo>
                  <a:cubicBezTo>
                    <a:pt x="21815" y="801"/>
                    <a:pt x="74465" y="-12915"/>
                    <a:pt x="90457" y="19505"/>
                  </a:cubicBezTo>
                  <a:cubicBezTo>
                    <a:pt x="91424" y="21500"/>
                    <a:pt x="90457" y="24866"/>
                    <a:pt x="87558" y="24524"/>
                  </a:cubicBezTo>
                  <a:cubicBezTo>
                    <a:pt x="75089" y="23027"/>
                    <a:pt x="64553" y="16512"/>
                    <a:pt x="51896" y="15515"/>
                  </a:cubicBezTo>
                  <a:cubicBezTo>
                    <a:pt x="35219" y="14205"/>
                    <a:pt x="19415" y="19567"/>
                    <a:pt x="3984" y="24866"/>
                  </a:cubicBezTo>
                  <a:cubicBezTo>
                    <a:pt x="2176" y="25225"/>
                    <a:pt x="430" y="24053"/>
                    <a:pt x="56" y="22248"/>
                  </a:cubicBezTo>
                  <a:cubicBezTo>
                    <a:pt x="-131" y="21207"/>
                    <a:pt x="150" y="20131"/>
                    <a:pt x="867" y="19349"/>
                  </a:cubicBezTo>
                  <a:close/>
                </a:path>
              </a:pathLst>
            </a:custGeom>
            <a:solidFill>
              <a:srgbClr val="21202B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4F5F5D2-D85A-0C14-0750-BE723BD9E65E}"/>
                </a:ext>
              </a:extLst>
            </p:cNvPr>
            <p:cNvSpPr/>
            <p:nvPr/>
          </p:nvSpPr>
          <p:spPr>
            <a:xfrm>
              <a:off x="5175419" y="1563971"/>
              <a:ext cx="344311" cy="293913"/>
            </a:xfrm>
            <a:custGeom>
              <a:avLst/>
              <a:gdLst>
                <a:gd name="connsiteX0" fmla="*/ 34172 w 457292"/>
                <a:gd name="connsiteY0" fmla="*/ 390357 h 390357"/>
                <a:gd name="connsiteX1" fmla="*/ 505 w 457292"/>
                <a:gd name="connsiteY1" fmla="*/ 332906 h 390357"/>
                <a:gd name="connsiteX2" fmla="*/ 6459 w 457292"/>
                <a:gd name="connsiteY2" fmla="*/ 263734 h 390357"/>
                <a:gd name="connsiteX3" fmla="*/ 27906 w 457292"/>
                <a:gd name="connsiteY3" fmla="*/ 122178 h 390357"/>
                <a:gd name="connsiteX4" fmla="*/ 198857 w 457292"/>
                <a:gd name="connsiteY4" fmla="*/ 916 h 390357"/>
                <a:gd name="connsiteX5" fmla="*/ 402758 w 457292"/>
                <a:gd name="connsiteY5" fmla="*/ 70182 h 390357"/>
                <a:gd name="connsiteX6" fmla="*/ 441506 w 457292"/>
                <a:gd name="connsiteY6" fmla="*/ 112733 h 390357"/>
                <a:gd name="connsiteX7" fmla="*/ 439729 w 457292"/>
                <a:gd name="connsiteY7" fmla="*/ 256626 h 390357"/>
                <a:gd name="connsiteX8" fmla="*/ 370276 w 457292"/>
                <a:gd name="connsiteY8" fmla="*/ 325736 h 390357"/>
                <a:gd name="connsiteX9" fmla="*/ 312981 w 457292"/>
                <a:gd name="connsiteY9" fmla="*/ 223989 h 390357"/>
                <a:gd name="connsiteX10" fmla="*/ 293217 w 457292"/>
                <a:gd name="connsiteY10" fmla="*/ 118313 h 390357"/>
                <a:gd name="connsiteX11" fmla="*/ 119086 w 457292"/>
                <a:gd name="connsiteY11" fmla="*/ 131374 h 390357"/>
                <a:gd name="connsiteX12" fmla="*/ 81679 w 457292"/>
                <a:gd name="connsiteY12" fmla="*/ 196058 h 390357"/>
                <a:gd name="connsiteX13" fmla="*/ 82645 w 457292"/>
                <a:gd name="connsiteY13" fmla="*/ 229413 h 390357"/>
                <a:gd name="connsiteX14" fmla="*/ 43119 w 457292"/>
                <a:gd name="connsiteY14" fmla="*/ 299645 h 390357"/>
                <a:gd name="connsiteX15" fmla="*/ 34172 w 457292"/>
                <a:gd name="connsiteY15" fmla="*/ 390357 h 39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292" h="390357">
                  <a:moveTo>
                    <a:pt x="34172" y="390357"/>
                  </a:moveTo>
                  <a:cubicBezTo>
                    <a:pt x="13473" y="379915"/>
                    <a:pt x="2625" y="356067"/>
                    <a:pt x="505" y="332906"/>
                  </a:cubicBezTo>
                  <a:cubicBezTo>
                    <a:pt x="-1615" y="309745"/>
                    <a:pt x="3436" y="286739"/>
                    <a:pt x="6459" y="263734"/>
                  </a:cubicBezTo>
                  <a:cubicBezTo>
                    <a:pt x="12694" y="216289"/>
                    <a:pt x="10636" y="166849"/>
                    <a:pt x="27906" y="122178"/>
                  </a:cubicBezTo>
                  <a:cubicBezTo>
                    <a:pt x="54403" y="53598"/>
                    <a:pt x="125539" y="7463"/>
                    <a:pt x="198857" y="916"/>
                  </a:cubicBezTo>
                  <a:cubicBezTo>
                    <a:pt x="272176" y="-5630"/>
                    <a:pt x="345868" y="23454"/>
                    <a:pt x="402758" y="70182"/>
                  </a:cubicBezTo>
                  <a:cubicBezTo>
                    <a:pt x="417659" y="82433"/>
                    <a:pt x="431780" y="96087"/>
                    <a:pt x="441506" y="112733"/>
                  </a:cubicBezTo>
                  <a:cubicBezTo>
                    <a:pt x="466631" y="155627"/>
                    <a:pt x="458526" y="210584"/>
                    <a:pt x="439729" y="256626"/>
                  </a:cubicBezTo>
                  <a:cubicBezTo>
                    <a:pt x="428850" y="283279"/>
                    <a:pt x="398332" y="319315"/>
                    <a:pt x="370276" y="325736"/>
                  </a:cubicBezTo>
                  <a:cubicBezTo>
                    <a:pt x="346928" y="294564"/>
                    <a:pt x="329752" y="259089"/>
                    <a:pt x="312981" y="223989"/>
                  </a:cubicBezTo>
                  <a:cubicBezTo>
                    <a:pt x="296210" y="188888"/>
                    <a:pt x="288043" y="156936"/>
                    <a:pt x="293217" y="118313"/>
                  </a:cubicBezTo>
                  <a:cubicBezTo>
                    <a:pt x="241159" y="150390"/>
                    <a:pt x="171644" y="100233"/>
                    <a:pt x="119086" y="131374"/>
                  </a:cubicBezTo>
                  <a:cubicBezTo>
                    <a:pt x="96361" y="145100"/>
                    <a:pt x="82240" y="169511"/>
                    <a:pt x="81679" y="196058"/>
                  </a:cubicBezTo>
                  <a:cubicBezTo>
                    <a:pt x="81679" y="207186"/>
                    <a:pt x="83892" y="218346"/>
                    <a:pt x="82645" y="229413"/>
                  </a:cubicBezTo>
                  <a:cubicBezTo>
                    <a:pt x="79528" y="256377"/>
                    <a:pt x="56772" y="276172"/>
                    <a:pt x="43119" y="299645"/>
                  </a:cubicBezTo>
                  <a:cubicBezTo>
                    <a:pt x="27345" y="327230"/>
                    <a:pt x="24103" y="360226"/>
                    <a:pt x="34172" y="390357"/>
                  </a:cubicBezTo>
                  <a:close/>
                </a:path>
              </a:pathLst>
            </a:custGeom>
            <a:solidFill>
              <a:schemeClr val="tx1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80CFEF0-9E5E-B94C-FE41-0C010FDB12D0}"/>
                </a:ext>
              </a:extLst>
            </p:cNvPr>
            <p:cNvSpPr/>
            <p:nvPr/>
          </p:nvSpPr>
          <p:spPr>
            <a:xfrm>
              <a:off x="5437544" y="1783530"/>
              <a:ext cx="53032" cy="54067"/>
            </a:xfrm>
            <a:custGeom>
              <a:avLst/>
              <a:gdLst>
                <a:gd name="connsiteX0" fmla="*/ 8891 w 70434"/>
                <a:gd name="connsiteY0" fmla="*/ 25497 h 71809"/>
                <a:gd name="connsiteX1" fmla="*/ 65314 w 70434"/>
                <a:gd name="connsiteY1" fmla="*/ 13714 h 71809"/>
                <a:gd name="connsiteX2" fmla="*/ 6553 w 70434"/>
                <a:gd name="connsiteY2" fmla="*/ 69825 h 71809"/>
                <a:gd name="connsiteX3" fmla="*/ 8891 w 70434"/>
                <a:gd name="connsiteY3" fmla="*/ 25497 h 71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434" h="71809">
                  <a:moveTo>
                    <a:pt x="8891" y="25497"/>
                  </a:moveTo>
                  <a:cubicBezTo>
                    <a:pt x="8891" y="25497"/>
                    <a:pt x="25942" y="-22945"/>
                    <a:pt x="65314" y="13714"/>
                  </a:cubicBezTo>
                  <a:cubicBezTo>
                    <a:pt x="80900" y="28271"/>
                    <a:pt x="60793" y="82824"/>
                    <a:pt x="6553" y="69825"/>
                  </a:cubicBezTo>
                  <a:cubicBezTo>
                    <a:pt x="6521" y="69731"/>
                    <a:pt x="-9626" y="57917"/>
                    <a:pt x="8891" y="25497"/>
                  </a:cubicBezTo>
                  <a:close/>
                </a:path>
              </a:pathLst>
            </a:custGeom>
            <a:solidFill>
              <a:srgbClr val="E89F90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4FA646-0089-5D97-99B9-B25DFE38ACA4}"/>
                </a:ext>
              </a:extLst>
            </p:cNvPr>
            <p:cNvSpPr/>
            <p:nvPr/>
          </p:nvSpPr>
          <p:spPr>
            <a:xfrm>
              <a:off x="5446348" y="1788183"/>
              <a:ext cx="39947" cy="38916"/>
            </a:xfrm>
            <a:custGeom>
              <a:avLst/>
              <a:gdLst>
                <a:gd name="connsiteX0" fmla="*/ 6051 w 53055"/>
                <a:gd name="connsiteY0" fmla="*/ 47622 h 51686"/>
                <a:gd name="connsiteX1" fmla="*/ 37691 w 53055"/>
                <a:gd name="connsiteY1" fmla="*/ 48433 h 51686"/>
                <a:gd name="connsiteX2" fmla="*/ 38220 w 53055"/>
                <a:gd name="connsiteY2" fmla="*/ 46385 h 51686"/>
                <a:gd name="connsiteX3" fmla="*/ 38158 w 53055"/>
                <a:gd name="connsiteY3" fmla="*/ 46282 h 51686"/>
                <a:gd name="connsiteX4" fmla="*/ 36070 w 53055"/>
                <a:gd name="connsiteY4" fmla="*/ 45783 h 51686"/>
                <a:gd name="connsiteX5" fmla="*/ 36007 w 53055"/>
                <a:gd name="connsiteY5" fmla="*/ 45814 h 51686"/>
                <a:gd name="connsiteX6" fmla="*/ 5801 w 53055"/>
                <a:gd name="connsiteY6" fmla="*/ 43975 h 51686"/>
                <a:gd name="connsiteX7" fmla="*/ 6799 w 53055"/>
                <a:gd name="connsiteY7" fmla="*/ 43102 h 51686"/>
                <a:gd name="connsiteX8" fmla="*/ 13345 w 53055"/>
                <a:gd name="connsiteY8" fmla="*/ 28981 h 51686"/>
                <a:gd name="connsiteX9" fmla="*/ 4336 w 53055"/>
                <a:gd name="connsiteY9" fmla="*/ 21874 h 51686"/>
                <a:gd name="connsiteX10" fmla="*/ 24786 w 53055"/>
                <a:gd name="connsiteY10" fmla="*/ 3170 h 51686"/>
                <a:gd name="connsiteX11" fmla="*/ 45297 w 53055"/>
                <a:gd name="connsiteY11" fmla="*/ 12117 h 51686"/>
                <a:gd name="connsiteX12" fmla="*/ 49910 w 53055"/>
                <a:gd name="connsiteY12" fmla="*/ 25926 h 51686"/>
                <a:gd name="connsiteX13" fmla="*/ 51282 w 53055"/>
                <a:gd name="connsiteY13" fmla="*/ 27638 h 51686"/>
                <a:gd name="connsiteX14" fmla="*/ 51314 w 53055"/>
                <a:gd name="connsiteY14" fmla="*/ 27641 h 51686"/>
                <a:gd name="connsiteX15" fmla="*/ 53027 w 53055"/>
                <a:gd name="connsiteY15" fmla="*/ 26238 h 51686"/>
                <a:gd name="connsiteX16" fmla="*/ 47728 w 53055"/>
                <a:gd name="connsiteY16" fmla="*/ 10153 h 51686"/>
                <a:gd name="connsiteX17" fmla="*/ 25066 w 53055"/>
                <a:gd name="connsiteY17" fmla="*/ 53 h 51686"/>
                <a:gd name="connsiteX18" fmla="*/ 127 w 53055"/>
                <a:gd name="connsiteY18" fmla="*/ 23214 h 51686"/>
                <a:gd name="connsiteX19" fmla="*/ 938 w 53055"/>
                <a:gd name="connsiteY19" fmla="*/ 25259 h 51686"/>
                <a:gd name="connsiteX20" fmla="*/ 2061 w 53055"/>
                <a:gd name="connsiteY20" fmla="*/ 25303 h 51686"/>
                <a:gd name="connsiteX21" fmla="*/ 7391 w 53055"/>
                <a:gd name="connsiteY21" fmla="*/ 25583 h 51686"/>
                <a:gd name="connsiteX22" fmla="*/ 10196 w 53055"/>
                <a:gd name="connsiteY22" fmla="*/ 29698 h 51686"/>
                <a:gd name="connsiteX23" fmla="*/ 4647 w 53055"/>
                <a:gd name="connsiteY23" fmla="*/ 40640 h 51686"/>
                <a:gd name="connsiteX24" fmla="*/ 2185 w 53055"/>
                <a:gd name="connsiteY24" fmla="*/ 43321 h 51686"/>
                <a:gd name="connsiteX25" fmla="*/ 3214 w 53055"/>
                <a:gd name="connsiteY25" fmla="*/ 45939 h 51686"/>
                <a:gd name="connsiteX26" fmla="*/ 6051 w 53055"/>
                <a:gd name="connsiteY26" fmla="*/ 47622 h 51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3055" h="51686">
                  <a:moveTo>
                    <a:pt x="6051" y="47622"/>
                  </a:moveTo>
                  <a:cubicBezTo>
                    <a:pt x="12909" y="50740"/>
                    <a:pt x="28245" y="54543"/>
                    <a:pt x="37691" y="48433"/>
                  </a:cubicBezTo>
                  <a:cubicBezTo>
                    <a:pt x="38408" y="48015"/>
                    <a:pt x="38657" y="47099"/>
                    <a:pt x="38220" y="46385"/>
                  </a:cubicBezTo>
                  <a:cubicBezTo>
                    <a:pt x="38189" y="46350"/>
                    <a:pt x="38189" y="46316"/>
                    <a:pt x="38158" y="46282"/>
                  </a:cubicBezTo>
                  <a:cubicBezTo>
                    <a:pt x="37722" y="45565"/>
                    <a:pt x="36787" y="45341"/>
                    <a:pt x="36070" y="45783"/>
                  </a:cubicBezTo>
                  <a:cubicBezTo>
                    <a:pt x="36038" y="45792"/>
                    <a:pt x="36038" y="45805"/>
                    <a:pt x="36007" y="45814"/>
                  </a:cubicBezTo>
                  <a:cubicBezTo>
                    <a:pt x="26407" y="52049"/>
                    <a:pt x="9573" y="46531"/>
                    <a:pt x="5801" y="43975"/>
                  </a:cubicBezTo>
                  <a:lnTo>
                    <a:pt x="6799" y="43102"/>
                  </a:lnTo>
                  <a:cubicBezTo>
                    <a:pt x="9729" y="40640"/>
                    <a:pt x="15153" y="36057"/>
                    <a:pt x="13345" y="28981"/>
                  </a:cubicBezTo>
                  <a:cubicBezTo>
                    <a:pt x="12628" y="24639"/>
                    <a:pt x="8731" y="21559"/>
                    <a:pt x="4336" y="21874"/>
                  </a:cubicBezTo>
                  <a:cubicBezTo>
                    <a:pt x="7266" y="16013"/>
                    <a:pt x="15091" y="2360"/>
                    <a:pt x="24786" y="3170"/>
                  </a:cubicBezTo>
                  <a:cubicBezTo>
                    <a:pt x="34480" y="3981"/>
                    <a:pt x="41026" y="7004"/>
                    <a:pt x="45297" y="12117"/>
                  </a:cubicBezTo>
                  <a:cubicBezTo>
                    <a:pt x="48445" y="16010"/>
                    <a:pt x="50097" y="20917"/>
                    <a:pt x="49910" y="25926"/>
                  </a:cubicBezTo>
                  <a:cubicBezTo>
                    <a:pt x="49817" y="26783"/>
                    <a:pt x="50441" y="27550"/>
                    <a:pt x="51282" y="27638"/>
                  </a:cubicBezTo>
                  <a:cubicBezTo>
                    <a:pt x="51314" y="27641"/>
                    <a:pt x="51314" y="27641"/>
                    <a:pt x="51314" y="27641"/>
                  </a:cubicBezTo>
                  <a:cubicBezTo>
                    <a:pt x="52155" y="27697"/>
                    <a:pt x="52903" y="27083"/>
                    <a:pt x="53027" y="26238"/>
                  </a:cubicBezTo>
                  <a:cubicBezTo>
                    <a:pt x="53308" y="20405"/>
                    <a:pt x="51438" y="14670"/>
                    <a:pt x="47728" y="10153"/>
                  </a:cubicBezTo>
                  <a:cubicBezTo>
                    <a:pt x="42928" y="4355"/>
                    <a:pt x="35259" y="957"/>
                    <a:pt x="25066" y="53"/>
                  </a:cubicBezTo>
                  <a:cubicBezTo>
                    <a:pt x="10508" y="-1256"/>
                    <a:pt x="658" y="22217"/>
                    <a:pt x="127" y="23214"/>
                  </a:cubicBezTo>
                  <a:cubicBezTo>
                    <a:pt x="-215" y="24006"/>
                    <a:pt x="159" y="24922"/>
                    <a:pt x="938" y="25259"/>
                  </a:cubicBezTo>
                  <a:cubicBezTo>
                    <a:pt x="1312" y="25409"/>
                    <a:pt x="1686" y="25424"/>
                    <a:pt x="2061" y="25303"/>
                  </a:cubicBezTo>
                  <a:cubicBezTo>
                    <a:pt x="3806" y="24745"/>
                    <a:pt x="5707" y="24844"/>
                    <a:pt x="7391" y="25583"/>
                  </a:cubicBezTo>
                  <a:cubicBezTo>
                    <a:pt x="8856" y="26506"/>
                    <a:pt x="9885" y="27996"/>
                    <a:pt x="10196" y="29698"/>
                  </a:cubicBezTo>
                  <a:cubicBezTo>
                    <a:pt x="11506" y="34873"/>
                    <a:pt x="7391" y="38364"/>
                    <a:pt x="4647" y="40640"/>
                  </a:cubicBezTo>
                  <a:cubicBezTo>
                    <a:pt x="3619" y="41335"/>
                    <a:pt x="2777" y="42251"/>
                    <a:pt x="2185" y="43321"/>
                  </a:cubicBezTo>
                  <a:cubicBezTo>
                    <a:pt x="1873" y="44327"/>
                    <a:pt x="2309" y="45415"/>
                    <a:pt x="3214" y="45939"/>
                  </a:cubicBezTo>
                  <a:cubicBezTo>
                    <a:pt x="4086" y="46603"/>
                    <a:pt x="5053" y="47167"/>
                    <a:pt x="6051" y="47622"/>
                  </a:cubicBezTo>
                  <a:close/>
                </a:path>
              </a:pathLst>
            </a:custGeom>
            <a:solidFill>
              <a:srgbClr val="CD5959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74114395-6FC2-9870-E8F4-93B56199CB26}"/>
                </a:ext>
              </a:extLst>
            </p:cNvPr>
            <p:cNvSpPr/>
            <p:nvPr/>
          </p:nvSpPr>
          <p:spPr>
            <a:xfrm rot="21529800">
              <a:off x="5457719" y="1835959"/>
              <a:ext cx="33610" cy="33610"/>
            </a:xfrm>
            <a:custGeom>
              <a:avLst/>
              <a:gdLst>
                <a:gd name="connsiteX0" fmla="*/ 44640 w 44639"/>
                <a:gd name="connsiteY0" fmla="*/ 22320 h 44639"/>
                <a:gd name="connsiteX1" fmla="*/ 22320 w 44639"/>
                <a:gd name="connsiteY1" fmla="*/ 44639 h 44639"/>
                <a:gd name="connsiteX2" fmla="*/ 1 w 44639"/>
                <a:gd name="connsiteY2" fmla="*/ 22320 h 44639"/>
                <a:gd name="connsiteX3" fmla="*/ 22320 w 44639"/>
                <a:gd name="connsiteY3" fmla="*/ 0 h 44639"/>
                <a:gd name="connsiteX4" fmla="*/ 44640 w 44639"/>
                <a:gd name="connsiteY4" fmla="*/ 22320 h 44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39" h="44639">
                  <a:moveTo>
                    <a:pt x="44640" y="22320"/>
                  </a:moveTo>
                  <a:cubicBezTo>
                    <a:pt x="44640" y="34647"/>
                    <a:pt x="34647" y="44639"/>
                    <a:pt x="22320" y="44639"/>
                  </a:cubicBezTo>
                  <a:cubicBezTo>
                    <a:pt x="9993" y="44639"/>
                    <a:pt x="1" y="34647"/>
                    <a:pt x="1" y="22320"/>
                  </a:cubicBezTo>
                  <a:cubicBezTo>
                    <a:pt x="1" y="9993"/>
                    <a:pt x="9993" y="0"/>
                    <a:pt x="22320" y="0"/>
                  </a:cubicBezTo>
                  <a:cubicBezTo>
                    <a:pt x="34647" y="0"/>
                    <a:pt x="44640" y="9993"/>
                    <a:pt x="44640" y="22320"/>
                  </a:cubicBezTo>
                  <a:close/>
                </a:path>
              </a:pathLst>
            </a:custGeom>
            <a:solidFill>
              <a:srgbClr val="FFFFFF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DFD5FB62-C098-C897-022E-E4AB44564D54}"/>
                </a:ext>
              </a:extLst>
            </p:cNvPr>
            <p:cNvSpPr/>
            <p:nvPr/>
          </p:nvSpPr>
          <p:spPr>
            <a:xfrm>
              <a:off x="5054456" y="2278931"/>
              <a:ext cx="197507" cy="215323"/>
            </a:xfrm>
            <a:custGeom>
              <a:avLst/>
              <a:gdLst>
                <a:gd name="connsiteX0" fmla="*/ 109664 w 262316"/>
                <a:gd name="connsiteY0" fmla="*/ 285978 h 285978"/>
                <a:gd name="connsiteX1" fmla="*/ 559 w 262316"/>
                <a:gd name="connsiteY1" fmla="*/ 140558 h 285978"/>
                <a:gd name="connsiteX2" fmla="*/ 114464 w 262316"/>
                <a:gd name="connsiteY2" fmla="*/ 0 h 285978"/>
                <a:gd name="connsiteX3" fmla="*/ 262317 w 262316"/>
                <a:gd name="connsiteY3" fmla="*/ 77558 h 285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2316" h="285978">
                  <a:moveTo>
                    <a:pt x="109664" y="285978"/>
                  </a:moveTo>
                  <a:cubicBezTo>
                    <a:pt x="109664" y="285978"/>
                    <a:pt x="-9105" y="227810"/>
                    <a:pt x="559" y="140558"/>
                  </a:cubicBezTo>
                  <a:cubicBezTo>
                    <a:pt x="10222" y="53305"/>
                    <a:pt x="114464" y="0"/>
                    <a:pt x="114464" y="0"/>
                  </a:cubicBezTo>
                  <a:lnTo>
                    <a:pt x="262317" y="77558"/>
                  </a:lnTo>
                  <a:close/>
                </a:path>
              </a:pathLst>
            </a:custGeom>
            <a:solidFill>
              <a:srgbClr val="DD5050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147098F-FEF0-5FBC-F420-759D62B0E546}"/>
                </a:ext>
              </a:extLst>
            </p:cNvPr>
            <p:cNvSpPr/>
            <p:nvPr/>
          </p:nvSpPr>
          <p:spPr>
            <a:xfrm>
              <a:off x="5193590" y="2018004"/>
              <a:ext cx="297424" cy="273696"/>
            </a:xfrm>
            <a:custGeom>
              <a:avLst/>
              <a:gdLst>
                <a:gd name="connsiteX0" fmla="*/ 278685 w 395020"/>
                <a:gd name="connsiteY0" fmla="*/ 6047 h 363505"/>
                <a:gd name="connsiteX1" fmla="*/ 395021 w 395020"/>
                <a:gd name="connsiteY1" fmla="*/ 63000 h 363505"/>
                <a:gd name="connsiteX2" fmla="*/ 109042 w 395020"/>
                <a:gd name="connsiteY2" fmla="*/ 363505 h 363505"/>
                <a:gd name="connsiteX3" fmla="*/ 0 w 395020"/>
                <a:gd name="connsiteY3" fmla="*/ 48474 h 363505"/>
                <a:gd name="connsiteX4" fmla="*/ 203558 w 395020"/>
                <a:gd name="connsiteY4" fmla="*/ 0 h 363505"/>
                <a:gd name="connsiteX5" fmla="*/ 278685 w 395020"/>
                <a:gd name="connsiteY5" fmla="*/ 6047 h 363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5020" h="363505">
                  <a:moveTo>
                    <a:pt x="278685" y="6047"/>
                  </a:moveTo>
                  <a:lnTo>
                    <a:pt x="395021" y="63000"/>
                  </a:lnTo>
                  <a:lnTo>
                    <a:pt x="109042" y="363505"/>
                  </a:lnTo>
                  <a:lnTo>
                    <a:pt x="0" y="48474"/>
                  </a:lnTo>
                  <a:lnTo>
                    <a:pt x="203558" y="0"/>
                  </a:lnTo>
                  <a:lnTo>
                    <a:pt x="278685" y="604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0AE516FA-45DF-4E48-9118-A6027FCF21FD}"/>
                </a:ext>
              </a:extLst>
            </p:cNvPr>
            <p:cNvSpPr/>
            <p:nvPr/>
          </p:nvSpPr>
          <p:spPr>
            <a:xfrm>
              <a:off x="5308551" y="2430389"/>
              <a:ext cx="176995" cy="53961"/>
            </a:xfrm>
            <a:custGeom>
              <a:avLst/>
              <a:gdLst>
                <a:gd name="connsiteX0" fmla="*/ 0 w 235074"/>
                <a:gd name="connsiteY0" fmla="*/ 0 h 71668"/>
                <a:gd name="connsiteX1" fmla="*/ 235074 w 235074"/>
                <a:gd name="connsiteY1" fmla="*/ 2432 h 71668"/>
                <a:gd name="connsiteX2" fmla="*/ 0 w 235074"/>
                <a:gd name="connsiteY2" fmla="*/ 0 h 71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5074" h="71668">
                  <a:moveTo>
                    <a:pt x="0" y="0"/>
                  </a:moveTo>
                  <a:cubicBezTo>
                    <a:pt x="0" y="0"/>
                    <a:pt x="106611" y="67863"/>
                    <a:pt x="235074" y="2432"/>
                  </a:cubicBezTo>
                  <a:cubicBezTo>
                    <a:pt x="235074" y="2432"/>
                    <a:pt x="113905" y="159823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1806E5C9-78E5-EDC3-8FF6-47C9D5F3CE90}"/>
                </a:ext>
              </a:extLst>
            </p:cNvPr>
            <p:cNvSpPr/>
            <p:nvPr/>
          </p:nvSpPr>
          <p:spPr>
            <a:xfrm>
              <a:off x="5352806" y="2689893"/>
              <a:ext cx="230359" cy="244912"/>
            </a:xfrm>
            <a:custGeom>
              <a:avLst/>
              <a:gdLst>
                <a:gd name="connsiteX0" fmla="*/ 299118 w 305948"/>
                <a:gd name="connsiteY0" fmla="*/ 325246 h 325277"/>
                <a:gd name="connsiteX1" fmla="*/ 298433 w 305948"/>
                <a:gd name="connsiteY1" fmla="*/ 325246 h 325277"/>
                <a:gd name="connsiteX2" fmla="*/ 265 w 305948"/>
                <a:gd name="connsiteY2" fmla="*/ 8594 h 325277"/>
                <a:gd name="connsiteX3" fmla="*/ 4817 w 305948"/>
                <a:gd name="connsiteY3" fmla="*/ 333 h 325277"/>
                <a:gd name="connsiteX4" fmla="*/ 4848 w 305948"/>
                <a:gd name="connsiteY4" fmla="*/ 333 h 325277"/>
                <a:gd name="connsiteX5" fmla="*/ 12953 w 305948"/>
                <a:gd name="connsiteY5" fmla="*/ 4354 h 325277"/>
                <a:gd name="connsiteX6" fmla="*/ 13109 w 305948"/>
                <a:gd name="connsiteY6" fmla="*/ 4946 h 325277"/>
                <a:gd name="connsiteX7" fmla="*/ 299898 w 305948"/>
                <a:gd name="connsiteY7" fmla="*/ 311904 h 325277"/>
                <a:gd name="connsiteX8" fmla="*/ 305914 w 305948"/>
                <a:gd name="connsiteY8" fmla="*/ 319230 h 325277"/>
                <a:gd name="connsiteX9" fmla="*/ 299243 w 305948"/>
                <a:gd name="connsiteY9" fmla="*/ 325277 h 32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5948" h="325277">
                  <a:moveTo>
                    <a:pt x="299118" y="325246"/>
                  </a:moveTo>
                  <a:lnTo>
                    <a:pt x="298433" y="325246"/>
                  </a:lnTo>
                  <a:cubicBezTo>
                    <a:pt x="296282" y="325028"/>
                    <a:pt x="82904" y="300308"/>
                    <a:pt x="265" y="8594"/>
                  </a:cubicBezTo>
                  <a:cubicBezTo>
                    <a:pt x="-763" y="5040"/>
                    <a:pt x="1294" y="1361"/>
                    <a:pt x="4817" y="333"/>
                  </a:cubicBezTo>
                  <a:cubicBezTo>
                    <a:pt x="4848" y="333"/>
                    <a:pt x="4848" y="333"/>
                    <a:pt x="4848" y="333"/>
                  </a:cubicBezTo>
                  <a:cubicBezTo>
                    <a:pt x="8183" y="-789"/>
                    <a:pt x="11831" y="1019"/>
                    <a:pt x="12953" y="4354"/>
                  </a:cubicBezTo>
                  <a:cubicBezTo>
                    <a:pt x="13015" y="4541"/>
                    <a:pt x="13046" y="4759"/>
                    <a:pt x="13109" y="4946"/>
                  </a:cubicBezTo>
                  <a:cubicBezTo>
                    <a:pt x="93378" y="288088"/>
                    <a:pt x="297685" y="311717"/>
                    <a:pt x="299898" y="311904"/>
                  </a:cubicBezTo>
                  <a:cubicBezTo>
                    <a:pt x="303576" y="312247"/>
                    <a:pt x="306288" y="315552"/>
                    <a:pt x="305914" y="319230"/>
                  </a:cubicBezTo>
                  <a:cubicBezTo>
                    <a:pt x="305603" y="322659"/>
                    <a:pt x="302703" y="325277"/>
                    <a:pt x="299243" y="325277"/>
                  </a:cubicBezTo>
                  <a:close/>
                </a:path>
              </a:pathLst>
            </a:custGeom>
            <a:solidFill>
              <a:srgbClr val="3B3348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696A33D-7FFF-8A1D-61F3-57ECF606916A}"/>
                </a:ext>
              </a:extLst>
            </p:cNvPr>
            <p:cNvSpPr/>
            <p:nvPr/>
          </p:nvSpPr>
          <p:spPr>
            <a:xfrm>
              <a:off x="5212273" y="2680709"/>
              <a:ext cx="55691" cy="303949"/>
            </a:xfrm>
            <a:custGeom>
              <a:avLst/>
              <a:gdLst>
                <a:gd name="connsiteX0" fmla="*/ 67240 w 73965"/>
                <a:gd name="connsiteY0" fmla="*/ 403687 h 403686"/>
                <a:gd name="connsiteX1" fmla="*/ 61816 w 73965"/>
                <a:gd name="connsiteY1" fmla="*/ 400881 h 403686"/>
                <a:gd name="connsiteX2" fmla="*/ 1279 w 73965"/>
                <a:gd name="connsiteY2" fmla="*/ 316092 h 403686"/>
                <a:gd name="connsiteX3" fmla="*/ 0 w 73965"/>
                <a:gd name="connsiteY3" fmla="*/ 312195 h 403686"/>
                <a:gd name="connsiteX4" fmla="*/ 0 w 73965"/>
                <a:gd name="connsiteY4" fmla="*/ 6702 h 403686"/>
                <a:gd name="connsiteX5" fmla="*/ 6703 w 73965"/>
                <a:gd name="connsiteY5" fmla="*/ 0 h 403686"/>
                <a:gd name="connsiteX6" fmla="*/ 13404 w 73965"/>
                <a:gd name="connsiteY6" fmla="*/ 6702 h 403686"/>
                <a:gd name="connsiteX7" fmla="*/ 13404 w 73965"/>
                <a:gd name="connsiteY7" fmla="*/ 309919 h 403686"/>
                <a:gd name="connsiteX8" fmla="*/ 60569 w 73965"/>
                <a:gd name="connsiteY8" fmla="*/ 376005 h 403686"/>
                <a:gd name="connsiteX9" fmla="*/ 60569 w 73965"/>
                <a:gd name="connsiteY9" fmla="*/ 16522 h 403686"/>
                <a:gd name="connsiteX10" fmla="*/ 66804 w 73965"/>
                <a:gd name="connsiteY10" fmla="*/ 9383 h 403686"/>
                <a:gd name="connsiteX11" fmla="*/ 73942 w 73965"/>
                <a:gd name="connsiteY11" fmla="*/ 15618 h 403686"/>
                <a:gd name="connsiteX12" fmla="*/ 73942 w 73965"/>
                <a:gd name="connsiteY12" fmla="*/ 16522 h 403686"/>
                <a:gd name="connsiteX13" fmla="*/ 73942 w 73965"/>
                <a:gd name="connsiteY13" fmla="*/ 396829 h 403686"/>
                <a:gd name="connsiteX14" fmla="*/ 69297 w 73965"/>
                <a:gd name="connsiteY14" fmla="*/ 403064 h 403686"/>
                <a:gd name="connsiteX15" fmla="*/ 67240 w 73965"/>
                <a:gd name="connsiteY15" fmla="*/ 403687 h 403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3965" h="403686">
                  <a:moveTo>
                    <a:pt x="67240" y="403687"/>
                  </a:moveTo>
                  <a:cubicBezTo>
                    <a:pt x="65089" y="403687"/>
                    <a:pt x="63062" y="402627"/>
                    <a:pt x="61816" y="400881"/>
                  </a:cubicBezTo>
                  <a:lnTo>
                    <a:pt x="1279" y="316092"/>
                  </a:lnTo>
                  <a:cubicBezTo>
                    <a:pt x="437" y="314969"/>
                    <a:pt x="0" y="313598"/>
                    <a:pt x="0" y="312195"/>
                  </a:cubicBezTo>
                  <a:lnTo>
                    <a:pt x="0" y="6702"/>
                  </a:lnTo>
                  <a:cubicBezTo>
                    <a:pt x="0" y="2992"/>
                    <a:pt x="2992" y="0"/>
                    <a:pt x="6703" y="0"/>
                  </a:cubicBezTo>
                  <a:cubicBezTo>
                    <a:pt x="10412" y="0"/>
                    <a:pt x="13404" y="2992"/>
                    <a:pt x="13404" y="6702"/>
                  </a:cubicBezTo>
                  <a:lnTo>
                    <a:pt x="13404" y="309919"/>
                  </a:lnTo>
                  <a:lnTo>
                    <a:pt x="60569" y="376005"/>
                  </a:lnTo>
                  <a:lnTo>
                    <a:pt x="60569" y="16522"/>
                  </a:lnTo>
                  <a:cubicBezTo>
                    <a:pt x="60320" y="12843"/>
                    <a:pt x="63094" y="9632"/>
                    <a:pt x="66804" y="9383"/>
                  </a:cubicBezTo>
                  <a:cubicBezTo>
                    <a:pt x="70482" y="9134"/>
                    <a:pt x="73693" y="11908"/>
                    <a:pt x="73942" y="15618"/>
                  </a:cubicBezTo>
                  <a:cubicBezTo>
                    <a:pt x="73973" y="15898"/>
                    <a:pt x="73973" y="16210"/>
                    <a:pt x="73942" y="16522"/>
                  </a:cubicBezTo>
                  <a:lnTo>
                    <a:pt x="73942" y="396829"/>
                  </a:lnTo>
                  <a:cubicBezTo>
                    <a:pt x="73880" y="399697"/>
                    <a:pt x="72009" y="402191"/>
                    <a:pt x="69297" y="403064"/>
                  </a:cubicBezTo>
                  <a:cubicBezTo>
                    <a:pt x="68642" y="403375"/>
                    <a:pt x="67957" y="403562"/>
                    <a:pt x="67240" y="403687"/>
                  </a:cubicBezTo>
                  <a:close/>
                </a:path>
              </a:pathLst>
            </a:custGeom>
            <a:solidFill>
              <a:srgbClr val="3B3348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C2EDBFB4-A6C5-DCAC-A962-C56D49798871}"/>
                </a:ext>
              </a:extLst>
            </p:cNvPr>
            <p:cNvSpPr/>
            <p:nvPr/>
          </p:nvSpPr>
          <p:spPr>
            <a:xfrm>
              <a:off x="5243982" y="2323878"/>
              <a:ext cx="33704" cy="33704"/>
            </a:xfrm>
            <a:custGeom>
              <a:avLst/>
              <a:gdLst>
                <a:gd name="connsiteX0" fmla="*/ 0 w 44764"/>
                <a:gd name="connsiteY0" fmla="*/ 22382 h 44764"/>
                <a:gd name="connsiteX1" fmla="*/ 22383 w 44764"/>
                <a:gd name="connsiteY1" fmla="*/ 0 h 44764"/>
                <a:gd name="connsiteX2" fmla="*/ 44764 w 44764"/>
                <a:gd name="connsiteY2" fmla="*/ 22382 h 44764"/>
                <a:gd name="connsiteX3" fmla="*/ 22383 w 44764"/>
                <a:gd name="connsiteY3" fmla="*/ 44764 h 44764"/>
                <a:gd name="connsiteX4" fmla="*/ 0 w 44764"/>
                <a:gd name="connsiteY4" fmla="*/ 22382 h 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764" h="44764">
                  <a:moveTo>
                    <a:pt x="0" y="22382"/>
                  </a:moveTo>
                  <a:cubicBezTo>
                    <a:pt x="0" y="10022"/>
                    <a:pt x="10006" y="0"/>
                    <a:pt x="22383" y="0"/>
                  </a:cubicBezTo>
                  <a:cubicBezTo>
                    <a:pt x="34758" y="0"/>
                    <a:pt x="44764" y="10022"/>
                    <a:pt x="44764" y="22382"/>
                  </a:cubicBezTo>
                  <a:cubicBezTo>
                    <a:pt x="44764" y="34742"/>
                    <a:pt x="34758" y="44764"/>
                    <a:pt x="22383" y="44764"/>
                  </a:cubicBezTo>
                  <a:cubicBezTo>
                    <a:pt x="10038" y="44749"/>
                    <a:pt x="31" y="34736"/>
                    <a:pt x="0" y="22382"/>
                  </a:cubicBezTo>
                  <a:close/>
                </a:path>
              </a:pathLst>
            </a:custGeom>
            <a:solidFill>
              <a:srgbClr val="3B3348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0B01D643-7295-DE36-80C9-F795982F9D5D}"/>
                </a:ext>
              </a:extLst>
            </p:cNvPr>
            <p:cNvSpPr/>
            <p:nvPr/>
          </p:nvSpPr>
          <p:spPr>
            <a:xfrm>
              <a:off x="5229125" y="2410157"/>
              <a:ext cx="33704" cy="33704"/>
            </a:xfrm>
            <a:custGeom>
              <a:avLst/>
              <a:gdLst>
                <a:gd name="connsiteX0" fmla="*/ 44764 w 44764"/>
                <a:gd name="connsiteY0" fmla="*/ 22382 h 44764"/>
                <a:gd name="connsiteX1" fmla="*/ 22382 w 44764"/>
                <a:gd name="connsiteY1" fmla="*/ 44764 h 44764"/>
                <a:gd name="connsiteX2" fmla="*/ 0 w 44764"/>
                <a:gd name="connsiteY2" fmla="*/ 22382 h 44764"/>
                <a:gd name="connsiteX3" fmla="*/ 22382 w 44764"/>
                <a:gd name="connsiteY3" fmla="*/ 0 h 44764"/>
                <a:gd name="connsiteX4" fmla="*/ 44764 w 44764"/>
                <a:gd name="connsiteY4" fmla="*/ 22382 h 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764" h="44764">
                  <a:moveTo>
                    <a:pt x="44764" y="22382"/>
                  </a:moveTo>
                  <a:cubicBezTo>
                    <a:pt x="44764" y="34743"/>
                    <a:pt x="34743" y="44764"/>
                    <a:pt x="22382" y="44764"/>
                  </a:cubicBezTo>
                  <a:cubicBezTo>
                    <a:pt x="10021" y="44764"/>
                    <a:pt x="0" y="34743"/>
                    <a:pt x="0" y="22382"/>
                  </a:cubicBezTo>
                  <a:cubicBezTo>
                    <a:pt x="0" y="10021"/>
                    <a:pt x="10021" y="0"/>
                    <a:pt x="22382" y="0"/>
                  </a:cubicBezTo>
                  <a:cubicBezTo>
                    <a:pt x="34743" y="0"/>
                    <a:pt x="44764" y="10021"/>
                    <a:pt x="44764" y="22382"/>
                  </a:cubicBezTo>
                  <a:close/>
                </a:path>
              </a:pathLst>
            </a:custGeom>
            <a:solidFill>
              <a:srgbClr val="3B3348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39524318-37D8-9758-3041-16B09613605B}"/>
                </a:ext>
              </a:extLst>
            </p:cNvPr>
            <p:cNvSpPr/>
            <p:nvPr/>
          </p:nvSpPr>
          <p:spPr>
            <a:xfrm>
              <a:off x="5226145" y="2497423"/>
              <a:ext cx="33704" cy="33704"/>
            </a:xfrm>
            <a:custGeom>
              <a:avLst/>
              <a:gdLst>
                <a:gd name="connsiteX0" fmla="*/ 44764 w 44764"/>
                <a:gd name="connsiteY0" fmla="*/ 22382 h 44764"/>
                <a:gd name="connsiteX1" fmla="*/ 22382 w 44764"/>
                <a:gd name="connsiteY1" fmla="*/ 44764 h 44764"/>
                <a:gd name="connsiteX2" fmla="*/ 0 w 44764"/>
                <a:gd name="connsiteY2" fmla="*/ 22382 h 44764"/>
                <a:gd name="connsiteX3" fmla="*/ 22382 w 44764"/>
                <a:gd name="connsiteY3" fmla="*/ 0 h 44764"/>
                <a:gd name="connsiteX4" fmla="*/ 44764 w 44764"/>
                <a:gd name="connsiteY4" fmla="*/ 22382 h 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764" h="44764">
                  <a:moveTo>
                    <a:pt x="44764" y="22382"/>
                  </a:moveTo>
                  <a:cubicBezTo>
                    <a:pt x="44764" y="34743"/>
                    <a:pt x="34743" y="44764"/>
                    <a:pt x="22382" y="44764"/>
                  </a:cubicBezTo>
                  <a:cubicBezTo>
                    <a:pt x="10021" y="44764"/>
                    <a:pt x="0" y="34743"/>
                    <a:pt x="0" y="22382"/>
                  </a:cubicBezTo>
                  <a:cubicBezTo>
                    <a:pt x="0" y="10021"/>
                    <a:pt x="10021" y="0"/>
                    <a:pt x="22382" y="0"/>
                  </a:cubicBezTo>
                  <a:cubicBezTo>
                    <a:pt x="34743" y="0"/>
                    <a:pt x="44764" y="10021"/>
                    <a:pt x="44764" y="22382"/>
                  </a:cubicBezTo>
                  <a:close/>
                </a:path>
              </a:pathLst>
            </a:custGeom>
            <a:solidFill>
              <a:srgbClr val="3B3348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DE7570F-F565-5A0F-0821-703CF4A57F5D}"/>
                </a:ext>
              </a:extLst>
            </p:cNvPr>
            <p:cNvSpPr/>
            <p:nvPr/>
          </p:nvSpPr>
          <p:spPr>
            <a:xfrm>
              <a:off x="5214221" y="2590627"/>
              <a:ext cx="33704" cy="33704"/>
            </a:xfrm>
            <a:custGeom>
              <a:avLst/>
              <a:gdLst>
                <a:gd name="connsiteX0" fmla="*/ 0 w 44764"/>
                <a:gd name="connsiteY0" fmla="*/ 22382 h 44764"/>
                <a:gd name="connsiteX1" fmla="*/ 22382 w 44764"/>
                <a:gd name="connsiteY1" fmla="*/ 0 h 44764"/>
                <a:gd name="connsiteX2" fmla="*/ 44764 w 44764"/>
                <a:gd name="connsiteY2" fmla="*/ 22382 h 44764"/>
                <a:gd name="connsiteX3" fmla="*/ 22382 w 44764"/>
                <a:gd name="connsiteY3" fmla="*/ 44764 h 44764"/>
                <a:gd name="connsiteX4" fmla="*/ 0 w 44764"/>
                <a:gd name="connsiteY4" fmla="*/ 22444 h 44764"/>
                <a:gd name="connsiteX5" fmla="*/ 0 w 44764"/>
                <a:gd name="connsiteY5" fmla="*/ 22382 h 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764" h="44764">
                  <a:moveTo>
                    <a:pt x="0" y="22382"/>
                  </a:moveTo>
                  <a:cubicBezTo>
                    <a:pt x="0" y="10006"/>
                    <a:pt x="10006" y="0"/>
                    <a:pt x="22382" y="0"/>
                  </a:cubicBezTo>
                  <a:cubicBezTo>
                    <a:pt x="34757" y="0"/>
                    <a:pt x="44764" y="10006"/>
                    <a:pt x="44764" y="22382"/>
                  </a:cubicBezTo>
                  <a:cubicBezTo>
                    <a:pt x="44764" y="34758"/>
                    <a:pt x="34757" y="44764"/>
                    <a:pt x="22382" y="44764"/>
                  </a:cubicBezTo>
                  <a:cubicBezTo>
                    <a:pt x="10038" y="44795"/>
                    <a:pt x="31" y="34789"/>
                    <a:pt x="0" y="22444"/>
                  </a:cubicBezTo>
                  <a:cubicBezTo>
                    <a:pt x="0" y="22413"/>
                    <a:pt x="0" y="22413"/>
                    <a:pt x="0" y="22382"/>
                  </a:cubicBezTo>
                  <a:close/>
                </a:path>
              </a:pathLst>
            </a:custGeom>
            <a:solidFill>
              <a:srgbClr val="3B3348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99DA4401-A104-4863-9E14-D9192116D416}"/>
                </a:ext>
              </a:extLst>
            </p:cNvPr>
            <p:cNvSpPr/>
            <p:nvPr/>
          </p:nvSpPr>
          <p:spPr>
            <a:xfrm>
              <a:off x="5405229" y="2023074"/>
              <a:ext cx="33610" cy="33610"/>
            </a:xfrm>
            <a:custGeom>
              <a:avLst/>
              <a:gdLst>
                <a:gd name="connsiteX0" fmla="*/ 44639 w 44639"/>
                <a:gd name="connsiteY0" fmla="*/ 22320 h 44639"/>
                <a:gd name="connsiteX1" fmla="*/ 22320 w 44639"/>
                <a:gd name="connsiteY1" fmla="*/ 44639 h 44639"/>
                <a:gd name="connsiteX2" fmla="*/ 0 w 44639"/>
                <a:gd name="connsiteY2" fmla="*/ 22320 h 44639"/>
                <a:gd name="connsiteX3" fmla="*/ 22320 w 44639"/>
                <a:gd name="connsiteY3" fmla="*/ 0 h 44639"/>
                <a:gd name="connsiteX4" fmla="*/ 44639 w 44639"/>
                <a:gd name="connsiteY4" fmla="*/ 22320 h 44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39" h="44639">
                  <a:moveTo>
                    <a:pt x="44639" y="22320"/>
                  </a:moveTo>
                  <a:cubicBezTo>
                    <a:pt x="44639" y="34646"/>
                    <a:pt x="34647" y="44639"/>
                    <a:pt x="22320" y="44639"/>
                  </a:cubicBezTo>
                  <a:cubicBezTo>
                    <a:pt x="9993" y="44639"/>
                    <a:pt x="0" y="34646"/>
                    <a:pt x="0" y="22320"/>
                  </a:cubicBezTo>
                  <a:cubicBezTo>
                    <a:pt x="0" y="9993"/>
                    <a:pt x="9993" y="0"/>
                    <a:pt x="22320" y="0"/>
                  </a:cubicBezTo>
                  <a:cubicBezTo>
                    <a:pt x="34647" y="0"/>
                    <a:pt x="44639" y="9993"/>
                    <a:pt x="44639" y="22320"/>
                  </a:cubicBezTo>
                  <a:close/>
                </a:path>
              </a:pathLst>
            </a:custGeom>
            <a:solidFill>
              <a:srgbClr val="FFFFFF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B75E8C28-2AE3-F579-6EC2-8F6EF18733AC}"/>
                </a:ext>
              </a:extLst>
            </p:cNvPr>
            <p:cNvSpPr/>
            <p:nvPr/>
          </p:nvSpPr>
          <p:spPr>
            <a:xfrm>
              <a:off x="5379457" y="2054806"/>
              <a:ext cx="33610" cy="33610"/>
            </a:xfrm>
            <a:custGeom>
              <a:avLst/>
              <a:gdLst>
                <a:gd name="connsiteX0" fmla="*/ 44640 w 44639"/>
                <a:gd name="connsiteY0" fmla="*/ 22320 h 44639"/>
                <a:gd name="connsiteX1" fmla="*/ 22320 w 44639"/>
                <a:gd name="connsiteY1" fmla="*/ 0 h 44639"/>
                <a:gd name="connsiteX2" fmla="*/ 0 w 44639"/>
                <a:gd name="connsiteY2" fmla="*/ 22320 h 44639"/>
                <a:gd name="connsiteX3" fmla="*/ 22320 w 44639"/>
                <a:gd name="connsiteY3" fmla="*/ 44639 h 44639"/>
                <a:gd name="connsiteX4" fmla="*/ 44640 w 44639"/>
                <a:gd name="connsiteY4" fmla="*/ 22320 h 44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39" h="44639">
                  <a:moveTo>
                    <a:pt x="44640" y="22320"/>
                  </a:moveTo>
                  <a:cubicBezTo>
                    <a:pt x="44640" y="9994"/>
                    <a:pt x="34633" y="0"/>
                    <a:pt x="22320" y="0"/>
                  </a:cubicBezTo>
                  <a:cubicBezTo>
                    <a:pt x="10007" y="0"/>
                    <a:pt x="0" y="9994"/>
                    <a:pt x="0" y="22320"/>
                  </a:cubicBezTo>
                  <a:cubicBezTo>
                    <a:pt x="0" y="34645"/>
                    <a:pt x="10007" y="44639"/>
                    <a:pt x="22320" y="44639"/>
                  </a:cubicBezTo>
                  <a:cubicBezTo>
                    <a:pt x="34633" y="44639"/>
                    <a:pt x="44640" y="34645"/>
                    <a:pt x="44640" y="22320"/>
                  </a:cubicBezTo>
                  <a:close/>
                </a:path>
              </a:pathLst>
            </a:custGeom>
            <a:solidFill>
              <a:srgbClr val="FFFFFF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E793B4F-6E17-268A-F5A1-2DD036385C41}"/>
                </a:ext>
              </a:extLst>
            </p:cNvPr>
            <p:cNvSpPr/>
            <p:nvPr/>
          </p:nvSpPr>
          <p:spPr>
            <a:xfrm>
              <a:off x="5348710" y="2081586"/>
              <a:ext cx="33610" cy="33610"/>
            </a:xfrm>
            <a:custGeom>
              <a:avLst/>
              <a:gdLst>
                <a:gd name="connsiteX0" fmla="*/ 44640 w 44639"/>
                <a:gd name="connsiteY0" fmla="*/ 22320 h 44639"/>
                <a:gd name="connsiteX1" fmla="*/ 22320 w 44639"/>
                <a:gd name="connsiteY1" fmla="*/ 44639 h 44639"/>
                <a:gd name="connsiteX2" fmla="*/ 1 w 44639"/>
                <a:gd name="connsiteY2" fmla="*/ 22320 h 44639"/>
                <a:gd name="connsiteX3" fmla="*/ 22320 w 44639"/>
                <a:gd name="connsiteY3" fmla="*/ 0 h 44639"/>
                <a:gd name="connsiteX4" fmla="*/ 44640 w 44639"/>
                <a:gd name="connsiteY4" fmla="*/ 22320 h 44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39" h="44639">
                  <a:moveTo>
                    <a:pt x="44640" y="22320"/>
                  </a:moveTo>
                  <a:cubicBezTo>
                    <a:pt x="44640" y="34647"/>
                    <a:pt x="34647" y="44639"/>
                    <a:pt x="22320" y="44639"/>
                  </a:cubicBezTo>
                  <a:cubicBezTo>
                    <a:pt x="9994" y="44639"/>
                    <a:pt x="1" y="34647"/>
                    <a:pt x="1" y="22320"/>
                  </a:cubicBezTo>
                  <a:cubicBezTo>
                    <a:pt x="1" y="9993"/>
                    <a:pt x="9994" y="0"/>
                    <a:pt x="22320" y="0"/>
                  </a:cubicBezTo>
                  <a:cubicBezTo>
                    <a:pt x="34647" y="0"/>
                    <a:pt x="44640" y="9993"/>
                    <a:pt x="44640" y="22320"/>
                  </a:cubicBezTo>
                  <a:close/>
                </a:path>
              </a:pathLst>
            </a:custGeom>
            <a:solidFill>
              <a:srgbClr val="FFFFFF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7D46B70-C065-FCCA-29C1-1D0E3A7C1E40}"/>
                </a:ext>
              </a:extLst>
            </p:cNvPr>
            <p:cNvSpPr/>
            <p:nvPr/>
          </p:nvSpPr>
          <p:spPr>
            <a:xfrm>
              <a:off x="5307073" y="2086539"/>
              <a:ext cx="33610" cy="33610"/>
            </a:xfrm>
            <a:custGeom>
              <a:avLst/>
              <a:gdLst>
                <a:gd name="connsiteX0" fmla="*/ 44639 w 44639"/>
                <a:gd name="connsiteY0" fmla="*/ 22320 h 44639"/>
                <a:gd name="connsiteX1" fmla="*/ 22320 w 44639"/>
                <a:gd name="connsiteY1" fmla="*/ 44639 h 44639"/>
                <a:gd name="connsiteX2" fmla="*/ 0 w 44639"/>
                <a:gd name="connsiteY2" fmla="*/ 22320 h 44639"/>
                <a:gd name="connsiteX3" fmla="*/ 22320 w 44639"/>
                <a:gd name="connsiteY3" fmla="*/ 0 h 44639"/>
                <a:gd name="connsiteX4" fmla="*/ 44639 w 44639"/>
                <a:gd name="connsiteY4" fmla="*/ 22320 h 44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39" h="44639">
                  <a:moveTo>
                    <a:pt x="44639" y="22320"/>
                  </a:moveTo>
                  <a:cubicBezTo>
                    <a:pt x="44639" y="34646"/>
                    <a:pt x="34646" y="44639"/>
                    <a:pt x="22320" y="44639"/>
                  </a:cubicBezTo>
                  <a:cubicBezTo>
                    <a:pt x="9993" y="44639"/>
                    <a:pt x="0" y="34646"/>
                    <a:pt x="0" y="22320"/>
                  </a:cubicBezTo>
                  <a:cubicBezTo>
                    <a:pt x="0" y="9993"/>
                    <a:pt x="9993" y="0"/>
                    <a:pt x="22320" y="0"/>
                  </a:cubicBezTo>
                  <a:cubicBezTo>
                    <a:pt x="34646" y="0"/>
                    <a:pt x="44639" y="9993"/>
                    <a:pt x="44639" y="22320"/>
                  </a:cubicBezTo>
                  <a:close/>
                </a:path>
              </a:pathLst>
            </a:custGeom>
            <a:solidFill>
              <a:srgbClr val="FFFFFF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679B3E2D-5FBD-4313-282D-974DC4C2CAD8}"/>
                </a:ext>
              </a:extLst>
            </p:cNvPr>
            <p:cNvSpPr/>
            <p:nvPr/>
          </p:nvSpPr>
          <p:spPr>
            <a:xfrm>
              <a:off x="5269378" y="2078606"/>
              <a:ext cx="33610" cy="33610"/>
            </a:xfrm>
            <a:custGeom>
              <a:avLst/>
              <a:gdLst>
                <a:gd name="connsiteX0" fmla="*/ 44640 w 44639"/>
                <a:gd name="connsiteY0" fmla="*/ 22320 h 44639"/>
                <a:gd name="connsiteX1" fmla="*/ 22320 w 44639"/>
                <a:gd name="connsiteY1" fmla="*/ 44639 h 44639"/>
                <a:gd name="connsiteX2" fmla="*/ 1 w 44639"/>
                <a:gd name="connsiteY2" fmla="*/ 22320 h 44639"/>
                <a:gd name="connsiteX3" fmla="*/ 22320 w 44639"/>
                <a:gd name="connsiteY3" fmla="*/ 0 h 44639"/>
                <a:gd name="connsiteX4" fmla="*/ 44640 w 44639"/>
                <a:gd name="connsiteY4" fmla="*/ 22320 h 44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39" h="44639">
                  <a:moveTo>
                    <a:pt x="44640" y="22320"/>
                  </a:moveTo>
                  <a:cubicBezTo>
                    <a:pt x="44640" y="34646"/>
                    <a:pt x="34647" y="44639"/>
                    <a:pt x="22320" y="44639"/>
                  </a:cubicBezTo>
                  <a:cubicBezTo>
                    <a:pt x="9993" y="44639"/>
                    <a:pt x="1" y="34646"/>
                    <a:pt x="1" y="22320"/>
                  </a:cubicBezTo>
                  <a:cubicBezTo>
                    <a:pt x="1" y="9993"/>
                    <a:pt x="9993" y="0"/>
                    <a:pt x="22320" y="0"/>
                  </a:cubicBezTo>
                  <a:cubicBezTo>
                    <a:pt x="34647" y="0"/>
                    <a:pt x="44640" y="9993"/>
                    <a:pt x="44640" y="22320"/>
                  </a:cubicBezTo>
                  <a:close/>
                </a:path>
              </a:pathLst>
            </a:custGeom>
            <a:solidFill>
              <a:srgbClr val="FFFFFF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26D685D-FEA9-B1C9-681C-BDDA45E5F8FC}"/>
                </a:ext>
              </a:extLst>
            </p:cNvPr>
            <p:cNvSpPr/>
            <p:nvPr/>
          </p:nvSpPr>
          <p:spPr>
            <a:xfrm>
              <a:off x="5245579" y="2050839"/>
              <a:ext cx="33610" cy="33610"/>
            </a:xfrm>
            <a:custGeom>
              <a:avLst/>
              <a:gdLst>
                <a:gd name="connsiteX0" fmla="*/ 44639 w 44639"/>
                <a:gd name="connsiteY0" fmla="*/ 22320 h 44639"/>
                <a:gd name="connsiteX1" fmla="*/ 22320 w 44639"/>
                <a:gd name="connsiteY1" fmla="*/ 44639 h 44639"/>
                <a:gd name="connsiteX2" fmla="*/ 0 w 44639"/>
                <a:gd name="connsiteY2" fmla="*/ 22320 h 44639"/>
                <a:gd name="connsiteX3" fmla="*/ 22320 w 44639"/>
                <a:gd name="connsiteY3" fmla="*/ 0 h 44639"/>
                <a:gd name="connsiteX4" fmla="*/ 44639 w 44639"/>
                <a:gd name="connsiteY4" fmla="*/ 22320 h 44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39" h="44639">
                  <a:moveTo>
                    <a:pt x="44639" y="22320"/>
                  </a:moveTo>
                  <a:cubicBezTo>
                    <a:pt x="44639" y="34646"/>
                    <a:pt x="34647" y="44639"/>
                    <a:pt x="22320" y="44639"/>
                  </a:cubicBezTo>
                  <a:cubicBezTo>
                    <a:pt x="9993" y="44639"/>
                    <a:pt x="0" y="34646"/>
                    <a:pt x="0" y="22320"/>
                  </a:cubicBezTo>
                  <a:cubicBezTo>
                    <a:pt x="0" y="9993"/>
                    <a:pt x="9993" y="0"/>
                    <a:pt x="22320" y="0"/>
                  </a:cubicBezTo>
                  <a:cubicBezTo>
                    <a:pt x="34647" y="0"/>
                    <a:pt x="44639" y="9993"/>
                    <a:pt x="44639" y="22320"/>
                  </a:cubicBezTo>
                  <a:close/>
                </a:path>
              </a:pathLst>
            </a:custGeom>
            <a:solidFill>
              <a:srgbClr val="FFFFFF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77A4865E-2E50-3F14-3B7B-58E9DD9A2524}"/>
                </a:ext>
              </a:extLst>
            </p:cNvPr>
            <p:cNvSpPr/>
            <p:nvPr/>
          </p:nvSpPr>
          <p:spPr>
            <a:xfrm>
              <a:off x="5237646" y="2014154"/>
              <a:ext cx="33610" cy="33610"/>
            </a:xfrm>
            <a:custGeom>
              <a:avLst/>
              <a:gdLst>
                <a:gd name="connsiteX0" fmla="*/ 44640 w 44639"/>
                <a:gd name="connsiteY0" fmla="*/ 22320 h 44639"/>
                <a:gd name="connsiteX1" fmla="*/ 22320 w 44639"/>
                <a:gd name="connsiteY1" fmla="*/ 44639 h 44639"/>
                <a:gd name="connsiteX2" fmla="*/ 1 w 44639"/>
                <a:gd name="connsiteY2" fmla="*/ 22320 h 44639"/>
                <a:gd name="connsiteX3" fmla="*/ 22320 w 44639"/>
                <a:gd name="connsiteY3" fmla="*/ 0 h 44639"/>
                <a:gd name="connsiteX4" fmla="*/ 44640 w 44639"/>
                <a:gd name="connsiteY4" fmla="*/ 22320 h 44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39" h="44639">
                  <a:moveTo>
                    <a:pt x="44640" y="22320"/>
                  </a:moveTo>
                  <a:cubicBezTo>
                    <a:pt x="44640" y="34646"/>
                    <a:pt x="34647" y="44639"/>
                    <a:pt x="22320" y="44639"/>
                  </a:cubicBezTo>
                  <a:cubicBezTo>
                    <a:pt x="9993" y="44639"/>
                    <a:pt x="1" y="34646"/>
                    <a:pt x="1" y="22320"/>
                  </a:cubicBezTo>
                  <a:cubicBezTo>
                    <a:pt x="1" y="9993"/>
                    <a:pt x="9993" y="0"/>
                    <a:pt x="22320" y="0"/>
                  </a:cubicBezTo>
                  <a:cubicBezTo>
                    <a:pt x="34647" y="0"/>
                    <a:pt x="44640" y="9993"/>
                    <a:pt x="44640" y="22320"/>
                  </a:cubicBezTo>
                  <a:close/>
                </a:path>
              </a:pathLst>
            </a:custGeom>
            <a:solidFill>
              <a:srgbClr val="FFFFFF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A69742C8-B25F-526A-9026-457FE76A390E}"/>
                </a:ext>
              </a:extLst>
            </p:cNvPr>
            <p:cNvSpPr/>
            <p:nvPr/>
          </p:nvSpPr>
          <p:spPr>
            <a:xfrm>
              <a:off x="5411671" y="1657160"/>
              <a:ext cx="103937" cy="55987"/>
            </a:xfrm>
            <a:custGeom>
              <a:avLst/>
              <a:gdLst>
                <a:gd name="connsiteX0" fmla="*/ 44094 w 138043"/>
                <a:gd name="connsiteY0" fmla="*/ 65556 h 74359"/>
                <a:gd name="connsiteX1" fmla="*/ 90635 w 138043"/>
                <a:gd name="connsiteY1" fmla="*/ 61442 h 74359"/>
                <a:gd name="connsiteX2" fmla="*/ 109993 w 138043"/>
                <a:gd name="connsiteY2" fmla="*/ 71199 h 74359"/>
                <a:gd name="connsiteX3" fmla="*/ 130599 w 138043"/>
                <a:gd name="connsiteY3" fmla="*/ 61067 h 74359"/>
                <a:gd name="connsiteX4" fmla="*/ 137737 w 138043"/>
                <a:gd name="connsiteY4" fmla="*/ 38280 h 74359"/>
                <a:gd name="connsiteX5" fmla="*/ 125486 w 138043"/>
                <a:gd name="connsiteY5" fmla="*/ 0 h 74359"/>
                <a:gd name="connsiteX6" fmla="*/ 83279 w 138043"/>
                <a:gd name="connsiteY6" fmla="*/ 20169 h 74359"/>
                <a:gd name="connsiteX7" fmla="*/ 11051 w 138043"/>
                <a:gd name="connsiteY7" fmla="*/ 22226 h 74359"/>
                <a:gd name="connsiteX8" fmla="*/ 5720 w 138043"/>
                <a:gd name="connsiteY8" fmla="*/ 23317 h 74359"/>
                <a:gd name="connsiteX9" fmla="*/ 1637 w 138043"/>
                <a:gd name="connsiteY9" fmla="*/ 30269 h 74359"/>
                <a:gd name="connsiteX10" fmla="*/ 5939 w 138043"/>
                <a:gd name="connsiteY10" fmla="*/ 63499 h 74359"/>
                <a:gd name="connsiteX11" fmla="*/ 36239 w 138043"/>
                <a:gd name="connsiteY11" fmla="*/ 71760 h 74359"/>
                <a:gd name="connsiteX12" fmla="*/ 44094 w 138043"/>
                <a:gd name="connsiteY12" fmla="*/ 65556 h 7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8043" h="74359">
                  <a:moveTo>
                    <a:pt x="44094" y="65556"/>
                  </a:moveTo>
                  <a:cubicBezTo>
                    <a:pt x="57436" y="55123"/>
                    <a:pt x="75672" y="53511"/>
                    <a:pt x="90635" y="61442"/>
                  </a:cubicBezTo>
                  <a:cubicBezTo>
                    <a:pt x="97026" y="64933"/>
                    <a:pt x="102762" y="70201"/>
                    <a:pt x="109993" y="71199"/>
                  </a:cubicBezTo>
                  <a:cubicBezTo>
                    <a:pt x="118192" y="71834"/>
                    <a:pt x="126079" y="67953"/>
                    <a:pt x="130599" y="61067"/>
                  </a:cubicBezTo>
                  <a:cubicBezTo>
                    <a:pt x="134900" y="54219"/>
                    <a:pt x="137363" y="46366"/>
                    <a:pt x="137737" y="38280"/>
                  </a:cubicBezTo>
                  <a:cubicBezTo>
                    <a:pt x="139015" y="24346"/>
                    <a:pt x="136552" y="8573"/>
                    <a:pt x="125486" y="0"/>
                  </a:cubicBezTo>
                  <a:cubicBezTo>
                    <a:pt x="112082" y="8105"/>
                    <a:pt x="98428" y="16272"/>
                    <a:pt x="83279" y="20169"/>
                  </a:cubicBezTo>
                  <a:cubicBezTo>
                    <a:pt x="59868" y="26185"/>
                    <a:pt x="35210" y="21478"/>
                    <a:pt x="11051" y="22226"/>
                  </a:cubicBezTo>
                  <a:cubicBezTo>
                    <a:pt x="9212" y="22142"/>
                    <a:pt x="7373" y="22516"/>
                    <a:pt x="5720" y="23317"/>
                  </a:cubicBezTo>
                  <a:cubicBezTo>
                    <a:pt x="3507" y="25016"/>
                    <a:pt x="2042" y="27510"/>
                    <a:pt x="1637" y="30269"/>
                  </a:cubicBezTo>
                  <a:cubicBezTo>
                    <a:pt x="-1200" y="41429"/>
                    <a:pt x="-701" y="54054"/>
                    <a:pt x="5939" y="63499"/>
                  </a:cubicBezTo>
                  <a:cubicBezTo>
                    <a:pt x="12578" y="72944"/>
                    <a:pt x="26326" y="77651"/>
                    <a:pt x="36239" y="71760"/>
                  </a:cubicBezTo>
                  <a:cubicBezTo>
                    <a:pt x="39013" y="69880"/>
                    <a:pt x="41632" y="67807"/>
                    <a:pt x="44094" y="65556"/>
                  </a:cubicBezTo>
                  <a:close/>
                </a:path>
              </a:pathLst>
            </a:custGeom>
            <a:solidFill>
              <a:schemeClr val="tx1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FD6482D-CE7F-FCF3-753F-1B7AEF6ED608}"/>
                </a:ext>
              </a:extLst>
            </p:cNvPr>
            <p:cNvSpPr/>
            <p:nvPr/>
          </p:nvSpPr>
          <p:spPr>
            <a:xfrm>
              <a:off x="5186056" y="1581403"/>
              <a:ext cx="112729" cy="93853"/>
            </a:xfrm>
            <a:custGeom>
              <a:avLst/>
              <a:gdLst>
                <a:gd name="connsiteX0" fmla="*/ 47414 w 149720"/>
                <a:gd name="connsiteY0" fmla="*/ 124650 h 124649"/>
                <a:gd name="connsiteX1" fmla="*/ 103961 w 149720"/>
                <a:gd name="connsiteY1" fmla="*/ 75740 h 124649"/>
                <a:gd name="connsiteX2" fmla="*/ 144860 w 149720"/>
                <a:gd name="connsiteY2" fmla="*/ 65297 h 124649"/>
                <a:gd name="connsiteX3" fmla="*/ 143987 w 149720"/>
                <a:gd name="connsiteY3" fmla="*/ 34997 h 124649"/>
                <a:gd name="connsiteX4" fmla="*/ 114716 w 149720"/>
                <a:gd name="connsiteY4" fmla="*/ 22684 h 124649"/>
                <a:gd name="connsiteX5" fmla="*/ 98350 w 149720"/>
                <a:gd name="connsiteY5" fmla="*/ 23027 h 124649"/>
                <a:gd name="connsiteX6" fmla="*/ 85413 w 149720"/>
                <a:gd name="connsiteY6" fmla="*/ 14298 h 124649"/>
                <a:gd name="connsiteX7" fmla="*/ 83231 w 149720"/>
                <a:gd name="connsiteY7" fmla="*/ 5508 h 124649"/>
                <a:gd name="connsiteX8" fmla="*/ 61410 w 149720"/>
                <a:gd name="connsiteY8" fmla="*/ 2546 h 124649"/>
                <a:gd name="connsiteX9" fmla="*/ 0 w 149720"/>
                <a:gd name="connsiteY9" fmla="*/ 91763 h 124649"/>
                <a:gd name="connsiteX10" fmla="*/ 31485 w 149720"/>
                <a:gd name="connsiteY10" fmla="*/ 88053 h 124649"/>
                <a:gd name="connsiteX11" fmla="*/ 46136 w 149720"/>
                <a:gd name="connsiteY11" fmla="*/ 92106 h 124649"/>
                <a:gd name="connsiteX12" fmla="*/ 47320 w 149720"/>
                <a:gd name="connsiteY12" fmla="*/ 98964 h 124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9720" h="124649">
                  <a:moveTo>
                    <a:pt x="47414" y="124650"/>
                  </a:moveTo>
                  <a:cubicBezTo>
                    <a:pt x="54739" y="98484"/>
                    <a:pt x="76996" y="79231"/>
                    <a:pt x="103961" y="75740"/>
                  </a:cubicBezTo>
                  <a:cubicBezTo>
                    <a:pt x="118363" y="74119"/>
                    <a:pt x="135445" y="76301"/>
                    <a:pt x="144860" y="65297"/>
                  </a:cubicBezTo>
                  <a:cubicBezTo>
                    <a:pt x="151998" y="56974"/>
                    <a:pt x="150907" y="43476"/>
                    <a:pt x="143987" y="34997"/>
                  </a:cubicBezTo>
                  <a:cubicBezTo>
                    <a:pt x="136568" y="26708"/>
                    <a:pt x="125813" y="22188"/>
                    <a:pt x="114716" y="22684"/>
                  </a:cubicBezTo>
                  <a:cubicBezTo>
                    <a:pt x="109261" y="23170"/>
                    <a:pt x="103805" y="23286"/>
                    <a:pt x="98350" y="23027"/>
                  </a:cubicBezTo>
                  <a:cubicBezTo>
                    <a:pt x="92801" y="22640"/>
                    <a:pt x="87845" y="19311"/>
                    <a:pt x="85413" y="14298"/>
                  </a:cubicBezTo>
                  <a:cubicBezTo>
                    <a:pt x="84354" y="11462"/>
                    <a:pt x="84541" y="8251"/>
                    <a:pt x="83231" y="5508"/>
                  </a:cubicBezTo>
                  <a:cubicBezTo>
                    <a:pt x="79709" y="-1880"/>
                    <a:pt x="68798" y="-727"/>
                    <a:pt x="61410" y="2546"/>
                  </a:cubicBezTo>
                  <a:cubicBezTo>
                    <a:pt x="25874" y="18454"/>
                    <a:pt x="2182" y="52878"/>
                    <a:pt x="0" y="91763"/>
                  </a:cubicBezTo>
                  <a:lnTo>
                    <a:pt x="31485" y="88053"/>
                  </a:lnTo>
                  <a:cubicBezTo>
                    <a:pt x="36846" y="87430"/>
                    <a:pt x="43486" y="87399"/>
                    <a:pt x="46136" y="92106"/>
                  </a:cubicBezTo>
                  <a:cubicBezTo>
                    <a:pt x="47102" y="94254"/>
                    <a:pt x="47507" y="96613"/>
                    <a:pt x="47320" y="98964"/>
                  </a:cubicBezTo>
                  <a:close/>
                </a:path>
              </a:pathLst>
            </a:custGeom>
            <a:solidFill>
              <a:schemeClr val="tx1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BA1326EF-434E-A990-4BE4-F61E5F2839D5}"/>
                </a:ext>
              </a:extLst>
            </p:cNvPr>
            <p:cNvSpPr/>
            <p:nvPr/>
          </p:nvSpPr>
          <p:spPr>
            <a:xfrm>
              <a:off x="4557643" y="2077104"/>
              <a:ext cx="567271" cy="443655"/>
            </a:xfrm>
            <a:custGeom>
              <a:avLst/>
              <a:gdLst>
                <a:gd name="connsiteX0" fmla="*/ 710084 w 753413"/>
                <a:gd name="connsiteY0" fmla="*/ 0 h 589234"/>
                <a:gd name="connsiteX1" fmla="*/ 0 w 753413"/>
                <a:gd name="connsiteY1" fmla="*/ 259388 h 589234"/>
                <a:gd name="connsiteX2" fmla="*/ 285012 w 753413"/>
                <a:gd name="connsiteY2" fmla="*/ 535579 h 589234"/>
                <a:gd name="connsiteX3" fmla="*/ 554158 w 753413"/>
                <a:gd name="connsiteY3" fmla="*/ 531370 h 589234"/>
                <a:gd name="connsiteX4" fmla="*/ 564070 w 753413"/>
                <a:gd name="connsiteY4" fmla="*/ 520304 h 589234"/>
                <a:gd name="connsiteX5" fmla="*/ 753414 w 753413"/>
                <a:gd name="connsiteY5" fmla="*/ 291808 h 589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3413" h="589234">
                  <a:moveTo>
                    <a:pt x="710084" y="0"/>
                  </a:moveTo>
                  <a:cubicBezTo>
                    <a:pt x="617345" y="21821"/>
                    <a:pt x="0" y="259388"/>
                    <a:pt x="0" y="259388"/>
                  </a:cubicBezTo>
                  <a:lnTo>
                    <a:pt x="285012" y="535579"/>
                  </a:lnTo>
                  <a:cubicBezTo>
                    <a:pt x="360512" y="608741"/>
                    <a:pt x="480995" y="606839"/>
                    <a:pt x="554158" y="531370"/>
                  </a:cubicBezTo>
                  <a:cubicBezTo>
                    <a:pt x="557617" y="527817"/>
                    <a:pt x="560922" y="524107"/>
                    <a:pt x="564070" y="520304"/>
                  </a:cubicBezTo>
                  <a:lnTo>
                    <a:pt x="753414" y="291808"/>
                  </a:lnTo>
                  <a:close/>
                </a:path>
              </a:pathLst>
            </a:custGeom>
            <a:solidFill>
              <a:schemeClr val="accent4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42604CE1-DD1F-381D-34B7-3AE99C8EE03D}"/>
                </a:ext>
              </a:extLst>
            </p:cNvPr>
            <p:cNvSpPr/>
            <p:nvPr/>
          </p:nvSpPr>
          <p:spPr>
            <a:xfrm>
              <a:off x="2545964" y="2005021"/>
              <a:ext cx="248581" cy="173265"/>
            </a:xfrm>
            <a:custGeom>
              <a:avLst/>
              <a:gdLst>
                <a:gd name="connsiteX0" fmla="*/ 0 w 330150"/>
                <a:gd name="connsiteY0" fmla="*/ 185824 h 230120"/>
                <a:gd name="connsiteX1" fmla="*/ 144049 w 330150"/>
                <a:gd name="connsiteY1" fmla="*/ 51252 h 230120"/>
                <a:gd name="connsiteX2" fmla="*/ 278934 w 330150"/>
                <a:gd name="connsiteY2" fmla="*/ 1563 h 230120"/>
                <a:gd name="connsiteX3" fmla="*/ 330150 w 330150"/>
                <a:gd name="connsiteY3" fmla="*/ 140780 h 230120"/>
                <a:gd name="connsiteX4" fmla="*/ 156269 w 330150"/>
                <a:gd name="connsiteY4" fmla="*/ 180587 h 230120"/>
                <a:gd name="connsiteX5" fmla="*/ 113812 w 330150"/>
                <a:gd name="connsiteY5" fmla="*/ 230121 h 23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0150" h="230120">
                  <a:moveTo>
                    <a:pt x="0" y="185824"/>
                  </a:moveTo>
                  <a:lnTo>
                    <a:pt x="144049" y="51252"/>
                  </a:lnTo>
                  <a:cubicBezTo>
                    <a:pt x="144049" y="51252"/>
                    <a:pt x="266215" y="-10501"/>
                    <a:pt x="278934" y="1563"/>
                  </a:cubicBezTo>
                  <a:cubicBezTo>
                    <a:pt x="291652" y="13626"/>
                    <a:pt x="330150" y="140780"/>
                    <a:pt x="330150" y="140780"/>
                  </a:cubicBezTo>
                  <a:cubicBezTo>
                    <a:pt x="330150" y="140780"/>
                    <a:pt x="248353" y="157769"/>
                    <a:pt x="156269" y="180587"/>
                  </a:cubicBezTo>
                  <a:cubicBezTo>
                    <a:pt x="154897" y="180930"/>
                    <a:pt x="113812" y="230121"/>
                    <a:pt x="113812" y="230121"/>
                  </a:cubicBezTo>
                  <a:close/>
                </a:path>
              </a:pathLst>
            </a:custGeom>
            <a:solidFill>
              <a:srgbClr val="E89F90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F781AB53-1F73-CC5F-0668-AAACFE40BEE5}"/>
                </a:ext>
              </a:extLst>
            </p:cNvPr>
            <p:cNvSpPr/>
            <p:nvPr/>
          </p:nvSpPr>
          <p:spPr>
            <a:xfrm>
              <a:off x="2624099" y="1947555"/>
              <a:ext cx="123035" cy="142543"/>
            </a:xfrm>
            <a:custGeom>
              <a:avLst/>
              <a:gdLst>
                <a:gd name="connsiteX0" fmla="*/ 0 w 163407"/>
                <a:gd name="connsiteY0" fmla="*/ 189317 h 189316"/>
                <a:gd name="connsiteX1" fmla="*/ 76373 w 163407"/>
                <a:gd name="connsiteY1" fmla="*/ 80212 h 189316"/>
                <a:gd name="connsiteX2" fmla="*/ 138095 w 163407"/>
                <a:gd name="connsiteY2" fmla="*/ 1813 h 189316"/>
                <a:gd name="connsiteX3" fmla="*/ 109292 w 163407"/>
                <a:gd name="connsiteY3" fmla="*/ 100755 h 189316"/>
                <a:gd name="connsiteX4" fmla="*/ 163408 w 163407"/>
                <a:gd name="connsiteY4" fmla="*/ 95393 h 189316"/>
                <a:gd name="connsiteX5" fmla="*/ 103462 w 163407"/>
                <a:gd name="connsiteY5" fmla="*/ 152128 h 18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3407" h="189316">
                  <a:moveTo>
                    <a:pt x="0" y="189317"/>
                  </a:moveTo>
                  <a:cubicBezTo>
                    <a:pt x="0" y="189317"/>
                    <a:pt x="24003" y="139814"/>
                    <a:pt x="76373" y="80212"/>
                  </a:cubicBezTo>
                  <a:cubicBezTo>
                    <a:pt x="96355" y="57518"/>
                    <a:pt x="123725" y="-12059"/>
                    <a:pt x="138095" y="1813"/>
                  </a:cubicBezTo>
                  <a:cubicBezTo>
                    <a:pt x="152466" y="15685"/>
                    <a:pt x="105333" y="95705"/>
                    <a:pt x="109292" y="100755"/>
                  </a:cubicBezTo>
                  <a:cubicBezTo>
                    <a:pt x="113251" y="105805"/>
                    <a:pt x="163408" y="95393"/>
                    <a:pt x="163408" y="95393"/>
                  </a:cubicBezTo>
                  <a:lnTo>
                    <a:pt x="103462" y="152128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10ABA799-60F1-38B1-EF77-F4E976CFE9B1}"/>
                </a:ext>
              </a:extLst>
            </p:cNvPr>
            <p:cNvSpPr/>
            <p:nvPr/>
          </p:nvSpPr>
          <p:spPr>
            <a:xfrm>
              <a:off x="2726691" y="1963293"/>
              <a:ext cx="175750" cy="169474"/>
            </a:xfrm>
            <a:custGeom>
              <a:avLst/>
              <a:gdLst>
                <a:gd name="connsiteX0" fmla="*/ 0 w 233420"/>
                <a:gd name="connsiteY0" fmla="*/ 88081 h 225085"/>
                <a:gd name="connsiteX1" fmla="*/ 175565 w 233420"/>
                <a:gd name="connsiteY1" fmla="*/ 1047 h 225085"/>
                <a:gd name="connsiteX2" fmla="*/ 53991 w 233420"/>
                <a:gd name="connsiteY2" fmla="*/ 98057 h 225085"/>
                <a:gd name="connsiteX3" fmla="*/ 220828 w 233420"/>
                <a:gd name="connsiteY3" fmla="*/ 46871 h 225085"/>
                <a:gd name="connsiteX4" fmla="*/ 65992 w 233420"/>
                <a:gd name="connsiteY4" fmla="*/ 138986 h 225085"/>
                <a:gd name="connsiteX5" fmla="*/ 233359 w 233420"/>
                <a:gd name="connsiteY5" fmla="*/ 120563 h 225085"/>
                <a:gd name="connsiteX6" fmla="*/ 76903 w 233420"/>
                <a:gd name="connsiteY6" fmla="*/ 180571 h 225085"/>
                <a:gd name="connsiteX7" fmla="*/ 213658 w 233420"/>
                <a:gd name="connsiteY7" fmla="*/ 190796 h 225085"/>
                <a:gd name="connsiteX8" fmla="*/ 90120 w 233420"/>
                <a:gd name="connsiteY8" fmla="*/ 215734 h 225085"/>
                <a:gd name="connsiteX9" fmla="*/ 6421 w 233420"/>
                <a:gd name="connsiteY9" fmla="*/ 225086 h 225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3420" h="225085">
                  <a:moveTo>
                    <a:pt x="0" y="88081"/>
                  </a:moveTo>
                  <a:cubicBezTo>
                    <a:pt x="0" y="88081"/>
                    <a:pt x="165059" y="-11204"/>
                    <a:pt x="175565" y="1047"/>
                  </a:cubicBezTo>
                  <a:cubicBezTo>
                    <a:pt x="186070" y="13298"/>
                    <a:pt x="53991" y="98057"/>
                    <a:pt x="53991" y="98057"/>
                  </a:cubicBezTo>
                  <a:cubicBezTo>
                    <a:pt x="53991" y="98057"/>
                    <a:pt x="212972" y="33436"/>
                    <a:pt x="220828" y="46871"/>
                  </a:cubicBezTo>
                  <a:cubicBezTo>
                    <a:pt x="228683" y="60307"/>
                    <a:pt x="65992" y="138986"/>
                    <a:pt x="65992" y="138986"/>
                  </a:cubicBezTo>
                  <a:cubicBezTo>
                    <a:pt x="65992" y="138986"/>
                    <a:pt x="229712" y="106692"/>
                    <a:pt x="233359" y="120563"/>
                  </a:cubicBezTo>
                  <a:cubicBezTo>
                    <a:pt x="237006" y="134435"/>
                    <a:pt x="76903" y="180571"/>
                    <a:pt x="76903" y="180571"/>
                  </a:cubicBezTo>
                  <a:cubicBezTo>
                    <a:pt x="76903" y="180571"/>
                    <a:pt x="210696" y="178326"/>
                    <a:pt x="213658" y="190796"/>
                  </a:cubicBezTo>
                  <a:cubicBezTo>
                    <a:pt x="216619" y="203265"/>
                    <a:pt x="90120" y="215734"/>
                    <a:pt x="90120" y="215734"/>
                  </a:cubicBezTo>
                  <a:lnTo>
                    <a:pt x="6421" y="225086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2CDB8CB9-3EE5-EBE1-6894-BCA29ECBED16}"/>
                </a:ext>
              </a:extLst>
            </p:cNvPr>
            <p:cNvSpPr/>
            <p:nvPr/>
          </p:nvSpPr>
          <p:spPr>
            <a:xfrm>
              <a:off x="1390204" y="4211113"/>
              <a:ext cx="181430" cy="592103"/>
            </a:xfrm>
            <a:custGeom>
              <a:avLst/>
              <a:gdLst>
                <a:gd name="connsiteX0" fmla="*/ 161412 w 240964"/>
                <a:gd name="connsiteY0" fmla="*/ 699547 h 786394"/>
                <a:gd name="connsiteX1" fmla="*/ 240965 w 240964"/>
                <a:gd name="connsiteY1" fmla="*/ 31702 h 786394"/>
                <a:gd name="connsiteX2" fmla="*/ 57732 w 240964"/>
                <a:gd name="connsiteY2" fmla="*/ 0 h 786394"/>
                <a:gd name="connsiteX3" fmla="*/ 155 w 240964"/>
                <a:gd name="connsiteY3" fmla="*/ 730283 h 786394"/>
                <a:gd name="connsiteX4" fmla="*/ 61441 w 240964"/>
                <a:gd name="connsiteY4" fmla="*/ 786394 h 786394"/>
                <a:gd name="connsiteX5" fmla="*/ 137004 w 240964"/>
                <a:gd name="connsiteY5" fmla="*/ 757061 h 786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0964" h="786394">
                  <a:moveTo>
                    <a:pt x="161412" y="699547"/>
                  </a:moveTo>
                  <a:cubicBezTo>
                    <a:pt x="161412" y="699547"/>
                    <a:pt x="234013" y="294052"/>
                    <a:pt x="240965" y="31702"/>
                  </a:cubicBezTo>
                  <a:lnTo>
                    <a:pt x="57732" y="0"/>
                  </a:lnTo>
                  <a:cubicBezTo>
                    <a:pt x="57732" y="0"/>
                    <a:pt x="3896" y="708525"/>
                    <a:pt x="155" y="730283"/>
                  </a:cubicBezTo>
                  <a:cubicBezTo>
                    <a:pt x="-3585" y="752042"/>
                    <a:pt x="61441" y="786394"/>
                    <a:pt x="61441" y="786394"/>
                  </a:cubicBezTo>
                  <a:lnTo>
                    <a:pt x="137004" y="757061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ACBDF185-0D59-D350-D247-F6CD299C4A05}"/>
                </a:ext>
              </a:extLst>
            </p:cNvPr>
            <p:cNvSpPr/>
            <p:nvPr/>
          </p:nvSpPr>
          <p:spPr>
            <a:xfrm>
              <a:off x="1372199" y="4724988"/>
              <a:ext cx="391803" cy="187297"/>
            </a:xfrm>
            <a:custGeom>
              <a:avLst/>
              <a:gdLst>
                <a:gd name="connsiteX0" fmla="*/ 376164 w 520368"/>
                <a:gd name="connsiteY0" fmla="*/ 137534 h 248756"/>
                <a:gd name="connsiteX1" fmla="*/ 184358 w 520368"/>
                <a:gd name="connsiteY1" fmla="*/ 0 h 248756"/>
                <a:gd name="connsiteX2" fmla="*/ 25595 w 520368"/>
                <a:gd name="connsiteY2" fmla="*/ 29240 h 248756"/>
                <a:gd name="connsiteX3" fmla="*/ 4803 w 520368"/>
                <a:gd name="connsiteY3" fmla="*/ 237724 h 248756"/>
                <a:gd name="connsiteX4" fmla="*/ 107985 w 520368"/>
                <a:gd name="connsiteY4" fmla="*/ 243958 h 248756"/>
                <a:gd name="connsiteX5" fmla="*/ 107299 w 520368"/>
                <a:gd name="connsiteY5" fmla="*/ 217337 h 248756"/>
                <a:gd name="connsiteX6" fmla="*/ 224322 w 520368"/>
                <a:gd name="connsiteY6" fmla="*/ 247636 h 248756"/>
                <a:gd name="connsiteX7" fmla="*/ 292652 w 520368"/>
                <a:gd name="connsiteY7" fmla="*/ 248634 h 248756"/>
                <a:gd name="connsiteX8" fmla="*/ 519714 w 520368"/>
                <a:gd name="connsiteY8" fmla="*/ 215216 h 248756"/>
                <a:gd name="connsiteX9" fmla="*/ 376164 w 520368"/>
                <a:gd name="connsiteY9" fmla="*/ 137534 h 24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0368" h="248756">
                  <a:moveTo>
                    <a:pt x="376164" y="137534"/>
                  </a:moveTo>
                  <a:cubicBezTo>
                    <a:pt x="259516" y="112191"/>
                    <a:pt x="184358" y="0"/>
                    <a:pt x="184358" y="0"/>
                  </a:cubicBezTo>
                  <a:cubicBezTo>
                    <a:pt x="93053" y="106642"/>
                    <a:pt x="25595" y="29240"/>
                    <a:pt x="25595" y="29240"/>
                  </a:cubicBezTo>
                  <a:cubicBezTo>
                    <a:pt x="-14929" y="147198"/>
                    <a:pt x="4803" y="237724"/>
                    <a:pt x="4803" y="237724"/>
                  </a:cubicBezTo>
                  <a:cubicBezTo>
                    <a:pt x="4803" y="237724"/>
                    <a:pt x="40028" y="240841"/>
                    <a:pt x="107985" y="243958"/>
                  </a:cubicBezTo>
                  <a:lnTo>
                    <a:pt x="107299" y="217337"/>
                  </a:lnTo>
                  <a:cubicBezTo>
                    <a:pt x="107299" y="217337"/>
                    <a:pt x="154058" y="215061"/>
                    <a:pt x="224322" y="247636"/>
                  </a:cubicBezTo>
                  <a:cubicBezTo>
                    <a:pt x="245622" y="248072"/>
                    <a:pt x="268400" y="248416"/>
                    <a:pt x="292652" y="248634"/>
                  </a:cubicBezTo>
                  <a:cubicBezTo>
                    <a:pt x="481497" y="250442"/>
                    <a:pt x="513823" y="231832"/>
                    <a:pt x="519714" y="215216"/>
                  </a:cubicBezTo>
                  <a:cubicBezTo>
                    <a:pt x="525606" y="198602"/>
                    <a:pt x="492812" y="162846"/>
                    <a:pt x="376164" y="137534"/>
                  </a:cubicBezTo>
                  <a:close/>
                </a:path>
              </a:pathLst>
            </a:custGeom>
            <a:solidFill>
              <a:schemeClr val="accent2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0C59BACE-E374-6A85-E752-9274FD28F7E0}"/>
                </a:ext>
              </a:extLst>
            </p:cNvPr>
            <p:cNvSpPr/>
            <p:nvPr/>
          </p:nvSpPr>
          <p:spPr>
            <a:xfrm>
              <a:off x="1794007" y="4211113"/>
              <a:ext cx="181423" cy="592103"/>
            </a:xfrm>
            <a:custGeom>
              <a:avLst/>
              <a:gdLst>
                <a:gd name="connsiteX0" fmla="*/ 161402 w 240955"/>
                <a:gd name="connsiteY0" fmla="*/ 699547 h 786394"/>
                <a:gd name="connsiteX1" fmla="*/ 240955 w 240955"/>
                <a:gd name="connsiteY1" fmla="*/ 31702 h 786394"/>
                <a:gd name="connsiteX2" fmla="*/ 57722 w 240955"/>
                <a:gd name="connsiteY2" fmla="*/ 0 h 786394"/>
                <a:gd name="connsiteX3" fmla="*/ 146 w 240955"/>
                <a:gd name="connsiteY3" fmla="*/ 730283 h 786394"/>
                <a:gd name="connsiteX4" fmla="*/ 61431 w 240955"/>
                <a:gd name="connsiteY4" fmla="*/ 786394 h 786394"/>
                <a:gd name="connsiteX5" fmla="*/ 136994 w 240955"/>
                <a:gd name="connsiteY5" fmla="*/ 757061 h 786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0955" h="786394">
                  <a:moveTo>
                    <a:pt x="161402" y="699547"/>
                  </a:moveTo>
                  <a:cubicBezTo>
                    <a:pt x="161402" y="699547"/>
                    <a:pt x="234035" y="294052"/>
                    <a:pt x="240955" y="31702"/>
                  </a:cubicBezTo>
                  <a:lnTo>
                    <a:pt x="57722" y="0"/>
                  </a:lnTo>
                  <a:cubicBezTo>
                    <a:pt x="57722" y="0"/>
                    <a:pt x="3762" y="708525"/>
                    <a:pt x="146" y="730283"/>
                  </a:cubicBezTo>
                  <a:cubicBezTo>
                    <a:pt x="-3470" y="752042"/>
                    <a:pt x="61431" y="786394"/>
                    <a:pt x="61431" y="786394"/>
                  </a:cubicBezTo>
                  <a:lnTo>
                    <a:pt x="136994" y="757061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A7B18D5-1BA4-33B5-075E-728D0B2911E2}"/>
                </a:ext>
              </a:extLst>
            </p:cNvPr>
            <p:cNvSpPr/>
            <p:nvPr/>
          </p:nvSpPr>
          <p:spPr>
            <a:xfrm>
              <a:off x="1776006" y="4724988"/>
              <a:ext cx="391792" cy="187297"/>
            </a:xfrm>
            <a:custGeom>
              <a:avLst/>
              <a:gdLst>
                <a:gd name="connsiteX0" fmla="*/ 376149 w 520353"/>
                <a:gd name="connsiteY0" fmla="*/ 137534 h 248756"/>
                <a:gd name="connsiteX1" fmla="*/ 184343 w 520353"/>
                <a:gd name="connsiteY1" fmla="*/ 0 h 248756"/>
                <a:gd name="connsiteX2" fmla="*/ 25611 w 520353"/>
                <a:gd name="connsiteY2" fmla="*/ 29240 h 248756"/>
                <a:gd name="connsiteX3" fmla="*/ 4788 w 520353"/>
                <a:gd name="connsiteY3" fmla="*/ 237724 h 248756"/>
                <a:gd name="connsiteX4" fmla="*/ 107970 w 520353"/>
                <a:gd name="connsiteY4" fmla="*/ 243958 h 248756"/>
                <a:gd name="connsiteX5" fmla="*/ 107284 w 520353"/>
                <a:gd name="connsiteY5" fmla="*/ 217337 h 248756"/>
                <a:gd name="connsiteX6" fmla="*/ 224306 w 520353"/>
                <a:gd name="connsiteY6" fmla="*/ 247636 h 248756"/>
                <a:gd name="connsiteX7" fmla="*/ 292668 w 520353"/>
                <a:gd name="connsiteY7" fmla="*/ 248634 h 248756"/>
                <a:gd name="connsiteX8" fmla="*/ 519699 w 520353"/>
                <a:gd name="connsiteY8" fmla="*/ 215216 h 248756"/>
                <a:gd name="connsiteX9" fmla="*/ 376149 w 520353"/>
                <a:gd name="connsiteY9" fmla="*/ 137534 h 24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0353" h="248756">
                  <a:moveTo>
                    <a:pt x="376149" y="137534"/>
                  </a:moveTo>
                  <a:cubicBezTo>
                    <a:pt x="259500" y="112191"/>
                    <a:pt x="184343" y="0"/>
                    <a:pt x="184343" y="0"/>
                  </a:cubicBezTo>
                  <a:cubicBezTo>
                    <a:pt x="93069" y="106642"/>
                    <a:pt x="25611" y="29240"/>
                    <a:pt x="25611" y="29240"/>
                  </a:cubicBezTo>
                  <a:cubicBezTo>
                    <a:pt x="-14913" y="147198"/>
                    <a:pt x="4788" y="237724"/>
                    <a:pt x="4788" y="237724"/>
                  </a:cubicBezTo>
                  <a:cubicBezTo>
                    <a:pt x="4788" y="237724"/>
                    <a:pt x="40013" y="240841"/>
                    <a:pt x="107970" y="243958"/>
                  </a:cubicBezTo>
                  <a:lnTo>
                    <a:pt x="107284" y="217337"/>
                  </a:lnTo>
                  <a:cubicBezTo>
                    <a:pt x="107284" y="217337"/>
                    <a:pt x="154043" y="215061"/>
                    <a:pt x="224306" y="247636"/>
                  </a:cubicBezTo>
                  <a:cubicBezTo>
                    <a:pt x="245628" y="248072"/>
                    <a:pt x="268353" y="248416"/>
                    <a:pt x="292668" y="248634"/>
                  </a:cubicBezTo>
                  <a:cubicBezTo>
                    <a:pt x="481481" y="250442"/>
                    <a:pt x="513807" y="231832"/>
                    <a:pt x="519699" y="215216"/>
                  </a:cubicBezTo>
                  <a:cubicBezTo>
                    <a:pt x="525591" y="198602"/>
                    <a:pt x="492797" y="162846"/>
                    <a:pt x="376149" y="137534"/>
                  </a:cubicBezTo>
                  <a:close/>
                </a:path>
              </a:pathLst>
            </a:custGeom>
            <a:solidFill>
              <a:schemeClr val="accent2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3B9287E9-9BE0-3208-5DC0-451A90E0BBA3}"/>
                </a:ext>
              </a:extLst>
            </p:cNvPr>
            <p:cNvSpPr/>
            <p:nvPr/>
          </p:nvSpPr>
          <p:spPr>
            <a:xfrm>
              <a:off x="1355968" y="3021836"/>
              <a:ext cx="667456" cy="1674094"/>
            </a:xfrm>
            <a:custGeom>
              <a:avLst/>
              <a:gdLst>
                <a:gd name="connsiteX0" fmla="*/ 61835 w 886473"/>
                <a:gd name="connsiteY0" fmla="*/ 23941 h 2223425"/>
                <a:gd name="connsiteX1" fmla="*/ 41729 w 886473"/>
                <a:gd name="connsiteY1" fmla="*/ 969846 h 2223425"/>
                <a:gd name="connsiteX2" fmla="*/ 113 w 886473"/>
                <a:gd name="connsiteY2" fmla="*/ 1528337 h 2223425"/>
                <a:gd name="connsiteX3" fmla="*/ 3947 w 886473"/>
                <a:gd name="connsiteY3" fmla="*/ 2222335 h 2223425"/>
                <a:gd name="connsiteX4" fmla="*/ 305325 w 886473"/>
                <a:gd name="connsiteY4" fmla="*/ 2221867 h 2223425"/>
                <a:gd name="connsiteX5" fmla="*/ 400153 w 886473"/>
                <a:gd name="connsiteY5" fmla="*/ 1040671 h 2223425"/>
                <a:gd name="connsiteX6" fmla="*/ 480205 w 886473"/>
                <a:gd name="connsiteY6" fmla="*/ 398824 h 2223425"/>
                <a:gd name="connsiteX7" fmla="*/ 542238 w 886473"/>
                <a:gd name="connsiteY7" fmla="*/ 1200555 h 2223425"/>
                <a:gd name="connsiteX8" fmla="*/ 537843 w 886473"/>
                <a:gd name="connsiteY8" fmla="*/ 2209928 h 2223425"/>
                <a:gd name="connsiteX9" fmla="*/ 830524 w 886473"/>
                <a:gd name="connsiteY9" fmla="*/ 2223426 h 2223425"/>
                <a:gd name="connsiteX10" fmla="*/ 884951 w 886473"/>
                <a:gd name="connsiteY10" fmla="*/ 920219 h 2223425"/>
                <a:gd name="connsiteX11" fmla="*/ 814563 w 886473"/>
                <a:gd name="connsiteY11" fmla="*/ 0 h 222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86473" h="2223425">
                  <a:moveTo>
                    <a:pt x="61835" y="23941"/>
                  </a:moveTo>
                  <a:cubicBezTo>
                    <a:pt x="47652" y="152248"/>
                    <a:pt x="52078" y="864514"/>
                    <a:pt x="41729" y="969846"/>
                  </a:cubicBezTo>
                  <a:cubicBezTo>
                    <a:pt x="31379" y="1075179"/>
                    <a:pt x="-2193" y="1455299"/>
                    <a:pt x="113" y="1528337"/>
                  </a:cubicBezTo>
                  <a:cubicBezTo>
                    <a:pt x="2420" y="1601374"/>
                    <a:pt x="3947" y="2222335"/>
                    <a:pt x="3947" y="2222335"/>
                  </a:cubicBezTo>
                  <a:lnTo>
                    <a:pt x="305325" y="2221867"/>
                  </a:lnTo>
                  <a:cubicBezTo>
                    <a:pt x="305325" y="2221867"/>
                    <a:pt x="395383" y="1177831"/>
                    <a:pt x="400153" y="1040671"/>
                  </a:cubicBezTo>
                  <a:cubicBezTo>
                    <a:pt x="404922" y="903511"/>
                    <a:pt x="480205" y="398824"/>
                    <a:pt x="480205" y="398824"/>
                  </a:cubicBezTo>
                  <a:cubicBezTo>
                    <a:pt x="480205" y="398824"/>
                    <a:pt x="539059" y="1100210"/>
                    <a:pt x="542238" y="1200555"/>
                  </a:cubicBezTo>
                  <a:cubicBezTo>
                    <a:pt x="545418" y="1300901"/>
                    <a:pt x="537843" y="2209928"/>
                    <a:pt x="537843" y="2209928"/>
                  </a:cubicBezTo>
                  <a:lnTo>
                    <a:pt x="830524" y="2223426"/>
                  </a:lnTo>
                  <a:cubicBezTo>
                    <a:pt x="830524" y="2223426"/>
                    <a:pt x="897296" y="1308008"/>
                    <a:pt x="884951" y="920219"/>
                  </a:cubicBezTo>
                  <a:cubicBezTo>
                    <a:pt x="872607" y="532430"/>
                    <a:pt x="814563" y="0"/>
                    <a:pt x="814563" y="0"/>
                  </a:cubicBezTo>
                  <a:close/>
                </a:path>
              </a:pathLst>
            </a:custGeom>
            <a:solidFill>
              <a:srgbClr val="5769B3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B1FEE71-CA05-CDBD-53AB-422523353499}"/>
                </a:ext>
              </a:extLst>
            </p:cNvPr>
            <p:cNvSpPr/>
            <p:nvPr/>
          </p:nvSpPr>
          <p:spPr>
            <a:xfrm>
              <a:off x="1444140" y="2963041"/>
              <a:ext cx="530022" cy="381920"/>
            </a:xfrm>
            <a:custGeom>
              <a:avLst/>
              <a:gdLst>
                <a:gd name="connsiteX0" fmla="*/ 683244 w 703942"/>
                <a:gd name="connsiteY0" fmla="*/ 15524 h 507242"/>
                <a:gd name="connsiteX1" fmla="*/ 703943 w 703942"/>
                <a:gd name="connsiteY1" fmla="*/ 346797 h 507242"/>
                <a:gd name="connsiteX2" fmla="*/ 388194 w 703942"/>
                <a:gd name="connsiteY2" fmla="*/ 507243 h 507242"/>
                <a:gd name="connsiteX3" fmla="*/ 227748 w 703942"/>
                <a:gd name="connsiteY3" fmla="*/ 502068 h 507242"/>
                <a:gd name="connsiteX4" fmla="*/ 0 w 703942"/>
                <a:gd name="connsiteY4" fmla="*/ 351971 h 507242"/>
                <a:gd name="connsiteX5" fmla="*/ 25874 w 703942"/>
                <a:gd name="connsiteY5" fmla="*/ 0 h 507242"/>
                <a:gd name="connsiteX6" fmla="*/ 683244 w 703942"/>
                <a:gd name="connsiteY6" fmla="*/ 15524 h 507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3942" h="507242">
                  <a:moveTo>
                    <a:pt x="683244" y="15524"/>
                  </a:moveTo>
                  <a:lnTo>
                    <a:pt x="703943" y="346797"/>
                  </a:lnTo>
                  <a:lnTo>
                    <a:pt x="388194" y="507243"/>
                  </a:lnTo>
                  <a:lnTo>
                    <a:pt x="227748" y="502068"/>
                  </a:lnTo>
                  <a:lnTo>
                    <a:pt x="0" y="351971"/>
                  </a:lnTo>
                  <a:lnTo>
                    <a:pt x="25874" y="0"/>
                  </a:lnTo>
                  <a:lnTo>
                    <a:pt x="683244" y="15524"/>
                  </a:lnTo>
                  <a:close/>
                </a:path>
              </a:pathLst>
            </a:custGeom>
            <a:solidFill>
              <a:srgbClr val="5769B3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47737A50-AA74-0918-5BC7-D34009F84A13}"/>
                </a:ext>
              </a:extLst>
            </p:cNvPr>
            <p:cNvSpPr/>
            <p:nvPr/>
          </p:nvSpPr>
          <p:spPr>
            <a:xfrm>
              <a:off x="1402874" y="3223569"/>
              <a:ext cx="80956" cy="1464122"/>
            </a:xfrm>
            <a:custGeom>
              <a:avLst/>
              <a:gdLst>
                <a:gd name="connsiteX0" fmla="*/ 6426 w 107521"/>
                <a:gd name="connsiteY0" fmla="*/ 1944555 h 1944554"/>
                <a:gd name="connsiteX1" fmla="*/ 6426 w 107521"/>
                <a:gd name="connsiteY1" fmla="*/ 1944555 h 1944554"/>
                <a:gd name="connsiteX2" fmla="*/ 11040 w 107521"/>
                <a:gd name="connsiteY2" fmla="*/ 1939879 h 1944554"/>
                <a:gd name="connsiteX3" fmla="*/ 11040 w 107521"/>
                <a:gd name="connsiteY3" fmla="*/ 1939817 h 1944554"/>
                <a:gd name="connsiteX4" fmla="*/ 38940 w 107521"/>
                <a:gd name="connsiteY4" fmla="*/ 1037242 h 1944554"/>
                <a:gd name="connsiteX5" fmla="*/ 107520 w 107521"/>
                <a:gd name="connsiteY5" fmla="*/ 4801 h 1944554"/>
                <a:gd name="connsiteX6" fmla="*/ 102972 w 107521"/>
                <a:gd name="connsiteY6" fmla="*/ 0 h 1944554"/>
                <a:gd name="connsiteX7" fmla="*/ 102968 w 107521"/>
                <a:gd name="connsiteY7" fmla="*/ 0 h 1944554"/>
                <a:gd name="connsiteX8" fmla="*/ 102968 w 107521"/>
                <a:gd name="connsiteY8" fmla="*/ 0 h 1944554"/>
                <a:gd name="connsiteX9" fmla="*/ 98292 w 107521"/>
                <a:gd name="connsiteY9" fmla="*/ 4520 h 1944554"/>
                <a:gd name="connsiteX10" fmla="*/ 29899 w 107521"/>
                <a:gd name="connsiteY10" fmla="*/ 1035059 h 1944554"/>
                <a:gd name="connsiteX11" fmla="*/ 1844 w 107521"/>
                <a:gd name="connsiteY11" fmla="*/ 1939973 h 1944554"/>
                <a:gd name="connsiteX12" fmla="*/ 6426 w 107521"/>
                <a:gd name="connsiteY12" fmla="*/ 1944555 h 1944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7521" h="1944554">
                  <a:moveTo>
                    <a:pt x="6426" y="1944555"/>
                  </a:moveTo>
                  <a:lnTo>
                    <a:pt x="6426" y="1944555"/>
                  </a:lnTo>
                  <a:cubicBezTo>
                    <a:pt x="8992" y="1944524"/>
                    <a:pt x="11059" y="1942435"/>
                    <a:pt x="11040" y="1939879"/>
                  </a:cubicBezTo>
                  <a:cubicBezTo>
                    <a:pt x="11040" y="1939848"/>
                    <a:pt x="11040" y="1939848"/>
                    <a:pt x="11040" y="1939817"/>
                  </a:cubicBezTo>
                  <a:cubicBezTo>
                    <a:pt x="11040" y="1932460"/>
                    <a:pt x="-961" y="1203049"/>
                    <a:pt x="38940" y="1037242"/>
                  </a:cubicBezTo>
                  <a:cubicBezTo>
                    <a:pt x="79121" y="870436"/>
                    <a:pt x="107333" y="13467"/>
                    <a:pt x="107520" y="4801"/>
                  </a:cubicBezTo>
                  <a:cubicBezTo>
                    <a:pt x="107588" y="2213"/>
                    <a:pt x="105552" y="62"/>
                    <a:pt x="102972" y="0"/>
                  </a:cubicBezTo>
                  <a:cubicBezTo>
                    <a:pt x="102972" y="0"/>
                    <a:pt x="102968" y="0"/>
                    <a:pt x="102968" y="0"/>
                  </a:cubicBezTo>
                  <a:lnTo>
                    <a:pt x="102968" y="0"/>
                  </a:lnTo>
                  <a:cubicBezTo>
                    <a:pt x="100440" y="-31"/>
                    <a:pt x="98361" y="1995"/>
                    <a:pt x="98292" y="4520"/>
                  </a:cubicBezTo>
                  <a:cubicBezTo>
                    <a:pt x="97981" y="13155"/>
                    <a:pt x="69800" y="869158"/>
                    <a:pt x="29899" y="1035059"/>
                  </a:cubicBezTo>
                  <a:cubicBezTo>
                    <a:pt x="-10345" y="1201990"/>
                    <a:pt x="1595" y="1932616"/>
                    <a:pt x="1844" y="1939973"/>
                  </a:cubicBezTo>
                  <a:cubicBezTo>
                    <a:pt x="1878" y="1942498"/>
                    <a:pt x="3911" y="1944524"/>
                    <a:pt x="6426" y="1944555"/>
                  </a:cubicBezTo>
                  <a:close/>
                </a:path>
              </a:pathLst>
            </a:custGeom>
            <a:solidFill>
              <a:srgbClr val="3B3348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E249466-967B-7F60-18DC-DF7CC45BC825}"/>
                </a:ext>
              </a:extLst>
            </p:cNvPr>
            <p:cNvSpPr/>
            <p:nvPr/>
          </p:nvSpPr>
          <p:spPr>
            <a:xfrm>
              <a:off x="1713914" y="2972523"/>
              <a:ext cx="117335" cy="370866"/>
            </a:xfrm>
            <a:custGeom>
              <a:avLst/>
              <a:gdLst>
                <a:gd name="connsiteX0" fmla="*/ 3057 w 155837"/>
                <a:gd name="connsiteY0" fmla="*/ 492062 h 492560"/>
                <a:gd name="connsiteX1" fmla="*/ 283 w 155837"/>
                <a:gd name="connsiteY1" fmla="*/ 486077 h 492560"/>
                <a:gd name="connsiteX2" fmla="*/ 62316 w 155837"/>
                <a:gd name="connsiteY2" fmla="*/ 303810 h 492560"/>
                <a:gd name="connsiteX3" fmla="*/ 71668 w 155837"/>
                <a:gd name="connsiteY3" fmla="*/ 7669 h 492560"/>
                <a:gd name="connsiteX4" fmla="*/ 76157 w 155837"/>
                <a:gd name="connsiteY4" fmla="*/ 3117 h 492560"/>
                <a:gd name="connsiteX5" fmla="*/ 150972 w 155837"/>
                <a:gd name="connsiteY5" fmla="*/ 0 h 492560"/>
                <a:gd name="connsiteX6" fmla="*/ 151159 w 155837"/>
                <a:gd name="connsiteY6" fmla="*/ 0 h 492560"/>
                <a:gd name="connsiteX7" fmla="*/ 155838 w 155837"/>
                <a:gd name="connsiteY7" fmla="*/ 4676 h 492560"/>
                <a:gd name="connsiteX8" fmla="*/ 155835 w 155837"/>
                <a:gd name="connsiteY8" fmla="*/ 4863 h 492560"/>
                <a:gd name="connsiteX9" fmla="*/ 146483 w 155837"/>
                <a:gd name="connsiteY9" fmla="*/ 260479 h 492560"/>
                <a:gd name="connsiteX10" fmla="*/ 144768 w 155837"/>
                <a:gd name="connsiteY10" fmla="*/ 263908 h 492560"/>
                <a:gd name="connsiteX11" fmla="*/ 76188 w 155837"/>
                <a:gd name="connsiteY11" fmla="*/ 320019 h 492560"/>
                <a:gd name="connsiteX12" fmla="*/ 69689 w 155837"/>
                <a:gd name="connsiteY12" fmla="*/ 319458 h 492560"/>
                <a:gd name="connsiteX13" fmla="*/ 69611 w 155837"/>
                <a:gd name="connsiteY13" fmla="*/ 319365 h 492560"/>
                <a:gd name="connsiteX14" fmla="*/ 68613 w 155837"/>
                <a:gd name="connsiteY14" fmla="*/ 317151 h 492560"/>
                <a:gd name="connsiteX15" fmla="*/ 9074 w 155837"/>
                <a:gd name="connsiteY15" fmla="*/ 489443 h 492560"/>
                <a:gd name="connsiteX16" fmla="*/ 4678 w 155837"/>
                <a:gd name="connsiteY16" fmla="*/ 492560 h 492560"/>
                <a:gd name="connsiteX17" fmla="*/ 3057 w 155837"/>
                <a:gd name="connsiteY17" fmla="*/ 492062 h 492560"/>
                <a:gd name="connsiteX18" fmla="*/ 146265 w 155837"/>
                <a:gd name="connsiteY18" fmla="*/ 9539 h 492560"/>
                <a:gd name="connsiteX19" fmla="*/ 80802 w 155837"/>
                <a:gd name="connsiteY19" fmla="*/ 12220 h 492560"/>
                <a:gd name="connsiteX20" fmla="*/ 71450 w 155837"/>
                <a:gd name="connsiteY20" fmla="*/ 303810 h 492560"/>
                <a:gd name="connsiteX21" fmla="*/ 69455 w 155837"/>
                <a:gd name="connsiteY21" fmla="*/ 313161 h 492560"/>
                <a:gd name="connsiteX22" fmla="*/ 70047 w 155837"/>
                <a:gd name="connsiteY22" fmla="*/ 312569 h 492560"/>
                <a:gd name="connsiteX23" fmla="*/ 136944 w 155837"/>
                <a:gd name="connsiteY23" fmla="*/ 257830 h 492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5837" h="492560">
                  <a:moveTo>
                    <a:pt x="3057" y="492062"/>
                  </a:moveTo>
                  <a:cubicBezTo>
                    <a:pt x="641" y="491158"/>
                    <a:pt x="-596" y="488508"/>
                    <a:pt x="283" y="486077"/>
                  </a:cubicBezTo>
                  <a:cubicBezTo>
                    <a:pt x="24130" y="420614"/>
                    <a:pt x="62036" y="312974"/>
                    <a:pt x="62316" y="303810"/>
                  </a:cubicBezTo>
                  <a:cubicBezTo>
                    <a:pt x="62316" y="291341"/>
                    <a:pt x="71294" y="19171"/>
                    <a:pt x="71668" y="7669"/>
                  </a:cubicBezTo>
                  <a:cubicBezTo>
                    <a:pt x="71746" y="5206"/>
                    <a:pt x="73701" y="3242"/>
                    <a:pt x="76157" y="3117"/>
                  </a:cubicBezTo>
                  <a:lnTo>
                    <a:pt x="150972" y="0"/>
                  </a:lnTo>
                  <a:lnTo>
                    <a:pt x="151159" y="0"/>
                  </a:lnTo>
                  <a:cubicBezTo>
                    <a:pt x="153740" y="0"/>
                    <a:pt x="155838" y="2089"/>
                    <a:pt x="155838" y="4676"/>
                  </a:cubicBezTo>
                  <a:cubicBezTo>
                    <a:pt x="155838" y="4738"/>
                    <a:pt x="155838" y="4801"/>
                    <a:pt x="155835" y="4863"/>
                  </a:cubicBezTo>
                  <a:lnTo>
                    <a:pt x="146483" y="260479"/>
                  </a:lnTo>
                  <a:cubicBezTo>
                    <a:pt x="146446" y="261820"/>
                    <a:pt x="145816" y="263067"/>
                    <a:pt x="144768" y="263908"/>
                  </a:cubicBezTo>
                  <a:lnTo>
                    <a:pt x="76188" y="320019"/>
                  </a:lnTo>
                  <a:cubicBezTo>
                    <a:pt x="74237" y="321672"/>
                    <a:pt x="71329" y="321422"/>
                    <a:pt x="69689" y="319458"/>
                  </a:cubicBezTo>
                  <a:cubicBezTo>
                    <a:pt x="69661" y="319427"/>
                    <a:pt x="69636" y="319396"/>
                    <a:pt x="69611" y="319365"/>
                  </a:cubicBezTo>
                  <a:cubicBezTo>
                    <a:pt x="69081" y="318741"/>
                    <a:pt x="68735" y="317962"/>
                    <a:pt x="68613" y="317151"/>
                  </a:cubicBezTo>
                  <a:cubicBezTo>
                    <a:pt x="57298" y="356242"/>
                    <a:pt x="18020" y="464848"/>
                    <a:pt x="9074" y="489443"/>
                  </a:cubicBezTo>
                  <a:cubicBezTo>
                    <a:pt x="8416" y="491313"/>
                    <a:pt x="6655" y="492560"/>
                    <a:pt x="4678" y="492560"/>
                  </a:cubicBezTo>
                  <a:cubicBezTo>
                    <a:pt x="4111" y="492498"/>
                    <a:pt x="3559" y="492342"/>
                    <a:pt x="3057" y="492062"/>
                  </a:cubicBezTo>
                  <a:close/>
                  <a:moveTo>
                    <a:pt x="146265" y="9539"/>
                  </a:moveTo>
                  <a:lnTo>
                    <a:pt x="80802" y="12220"/>
                  </a:lnTo>
                  <a:cubicBezTo>
                    <a:pt x="79617" y="48006"/>
                    <a:pt x="71450" y="292400"/>
                    <a:pt x="71450" y="303810"/>
                  </a:cubicBezTo>
                  <a:cubicBezTo>
                    <a:pt x="71092" y="306989"/>
                    <a:pt x="70421" y="310106"/>
                    <a:pt x="69455" y="313161"/>
                  </a:cubicBezTo>
                  <a:cubicBezTo>
                    <a:pt x="69636" y="312943"/>
                    <a:pt x="69835" y="312756"/>
                    <a:pt x="70047" y="312569"/>
                  </a:cubicBezTo>
                  <a:lnTo>
                    <a:pt x="136944" y="257830"/>
                  </a:lnTo>
                  <a:close/>
                </a:path>
              </a:pathLst>
            </a:custGeom>
            <a:solidFill>
              <a:srgbClr val="3B3348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9988976-B8AE-F362-17D1-E5CED9C2D974}"/>
                </a:ext>
              </a:extLst>
            </p:cNvPr>
            <p:cNvSpPr/>
            <p:nvPr/>
          </p:nvSpPr>
          <p:spPr>
            <a:xfrm>
              <a:off x="1498616" y="2093275"/>
              <a:ext cx="455009" cy="877582"/>
            </a:xfrm>
            <a:custGeom>
              <a:avLst/>
              <a:gdLst>
                <a:gd name="connsiteX0" fmla="*/ 181425 w 604314"/>
                <a:gd name="connsiteY0" fmla="*/ 0 h 1165548"/>
                <a:gd name="connsiteX1" fmla="*/ 396081 w 604314"/>
                <a:gd name="connsiteY1" fmla="*/ 4551 h 1165548"/>
                <a:gd name="connsiteX2" fmla="*/ 424604 w 604314"/>
                <a:gd name="connsiteY2" fmla="*/ 30799 h 1165548"/>
                <a:gd name="connsiteX3" fmla="*/ 604314 w 604314"/>
                <a:gd name="connsiteY3" fmla="*/ 609302 h 1165548"/>
                <a:gd name="connsiteX4" fmla="*/ 599171 w 604314"/>
                <a:gd name="connsiteY4" fmla="*/ 1119381 h 1165548"/>
                <a:gd name="connsiteX5" fmla="*/ 148912 w 604314"/>
                <a:gd name="connsiteY5" fmla="*/ 1165548 h 1165548"/>
                <a:gd name="connsiteX6" fmla="*/ 0 w 604314"/>
                <a:gd name="connsiteY6" fmla="*/ 905381 h 1165548"/>
                <a:gd name="connsiteX7" fmla="*/ 47912 w 604314"/>
                <a:gd name="connsiteY7" fmla="*/ 419304 h 1165548"/>
                <a:gd name="connsiteX8" fmla="*/ 181425 w 604314"/>
                <a:gd name="connsiteY8" fmla="*/ 0 h 1165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4314" h="1165548">
                  <a:moveTo>
                    <a:pt x="181425" y="0"/>
                  </a:moveTo>
                  <a:cubicBezTo>
                    <a:pt x="181425" y="0"/>
                    <a:pt x="286976" y="60475"/>
                    <a:pt x="396081" y="4551"/>
                  </a:cubicBezTo>
                  <a:lnTo>
                    <a:pt x="424604" y="30799"/>
                  </a:lnTo>
                  <a:lnTo>
                    <a:pt x="604314" y="609302"/>
                  </a:lnTo>
                  <a:lnTo>
                    <a:pt x="599171" y="1119381"/>
                  </a:lnTo>
                  <a:lnTo>
                    <a:pt x="148912" y="1165548"/>
                  </a:lnTo>
                  <a:cubicBezTo>
                    <a:pt x="148912" y="1165548"/>
                    <a:pt x="0" y="913953"/>
                    <a:pt x="0" y="905381"/>
                  </a:cubicBezTo>
                  <a:cubicBezTo>
                    <a:pt x="0" y="896808"/>
                    <a:pt x="47912" y="463788"/>
                    <a:pt x="47912" y="419304"/>
                  </a:cubicBezTo>
                  <a:cubicBezTo>
                    <a:pt x="47912" y="374821"/>
                    <a:pt x="181425" y="0"/>
                    <a:pt x="181425" y="0"/>
                  </a:cubicBezTo>
                  <a:close/>
                </a:path>
              </a:pathLst>
            </a:custGeom>
            <a:solidFill>
              <a:schemeClr val="bg1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82073A3C-490D-BAF4-B477-9090560632FD}"/>
                </a:ext>
              </a:extLst>
            </p:cNvPr>
            <p:cNvSpPr/>
            <p:nvPr/>
          </p:nvSpPr>
          <p:spPr>
            <a:xfrm>
              <a:off x="1887813" y="2077456"/>
              <a:ext cx="785950" cy="469350"/>
            </a:xfrm>
            <a:custGeom>
              <a:avLst/>
              <a:gdLst>
                <a:gd name="connsiteX0" fmla="*/ 0 w 1043849"/>
                <a:gd name="connsiteY0" fmla="*/ 68923 h 623361"/>
                <a:gd name="connsiteX1" fmla="*/ 519836 w 1043849"/>
                <a:gd name="connsiteY1" fmla="*/ 263503 h 623361"/>
                <a:gd name="connsiteX2" fmla="*/ 949116 w 1043849"/>
                <a:gd name="connsiteY2" fmla="*/ 0 h 623361"/>
                <a:gd name="connsiteX3" fmla="*/ 1043850 w 1043849"/>
                <a:gd name="connsiteY3" fmla="*/ 97695 h 623361"/>
                <a:gd name="connsiteX4" fmla="*/ 534644 w 1043849"/>
                <a:gd name="connsiteY4" fmla="*/ 621740 h 623361"/>
                <a:gd name="connsiteX5" fmla="*/ 135009 w 1043849"/>
                <a:gd name="connsiteY5" fmla="*/ 501195 h 623361"/>
                <a:gd name="connsiteX6" fmla="*/ 98069 w 1043849"/>
                <a:gd name="connsiteY6" fmla="*/ 215902 h 62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43849" h="623361">
                  <a:moveTo>
                    <a:pt x="0" y="68923"/>
                  </a:moveTo>
                  <a:cubicBezTo>
                    <a:pt x="314845" y="147665"/>
                    <a:pt x="519836" y="263503"/>
                    <a:pt x="519836" y="263503"/>
                  </a:cubicBezTo>
                  <a:lnTo>
                    <a:pt x="949116" y="0"/>
                  </a:lnTo>
                  <a:lnTo>
                    <a:pt x="1043850" y="97695"/>
                  </a:lnTo>
                  <a:cubicBezTo>
                    <a:pt x="1043850" y="97695"/>
                    <a:pt x="810054" y="657246"/>
                    <a:pt x="534644" y="621740"/>
                  </a:cubicBezTo>
                  <a:cubicBezTo>
                    <a:pt x="311197" y="592906"/>
                    <a:pt x="135009" y="501195"/>
                    <a:pt x="135009" y="501195"/>
                  </a:cubicBezTo>
                  <a:lnTo>
                    <a:pt x="98069" y="215902"/>
                  </a:lnTo>
                  <a:close/>
                </a:path>
              </a:pathLst>
            </a:custGeom>
            <a:solidFill>
              <a:schemeClr val="accent2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69494FE5-7F84-B696-00E2-919E4DDA5438}"/>
                </a:ext>
              </a:extLst>
            </p:cNvPr>
            <p:cNvSpPr/>
            <p:nvPr/>
          </p:nvSpPr>
          <p:spPr>
            <a:xfrm>
              <a:off x="1550698" y="2916334"/>
              <a:ext cx="416141" cy="91866"/>
            </a:xfrm>
            <a:custGeom>
              <a:avLst/>
              <a:gdLst>
                <a:gd name="connsiteX0" fmla="*/ 552692 w 552692"/>
                <a:gd name="connsiteY0" fmla="*/ 79865 h 122010"/>
                <a:gd name="connsiteX1" fmla="*/ 6110 w 552692"/>
                <a:gd name="connsiteY1" fmla="*/ 122010 h 122010"/>
                <a:gd name="connsiteX2" fmla="*/ 0 w 552692"/>
                <a:gd name="connsiteY2" fmla="*/ 46759 h 122010"/>
                <a:gd name="connsiteX3" fmla="*/ 529874 w 552692"/>
                <a:gd name="connsiteY3" fmla="*/ 0 h 122010"/>
                <a:gd name="connsiteX4" fmla="*/ 552692 w 552692"/>
                <a:gd name="connsiteY4" fmla="*/ 79865 h 12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692" h="122010">
                  <a:moveTo>
                    <a:pt x="552692" y="79865"/>
                  </a:moveTo>
                  <a:lnTo>
                    <a:pt x="6110" y="122010"/>
                  </a:lnTo>
                  <a:lnTo>
                    <a:pt x="0" y="46759"/>
                  </a:lnTo>
                  <a:lnTo>
                    <a:pt x="529874" y="0"/>
                  </a:lnTo>
                  <a:lnTo>
                    <a:pt x="552692" y="79865"/>
                  </a:lnTo>
                  <a:close/>
                </a:path>
              </a:pathLst>
            </a:custGeom>
            <a:solidFill>
              <a:schemeClr val="tx2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EDB51B36-8736-E453-F006-B9BD15FE12F5}"/>
                </a:ext>
              </a:extLst>
            </p:cNvPr>
            <p:cNvSpPr/>
            <p:nvPr/>
          </p:nvSpPr>
          <p:spPr>
            <a:xfrm rot="21325565">
              <a:off x="1744971" y="2937414"/>
              <a:ext cx="114080" cy="70991"/>
            </a:xfrm>
            <a:custGeom>
              <a:avLst/>
              <a:gdLst>
                <a:gd name="connsiteX0" fmla="*/ 121495 w 151514"/>
                <a:gd name="connsiteY0" fmla="*/ 5 h 94286"/>
                <a:gd name="connsiteX1" fmla="*/ 151516 w 151514"/>
                <a:gd name="connsiteY1" fmla="*/ 5 h 94286"/>
                <a:gd name="connsiteX2" fmla="*/ 151516 w 151514"/>
                <a:gd name="connsiteY2" fmla="*/ 94291 h 94286"/>
                <a:gd name="connsiteX3" fmla="*/ 121495 w 151514"/>
                <a:gd name="connsiteY3" fmla="*/ 94291 h 94286"/>
                <a:gd name="connsiteX4" fmla="*/ 30023 w 151514"/>
                <a:gd name="connsiteY4" fmla="*/ 94291 h 94286"/>
                <a:gd name="connsiteX5" fmla="*/ 2 w 151514"/>
                <a:gd name="connsiteY5" fmla="*/ 94291 h 94286"/>
                <a:gd name="connsiteX6" fmla="*/ 2 w 151514"/>
                <a:gd name="connsiteY6" fmla="*/ 5 h 94286"/>
                <a:gd name="connsiteX7" fmla="*/ 30023 w 151514"/>
                <a:gd name="connsiteY7" fmla="*/ 5 h 94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1514" h="94286">
                  <a:moveTo>
                    <a:pt x="121495" y="5"/>
                  </a:moveTo>
                  <a:cubicBezTo>
                    <a:pt x="138075" y="5"/>
                    <a:pt x="151516" y="5"/>
                    <a:pt x="151516" y="5"/>
                  </a:cubicBezTo>
                  <a:lnTo>
                    <a:pt x="151516" y="94291"/>
                  </a:lnTo>
                  <a:cubicBezTo>
                    <a:pt x="151516" y="94291"/>
                    <a:pt x="138075" y="94291"/>
                    <a:pt x="121495" y="94291"/>
                  </a:cubicBezTo>
                  <a:lnTo>
                    <a:pt x="30023" y="94291"/>
                  </a:lnTo>
                  <a:cubicBezTo>
                    <a:pt x="13443" y="94291"/>
                    <a:pt x="2" y="94291"/>
                    <a:pt x="2" y="94291"/>
                  </a:cubicBezTo>
                  <a:lnTo>
                    <a:pt x="2" y="5"/>
                  </a:lnTo>
                  <a:cubicBezTo>
                    <a:pt x="2" y="5"/>
                    <a:pt x="13443" y="5"/>
                    <a:pt x="30023" y="5"/>
                  </a:cubicBezTo>
                  <a:close/>
                </a:path>
              </a:pathLst>
            </a:custGeom>
            <a:solidFill>
              <a:schemeClr val="accent4"/>
            </a:solidFill>
            <a:ln w="31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C6B8FD24-D7A6-11D6-E6F3-AD809E91EE59}"/>
                </a:ext>
              </a:extLst>
            </p:cNvPr>
            <p:cNvSpPr/>
            <p:nvPr/>
          </p:nvSpPr>
          <p:spPr>
            <a:xfrm>
              <a:off x="1835854" y="1801873"/>
              <a:ext cx="40197" cy="61598"/>
            </a:xfrm>
            <a:custGeom>
              <a:avLst/>
              <a:gdLst>
                <a:gd name="connsiteX0" fmla="*/ 2985 w 53387"/>
                <a:gd name="connsiteY0" fmla="*/ 12638 h 81810"/>
                <a:gd name="connsiteX1" fmla="*/ 44726 w 53387"/>
                <a:gd name="connsiteY1" fmla="*/ 5094 h 81810"/>
                <a:gd name="connsiteX2" fmla="*/ 5697 w 53387"/>
                <a:gd name="connsiteY2" fmla="*/ 81810 h 81810"/>
                <a:gd name="connsiteX3" fmla="*/ 2985 w 53387"/>
                <a:gd name="connsiteY3" fmla="*/ 12638 h 81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387" h="81810">
                  <a:moveTo>
                    <a:pt x="2985" y="12638"/>
                  </a:moveTo>
                  <a:cubicBezTo>
                    <a:pt x="2985" y="12638"/>
                    <a:pt x="29544" y="-9775"/>
                    <a:pt x="44726" y="5094"/>
                  </a:cubicBezTo>
                  <a:cubicBezTo>
                    <a:pt x="60748" y="20681"/>
                    <a:pt x="58161" y="74984"/>
                    <a:pt x="5697" y="81810"/>
                  </a:cubicBezTo>
                  <a:cubicBezTo>
                    <a:pt x="5697" y="81842"/>
                    <a:pt x="-5057" y="53880"/>
                    <a:pt x="2985" y="12638"/>
                  </a:cubicBez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B5A267FB-1D68-F418-F5AE-75C2B7B9D50A}"/>
                </a:ext>
              </a:extLst>
            </p:cNvPr>
            <p:cNvSpPr/>
            <p:nvPr/>
          </p:nvSpPr>
          <p:spPr>
            <a:xfrm>
              <a:off x="1684734" y="1817455"/>
              <a:ext cx="18744" cy="44198"/>
            </a:xfrm>
            <a:custGeom>
              <a:avLst/>
              <a:gdLst>
                <a:gd name="connsiteX0" fmla="*/ 727 w 24895"/>
                <a:gd name="connsiteY0" fmla="*/ 31032 h 58701"/>
                <a:gd name="connsiteX1" fmla="*/ 8270 w 24895"/>
                <a:gd name="connsiteY1" fmla="*/ 47 h 58701"/>
                <a:gd name="connsiteX2" fmla="*/ 24168 w 24895"/>
                <a:gd name="connsiteY2" fmla="*/ 27666 h 58701"/>
                <a:gd name="connsiteX3" fmla="*/ 16625 w 24895"/>
                <a:gd name="connsiteY3" fmla="*/ 58652 h 58701"/>
                <a:gd name="connsiteX4" fmla="*/ 727 w 24895"/>
                <a:gd name="connsiteY4" fmla="*/ 31032 h 5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895" h="58701">
                  <a:moveTo>
                    <a:pt x="727" y="31032"/>
                  </a:moveTo>
                  <a:cubicBezTo>
                    <a:pt x="-1580" y="14854"/>
                    <a:pt x="1786" y="951"/>
                    <a:pt x="8270" y="47"/>
                  </a:cubicBezTo>
                  <a:cubicBezTo>
                    <a:pt x="14754" y="-857"/>
                    <a:pt x="21862" y="11456"/>
                    <a:pt x="24168" y="27666"/>
                  </a:cubicBezTo>
                  <a:cubicBezTo>
                    <a:pt x="26475" y="43876"/>
                    <a:pt x="23109" y="57716"/>
                    <a:pt x="16625" y="58652"/>
                  </a:cubicBezTo>
                  <a:cubicBezTo>
                    <a:pt x="10141" y="59587"/>
                    <a:pt x="3033" y="47211"/>
                    <a:pt x="727" y="31032"/>
                  </a:cubicBezTo>
                  <a:close/>
                </a:path>
              </a:pathLst>
            </a:custGeom>
            <a:solidFill>
              <a:srgbClr val="21202B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65C1C478-0DB2-9AC5-E516-D88E20BD7C5E}"/>
                </a:ext>
              </a:extLst>
            </p:cNvPr>
            <p:cNvSpPr/>
            <p:nvPr/>
          </p:nvSpPr>
          <p:spPr>
            <a:xfrm>
              <a:off x="1791040" y="1806875"/>
              <a:ext cx="18658" cy="44303"/>
            </a:xfrm>
            <a:custGeom>
              <a:avLst/>
              <a:gdLst>
                <a:gd name="connsiteX0" fmla="*/ 595 w 24780"/>
                <a:gd name="connsiteY0" fmla="*/ 30932 h 58840"/>
                <a:gd name="connsiteX1" fmla="*/ 8576 w 24780"/>
                <a:gd name="connsiteY1" fmla="*/ 40 h 58840"/>
                <a:gd name="connsiteX2" fmla="*/ 24162 w 24780"/>
                <a:gd name="connsiteY2" fmla="*/ 27909 h 58840"/>
                <a:gd name="connsiteX3" fmla="*/ 16151 w 24780"/>
                <a:gd name="connsiteY3" fmla="*/ 58801 h 58840"/>
                <a:gd name="connsiteX4" fmla="*/ 595 w 24780"/>
                <a:gd name="connsiteY4" fmla="*/ 30932 h 58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80" h="58840">
                  <a:moveTo>
                    <a:pt x="595" y="30932"/>
                  </a:moveTo>
                  <a:cubicBezTo>
                    <a:pt x="-1493" y="14722"/>
                    <a:pt x="2092" y="882"/>
                    <a:pt x="8576" y="40"/>
                  </a:cubicBezTo>
                  <a:cubicBezTo>
                    <a:pt x="15059" y="-801"/>
                    <a:pt x="22011" y="11668"/>
                    <a:pt x="24162" y="27909"/>
                  </a:cubicBezTo>
                  <a:cubicBezTo>
                    <a:pt x="26313" y="44150"/>
                    <a:pt x="22666" y="57959"/>
                    <a:pt x="16151" y="58801"/>
                  </a:cubicBezTo>
                  <a:cubicBezTo>
                    <a:pt x="9635" y="59642"/>
                    <a:pt x="2653" y="47049"/>
                    <a:pt x="595" y="30932"/>
                  </a:cubicBezTo>
                  <a:close/>
                </a:path>
              </a:pathLst>
            </a:custGeom>
            <a:solidFill>
              <a:srgbClr val="21202B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E1345C01-2E53-86B6-2BFE-1B7D7D5E1B32}"/>
                </a:ext>
              </a:extLst>
            </p:cNvPr>
            <p:cNvSpPr/>
            <p:nvPr/>
          </p:nvSpPr>
          <p:spPr>
            <a:xfrm>
              <a:off x="1798059" y="1683040"/>
              <a:ext cx="96" cy="267"/>
            </a:xfrm>
            <a:custGeom>
              <a:avLst/>
              <a:gdLst>
                <a:gd name="connsiteX0" fmla="*/ 0 w 128"/>
                <a:gd name="connsiteY0" fmla="*/ 354 h 354"/>
                <a:gd name="connsiteX1" fmla="*/ 0 w 128"/>
                <a:gd name="connsiteY1" fmla="*/ 354 h 354"/>
                <a:gd name="connsiteX2" fmla="*/ 0 w 128"/>
                <a:gd name="connsiteY2" fmla="*/ 354 h 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8" h="354">
                  <a:moveTo>
                    <a:pt x="0" y="354"/>
                  </a:moveTo>
                  <a:lnTo>
                    <a:pt x="0" y="354"/>
                  </a:lnTo>
                  <a:cubicBezTo>
                    <a:pt x="187" y="-207"/>
                    <a:pt x="156" y="-20"/>
                    <a:pt x="0" y="354"/>
                  </a:cubicBezTo>
                  <a:close/>
                </a:path>
              </a:pathLst>
            </a:custGeom>
            <a:solidFill>
              <a:srgbClr val="FFFFFF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83825EE-B943-3CB1-1993-15DE00B37800}"/>
                </a:ext>
              </a:extLst>
            </p:cNvPr>
            <p:cNvSpPr/>
            <p:nvPr/>
          </p:nvSpPr>
          <p:spPr>
            <a:xfrm>
              <a:off x="1750021" y="1821739"/>
              <a:ext cx="22869" cy="76318"/>
            </a:xfrm>
            <a:custGeom>
              <a:avLst/>
              <a:gdLst>
                <a:gd name="connsiteX0" fmla="*/ 4604 w 30373"/>
                <a:gd name="connsiteY0" fmla="*/ 101343 h 101361"/>
                <a:gd name="connsiteX1" fmla="*/ 3014 w 30373"/>
                <a:gd name="connsiteY1" fmla="*/ 100781 h 101361"/>
                <a:gd name="connsiteX2" fmla="*/ 1269 w 30373"/>
                <a:gd name="connsiteY2" fmla="*/ 88811 h 101361"/>
                <a:gd name="connsiteX3" fmla="*/ 7503 w 30373"/>
                <a:gd name="connsiteY3" fmla="*/ 84883 h 101361"/>
                <a:gd name="connsiteX4" fmla="*/ 9436 w 30373"/>
                <a:gd name="connsiteY4" fmla="*/ 84385 h 101361"/>
                <a:gd name="connsiteX5" fmla="*/ 11493 w 30373"/>
                <a:gd name="connsiteY5" fmla="*/ 83699 h 101361"/>
                <a:gd name="connsiteX6" fmla="*/ 21749 w 30373"/>
                <a:gd name="connsiteY6" fmla="*/ 79148 h 101361"/>
                <a:gd name="connsiteX7" fmla="*/ 26550 w 30373"/>
                <a:gd name="connsiteY7" fmla="*/ 69110 h 101361"/>
                <a:gd name="connsiteX8" fmla="*/ 23432 w 30373"/>
                <a:gd name="connsiteY8" fmla="*/ 63686 h 101361"/>
                <a:gd name="connsiteX9" fmla="*/ 23120 w 30373"/>
                <a:gd name="connsiteY9" fmla="*/ 63281 h 101361"/>
                <a:gd name="connsiteX10" fmla="*/ 3388 w 30373"/>
                <a:gd name="connsiteY10" fmla="*/ 1839 h 101361"/>
                <a:gd name="connsiteX11" fmla="*/ 5196 w 30373"/>
                <a:gd name="connsiteY11" fmla="*/ 0 h 101361"/>
                <a:gd name="connsiteX12" fmla="*/ 7035 w 30373"/>
                <a:gd name="connsiteY12" fmla="*/ 1808 h 101361"/>
                <a:gd name="connsiteX13" fmla="*/ 26363 w 30373"/>
                <a:gd name="connsiteY13" fmla="*/ 61286 h 101361"/>
                <a:gd name="connsiteX14" fmla="*/ 26643 w 30373"/>
                <a:gd name="connsiteY14" fmla="*/ 61691 h 101361"/>
                <a:gd name="connsiteX15" fmla="*/ 30228 w 30373"/>
                <a:gd name="connsiteY15" fmla="*/ 68424 h 101361"/>
                <a:gd name="connsiteX16" fmla="*/ 23993 w 30373"/>
                <a:gd name="connsiteY16" fmla="*/ 82234 h 101361"/>
                <a:gd name="connsiteX17" fmla="*/ 12740 w 30373"/>
                <a:gd name="connsiteY17" fmla="*/ 87253 h 101361"/>
                <a:gd name="connsiteX18" fmla="*/ 10714 w 30373"/>
                <a:gd name="connsiteY18" fmla="*/ 87938 h 101361"/>
                <a:gd name="connsiteX19" fmla="*/ 8407 w 30373"/>
                <a:gd name="connsiteY19" fmla="*/ 88562 h 101361"/>
                <a:gd name="connsiteX20" fmla="*/ 4635 w 30373"/>
                <a:gd name="connsiteY20" fmla="*/ 90276 h 101361"/>
                <a:gd name="connsiteX21" fmla="*/ 5695 w 30373"/>
                <a:gd name="connsiteY21" fmla="*/ 98444 h 101361"/>
                <a:gd name="connsiteX22" fmla="*/ 5695 w 30373"/>
                <a:gd name="connsiteY22" fmla="*/ 101031 h 101361"/>
                <a:gd name="connsiteX23" fmla="*/ 4604 w 30373"/>
                <a:gd name="connsiteY23" fmla="*/ 101343 h 101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373" h="101361">
                  <a:moveTo>
                    <a:pt x="4604" y="101343"/>
                  </a:moveTo>
                  <a:cubicBezTo>
                    <a:pt x="4015" y="101430"/>
                    <a:pt x="3419" y="101218"/>
                    <a:pt x="3014" y="100781"/>
                  </a:cubicBezTo>
                  <a:cubicBezTo>
                    <a:pt x="-219" y="97649"/>
                    <a:pt x="-932" y="92736"/>
                    <a:pt x="1269" y="88811"/>
                  </a:cubicBezTo>
                  <a:cubicBezTo>
                    <a:pt x="2360" y="86099"/>
                    <a:pt x="5259" y="85445"/>
                    <a:pt x="7503" y="84883"/>
                  </a:cubicBezTo>
                  <a:cubicBezTo>
                    <a:pt x="8158" y="84883"/>
                    <a:pt x="8843" y="84572"/>
                    <a:pt x="9436" y="84385"/>
                  </a:cubicBezTo>
                  <a:lnTo>
                    <a:pt x="11493" y="83699"/>
                  </a:lnTo>
                  <a:cubicBezTo>
                    <a:pt x="15125" y="82714"/>
                    <a:pt x="18582" y="81177"/>
                    <a:pt x="21749" y="79148"/>
                  </a:cubicBezTo>
                  <a:cubicBezTo>
                    <a:pt x="25159" y="77016"/>
                    <a:pt x="27030" y="73103"/>
                    <a:pt x="26550" y="69110"/>
                  </a:cubicBezTo>
                  <a:cubicBezTo>
                    <a:pt x="25870" y="67118"/>
                    <a:pt x="24810" y="65276"/>
                    <a:pt x="23432" y="63686"/>
                  </a:cubicBezTo>
                  <a:lnTo>
                    <a:pt x="23120" y="63281"/>
                  </a:lnTo>
                  <a:cubicBezTo>
                    <a:pt x="10349" y="45332"/>
                    <a:pt x="3457" y="23866"/>
                    <a:pt x="3388" y="1839"/>
                  </a:cubicBezTo>
                  <a:cubicBezTo>
                    <a:pt x="3404" y="842"/>
                    <a:pt x="4199" y="34"/>
                    <a:pt x="5196" y="0"/>
                  </a:cubicBezTo>
                  <a:cubicBezTo>
                    <a:pt x="6200" y="0"/>
                    <a:pt x="7020" y="804"/>
                    <a:pt x="7035" y="1808"/>
                  </a:cubicBezTo>
                  <a:cubicBezTo>
                    <a:pt x="7148" y="23158"/>
                    <a:pt x="13903" y="43947"/>
                    <a:pt x="26363" y="61286"/>
                  </a:cubicBezTo>
                  <a:lnTo>
                    <a:pt x="26643" y="61691"/>
                  </a:lnTo>
                  <a:cubicBezTo>
                    <a:pt x="28289" y="63664"/>
                    <a:pt x="29508" y="65958"/>
                    <a:pt x="30228" y="68424"/>
                  </a:cubicBezTo>
                  <a:cubicBezTo>
                    <a:pt x="31014" y="73848"/>
                    <a:pt x="28579" y="79235"/>
                    <a:pt x="23993" y="82234"/>
                  </a:cubicBezTo>
                  <a:cubicBezTo>
                    <a:pt x="20524" y="84478"/>
                    <a:pt x="16727" y="86171"/>
                    <a:pt x="12740" y="87253"/>
                  </a:cubicBezTo>
                  <a:lnTo>
                    <a:pt x="10714" y="87938"/>
                  </a:lnTo>
                  <a:cubicBezTo>
                    <a:pt x="9997" y="88188"/>
                    <a:pt x="9218" y="88344"/>
                    <a:pt x="8407" y="88562"/>
                  </a:cubicBezTo>
                  <a:cubicBezTo>
                    <a:pt x="6724" y="88936"/>
                    <a:pt x="5009" y="89341"/>
                    <a:pt x="4635" y="90276"/>
                  </a:cubicBezTo>
                  <a:cubicBezTo>
                    <a:pt x="2967" y="92898"/>
                    <a:pt x="3413" y="96336"/>
                    <a:pt x="5695" y="98444"/>
                  </a:cubicBezTo>
                  <a:cubicBezTo>
                    <a:pt x="6387" y="99167"/>
                    <a:pt x="6387" y="100308"/>
                    <a:pt x="5695" y="101031"/>
                  </a:cubicBezTo>
                  <a:cubicBezTo>
                    <a:pt x="5377" y="101255"/>
                    <a:pt x="4994" y="101364"/>
                    <a:pt x="4604" y="101343"/>
                  </a:cubicBezTo>
                  <a:close/>
                </a:path>
              </a:pathLst>
            </a:custGeom>
            <a:solidFill>
              <a:srgbClr val="A15757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343FDEFA-74B8-AECE-8CEE-0C042D34EFF0}"/>
                </a:ext>
              </a:extLst>
            </p:cNvPr>
            <p:cNvSpPr/>
            <p:nvPr/>
          </p:nvSpPr>
          <p:spPr>
            <a:xfrm>
              <a:off x="1825356" y="1708695"/>
              <a:ext cx="29139" cy="96050"/>
            </a:xfrm>
            <a:custGeom>
              <a:avLst/>
              <a:gdLst>
                <a:gd name="connsiteX0" fmla="*/ 0 w 38700"/>
                <a:gd name="connsiteY0" fmla="*/ 31557 h 127568"/>
                <a:gd name="connsiteX1" fmla="*/ 31484 w 38700"/>
                <a:gd name="connsiteY1" fmla="*/ 127569 h 127568"/>
                <a:gd name="connsiteX2" fmla="*/ 36971 w 38700"/>
                <a:gd name="connsiteY2" fmla="*/ 1039 h 127568"/>
                <a:gd name="connsiteX3" fmla="*/ 0 w 38700"/>
                <a:gd name="connsiteY3" fmla="*/ 31557 h 127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00" h="127568">
                  <a:moveTo>
                    <a:pt x="0" y="31557"/>
                  </a:moveTo>
                  <a:cubicBezTo>
                    <a:pt x="0" y="31557"/>
                    <a:pt x="21540" y="93248"/>
                    <a:pt x="31484" y="127569"/>
                  </a:cubicBezTo>
                  <a:cubicBezTo>
                    <a:pt x="31484" y="127569"/>
                    <a:pt x="42956" y="8801"/>
                    <a:pt x="36971" y="1039"/>
                  </a:cubicBezTo>
                  <a:cubicBezTo>
                    <a:pt x="30986" y="-6723"/>
                    <a:pt x="0" y="31557"/>
                    <a:pt x="0" y="31557"/>
                  </a:cubicBezTo>
                  <a:close/>
                </a:path>
              </a:pathLst>
            </a:custGeom>
            <a:solidFill>
              <a:schemeClr val="tx1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C7A6D523-8175-78FB-D48A-F11F4B0787A0}"/>
                </a:ext>
              </a:extLst>
            </p:cNvPr>
            <p:cNvSpPr/>
            <p:nvPr/>
          </p:nvSpPr>
          <p:spPr>
            <a:xfrm>
              <a:off x="1721802" y="1914921"/>
              <a:ext cx="72467" cy="37303"/>
            </a:xfrm>
            <a:custGeom>
              <a:avLst/>
              <a:gdLst>
                <a:gd name="connsiteX0" fmla="*/ 12532 w 96246"/>
                <a:gd name="connsiteY0" fmla="*/ 3239 h 49543"/>
                <a:gd name="connsiteX1" fmla="*/ 2713 w 96246"/>
                <a:gd name="connsiteY1" fmla="*/ 28988 h 49543"/>
                <a:gd name="connsiteX2" fmla="*/ 53430 w 96246"/>
                <a:gd name="connsiteY2" fmla="*/ 48845 h 49543"/>
                <a:gd name="connsiteX3" fmla="*/ 95732 w 96246"/>
                <a:gd name="connsiteY3" fmla="*/ 16051 h 49543"/>
                <a:gd name="connsiteX4" fmla="*/ 93862 w 96246"/>
                <a:gd name="connsiteY4" fmla="*/ 4299 h 49543"/>
                <a:gd name="connsiteX5" fmla="*/ 82078 w 96246"/>
                <a:gd name="connsiteY5" fmla="*/ 91 h 49543"/>
                <a:gd name="connsiteX6" fmla="*/ 57140 w 96246"/>
                <a:gd name="connsiteY6" fmla="*/ 5515 h 49543"/>
                <a:gd name="connsiteX7" fmla="*/ 33199 w 96246"/>
                <a:gd name="connsiteY7" fmla="*/ 4611 h 49543"/>
                <a:gd name="connsiteX8" fmla="*/ 12532 w 96246"/>
                <a:gd name="connsiteY8" fmla="*/ 3239 h 49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6246" h="49543">
                  <a:moveTo>
                    <a:pt x="12532" y="3239"/>
                  </a:moveTo>
                  <a:cubicBezTo>
                    <a:pt x="-779" y="5795"/>
                    <a:pt x="-2462" y="18202"/>
                    <a:pt x="2713" y="28988"/>
                  </a:cubicBezTo>
                  <a:cubicBezTo>
                    <a:pt x="11316" y="46974"/>
                    <a:pt x="35506" y="51494"/>
                    <a:pt x="53430" y="48845"/>
                  </a:cubicBezTo>
                  <a:cubicBezTo>
                    <a:pt x="71355" y="46195"/>
                    <a:pt x="91960" y="35285"/>
                    <a:pt x="95732" y="16051"/>
                  </a:cubicBezTo>
                  <a:cubicBezTo>
                    <a:pt x="96832" y="12049"/>
                    <a:pt x="96150" y="7762"/>
                    <a:pt x="93862" y="4299"/>
                  </a:cubicBezTo>
                  <a:cubicBezTo>
                    <a:pt x="90794" y="1150"/>
                    <a:pt x="86445" y="-405"/>
                    <a:pt x="82078" y="91"/>
                  </a:cubicBezTo>
                  <a:cubicBezTo>
                    <a:pt x="73568" y="371"/>
                    <a:pt x="65525" y="4081"/>
                    <a:pt x="57140" y="5515"/>
                  </a:cubicBezTo>
                  <a:cubicBezTo>
                    <a:pt x="49169" y="6621"/>
                    <a:pt x="41064" y="6316"/>
                    <a:pt x="33199" y="4611"/>
                  </a:cubicBezTo>
                  <a:cubicBezTo>
                    <a:pt x="26444" y="2943"/>
                    <a:pt x="19449" y="2478"/>
                    <a:pt x="12532" y="3239"/>
                  </a:cubicBez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F548392D-350F-DA4C-38E5-D9F0625DC3F1}"/>
                </a:ext>
              </a:extLst>
            </p:cNvPr>
            <p:cNvSpPr/>
            <p:nvPr/>
          </p:nvSpPr>
          <p:spPr>
            <a:xfrm>
              <a:off x="1657099" y="1783666"/>
              <a:ext cx="57585" cy="22605"/>
            </a:xfrm>
            <a:custGeom>
              <a:avLst/>
              <a:gdLst>
                <a:gd name="connsiteX0" fmla="*/ 676 w 76481"/>
                <a:gd name="connsiteY0" fmla="*/ 23820 h 30023"/>
                <a:gd name="connsiteX1" fmla="*/ 71688 w 76481"/>
                <a:gd name="connsiteY1" fmla="*/ 3027 h 30023"/>
                <a:gd name="connsiteX2" fmla="*/ 71688 w 76481"/>
                <a:gd name="connsiteY2" fmla="*/ 15964 h 30023"/>
                <a:gd name="connsiteX3" fmla="*/ 37616 w 76481"/>
                <a:gd name="connsiteY3" fmla="*/ 19081 h 30023"/>
                <a:gd name="connsiteX4" fmla="*/ 5352 w 76481"/>
                <a:gd name="connsiteY4" fmla="*/ 29929 h 30023"/>
                <a:gd name="connsiteX5" fmla="*/ 676 w 76481"/>
                <a:gd name="connsiteY5" fmla="*/ 23695 h 3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481" h="30023">
                  <a:moveTo>
                    <a:pt x="676" y="23820"/>
                  </a:moveTo>
                  <a:cubicBezTo>
                    <a:pt x="14299" y="4835"/>
                    <a:pt x="49836" y="-5514"/>
                    <a:pt x="71688" y="3027"/>
                  </a:cubicBezTo>
                  <a:cubicBezTo>
                    <a:pt x="77143" y="5147"/>
                    <a:pt x="78951" y="14686"/>
                    <a:pt x="71688" y="15964"/>
                  </a:cubicBezTo>
                  <a:cubicBezTo>
                    <a:pt x="60341" y="17928"/>
                    <a:pt x="48994" y="16494"/>
                    <a:pt x="37616" y="19081"/>
                  </a:cubicBezTo>
                  <a:cubicBezTo>
                    <a:pt x="26238" y="21669"/>
                    <a:pt x="16512" y="27280"/>
                    <a:pt x="5352" y="29929"/>
                  </a:cubicBezTo>
                  <a:cubicBezTo>
                    <a:pt x="2235" y="30678"/>
                    <a:pt x="-1568" y="26812"/>
                    <a:pt x="676" y="23695"/>
                  </a:cubicBezTo>
                  <a:close/>
                </a:path>
              </a:pathLst>
            </a:custGeom>
            <a:solidFill>
              <a:schemeClr val="tx1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E35E7C6D-A2B4-B7C3-315D-D264839A4E92}"/>
                </a:ext>
              </a:extLst>
            </p:cNvPr>
            <p:cNvSpPr/>
            <p:nvPr/>
          </p:nvSpPr>
          <p:spPr>
            <a:xfrm>
              <a:off x="1767252" y="1772329"/>
              <a:ext cx="58588" cy="18450"/>
            </a:xfrm>
            <a:custGeom>
              <a:avLst/>
              <a:gdLst>
                <a:gd name="connsiteX0" fmla="*/ 73835 w 77813"/>
                <a:gd name="connsiteY0" fmla="*/ 24444 h 24504"/>
                <a:gd name="connsiteX1" fmla="*/ 43161 w 77813"/>
                <a:gd name="connsiteY1" fmla="*/ 17835 h 24504"/>
                <a:gd name="connsiteX2" fmla="*/ 6720 w 77813"/>
                <a:gd name="connsiteY2" fmla="*/ 18116 h 24504"/>
                <a:gd name="connsiteX3" fmla="*/ 3322 w 77813"/>
                <a:gd name="connsiteY3" fmla="*/ 5647 h 24504"/>
                <a:gd name="connsiteX4" fmla="*/ 76765 w 77813"/>
                <a:gd name="connsiteY4" fmla="*/ 17368 h 24504"/>
                <a:gd name="connsiteX5" fmla="*/ 73835 w 77813"/>
                <a:gd name="connsiteY5" fmla="*/ 24475 h 24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7813" h="24504">
                  <a:moveTo>
                    <a:pt x="73835" y="24444"/>
                  </a:moveTo>
                  <a:cubicBezTo>
                    <a:pt x="63330" y="23135"/>
                    <a:pt x="53573" y="19394"/>
                    <a:pt x="43161" y="17835"/>
                  </a:cubicBezTo>
                  <a:cubicBezTo>
                    <a:pt x="30692" y="16027"/>
                    <a:pt x="19002" y="18615"/>
                    <a:pt x="6720" y="18116"/>
                  </a:cubicBezTo>
                  <a:cubicBezTo>
                    <a:pt x="486" y="17866"/>
                    <a:pt x="-2943" y="8764"/>
                    <a:pt x="3322" y="5647"/>
                  </a:cubicBezTo>
                  <a:cubicBezTo>
                    <a:pt x="24644" y="-4952"/>
                    <a:pt x="60400" y="-401"/>
                    <a:pt x="76765" y="17368"/>
                  </a:cubicBezTo>
                  <a:cubicBezTo>
                    <a:pt x="78916" y="19737"/>
                    <a:pt x="77669" y="24943"/>
                    <a:pt x="73835" y="24475"/>
                  </a:cubicBezTo>
                  <a:close/>
                </a:path>
              </a:pathLst>
            </a:custGeom>
            <a:solidFill>
              <a:schemeClr val="tx1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782BE89C-BD60-85B2-0912-ACAA1EE25AFE}"/>
                </a:ext>
              </a:extLst>
            </p:cNvPr>
            <p:cNvSpPr/>
            <p:nvPr/>
          </p:nvSpPr>
          <p:spPr>
            <a:xfrm>
              <a:off x="1557857" y="1719435"/>
              <a:ext cx="84516" cy="151501"/>
            </a:xfrm>
            <a:custGeom>
              <a:avLst/>
              <a:gdLst>
                <a:gd name="connsiteX0" fmla="*/ 78306 w 112249"/>
                <a:gd name="connsiteY0" fmla="*/ 190707 h 201214"/>
                <a:gd name="connsiteX1" fmla="*/ 112222 w 112249"/>
                <a:gd name="connsiteY1" fmla="*/ 1395 h 201214"/>
                <a:gd name="connsiteX2" fmla="*/ 0 w 112249"/>
                <a:gd name="connsiteY2" fmla="*/ 23590 h 201214"/>
                <a:gd name="connsiteX3" fmla="*/ 32700 w 112249"/>
                <a:gd name="connsiteY3" fmla="*/ 173219 h 201214"/>
                <a:gd name="connsiteX4" fmla="*/ 78306 w 112249"/>
                <a:gd name="connsiteY4" fmla="*/ 190707 h 201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249" h="201214">
                  <a:moveTo>
                    <a:pt x="78306" y="190707"/>
                  </a:moveTo>
                  <a:cubicBezTo>
                    <a:pt x="78306" y="190707"/>
                    <a:pt x="113375" y="9562"/>
                    <a:pt x="112222" y="1395"/>
                  </a:cubicBezTo>
                  <a:cubicBezTo>
                    <a:pt x="111068" y="-6772"/>
                    <a:pt x="0" y="23590"/>
                    <a:pt x="0" y="23590"/>
                  </a:cubicBezTo>
                  <a:cubicBezTo>
                    <a:pt x="0" y="23590"/>
                    <a:pt x="2338" y="122937"/>
                    <a:pt x="32700" y="173219"/>
                  </a:cubicBezTo>
                  <a:cubicBezTo>
                    <a:pt x="63062" y="223501"/>
                    <a:pt x="78306" y="190707"/>
                    <a:pt x="78306" y="190707"/>
                  </a:cubicBezTo>
                  <a:close/>
                </a:path>
              </a:pathLst>
            </a:custGeom>
            <a:solidFill>
              <a:schemeClr val="tx1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36066D3-0971-D75B-4993-488FDB53E339}"/>
                </a:ext>
              </a:extLst>
            </p:cNvPr>
            <p:cNvSpPr/>
            <p:nvPr/>
          </p:nvSpPr>
          <p:spPr>
            <a:xfrm>
              <a:off x="1377482" y="2093275"/>
              <a:ext cx="264612" cy="1206411"/>
            </a:xfrm>
            <a:custGeom>
              <a:avLst/>
              <a:gdLst>
                <a:gd name="connsiteX0" fmla="*/ 342308 w 351441"/>
                <a:gd name="connsiteY0" fmla="*/ 0 h 1602278"/>
                <a:gd name="connsiteX1" fmla="*/ 351441 w 351441"/>
                <a:gd name="connsiteY1" fmla="*/ 766849 h 1602278"/>
                <a:gd name="connsiteX2" fmla="*/ 324041 w 351441"/>
                <a:gd name="connsiteY2" fmla="*/ 1602278 h 1602278"/>
                <a:gd name="connsiteX3" fmla="*/ 4551 w 351441"/>
                <a:gd name="connsiteY3" fmla="*/ 1579429 h 1602278"/>
                <a:gd name="connsiteX4" fmla="*/ 0 w 351441"/>
                <a:gd name="connsiteY4" fmla="*/ 835117 h 1602278"/>
                <a:gd name="connsiteX5" fmla="*/ 91274 w 351441"/>
                <a:gd name="connsiteY5" fmla="*/ 328498 h 1602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1441" h="1602278">
                  <a:moveTo>
                    <a:pt x="342308" y="0"/>
                  </a:moveTo>
                  <a:cubicBezTo>
                    <a:pt x="342308" y="0"/>
                    <a:pt x="351441" y="629845"/>
                    <a:pt x="351441" y="766849"/>
                  </a:cubicBezTo>
                  <a:cubicBezTo>
                    <a:pt x="351441" y="903853"/>
                    <a:pt x="324041" y="1602278"/>
                    <a:pt x="324041" y="1602278"/>
                  </a:cubicBezTo>
                  <a:lnTo>
                    <a:pt x="4551" y="1579429"/>
                  </a:lnTo>
                  <a:lnTo>
                    <a:pt x="0" y="835117"/>
                  </a:lnTo>
                  <a:lnTo>
                    <a:pt x="91274" y="328498"/>
                  </a:lnTo>
                  <a:close/>
                </a:path>
              </a:pathLst>
            </a:custGeom>
            <a:solidFill>
              <a:schemeClr val="accent2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13D2B1A6-3348-86EC-6466-873DB5FF2C14}"/>
                </a:ext>
              </a:extLst>
            </p:cNvPr>
            <p:cNvSpPr/>
            <p:nvPr/>
          </p:nvSpPr>
          <p:spPr>
            <a:xfrm>
              <a:off x="1796839" y="2096702"/>
              <a:ext cx="237057" cy="1185615"/>
            </a:xfrm>
            <a:custGeom>
              <a:avLst/>
              <a:gdLst>
                <a:gd name="connsiteX0" fmla="*/ 0 w 314844"/>
                <a:gd name="connsiteY0" fmla="*/ 0 h 1574659"/>
                <a:gd name="connsiteX1" fmla="*/ 155178 w 314844"/>
                <a:gd name="connsiteY1" fmla="*/ 958499 h 1574659"/>
                <a:gd name="connsiteX2" fmla="*/ 168863 w 314844"/>
                <a:gd name="connsiteY2" fmla="*/ 1574659 h 1574659"/>
                <a:gd name="connsiteX3" fmla="*/ 314845 w 314844"/>
                <a:gd name="connsiteY3" fmla="*/ 1574659 h 1574659"/>
                <a:gd name="connsiteX4" fmla="*/ 314845 w 314844"/>
                <a:gd name="connsiteY4" fmla="*/ 570523 h 1574659"/>
                <a:gd name="connsiteX5" fmla="*/ 310231 w 314844"/>
                <a:gd name="connsiteY5" fmla="*/ 200877 h 1574659"/>
                <a:gd name="connsiteX6" fmla="*/ 0 w 314844"/>
                <a:gd name="connsiteY6" fmla="*/ 0 h 1574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4844" h="1574659">
                  <a:moveTo>
                    <a:pt x="0" y="0"/>
                  </a:moveTo>
                  <a:cubicBezTo>
                    <a:pt x="0" y="0"/>
                    <a:pt x="127808" y="716599"/>
                    <a:pt x="155178" y="958499"/>
                  </a:cubicBezTo>
                  <a:cubicBezTo>
                    <a:pt x="182547" y="1200399"/>
                    <a:pt x="168863" y="1574659"/>
                    <a:pt x="168863" y="1574659"/>
                  </a:cubicBezTo>
                  <a:lnTo>
                    <a:pt x="314845" y="1574659"/>
                  </a:lnTo>
                  <a:lnTo>
                    <a:pt x="314845" y="570523"/>
                  </a:lnTo>
                  <a:lnTo>
                    <a:pt x="310231" y="200877"/>
                  </a:lnTo>
                  <a:cubicBezTo>
                    <a:pt x="310231" y="200877"/>
                    <a:pt x="191556" y="31952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96C2AD1-6F54-11A3-4DC9-CC96425615F8}"/>
                </a:ext>
              </a:extLst>
            </p:cNvPr>
            <p:cNvSpPr/>
            <p:nvPr/>
          </p:nvSpPr>
          <p:spPr>
            <a:xfrm>
              <a:off x="1173117" y="2093275"/>
              <a:ext cx="565185" cy="783066"/>
            </a:xfrm>
            <a:custGeom>
              <a:avLst/>
              <a:gdLst>
                <a:gd name="connsiteX0" fmla="*/ 613732 w 750642"/>
                <a:gd name="connsiteY0" fmla="*/ 0 h 1040018"/>
                <a:gd name="connsiteX1" fmla="*/ 230307 w 750642"/>
                <a:gd name="connsiteY1" fmla="*/ 177996 h 1040018"/>
                <a:gd name="connsiteX2" fmla="*/ 24910 w 750642"/>
                <a:gd name="connsiteY2" fmla="*/ 944845 h 1040018"/>
                <a:gd name="connsiteX3" fmla="*/ 743784 w 750642"/>
                <a:gd name="connsiteY3" fmla="*/ 1033844 h 1040018"/>
                <a:gd name="connsiteX4" fmla="*/ 750642 w 750642"/>
                <a:gd name="connsiteY4" fmla="*/ 828478 h 1040018"/>
                <a:gd name="connsiteX5" fmla="*/ 339879 w 750642"/>
                <a:gd name="connsiteY5" fmla="*/ 725701 h 1040018"/>
                <a:gd name="connsiteX6" fmla="*/ 394650 w 750642"/>
                <a:gd name="connsiteY6" fmla="*/ 444991 h 1040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0642" h="1040018">
                  <a:moveTo>
                    <a:pt x="613732" y="0"/>
                  </a:moveTo>
                  <a:cubicBezTo>
                    <a:pt x="613732" y="0"/>
                    <a:pt x="408335" y="27370"/>
                    <a:pt x="230307" y="177996"/>
                  </a:cubicBezTo>
                  <a:cubicBezTo>
                    <a:pt x="52280" y="328623"/>
                    <a:pt x="-50247" y="814699"/>
                    <a:pt x="24910" y="944845"/>
                  </a:cubicBezTo>
                  <a:cubicBezTo>
                    <a:pt x="100067" y="1074991"/>
                    <a:pt x="743784" y="1033844"/>
                    <a:pt x="743784" y="1033844"/>
                  </a:cubicBezTo>
                  <a:lnTo>
                    <a:pt x="750642" y="828478"/>
                  </a:lnTo>
                  <a:lnTo>
                    <a:pt x="339879" y="725701"/>
                  </a:lnTo>
                  <a:lnTo>
                    <a:pt x="394650" y="444991"/>
                  </a:lnTo>
                  <a:close/>
                </a:path>
              </a:pathLst>
            </a:custGeom>
            <a:solidFill>
              <a:schemeClr val="accent2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EF77579D-9887-DA6A-FAE4-7A6B94ADB7E1}"/>
                </a:ext>
              </a:extLst>
            </p:cNvPr>
            <p:cNvSpPr/>
            <p:nvPr/>
          </p:nvSpPr>
          <p:spPr>
            <a:xfrm>
              <a:off x="1291527" y="2593892"/>
              <a:ext cx="349645" cy="99372"/>
            </a:xfrm>
            <a:custGeom>
              <a:avLst/>
              <a:gdLst>
                <a:gd name="connsiteX0" fmla="*/ 459679 w 464376"/>
                <a:gd name="connsiteY0" fmla="*/ 131981 h 131980"/>
                <a:gd name="connsiteX1" fmla="*/ 464377 w 464376"/>
                <a:gd name="connsiteY1" fmla="*/ 127336 h 131980"/>
                <a:gd name="connsiteX2" fmla="*/ 461206 w 464376"/>
                <a:gd name="connsiteY2" fmla="*/ 122878 h 131980"/>
                <a:gd name="connsiteX3" fmla="*/ 140377 w 464376"/>
                <a:gd name="connsiteY3" fmla="*/ 10657 h 131980"/>
                <a:gd name="connsiteX4" fmla="*/ 4027 w 464376"/>
                <a:gd name="connsiteY4" fmla="*/ 4172 h 131980"/>
                <a:gd name="connsiteX5" fmla="*/ 53 w 464376"/>
                <a:gd name="connsiteY5" fmla="*/ 9534 h 131980"/>
                <a:gd name="connsiteX6" fmla="*/ 5430 w 464376"/>
                <a:gd name="connsiteY6" fmla="*/ 13524 h 131980"/>
                <a:gd name="connsiteX7" fmla="*/ 137072 w 464376"/>
                <a:gd name="connsiteY7" fmla="*/ 19478 h 131980"/>
                <a:gd name="connsiteX8" fmla="*/ 458152 w 464376"/>
                <a:gd name="connsiteY8" fmla="*/ 131700 h 131980"/>
                <a:gd name="connsiteX9" fmla="*/ 459679 w 464376"/>
                <a:gd name="connsiteY9" fmla="*/ 131981 h 131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4376" h="131980">
                  <a:moveTo>
                    <a:pt x="459679" y="131981"/>
                  </a:moveTo>
                  <a:cubicBezTo>
                    <a:pt x="462260" y="131981"/>
                    <a:pt x="464364" y="129923"/>
                    <a:pt x="464377" y="127336"/>
                  </a:cubicBezTo>
                  <a:cubicBezTo>
                    <a:pt x="464386" y="125310"/>
                    <a:pt x="463108" y="123533"/>
                    <a:pt x="461206" y="122878"/>
                  </a:cubicBezTo>
                  <a:cubicBezTo>
                    <a:pt x="458526" y="121943"/>
                    <a:pt x="189599" y="29360"/>
                    <a:pt x="140377" y="10657"/>
                  </a:cubicBezTo>
                  <a:cubicBezTo>
                    <a:pt x="89908" y="-8266"/>
                    <a:pt x="7519" y="3673"/>
                    <a:pt x="4027" y="4172"/>
                  </a:cubicBezTo>
                  <a:cubicBezTo>
                    <a:pt x="1446" y="4546"/>
                    <a:pt x="-334" y="6978"/>
                    <a:pt x="53" y="9534"/>
                  </a:cubicBezTo>
                  <a:cubicBezTo>
                    <a:pt x="439" y="12122"/>
                    <a:pt x="2849" y="13898"/>
                    <a:pt x="5430" y="13524"/>
                  </a:cubicBezTo>
                  <a:cubicBezTo>
                    <a:pt x="6272" y="13524"/>
                    <a:pt x="88973" y="1398"/>
                    <a:pt x="137072" y="19478"/>
                  </a:cubicBezTo>
                  <a:cubicBezTo>
                    <a:pt x="186419" y="37995"/>
                    <a:pt x="455440" y="130734"/>
                    <a:pt x="458152" y="131700"/>
                  </a:cubicBezTo>
                  <a:cubicBezTo>
                    <a:pt x="458641" y="131887"/>
                    <a:pt x="459158" y="131981"/>
                    <a:pt x="459679" y="131981"/>
                  </a:cubicBezTo>
                  <a:close/>
                </a:path>
              </a:pathLst>
            </a:custGeom>
            <a:solidFill>
              <a:srgbClr val="3B3348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83AA1B17-386D-07AA-1B28-52A87B7CDE06}"/>
                </a:ext>
              </a:extLst>
            </p:cNvPr>
            <p:cNvSpPr/>
            <p:nvPr/>
          </p:nvSpPr>
          <p:spPr>
            <a:xfrm>
              <a:off x="1392462" y="2543192"/>
              <a:ext cx="23441" cy="65610"/>
            </a:xfrm>
            <a:custGeom>
              <a:avLst/>
              <a:gdLst>
                <a:gd name="connsiteX0" fmla="*/ 4668 w 31133"/>
                <a:gd name="connsiteY0" fmla="*/ 87128 h 87139"/>
                <a:gd name="connsiteX1" fmla="*/ 9126 w 31133"/>
                <a:gd name="connsiteY1" fmla="*/ 84010 h 87139"/>
                <a:gd name="connsiteX2" fmla="*/ 31134 w 31133"/>
                <a:gd name="connsiteY2" fmla="*/ 4676 h 87139"/>
                <a:gd name="connsiteX3" fmla="*/ 26458 w 31133"/>
                <a:gd name="connsiteY3" fmla="*/ 0 h 87139"/>
                <a:gd name="connsiteX4" fmla="*/ 21782 w 31133"/>
                <a:gd name="connsiteY4" fmla="*/ 4676 h 87139"/>
                <a:gd name="connsiteX5" fmla="*/ 210 w 31133"/>
                <a:gd name="connsiteY5" fmla="*/ 81174 h 87139"/>
                <a:gd name="connsiteX6" fmla="*/ 3293 w 31133"/>
                <a:gd name="connsiteY6" fmla="*/ 87034 h 87139"/>
                <a:gd name="connsiteX7" fmla="*/ 3328 w 31133"/>
                <a:gd name="connsiteY7" fmla="*/ 87034 h 87139"/>
                <a:gd name="connsiteX8" fmla="*/ 4668 w 31133"/>
                <a:gd name="connsiteY8" fmla="*/ 87128 h 87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133" h="87139">
                  <a:moveTo>
                    <a:pt x="4668" y="87128"/>
                  </a:moveTo>
                  <a:cubicBezTo>
                    <a:pt x="6666" y="87128"/>
                    <a:pt x="8452" y="85881"/>
                    <a:pt x="9126" y="84010"/>
                  </a:cubicBezTo>
                  <a:cubicBezTo>
                    <a:pt x="12804" y="72445"/>
                    <a:pt x="31134" y="14308"/>
                    <a:pt x="31134" y="4676"/>
                  </a:cubicBezTo>
                  <a:cubicBezTo>
                    <a:pt x="31134" y="2088"/>
                    <a:pt x="29039" y="0"/>
                    <a:pt x="26458" y="0"/>
                  </a:cubicBezTo>
                  <a:cubicBezTo>
                    <a:pt x="23877" y="0"/>
                    <a:pt x="21782" y="2088"/>
                    <a:pt x="21782" y="4676"/>
                  </a:cubicBezTo>
                  <a:cubicBezTo>
                    <a:pt x="21782" y="10910"/>
                    <a:pt x="8565" y="54926"/>
                    <a:pt x="210" y="81174"/>
                  </a:cubicBezTo>
                  <a:cubicBezTo>
                    <a:pt x="-553" y="83636"/>
                    <a:pt x="828" y="86255"/>
                    <a:pt x="3293" y="87034"/>
                  </a:cubicBezTo>
                  <a:cubicBezTo>
                    <a:pt x="3306" y="87034"/>
                    <a:pt x="3315" y="87034"/>
                    <a:pt x="3328" y="87034"/>
                  </a:cubicBezTo>
                  <a:cubicBezTo>
                    <a:pt x="3767" y="87128"/>
                    <a:pt x="4219" y="87159"/>
                    <a:pt x="4668" y="87128"/>
                  </a:cubicBezTo>
                  <a:close/>
                </a:path>
              </a:pathLst>
            </a:custGeom>
            <a:solidFill>
              <a:srgbClr val="3B3348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1EC7226F-8D68-3C77-5F8C-98B226EEF79F}"/>
                </a:ext>
              </a:extLst>
            </p:cNvPr>
            <p:cNvSpPr/>
            <p:nvPr/>
          </p:nvSpPr>
          <p:spPr>
            <a:xfrm>
              <a:off x="1378380" y="2866877"/>
              <a:ext cx="225245" cy="9415"/>
            </a:xfrm>
            <a:custGeom>
              <a:avLst/>
              <a:gdLst>
                <a:gd name="connsiteX0" fmla="*/ 294481 w 299156"/>
                <a:gd name="connsiteY0" fmla="*/ 12505 h 12505"/>
                <a:gd name="connsiteX1" fmla="*/ 299156 w 299156"/>
                <a:gd name="connsiteY1" fmla="*/ 7829 h 12505"/>
                <a:gd name="connsiteX2" fmla="*/ 294481 w 299156"/>
                <a:gd name="connsiteY2" fmla="*/ 3153 h 12505"/>
                <a:gd name="connsiteX3" fmla="*/ 5104 w 299156"/>
                <a:gd name="connsiteY3" fmla="*/ 36 h 12505"/>
                <a:gd name="connsiteX4" fmla="*/ 51 w 299156"/>
                <a:gd name="connsiteY4" fmla="*/ 3964 h 12505"/>
                <a:gd name="connsiteX5" fmla="*/ 23 w 299156"/>
                <a:gd name="connsiteY5" fmla="*/ 4245 h 12505"/>
                <a:gd name="connsiteX6" fmla="*/ 4191 w 299156"/>
                <a:gd name="connsiteY6" fmla="*/ 9325 h 12505"/>
                <a:gd name="connsiteX7" fmla="*/ 4231 w 299156"/>
                <a:gd name="connsiteY7" fmla="*/ 9325 h 12505"/>
                <a:gd name="connsiteX8" fmla="*/ 294481 w 299156"/>
                <a:gd name="connsiteY8" fmla="*/ 12505 h 12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9156" h="12505">
                  <a:moveTo>
                    <a:pt x="294481" y="12505"/>
                  </a:moveTo>
                  <a:cubicBezTo>
                    <a:pt x="297062" y="12505"/>
                    <a:pt x="299156" y="10417"/>
                    <a:pt x="299156" y="7829"/>
                  </a:cubicBezTo>
                  <a:cubicBezTo>
                    <a:pt x="299156" y="5242"/>
                    <a:pt x="297062" y="3153"/>
                    <a:pt x="294481" y="3153"/>
                  </a:cubicBezTo>
                  <a:cubicBezTo>
                    <a:pt x="291924" y="3153"/>
                    <a:pt x="38864" y="3153"/>
                    <a:pt x="5104" y="36"/>
                  </a:cubicBezTo>
                  <a:cubicBezTo>
                    <a:pt x="2629" y="-276"/>
                    <a:pt x="366" y="1470"/>
                    <a:pt x="51" y="3964"/>
                  </a:cubicBezTo>
                  <a:cubicBezTo>
                    <a:pt x="38" y="4057"/>
                    <a:pt x="29" y="4151"/>
                    <a:pt x="23" y="4245"/>
                  </a:cubicBezTo>
                  <a:cubicBezTo>
                    <a:pt x="-230" y="6801"/>
                    <a:pt x="1638" y="9076"/>
                    <a:pt x="4191" y="9325"/>
                  </a:cubicBezTo>
                  <a:cubicBezTo>
                    <a:pt x="4203" y="9325"/>
                    <a:pt x="4219" y="9325"/>
                    <a:pt x="4231" y="9325"/>
                  </a:cubicBezTo>
                  <a:cubicBezTo>
                    <a:pt x="38303" y="12443"/>
                    <a:pt x="284038" y="12505"/>
                    <a:pt x="294481" y="12505"/>
                  </a:cubicBezTo>
                  <a:close/>
                </a:path>
              </a:pathLst>
            </a:custGeom>
            <a:solidFill>
              <a:srgbClr val="3B3348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C5867414-4FE5-1164-DA94-F43893C86F41}"/>
                </a:ext>
              </a:extLst>
            </p:cNvPr>
            <p:cNvSpPr/>
            <p:nvPr/>
          </p:nvSpPr>
          <p:spPr>
            <a:xfrm>
              <a:off x="1568295" y="1836136"/>
              <a:ext cx="63344" cy="60022"/>
            </a:xfrm>
            <a:custGeom>
              <a:avLst/>
              <a:gdLst>
                <a:gd name="connsiteX0" fmla="*/ 72859 w 84130"/>
                <a:gd name="connsiteY0" fmla="*/ 27513 h 79717"/>
                <a:gd name="connsiteX1" fmla="*/ 5651 w 84130"/>
                <a:gd name="connsiteY1" fmla="*/ 16322 h 79717"/>
                <a:gd name="connsiteX2" fmla="*/ 77005 w 84130"/>
                <a:gd name="connsiteY2" fmla="*/ 76860 h 79717"/>
                <a:gd name="connsiteX3" fmla="*/ 72859 w 84130"/>
                <a:gd name="connsiteY3" fmla="*/ 27513 h 79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130" h="79717">
                  <a:moveTo>
                    <a:pt x="72859" y="27513"/>
                  </a:moveTo>
                  <a:cubicBezTo>
                    <a:pt x="72859" y="27513"/>
                    <a:pt x="51038" y="-26073"/>
                    <a:pt x="5651" y="16322"/>
                  </a:cubicBezTo>
                  <a:cubicBezTo>
                    <a:pt x="-12398" y="33155"/>
                    <a:pt x="13163" y="93444"/>
                    <a:pt x="77005" y="76860"/>
                  </a:cubicBezTo>
                  <a:cubicBezTo>
                    <a:pt x="76849" y="76860"/>
                    <a:pt x="95615" y="63112"/>
                    <a:pt x="72859" y="27513"/>
                  </a:cubicBez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C042E737-E8DE-4EDC-014B-68B545772900}"/>
                </a:ext>
              </a:extLst>
            </p:cNvPr>
            <p:cNvSpPr/>
            <p:nvPr/>
          </p:nvSpPr>
          <p:spPr>
            <a:xfrm>
              <a:off x="1573262" y="1841427"/>
              <a:ext cx="47117" cy="43535"/>
            </a:xfrm>
            <a:custGeom>
              <a:avLst/>
              <a:gdLst>
                <a:gd name="connsiteX0" fmla="*/ 34000 w 62578"/>
                <a:gd name="connsiteY0" fmla="*/ 57769 h 57821"/>
                <a:gd name="connsiteX1" fmla="*/ 19068 w 62578"/>
                <a:gd name="connsiteY1" fmla="*/ 54652 h 57821"/>
                <a:gd name="connsiteX2" fmla="*/ 18382 w 62578"/>
                <a:gd name="connsiteY2" fmla="*/ 52189 h 57821"/>
                <a:gd name="connsiteX3" fmla="*/ 20807 w 62578"/>
                <a:gd name="connsiteY3" fmla="*/ 51532 h 57821"/>
                <a:gd name="connsiteX4" fmla="*/ 20814 w 62578"/>
                <a:gd name="connsiteY4" fmla="*/ 51535 h 57821"/>
                <a:gd name="connsiteX5" fmla="*/ 56631 w 62578"/>
                <a:gd name="connsiteY5" fmla="*/ 48418 h 57821"/>
                <a:gd name="connsiteX6" fmla="*/ 55540 w 62578"/>
                <a:gd name="connsiteY6" fmla="*/ 47576 h 57821"/>
                <a:gd name="connsiteX7" fmla="*/ 47310 w 62578"/>
                <a:gd name="connsiteY7" fmla="*/ 31990 h 57821"/>
                <a:gd name="connsiteX8" fmla="*/ 52142 w 62578"/>
                <a:gd name="connsiteY8" fmla="*/ 25069 h 57821"/>
                <a:gd name="connsiteX9" fmla="*/ 57722 w 62578"/>
                <a:gd name="connsiteY9" fmla="*/ 23729 h 57821"/>
                <a:gd name="connsiteX10" fmla="*/ 32784 w 62578"/>
                <a:gd name="connsiteY10" fmla="*/ 3685 h 57821"/>
                <a:gd name="connsiteX11" fmla="*/ 3669 w 62578"/>
                <a:gd name="connsiteY11" fmla="*/ 29994 h 57821"/>
                <a:gd name="connsiteX12" fmla="*/ 2216 w 62578"/>
                <a:gd name="connsiteY12" fmla="*/ 32099 h 57821"/>
                <a:gd name="connsiteX13" fmla="*/ 112 w 62578"/>
                <a:gd name="connsiteY13" fmla="*/ 30643 h 57821"/>
                <a:gd name="connsiteX14" fmla="*/ 84 w 62578"/>
                <a:gd name="connsiteY14" fmla="*/ 30400 h 57821"/>
                <a:gd name="connsiteX15" fmla="*/ 2889 w 62578"/>
                <a:gd name="connsiteY15" fmla="*/ 16621 h 57821"/>
                <a:gd name="connsiteX16" fmla="*/ 32316 w 62578"/>
                <a:gd name="connsiteY16" fmla="*/ 100 h 57821"/>
                <a:gd name="connsiteX17" fmla="*/ 62398 w 62578"/>
                <a:gd name="connsiteY17" fmla="*/ 25194 h 57821"/>
                <a:gd name="connsiteX18" fmla="*/ 62149 w 62578"/>
                <a:gd name="connsiteY18" fmla="*/ 27095 h 57821"/>
                <a:gd name="connsiteX19" fmla="*/ 60309 w 62578"/>
                <a:gd name="connsiteY19" fmla="*/ 27656 h 57821"/>
                <a:gd name="connsiteX20" fmla="*/ 53826 w 62578"/>
                <a:gd name="connsiteY20" fmla="*/ 28218 h 57821"/>
                <a:gd name="connsiteX21" fmla="*/ 50708 w 62578"/>
                <a:gd name="connsiteY21" fmla="*/ 32893 h 57821"/>
                <a:gd name="connsiteX22" fmla="*/ 57566 w 62578"/>
                <a:gd name="connsiteY22" fmla="*/ 44801 h 57821"/>
                <a:gd name="connsiteX23" fmla="*/ 60684 w 62578"/>
                <a:gd name="connsiteY23" fmla="*/ 47732 h 57821"/>
                <a:gd name="connsiteX24" fmla="*/ 59779 w 62578"/>
                <a:gd name="connsiteY24" fmla="*/ 50631 h 57821"/>
                <a:gd name="connsiteX25" fmla="*/ 34000 w 62578"/>
                <a:gd name="connsiteY25" fmla="*/ 57769 h 57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2578" h="57821">
                  <a:moveTo>
                    <a:pt x="34000" y="57769"/>
                  </a:moveTo>
                  <a:cubicBezTo>
                    <a:pt x="28834" y="58078"/>
                    <a:pt x="23678" y="57002"/>
                    <a:pt x="19068" y="54652"/>
                  </a:cubicBezTo>
                  <a:cubicBezTo>
                    <a:pt x="18198" y="54163"/>
                    <a:pt x="17893" y="53059"/>
                    <a:pt x="18382" y="52189"/>
                  </a:cubicBezTo>
                  <a:cubicBezTo>
                    <a:pt x="18871" y="51339"/>
                    <a:pt x="19956" y="51042"/>
                    <a:pt x="20807" y="51532"/>
                  </a:cubicBezTo>
                  <a:cubicBezTo>
                    <a:pt x="20810" y="51532"/>
                    <a:pt x="20810" y="51535"/>
                    <a:pt x="20814" y="51535"/>
                  </a:cubicBezTo>
                  <a:cubicBezTo>
                    <a:pt x="32379" y="58143"/>
                    <a:pt x="51986" y="51535"/>
                    <a:pt x="56631" y="48418"/>
                  </a:cubicBezTo>
                  <a:lnTo>
                    <a:pt x="55540" y="47576"/>
                  </a:lnTo>
                  <a:cubicBezTo>
                    <a:pt x="51986" y="44895"/>
                    <a:pt x="45346" y="39939"/>
                    <a:pt x="47310" y="31990"/>
                  </a:cubicBezTo>
                  <a:cubicBezTo>
                    <a:pt x="47856" y="29097"/>
                    <a:pt x="49617" y="26578"/>
                    <a:pt x="52142" y="25069"/>
                  </a:cubicBezTo>
                  <a:cubicBezTo>
                    <a:pt x="53853" y="24146"/>
                    <a:pt x="55777" y="23682"/>
                    <a:pt x="57722" y="23729"/>
                  </a:cubicBezTo>
                  <a:cubicBezTo>
                    <a:pt x="54044" y="17214"/>
                    <a:pt x="44255" y="2375"/>
                    <a:pt x="32784" y="3685"/>
                  </a:cubicBezTo>
                  <a:cubicBezTo>
                    <a:pt x="1175" y="7270"/>
                    <a:pt x="3544" y="29059"/>
                    <a:pt x="3669" y="29994"/>
                  </a:cubicBezTo>
                  <a:cubicBezTo>
                    <a:pt x="3846" y="30976"/>
                    <a:pt x="3198" y="31918"/>
                    <a:pt x="2216" y="32099"/>
                  </a:cubicBezTo>
                  <a:cubicBezTo>
                    <a:pt x="1231" y="32276"/>
                    <a:pt x="289" y="31625"/>
                    <a:pt x="112" y="30643"/>
                  </a:cubicBezTo>
                  <a:cubicBezTo>
                    <a:pt x="96" y="30562"/>
                    <a:pt x="87" y="30481"/>
                    <a:pt x="84" y="30400"/>
                  </a:cubicBezTo>
                  <a:cubicBezTo>
                    <a:pt x="-306" y="25633"/>
                    <a:pt x="670" y="20855"/>
                    <a:pt x="2889" y="16621"/>
                  </a:cubicBezTo>
                  <a:cubicBezTo>
                    <a:pt x="6225" y="10231"/>
                    <a:pt x="14018" y="2188"/>
                    <a:pt x="32316" y="100"/>
                  </a:cubicBezTo>
                  <a:cubicBezTo>
                    <a:pt x="49524" y="-1802"/>
                    <a:pt x="61868" y="24072"/>
                    <a:pt x="62398" y="25194"/>
                  </a:cubicBezTo>
                  <a:cubicBezTo>
                    <a:pt x="62710" y="25820"/>
                    <a:pt x="62613" y="26572"/>
                    <a:pt x="62149" y="27095"/>
                  </a:cubicBezTo>
                  <a:cubicBezTo>
                    <a:pt x="61718" y="27656"/>
                    <a:pt x="60980" y="27881"/>
                    <a:pt x="60309" y="27656"/>
                  </a:cubicBezTo>
                  <a:cubicBezTo>
                    <a:pt x="58149" y="27086"/>
                    <a:pt x="55855" y="27282"/>
                    <a:pt x="53826" y="28218"/>
                  </a:cubicBezTo>
                  <a:cubicBezTo>
                    <a:pt x="52170" y="29265"/>
                    <a:pt x="51039" y="30964"/>
                    <a:pt x="50708" y="32893"/>
                  </a:cubicBezTo>
                  <a:cubicBezTo>
                    <a:pt x="49305" y="38629"/>
                    <a:pt x="54262" y="42245"/>
                    <a:pt x="57566" y="44801"/>
                  </a:cubicBezTo>
                  <a:cubicBezTo>
                    <a:pt x="58829" y="45509"/>
                    <a:pt x="59898" y="46516"/>
                    <a:pt x="60684" y="47732"/>
                  </a:cubicBezTo>
                  <a:cubicBezTo>
                    <a:pt x="61111" y="48792"/>
                    <a:pt x="60730" y="50001"/>
                    <a:pt x="59779" y="50631"/>
                  </a:cubicBezTo>
                  <a:cubicBezTo>
                    <a:pt x="57161" y="52813"/>
                    <a:pt x="45502" y="57520"/>
                    <a:pt x="34000" y="57769"/>
                  </a:cubicBez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3F20A0D1-3502-591C-D784-AB955577099D}"/>
                </a:ext>
              </a:extLst>
            </p:cNvPr>
            <p:cNvSpPr/>
            <p:nvPr/>
          </p:nvSpPr>
          <p:spPr>
            <a:xfrm>
              <a:off x="1537277" y="1595139"/>
              <a:ext cx="362824" cy="180714"/>
            </a:xfrm>
            <a:custGeom>
              <a:avLst/>
              <a:gdLst>
                <a:gd name="connsiteX0" fmla="*/ 108787 w 481880"/>
                <a:gd name="connsiteY0" fmla="*/ 16848 h 240013"/>
                <a:gd name="connsiteX1" fmla="*/ 118980 w 481880"/>
                <a:gd name="connsiteY1" fmla="*/ 4379 h 240013"/>
                <a:gd name="connsiteX2" fmla="*/ 135502 w 481880"/>
                <a:gd name="connsiteY2" fmla="*/ 139 h 240013"/>
                <a:gd name="connsiteX3" fmla="*/ 185129 w 481880"/>
                <a:gd name="connsiteY3" fmla="*/ 9242 h 240013"/>
                <a:gd name="connsiteX4" fmla="*/ 207230 w 481880"/>
                <a:gd name="connsiteY4" fmla="*/ 18905 h 240013"/>
                <a:gd name="connsiteX5" fmla="*/ 249532 w 481880"/>
                <a:gd name="connsiteY5" fmla="*/ 21181 h 240013"/>
                <a:gd name="connsiteX6" fmla="*/ 313747 w 481880"/>
                <a:gd name="connsiteY6" fmla="*/ 24298 h 240013"/>
                <a:gd name="connsiteX7" fmla="*/ 326684 w 481880"/>
                <a:gd name="connsiteY7" fmla="*/ 27696 h 240013"/>
                <a:gd name="connsiteX8" fmla="*/ 342613 w 481880"/>
                <a:gd name="connsiteY8" fmla="*/ 44155 h 240013"/>
                <a:gd name="connsiteX9" fmla="*/ 416368 w 481880"/>
                <a:gd name="connsiteY9" fmla="*/ 65695 h 240013"/>
                <a:gd name="connsiteX10" fmla="*/ 471824 w 481880"/>
                <a:gd name="connsiteY10" fmla="*/ 71119 h 240013"/>
                <a:gd name="connsiteX11" fmla="*/ 466525 w 481880"/>
                <a:gd name="connsiteY11" fmla="*/ 121339 h 240013"/>
                <a:gd name="connsiteX12" fmla="*/ 445016 w 481880"/>
                <a:gd name="connsiteY12" fmla="*/ 133808 h 240013"/>
                <a:gd name="connsiteX13" fmla="*/ 443426 w 481880"/>
                <a:gd name="connsiteY13" fmla="*/ 148553 h 240013"/>
                <a:gd name="connsiteX14" fmla="*/ 432952 w 481880"/>
                <a:gd name="connsiteY14" fmla="*/ 190168 h 240013"/>
                <a:gd name="connsiteX15" fmla="*/ 393269 w 481880"/>
                <a:gd name="connsiteY15" fmla="*/ 191602 h 240013"/>
                <a:gd name="connsiteX16" fmla="*/ 353025 w 481880"/>
                <a:gd name="connsiteY16" fmla="*/ 185866 h 240013"/>
                <a:gd name="connsiteX17" fmla="*/ 335381 w 481880"/>
                <a:gd name="connsiteY17" fmla="*/ 196496 h 240013"/>
                <a:gd name="connsiteX18" fmla="*/ 316366 w 481880"/>
                <a:gd name="connsiteY18" fmla="*/ 211521 h 240013"/>
                <a:gd name="connsiteX19" fmla="*/ 305299 w 481880"/>
                <a:gd name="connsiteY19" fmla="*/ 217538 h 240013"/>
                <a:gd name="connsiteX20" fmla="*/ 278678 w 481880"/>
                <a:gd name="connsiteY20" fmla="*/ 214421 h 240013"/>
                <a:gd name="connsiteX21" fmla="*/ 223752 w 481880"/>
                <a:gd name="connsiteY21" fmla="*/ 191041 h 240013"/>
                <a:gd name="connsiteX22" fmla="*/ 179330 w 481880"/>
                <a:gd name="connsiteY22" fmla="*/ 216759 h 240013"/>
                <a:gd name="connsiteX23" fmla="*/ 118201 w 481880"/>
                <a:gd name="connsiteY23" fmla="*/ 204695 h 240013"/>
                <a:gd name="connsiteX24" fmla="*/ 103207 w 481880"/>
                <a:gd name="connsiteY24" fmla="*/ 227170 h 240013"/>
                <a:gd name="connsiteX25" fmla="*/ 90114 w 481880"/>
                <a:gd name="connsiteY25" fmla="*/ 229228 h 240013"/>
                <a:gd name="connsiteX26" fmla="*/ 67296 w 481880"/>
                <a:gd name="connsiteY26" fmla="*/ 229228 h 240013"/>
                <a:gd name="connsiteX27" fmla="*/ 40051 w 481880"/>
                <a:gd name="connsiteY27" fmla="*/ 240013 h 240013"/>
                <a:gd name="connsiteX28" fmla="*/ 15113 w 481880"/>
                <a:gd name="connsiteY28" fmla="*/ 210399 h 240013"/>
                <a:gd name="connsiteX29" fmla="*/ 212 w 481880"/>
                <a:gd name="connsiteY29" fmla="*/ 194283 h 240013"/>
                <a:gd name="connsiteX30" fmla="*/ 16827 w 481880"/>
                <a:gd name="connsiteY30" fmla="*/ 166227 h 240013"/>
                <a:gd name="connsiteX31" fmla="*/ 29920 w 481880"/>
                <a:gd name="connsiteY31" fmla="*/ 105752 h 240013"/>
                <a:gd name="connsiteX32" fmla="*/ 65986 w 481880"/>
                <a:gd name="connsiteY32" fmla="*/ 88202 h 240013"/>
                <a:gd name="connsiteX33" fmla="*/ 108787 w 481880"/>
                <a:gd name="connsiteY33" fmla="*/ 16848 h 240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81880" h="240013">
                  <a:moveTo>
                    <a:pt x="108787" y="16848"/>
                  </a:moveTo>
                  <a:cubicBezTo>
                    <a:pt x="111081" y="11901"/>
                    <a:pt x="114588" y="7611"/>
                    <a:pt x="118980" y="4379"/>
                  </a:cubicBezTo>
                  <a:cubicBezTo>
                    <a:pt x="124018" y="1536"/>
                    <a:pt x="129716" y="74"/>
                    <a:pt x="135502" y="139"/>
                  </a:cubicBezTo>
                  <a:cubicBezTo>
                    <a:pt x="152525" y="-718"/>
                    <a:pt x="169517" y="2396"/>
                    <a:pt x="185129" y="9242"/>
                  </a:cubicBezTo>
                  <a:cubicBezTo>
                    <a:pt x="192305" y="12883"/>
                    <a:pt x="199683" y="16109"/>
                    <a:pt x="207230" y="18905"/>
                  </a:cubicBezTo>
                  <a:cubicBezTo>
                    <a:pt x="220790" y="23082"/>
                    <a:pt x="235286" y="21773"/>
                    <a:pt x="249532" y="21181"/>
                  </a:cubicBezTo>
                  <a:cubicBezTo>
                    <a:pt x="270988" y="20380"/>
                    <a:pt x="292472" y="21421"/>
                    <a:pt x="313747" y="24298"/>
                  </a:cubicBezTo>
                  <a:cubicBezTo>
                    <a:pt x="318227" y="24650"/>
                    <a:pt x="322610" y="25801"/>
                    <a:pt x="326684" y="27696"/>
                  </a:cubicBezTo>
                  <a:cubicBezTo>
                    <a:pt x="333480" y="31281"/>
                    <a:pt x="337563" y="38357"/>
                    <a:pt x="342613" y="44155"/>
                  </a:cubicBezTo>
                  <a:cubicBezTo>
                    <a:pt x="360132" y="64230"/>
                    <a:pt x="389871" y="68657"/>
                    <a:pt x="416368" y="65695"/>
                  </a:cubicBezTo>
                  <a:cubicBezTo>
                    <a:pt x="435383" y="63576"/>
                    <a:pt x="456892" y="59056"/>
                    <a:pt x="471824" y="71119"/>
                  </a:cubicBezTo>
                  <a:cubicBezTo>
                    <a:pt x="487411" y="83589"/>
                    <a:pt x="484293" y="112267"/>
                    <a:pt x="466525" y="121339"/>
                  </a:cubicBezTo>
                  <a:cubicBezTo>
                    <a:pt x="458981" y="125173"/>
                    <a:pt x="449099" y="126420"/>
                    <a:pt x="445016" y="133808"/>
                  </a:cubicBezTo>
                  <a:cubicBezTo>
                    <a:pt x="443046" y="138459"/>
                    <a:pt x="442494" y="143587"/>
                    <a:pt x="443426" y="148553"/>
                  </a:cubicBezTo>
                  <a:cubicBezTo>
                    <a:pt x="444735" y="163422"/>
                    <a:pt x="444673" y="180910"/>
                    <a:pt x="432952" y="190168"/>
                  </a:cubicBezTo>
                  <a:cubicBezTo>
                    <a:pt x="422104" y="198709"/>
                    <a:pt x="406393" y="195966"/>
                    <a:pt x="393269" y="191602"/>
                  </a:cubicBezTo>
                  <a:cubicBezTo>
                    <a:pt x="380145" y="187238"/>
                    <a:pt x="366180" y="181689"/>
                    <a:pt x="353025" y="185866"/>
                  </a:cubicBezTo>
                  <a:cubicBezTo>
                    <a:pt x="346553" y="188323"/>
                    <a:pt x="340578" y="191923"/>
                    <a:pt x="335381" y="196496"/>
                  </a:cubicBezTo>
                  <a:lnTo>
                    <a:pt x="316366" y="211521"/>
                  </a:lnTo>
                  <a:cubicBezTo>
                    <a:pt x="313239" y="214424"/>
                    <a:pt x="309436" y="216493"/>
                    <a:pt x="305299" y="217538"/>
                  </a:cubicBezTo>
                  <a:cubicBezTo>
                    <a:pt x="296350" y="217304"/>
                    <a:pt x="287441" y="216260"/>
                    <a:pt x="278678" y="214421"/>
                  </a:cubicBezTo>
                  <a:cubicBezTo>
                    <a:pt x="249407" y="206004"/>
                    <a:pt x="252618" y="200673"/>
                    <a:pt x="223752" y="191041"/>
                  </a:cubicBezTo>
                  <a:cubicBezTo>
                    <a:pt x="164149" y="171184"/>
                    <a:pt x="195478" y="215979"/>
                    <a:pt x="179330" y="216759"/>
                  </a:cubicBezTo>
                  <a:cubicBezTo>
                    <a:pt x="163183" y="217538"/>
                    <a:pt x="126337" y="190667"/>
                    <a:pt x="118201" y="204695"/>
                  </a:cubicBezTo>
                  <a:cubicBezTo>
                    <a:pt x="113618" y="212644"/>
                    <a:pt x="111405" y="223024"/>
                    <a:pt x="103207" y="227170"/>
                  </a:cubicBezTo>
                  <a:cubicBezTo>
                    <a:pt x="99061" y="228857"/>
                    <a:pt x="94578" y="229561"/>
                    <a:pt x="90114" y="229228"/>
                  </a:cubicBezTo>
                  <a:lnTo>
                    <a:pt x="67296" y="229228"/>
                  </a:lnTo>
                  <a:cubicBezTo>
                    <a:pt x="56946" y="229228"/>
                    <a:pt x="44353" y="230599"/>
                    <a:pt x="40051" y="240013"/>
                  </a:cubicBezTo>
                  <a:cubicBezTo>
                    <a:pt x="34390" y="228183"/>
                    <a:pt x="25805" y="217993"/>
                    <a:pt x="15113" y="210399"/>
                  </a:cubicBezTo>
                  <a:cubicBezTo>
                    <a:pt x="8878" y="206035"/>
                    <a:pt x="1552" y="201702"/>
                    <a:pt x="212" y="194283"/>
                  </a:cubicBezTo>
                  <a:cubicBezTo>
                    <a:pt x="-1783" y="183185"/>
                    <a:pt x="10811" y="175579"/>
                    <a:pt x="16827" y="166227"/>
                  </a:cubicBezTo>
                  <a:cubicBezTo>
                    <a:pt x="28049" y="148459"/>
                    <a:pt x="16266" y="121744"/>
                    <a:pt x="29920" y="105752"/>
                  </a:cubicBezTo>
                  <a:cubicBezTo>
                    <a:pt x="38710" y="95497"/>
                    <a:pt x="54078" y="94593"/>
                    <a:pt x="65986" y="88202"/>
                  </a:cubicBezTo>
                  <a:cubicBezTo>
                    <a:pt x="91049" y="74736"/>
                    <a:pt x="95601" y="41817"/>
                    <a:pt x="108787" y="16848"/>
                  </a:cubicBezTo>
                  <a:close/>
                </a:path>
              </a:pathLst>
            </a:custGeom>
            <a:solidFill>
              <a:schemeClr val="tx1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57752B64-6471-419F-DE16-07BB7FBCF00A}"/>
                </a:ext>
              </a:extLst>
            </p:cNvPr>
            <p:cNvSpPr/>
            <p:nvPr/>
          </p:nvSpPr>
          <p:spPr>
            <a:xfrm>
              <a:off x="1681597" y="1621194"/>
              <a:ext cx="96288" cy="25815"/>
            </a:xfrm>
            <a:custGeom>
              <a:avLst/>
              <a:gdLst>
                <a:gd name="connsiteX0" fmla="*/ 112689 w 127883"/>
                <a:gd name="connsiteY0" fmla="*/ 9176 h 34286"/>
                <a:gd name="connsiteX1" fmla="*/ 102869 w 127883"/>
                <a:gd name="connsiteY1" fmla="*/ 8117 h 34286"/>
                <a:gd name="connsiteX2" fmla="*/ 93517 w 127883"/>
                <a:gd name="connsiteY2" fmla="*/ 11608 h 34286"/>
                <a:gd name="connsiteX3" fmla="*/ 41584 w 127883"/>
                <a:gd name="connsiteY3" fmla="*/ 12 h 34286"/>
                <a:gd name="connsiteX4" fmla="*/ 19451 w 127883"/>
                <a:gd name="connsiteY4" fmla="*/ 4189 h 34286"/>
                <a:gd name="connsiteX5" fmla="*/ 1059 w 127883"/>
                <a:gd name="connsiteY5" fmla="*/ 9301 h 34286"/>
                <a:gd name="connsiteX6" fmla="*/ 9694 w 127883"/>
                <a:gd name="connsiteY6" fmla="*/ 24170 h 34286"/>
                <a:gd name="connsiteX7" fmla="*/ 29426 w 127883"/>
                <a:gd name="connsiteY7" fmla="*/ 21895 h 34286"/>
                <a:gd name="connsiteX8" fmla="*/ 47725 w 127883"/>
                <a:gd name="connsiteY8" fmla="*/ 20118 h 34286"/>
                <a:gd name="connsiteX9" fmla="*/ 57482 w 127883"/>
                <a:gd name="connsiteY9" fmla="*/ 21490 h 34286"/>
                <a:gd name="connsiteX10" fmla="*/ 66834 w 127883"/>
                <a:gd name="connsiteY10" fmla="*/ 25760 h 34286"/>
                <a:gd name="connsiteX11" fmla="*/ 110257 w 127883"/>
                <a:gd name="connsiteY11" fmla="*/ 34021 h 34286"/>
                <a:gd name="connsiteX12" fmla="*/ 122352 w 127883"/>
                <a:gd name="connsiteY12" fmla="*/ 30654 h 34286"/>
                <a:gd name="connsiteX13" fmla="*/ 127838 w 127883"/>
                <a:gd name="connsiteY13" fmla="*/ 19993 h 34286"/>
                <a:gd name="connsiteX14" fmla="*/ 112689 w 127883"/>
                <a:gd name="connsiteY14" fmla="*/ 9176 h 34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7883" h="34286">
                  <a:moveTo>
                    <a:pt x="112689" y="9176"/>
                  </a:moveTo>
                  <a:cubicBezTo>
                    <a:pt x="109518" y="8176"/>
                    <a:pt x="106180" y="7817"/>
                    <a:pt x="102869" y="8117"/>
                  </a:cubicBezTo>
                  <a:cubicBezTo>
                    <a:pt x="99658" y="9011"/>
                    <a:pt x="96529" y="10180"/>
                    <a:pt x="93517" y="11608"/>
                  </a:cubicBezTo>
                  <a:cubicBezTo>
                    <a:pt x="76341" y="17313"/>
                    <a:pt x="59664" y="-518"/>
                    <a:pt x="41584" y="12"/>
                  </a:cubicBezTo>
                  <a:cubicBezTo>
                    <a:pt x="34071" y="230"/>
                    <a:pt x="26964" y="3659"/>
                    <a:pt x="19451" y="4189"/>
                  </a:cubicBezTo>
                  <a:cubicBezTo>
                    <a:pt x="12811" y="4688"/>
                    <a:pt x="4519" y="3628"/>
                    <a:pt x="1059" y="9301"/>
                  </a:cubicBezTo>
                  <a:cubicBezTo>
                    <a:pt x="-2401" y="14975"/>
                    <a:pt x="3179" y="22643"/>
                    <a:pt x="9694" y="24170"/>
                  </a:cubicBezTo>
                  <a:cubicBezTo>
                    <a:pt x="16209" y="25698"/>
                    <a:pt x="22911" y="23360"/>
                    <a:pt x="29426" y="21895"/>
                  </a:cubicBezTo>
                  <a:cubicBezTo>
                    <a:pt x="35427" y="20542"/>
                    <a:pt x="41574" y="19944"/>
                    <a:pt x="47725" y="20118"/>
                  </a:cubicBezTo>
                  <a:cubicBezTo>
                    <a:pt x="51023" y="20134"/>
                    <a:pt x="54305" y="20595"/>
                    <a:pt x="57482" y="21490"/>
                  </a:cubicBezTo>
                  <a:cubicBezTo>
                    <a:pt x="60705" y="22671"/>
                    <a:pt x="63832" y="24099"/>
                    <a:pt x="66834" y="25760"/>
                  </a:cubicBezTo>
                  <a:cubicBezTo>
                    <a:pt x="80303" y="32360"/>
                    <a:pt x="95304" y="35215"/>
                    <a:pt x="110257" y="34021"/>
                  </a:cubicBezTo>
                  <a:cubicBezTo>
                    <a:pt x="114500" y="33881"/>
                    <a:pt x="118649" y="32728"/>
                    <a:pt x="122352" y="30654"/>
                  </a:cubicBezTo>
                  <a:cubicBezTo>
                    <a:pt x="126090" y="28463"/>
                    <a:pt x="128228" y="24311"/>
                    <a:pt x="127838" y="19993"/>
                  </a:cubicBezTo>
                  <a:cubicBezTo>
                    <a:pt x="126654" y="13541"/>
                    <a:pt x="119079" y="10735"/>
                    <a:pt x="112689" y="9176"/>
                  </a:cubicBezTo>
                  <a:close/>
                </a:path>
              </a:pathLst>
            </a:custGeom>
            <a:solidFill>
              <a:schemeClr val="tx1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BE1CDD66-9141-BC8E-3681-D50F5C05AA61}"/>
                </a:ext>
              </a:extLst>
            </p:cNvPr>
            <p:cNvSpPr/>
            <p:nvPr/>
          </p:nvSpPr>
          <p:spPr>
            <a:xfrm>
              <a:off x="1777321" y="1664022"/>
              <a:ext cx="46917" cy="21521"/>
            </a:xfrm>
            <a:custGeom>
              <a:avLst/>
              <a:gdLst>
                <a:gd name="connsiteX0" fmla="*/ 12300 w 62312"/>
                <a:gd name="connsiteY0" fmla="*/ 26890 h 28583"/>
                <a:gd name="connsiteX1" fmla="*/ 49 w 62312"/>
                <a:gd name="connsiteY1" fmla="*/ 11304 h 28583"/>
                <a:gd name="connsiteX2" fmla="*/ 547 w 62312"/>
                <a:gd name="connsiteY2" fmla="*/ 8187 h 28583"/>
                <a:gd name="connsiteX3" fmla="*/ 5535 w 62312"/>
                <a:gd name="connsiteY3" fmla="*/ 6098 h 28583"/>
                <a:gd name="connsiteX4" fmla="*/ 40698 w 62312"/>
                <a:gd name="connsiteY4" fmla="*/ 674 h 28583"/>
                <a:gd name="connsiteX5" fmla="*/ 50050 w 62312"/>
                <a:gd name="connsiteY5" fmla="*/ 1360 h 28583"/>
                <a:gd name="connsiteX6" fmla="*/ 54414 w 62312"/>
                <a:gd name="connsiteY6" fmla="*/ 6005 h 28583"/>
                <a:gd name="connsiteX7" fmla="*/ 58903 w 62312"/>
                <a:gd name="connsiteY7" fmla="*/ 7626 h 28583"/>
                <a:gd name="connsiteX8" fmla="*/ 62020 w 62312"/>
                <a:gd name="connsiteY8" fmla="*/ 12270 h 28583"/>
                <a:gd name="connsiteX9" fmla="*/ 57656 w 62312"/>
                <a:gd name="connsiteY9" fmla="*/ 25051 h 28583"/>
                <a:gd name="connsiteX10" fmla="*/ 40324 w 62312"/>
                <a:gd name="connsiteY10" fmla="*/ 28168 h 28583"/>
                <a:gd name="connsiteX11" fmla="*/ 22400 w 62312"/>
                <a:gd name="connsiteY11" fmla="*/ 25955 h 28583"/>
                <a:gd name="connsiteX12" fmla="*/ 12300 w 62312"/>
                <a:gd name="connsiteY12" fmla="*/ 26890 h 28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312" h="28583">
                  <a:moveTo>
                    <a:pt x="12300" y="26890"/>
                  </a:moveTo>
                  <a:cubicBezTo>
                    <a:pt x="5223" y="26049"/>
                    <a:pt x="579" y="18536"/>
                    <a:pt x="49" y="11304"/>
                  </a:cubicBezTo>
                  <a:cubicBezTo>
                    <a:pt x="-95" y="10238"/>
                    <a:pt x="80" y="9156"/>
                    <a:pt x="547" y="8187"/>
                  </a:cubicBezTo>
                  <a:cubicBezTo>
                    <a:pt x="1807" y="6768"/>
                    <a:pt x="3643" y="5998"/>
                    <a:pt x="5535" y="6098"/>
                  </a:cubicBezTo>
                  <a:cubicBezTo>
                    <a:pt x="17359" y="5038"/>
                    <a:pt x="29105" y="3227"/>
                    <a:pt x="40698" y="674"/>
                  </a:cubicBezTo>
                  <a:cubicBezTo>
                    <a:pt x="43815" y="-12"/>
                    <a:pt x="47587" y="-666"/>
                    <a:pt x="50050" y="1360"/>
                  </a:cubicBezTo>
                  <a:cubicBezTo>
                    <a:pt x="51733" y="2669"/>
                    <a:pt x="52575" y="4945"/>
                    <a:pt x="54414" y="6005"/>
                  </a:cubicBezTo>
                  <a:cubicBezTo>
                    <a:pt x="56253" y="7064"/>
                    <a:pt x="57531" y="6846"/>
                    <a:pt x="58903" y="7626"/>
                  </a:cubicBezTo>
                  <a:cubicBezTo>
                    <a:pt x="60543" y="8673"/>
                    <a:pt x="61674" y="10356"/>
                    <a:pt x="62020" y="12270"/>
                  </a:cubicBezTo>
                  <a:cubicBezTo>
                    <a:pt x="63036" y="17009"/>
                    <a:pt x="61359" y="21925"/>
                    <a:pt x="57656" y="25051"/>
                  </a:cubicBezTo>
                  <a:cubicBezTo>
                    <a:pt x="52980" y="28917"/>
                    <a:pt x="46278" y="28979"/>
                    <a:pt x="40324" y="28168"/>
                  </a:cubicBezTo>
                  <a:cubicBezTo>
                    <a:pt x="34370" y="27358"/>
                    <a:pt x="28416" y="25301"/>
                    <a:pt x="22400" y="25955"/>
                  </a:cubicBezTo>
                  <a:cubicBezTo>
                    <a:pt x="19077" y="26632"/>
                    <a:pt x="15691" y="26946"/>
                    <a:pt x="12300" y="26890"/>
                  </a:cubicBezTo>
                  <a:close/>
                </a:path>
              </a:pathLst>
            </a:custGeom>
            <a:solidFill>
              <a:schemeClr val="tx1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526CC6A1-8DE6-F68E-6788-159B9662CC08}"/>
                </a:ext>
              </a:extLst>
            </p:cNvPr>
            <p:cNvSpPr/>
            <p:nvPr/>
          </p:nvSpPr>
          <p:spPr>
            <a:xfrm>
              <a:off x="1836482" y="2196501"/>
              <a:ext cx="355140" cy="275925"/>
            </a:xfrm>
            <a:custGeom>
              <a:avLst/>
              <a:gdLst>
                <a:gd name="connsiteX0" fmla="*/ 16896 w 471674"/>
                <a:gd name="connsiteY0" fmla="*/ 270049 h 366466"/>
                <a:gd name="connsiteX1" fmla="*/ 148351 w 471674"/>
                <a:gd name="connsiteY1" fmla="*/ 366467 h 366466"/>
                <a:gd name="connsiteX2" fmla="*/ 230647 w 471674"/>
                <a:gd name="connsiteY2" fmla="*/ 197043 h 366466"/>
                <a:gd name="connsiteX3" fmla="*/ 364690 w 471674"/>
                <a:gd name="connsiteY3" fmla="*/ 221981 h 366466"/>
                <a:gd name="connsiteX4" fmla="*/ 369459 w 471674"/>
                <a:gd name="connsiteY4" fmla="*/ 69702 h 366466"/>
                <a:gd name="connsiteX5" fmla="*/ 471674 w 471674"/>
                <a:gd name="connsiteY5" fmla="*/ 59415 h 366466"/>
                <a:gd name="connsiteX6" fmla="*/ 470583 w 471674"/>
                <a:gd name="connsiteY6" fmla="*/ 48474 h 366466"/>
                <a:gd name="connsiteX7" fmla="*/ 352127 w 471674"/>
                <a:gd name="connsiteY7" fmla="*/ 0 h 366466"/>
                <a:gd name="connsiteX8" fmla="*/ 300412 w 471674"/>
                <a:gd name="connsiteY8" fmla="*/ 5143 h 366466"/>
                <a:gd name="connsiteX9" fmla="*/ 296234 w 471674"/>
                <a:gd name="connsiteY9" fmla="*/ 136911 h 366466"/>
                <a:gd name="connsiteX10" fmla="*/ 190497 w 471674"/>
                <a:gd name="connsiteY10" fmla="*/ 117365 h 366466"/>
                <a:gd name="connsiteX11" fmla="*/ 121916 w 471674"/>
                <a:gd name="connsiteY11" fmla="*/ 258796 h 366466"/>
                <a:gd name="connsiteX12" fmla="*/ 0 w 471674"/>
                <a:gd name="connsiteY12" fmla="*/ 169424 h 366466"/>
                <a:gd name="connsiteX13" fmla="*/ 16896 w 471674"/>
                <a:gd name="connsiteY13" fmla="*/ 270049 h 366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1674" h="366466">
                  <a:moveTo>
                    <a:pt x="16896" y="270049"/>
                  </a:moveTo>
                  <a:lnTo>
                    <a:pt x="148351" y="366467"/>
                  </a:lnTo>
                  <a:lnTo>
                    <a:pt x="230647" y="197043"/>
                  </a:lnTo>
                  <a:lnTo>
                    <a:pt x="364690" y="221981"/>
                  </a:lnTo>
                  <a:lnTo>
                    <a:pt x="369459" y="69702"/>
                  </a:lnTo>
                  <a:lnTo>
                    <a:pt x="471674" y="59415"/>
                  </a:lnTo>
                  <a:lnTo>
                    <a:pt x="470583" y="48474"/>
                  </a:lnTo>
                  <a:cubicBezTo>
                    <a:pt x="437322" y="33760"/>
                    <a:pt x="397546" y="17301"/>
                    <a:pt x="352127" y="0"/>
                  </a:cubicBezTo>
                  <a:lnTo>
                    <a:pt x="300412" y="5143"/>
                  </a:lnTo>
                  <a:lnTo>
                    <a:pt x="296234" y="136911"/>
                  </a:lnTo>
                  <a:lnTo>
                    <a:pt x="190497" y="117365"/>
                  </a:lnTo>
                  <a:lnTo>
                    <a:pt x="121916" y="258796"/>
                  </a:lnTo>
                  <a:lnTo>
                    <a:pt x="0" y="169424"/>
                  </a:lnTo>
                  <a:cubicBezTo>
                    <a:pt x="5362" y="201812"/>
                    <a:pt x="11066" y="235541"/>
                    <a:pt x="16896" y="270049"/>
                  </a:cubicBezTo>
                  <a:close/>
                </a:path>
              </a:pathLst>
            </a:custGeom>
            <a:solidFill>
              <a:schemeClr val="accent5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C8655AB3-BC49-A91A-6DF2-FBA99E15E312}"/>
                </a:ext>
              </a:extLst>
            </p:cNvPr>
            <p:cNvSpPr/>
            <p:nvPr/>
          </p:nvSpPr>
          <p:spPr>
            <a:xfrm>
              <a:off x="1230107" y="2294891"/>
              <a:ext cx="409475" cy="212107"/>
            </a:xfrm>
            <a:custGeom>
              <a:avLst/>
              <a:gdLst>
                <a:gd name="connsiteX0" fmla="*/ 542406 w 543839"/>
                <a:gd name="connsiteY0" fmla="*/ 50437 h 281707"/>
                <a:gd name="connsiteX1" fmla="*/ 461668 w 543839"/>
                <a:gd name="connsiteY1" fmla="*/ 153307 h 281707"/>
                <a:gd name="connsiteX2" fmla="*/ 387508 w 543839"/>
                <a:gd name="connsiteY2" fmla="*/ 17239 h 281707"/>
                <a:gd name="connsiteX3" fmla="*/ 222760 w 543839"/>
                <a:gd name="connsiteY3" fmla="*/ 146138 h 281707"/>
                <a:gd name="connsiteX4" fmla="*/ 141244 w 543839"/>
                <a:gd name="connsiteY4" fmla="*/ 0 h 281707"/>
                <a:gd name="connsiteX5" fmla="*/ 48723 w 543839"/>
                <a:gd name="connsiteY5" fmla="*/ 52994 h 281707"/>
                <a:gd name="connsiteX6" fmla="*/ 0 w 543839"/>
                <a:gd name="connsiteY6" fmla="*/ 162722 h 281707"/>
                <a:gd name="connsiteX7" fmla="*/ 114186 w 543839"/>
                <a:gd name="connsiteY7" fmla="*/ 97446 h 281707"/>
                <a:gd name="connsiteX8" fmla="*/ 201469 w 543839"/>
                <a:gd name="connsiteY8" fmla="*/ 253310 h 281707"/>
                <a:gd name="connsiteX9" fmla="*/ 365313 w 543839"/>
                <a:gd name="connsiteY9" fmla="*/ 124691 h 281707"/>
                <a:gd name="connsiteX10" fmla="*/ 451007 w 543839"/>
                <a:gd name="connsiteY10" fmla="*/ 281708 h 281707"/>
                <a:gd name="connsiteX11" fmla="*/ 543840 w 543839"/>
                <a:gd name="connsiteY11" fmla="*/ 163532 h 281707"/>
                <a:gd name="connsiteX12" fmla="*/ 542406 w 543839"/>
                <a:gd name="connsiteY12" fmla="*/ 50437 h 281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3839" h="281707">
                  <a:moveTo>
                    <a:pt x="542406" y="50437"/>
                  </a:moveTo>
                  <a:lnTo>
                    <a:pt x="461668" y="153307"/>
                  </a:lnTo>
                  <a:lnTo>
                    <a:pt x="387508" y="17239"/>
                  </a:lnTo>
                  <a:lnTo>
                    <a:pt x="222760" y="146138"/>
                  </a:lnTo>
                  <a:lnTo>
                    <a:pt x="141244" y="0"/>
                  </a:lnTo>
                  <a:lnTo>
                    <a:pt x="48723" y="52994"/>
                  </a:lnTo>
                  <a:cubicBezTo>
                    <a:pt x="30200" y="88515"/>
                    <a:pt x="13928" y="125162"/>
                    <a:pt x="0" y="162722"/>
                  </a:cubicBezTo>
                  <a:lnTo>
                    <a:pt x="114186" y="97446"/>
                  </a:lnTo>
                  <a:lnTo>
                    <a:pt x="201469" y="253310"/>
                  </a:lnTo>
                  <a:lnTo>
                    <a:pt x="365313" y="124691"/>
                  </a:lnTo>
                  <a:lnTo>
                    <a:pt x="451007" y="281708"/>
                  </a:lnTo>
                  <a:lnTo>
                    <a:pt x="543840" y="163532"/>
                  </a:lnTo>
                  <a:cubicBezTo>
                    <a:pt x="543403" y="125720"/>
                    <a:pt x="542904" y="87751"/>
                    <a:pt x="542406" y="50437"/>
                  </a:cubicBezTo>
                  <a:close/>
                </a:path>
              </a:pathLst>
            </a:custGeom>
            <a:solidFill>
              <a:schemeClr val="accent5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5F736AFE-18A7-46D0-5207-384168CA42AF}"/>
                </a:ext>
              </a:extLst>
            </p:cNvPr>
            <p:cNvSpPr/>
            <p:nvPr/>
          </p:nvSpPr>
          <p:spPr>
            <a:xfrm>
              <a:off x="3270327" y="982133"/>
              <a:ext cx="1041362" cy="1085417"/>
            </a:xfrm>
            <a:custGeom>
              <a:avLst/>
              <a:gdLst>
                <a:gd name="connsiteX0" fmla="*/ 1220693 w 1383071"/>
                <a:gd name="connsiteY0" fmla="*/ 685551 h 1441582"/>
                <a:gd name="connsiteX1" fmla="*/ 1180012 w 1383071"/>
                <a:gd name="connsiteY1" fmla="*/ 514101 h 1441582"/>
                <a:gd name="connsiteX2" fmla="*/ 1299310 w 1383071"/>
                <a:gd name="connsiteY2" fmla="*/ 373543 h 1441582"/>
                <a:gd name="connsiteX3" fmla="*/ 1200805 w 1383071"/>
                <a:gd name="connsiteY3" fmla="*/ 237661 h 1441582"/>
                <a:gd name="connsiteX4" fmla="*/ 1040764 w 1383071"/>
                <a:gd name="connsiteY4" fmla="*/ 311571 h 1441582"/>
                <a:gd name="connsiteX5" fmla="*/ 1031412 w 1383071"/>
                <a:gd name="connsiteY5" fmla="*/ 302469 h 1441582"/>
                <a:gd name="connsiteX6" fmla="*/ 884214 w 1383071"/>
                <a:gd name="connsiteY6" fmla="*/ 208951 h 1441582"/>
                <a:gd name="connsiteX7" fmla="*/ 877980 w 1383071"/>
                <a:gd name="connsiteY7" fmla="*/ 30456 h 1441582"/>
                <a:gd name="connsiteX8" fmla="*/ 716817 w 1383071"/>
                <a:gd name="connsiteY8" fmla="*/ 0 h 1441582"/>
                <a:gd name="connsiteX9" fmla="*/ 650232 w 1383071"/>
                <a:gd name="connsiteY9" fmla="*/ 166462 h 1441582"/>
                <a:gd name="connsiteX10" fmla="*/ 473264 w 1383071"/>
                <a:gd name="connsiteY10" fmla="*/ 206987 h 1441582"/>
                <a:gd name="connsiteX11" fmla="*/ 350693 w 1383071"/>
                <a:gd name="connsiteY11" fmla="*/ 91648 h 1441582"/>
                <a:gd name="connsiteX12" fmla="*/ 218864 w 1383071"/>
                <a:gd name="connsiteY12" fmla="*/ 190341 h 1441582"/>
                <a:gd name="connsiteX13" fmla="*/ 283890 w 1383071"/>
                <a:gd name="connsiteY13" fmla="*/ 345176 h 1441582"/>
                <a:gd name="connsiteX14" fmla="*/ 275411 w 1383071"/>
                <a:gd name="connsiteY14" fmla="*/ 354527 h 1441582"/>
                <a:gd name="connsiteX15" fmla="*/ 187442 w 1383071"/>
                <a:gd name="connsiteY15" fmla="*/ 505840 h 1441582"/>
                <a:gd name="connsiteX16" fmla="*/ 16521 w 1383071"/>
                <a:gd name="connsiteY16" fmla="*/ 525229 h 1441582"/>
                <a:gd name="connsiteX17" fmla="*/ 0 w 1383071"/>
                <a:gd name="connsiteY17" fmla="*/ 693562 h 1441582"/>
                <a:gd name="connsiteX18" fmla="*/ 151312 w 1383071"/>
                <a:gd name="connsiteY18" fmla="*/ 744872 h 1441582"/>
                <a:gd name="connsiteX19" fmla="*/ 195765 w 1383071"/>
                <a:gd name="connsiteY19" fmla="*/ 933156 h 1441582"/>
                <a:gd name="connsiteX20" fmla="*/ 81953 w 1383071"/>
                <a:gd name="connsiteY20" fmla="*/ 1074430 h 1441582"/>
                <a:gd name="connsiteX21" fmla="*/ 182267 w 1383071"/>
                <a:gd name="connsiteY21" fmla="*/ 1209003 h 1441582"/>
                <a:gd name="connsiteX22" fmla="*/ 336572 w 1383071"/>
                <a:gd name="connsiteY22" fmla="*/ 1132755 h 1441582"/>
                <a:gd name="connsiteX23" fmla="*/ 340811 w 1383071"/>
                <a:gd name="connsiteY23" fmla="*/ 1136901 h 1441582"/>
                <a:gd name="connsiteX24" fmla="*/ 485297 w 1383071"/>
                <a:gd name="connsiteY24" fmla="*/ 1229172 h 1441582"/>
                <a:gd name="connsiteX25" fmla="*/ 508334 w 1383071"/>
                <a:gd name="connsiteY25" fmla="*/ 1423690 h 1441582"/>
                <a:gd name="connsiteX26" fmla="*/ 671117 w 1383071"/>
                <a:gd name="connsiteY26" fmla="*/ 1441583 h 1441582"/>
                <a:gd name="connsiteX27" fmla="*/ 722615 w 1383071"/>
                <a:gd name="connsiteY27" fmla="*/ 1272814 h 1441582"/>
                <a:gd name="connsiteX28" fmla="*/ 901983 w 1383071"/>
                <a:gd name="connsiteY28" fmla="*/ 1230918 h 1441582"/>
                <a:gd name="connsiteX29" fmla="*/ 1040016 w 1383071"/>
                <a:gd name="connsiteY29" fmla="*/ 1348532 h 1441582"/>
                <a:gd name="connsiteX30" fmla="*/ 1168416 w 1383071"/>
                <a:gd name="connsiteY30" fmla="*/ 1244758 h 1441582"/>
                <a:gd name="connsiteX31" fmla="*/ 1093758 w 1383071"/>
                <a:gd name="connsiteY31" fmla="*/ 1088240 h 1441582"/>
                <a:gd name="connsiteX32" fmla="*/ 1096875 w 1383071"/>
                <a:gd name="connsiteY32" fmla="*/ 1084811 h 1441582"/>
                <a:gd name="connsiteX33" fmla="*/ 1186870 w 1383071"/>
                <a:gd name="connsiteY33" fmla="*/ 927825 h 1441582"/>
                <a:gd name="connsiteX34" fmla="*/ 1357884 w 1383071"/>
                <a:gd name="connsiteY34" fmla="*/ 920001 h 1441582"/>
                <a:gd name="connsiteX35" fmla="*/ 1383071 w 1383071"/>
                <a:gd name="connsiteY35" fmla="*/ 753008 h 1441582"/>
                <a:gd name="connsiteX36" fmla="*/ 973649 w 1383071"/>
                <a:gd name="connsiteY36" fmla="*/ 971155 h 1441582"/>
                <a:gd name="connsiteX37" fmla="*/ 449947 w 1383071"/>
                <a:gd name="connsiteY37" fmla="*/ 1005445 h 1441582"/>
                <a:gd name="connsiteX38" fmla="*/ 402939 w 1383071"/>
                <a:gd name="connsiteY38" fmla="*/ 463944 h 1441582"/>
                <a:gd name="connsiteX39" fmla="*/ 926641 w 1383071"/>
                <a:gd name="connsiteY39" fmla="*/ 429654 h 1441582"/>
                <a:gd name="connsiteX40" fmla="*/ 973649 w 1383071"/>
                <a:gd name="connsiteY40" fmla="*/ 971155 h 1441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383071" h="1441582">
                  <a:moveTo>
                    <a:pt x="1220693" y="685551"/>
                  </a:moveTo>
                  <a:cubicBezTo>
                    <a:pt x="1215923" y="626665"/>
                    <a:pt x="1202207" y="568849"/>
                    <a:pt x="1180012" y="514101"/>
                  </a:cubicBezTo>
                  <a:lnTo>
                    <a:pt x="1299310" y="373543"/>
                  </a:lnTo>
                  <a:lnTo>
                    <a:pt x="1200805" y="237661"/>
                  </a:lnTo>
                  <a:lnTo>
                    <a:pt x="1040764" y="311571"/>
                  </a:lnTo>
                  <a:cubicBezTo>
                    <a:pt x="1037647" y="308610"/>
                    <a:pt x="1034779" y="305337"/>
                    <a:pt x="1031412" y="302469"/>
                  </a:cubicBezTo>
                  <a:cubicBezTo>
                    <a:pt x="987677" y="263600"/>
                    <a:pt x="937987" y="232022"/>
                    <a:pt x="884214" y="208951"/>
                  </a:cubicBezTo>
                  <a:lnTo>
                    <a:pt x="877980" y="30456"/>
                  </a:lnTo>
                  <a:lnTo>
                    <a:pt x="716817" y="0"/>
                  </a:lnTo>
                  <a:lnTo>
                    <a:pt x="650232" y="166462"/>
                  </a:lnTo>
                  <a:cubicBezTo>
                    <a:pt x="589320" y="169436"/>
                    <a:pt x="529406" y="183155"/>
                    <a:pt x="473264" y="206987"/>
                  </a:cubicBezTo>
                  <a:lnTo>
                    <a:pt x="350693" y="91648"/>
                  </a:lnTo>
                  <a:lnTo>
                    <a:pt x="218864" y="190341"/>
                  </a:lnTo>
                  <a:lnTo>
                    <a:pt x="283890" y="345176"/>
                  </a:lnTo>
                  <a:cubicBezTo>
                    <a:pt x="281115" y="348293"/>
                    <a:pt x="278092" y="351161"/>
                    <a:pt x="275411" y="354527"/>
                  </a:cubicBezTo>
                  <a:cubicBezTo>
                    <a:pt x="238066" y="399859"/>
                    <a:pt x="208358" y="450963"/>
                    <a:pt x="187442" y="505840"/>
                  </a:cubicBezTo>
                  <a:lnTo>
                    <a:pt x="16521" y="525229"/>
                  </a:lnTo>
                  <a:lnTo>
                    <a:pt x="0" y="693562"/>
                  </a:lnTo>
                  <a:lnTo>
                    <a:pt x="151312" y="744872"/>
                  </a:lnTo>
                  <a:cubicBezTo>
                    <a:pt x="155490" y="809680"/>
                    <a:pt x="170515" y="873326"/>
                    <a:pt x="195765" y="933156"/>
                  </a:cubicBezTo>
                  <a:lnTo>
                    <a:pt x="81953" y="1074430"/>
                  </a:lnTo>
                  <a:lnTo>
                    <a:pt x="182267" y="1209003"/>
                  </a:lnTo>
                  <a:lnTo>
                    <a:pt x="336572" y="1132755"/>
                  </a:lnTo>
                  <a:cubicBezTo>
                    <a:pt x="338037" y="1134095"/>
                    <a:pt x="339315" y="1135591"/>
                    <a:pt x="340811" y="1136901"/>
                  </a:cubicBezTo>
                  <a:cubicBezTo>
                    <a:pt x="383799" y="1175093"/>
                    <a:pt x="432553" y="1206235"/>
                    <a:pt x="485297" y="1229172"/>
                  </a:cubicBezTo>
                  <a:lnTo>
                    <a:pt x="508334" y="1423690"/>
                  </a:lnTo>
                  <a:lnTo>
                    <a:pt x="671117" y="1441583"/>
                  </a:lnTo>
                  <a:lnTo>
                    <a:pt x="722615" y="1272814"/>
                  </a:lnTo>
                  <a:cubicBezTo>
                    <a:pt x="784431" y="1269681"/>
                    <a:pt x="845186" y="1255491"/>
                    <a:pt x="901983" y="1230918"/>
                  </a:cubicBezTo>
                  <a:lnTo>
                    <a:pt x="1040016" y="1348532"/>
                  </a:lnTo>
                  <a:lnTo>
                    <a:pt x="1168416" y="1244758"/>
                  </a:lnTo>
                  <a:lnTo>
                    <a:pt x="1093758" y="1088240"/>
                  </a:lnTo>
                  <a:cubicBezTo>
                    <a:pt x="1094755" y="1087055"/>
                    <a:pt x="1095908" y="1086027"/>
                    <a:pt x="1096875" y="1084811"/>
                  </a:cubicBezTo>
                  <a:cubicBezTo>
                    <a:pt x="1135467" y="1037902"/>
                    <a:pt x="1165891" y="984834"/>
                    <a:pt x="1186870" y="927825"/>
                  </a:cubicBezTo>
                  <a:lnTo>
                    <a:pt x="1357884" y="920001"/>
                  </a:lnTo>
                  <a:lnTo>
                    <a:pt x="1383071" y="753008"/>
                  </a:lnTo>
                  <a:close/>
                  <a:moveTo>
                    <a:pt x="973649" y="971155"/>
                  </a:moveTo>
                  <a:cubicBezTo>
                    <a:pt x="842225" y="1129856"/>
                    <a:pt x="607307" y="1145193"/>
                    <a:pt x="449947" y="1005445"/>
                  </a:cubicBezTo>
                  <a:cubicBezTo>
                    <a:pt x="292587" y="865698"/>
                    <a:pt x="271514" y="622644"/>
                    <a:pt x="402939" y="463944"/>
                  </a:cubicBezTo>
                  <a:cubicBezTo>
                    <a:pt x="534363" y="305243"/>
                    <a:pt x="769280" y="289906"/>
                    <a:pt x="926641" y="429654"/>
                  </a:cubicBezTo>
                  <a:cubicBezTo>
                    <a:pt x="1084000" y="569401"/>
                    <a:pt x="1105042" y="812424"/>
                    <a:pt x="973649" y="971155"/>
                  </a:cubicBezTo>
                  <a:close/>
                </a:path>
              </a:pathLst>
            </a:custGeom>
            <a:solidFill>
              <a:schemeClr val="accent4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C887E2C9-CFD8-6E55-F4CE-84DFB581E3F9}"/>
                </a:ext>
              </a:extLst>
            </p:cNvPr>
            <p:cNvSpPr/>
            <p:nvPr/>
          </p:nvSpPr>
          <p:spPr>
            <a:xfrm>
              <a:off x="1696735" y="1745693"/>
              <a:ext cx="2175459" cy="2270235"/>
            </a:xfrm>
            <a:custGeom>
              <a:avLst/>
              <a:gdLst>
                <a:gd name="connsiteX0" fmla="*/ 2565890 w 2889306"/>
                <a:gd name="connsiteY0" fmla="*/ 1573069 h 3015182"/>
                <a:gd name="connsiteX1" fmla="*/ 2525864 w 2889306"/>
                <a:gd name="connsiteY1" fmla="*/ 1202488 h 3015182"/>
                <a:gd name="connsiteX2" fmla="*/ 2813682 w 2889306"/>
                <a:gd name="connsiteY2" fmla="*/ 938954 h 3015182"/>
                <a:gd name="connsiteX3" fmla="*/ 2642887 w 2889306"/>
                <a:gd name="connsiteY3" fmla="*/ 627226 h 3015182"/>
                <a:gd name="connsiteX4" fmla="*/ 2287205 w 2889306"/>
                <a:gd name="connsiteY4" fmla="*/ 740009 h 3015182"/>
                <a:gd name="connsiteX5" fmla="*/ 2270154 w 2889306"/>
                <a:gd name="connsiteY5" fmla="*/ 718469 h 3015182"/>
                <a:gd name="connsiteX6" fmla="*/ 1985796 w 2889306"/>
                <a:gd name="connsiteY6" fmla="*/ 483146 h 3015182"/>
                <a:gd name="connsiteX7" fmla="*/ 2020086 w 2889306"/>
                <a:gd name="connsiteY7" fmla="*/ 106642 h 3015182"/>
                <a:gd name="connsiteX8" fmla="*/ 1689656 w 2889306"/>
                <a:gd name="connsiteY8" fmla="*/ 0 h 3015182"/>
                <a:gd name="connsiteX9" fmla="*/ 1505736 w 2889306"/>
                <a:gd name="connsiteY9" fmla="*/ 331927 h 3015182"/>
                <a:gd name="connsiteX10" fmla="*/ 1123340 w 2889306"/>
                <a:gd name="connsiteY10" fmla="*/ 370083 h 3015182"/>
                <a:gd name="connsiteX11" fmla="*/ 896466 w 2889306"/>
                <a:gd name="connsiteY11" fmla="*/ 95763 h 3015182"/>
                <a:gd name="connsiteX12" fmla="*/ 592874 w 2889306"/>
                <a:gd name="connsiteY12" fmla="*/ 267774 h 3015182"/>
                <a:gd name="connsiteX13" fmla="*/ 688418 w 2889306"/>
                <a:gd name="connsiteY13" fmla="*/ 610175 h 3015182"/>
                <a:gd name="connsiteX14" fmla="*/ 668156 w 2889306"/>
                <a:gd name="connsiteY14" fmla="*/ 627320 h 3015182"/>
                <a:gd name="connsiteX15" fmla="*/ 443339 w 2889306"/>
                <a:gd name="connsiteY15" fmla="*/ 921746 h 3015182"/>
                <a:gd name="connsiteX16" fmla="*/ 79241 w 2889306"/>
                <a:gd name="connsiteY16" fmla="*/ 917226 h 3015182"/>
                <a:gd name="connsiteX17" fmla="*/ 0 w 2889306"/>
                <a:gd name="connsiteY17" fmla="*/ 1266112 h 3015182"/>
                <a:gd name="connsiteX18" fmla="*/ 304402 w 2889306"/>
                <a:gd name="connsiteY18" fmla="*/ 1413901 h 3015182"/>
                <a:gd name="connsiteX19" fmla="*/ 348044 w 2889306"/>
                <a:gd name="connsiteY19" fmla="*/ 1821079 h 3015182"/>
                <a:gd name="connsiteX20" fmla="*/ 71573 w 2889306"/>
                <a:gd name="connsiteY20" fmla="*/ 2087575 h 3015182"/>
                <a:gd name="connsiteX21" fmla="*/ 246545 w 2889306"/>
                <a:gd name="connsiteY21" fmla="*/ 2396809 h 3015182"/>
                <a:gd name="connsiteX22" fmla="*/ 590848 w 2889306"/>
                <a:gd name="connsiteY22" fmla="*/ 2277573 h 3015182"/>
                <a:gd name="connsiteX23" fmla="*/ 598641 w 2889306"/>
                <a:gd name="connsiteY23" fmla="*/ 2287424 h 3015182"/>
                <a:gd name="connsiteX24" fmla="*/ 877700 w 2889306"/>
                <a:gd name="connsiteY24" fmla="*/ 2519847 h 3015182"/>
                <a:gd name="connsiteX25" fmla="*/ 874582 w 2889306"/>
                <a:gd name="connsiteY25" fmla="*/ 2934445 h 3015182"/>
                <a:gd name="connsiteX26" fmla="*/ 1211528 w 2889306"/>
                <a:gd name="connsiteY26" fmla="*/ 3015182 h 3015182"/>
                <a:gd name="connsiteX27" fmla="*/ 1364275 w 2889306"/>
                <a:gd name="connsiteY27" fmla="*/ 2674152 h 3015182"/>
                <a:gd name="connsiteX28" fmla="*/ 1752126 w 2889306"/>
                <a:gd name="connsiteY28" fmla="*/ 2633628 h 3015182"/>
                <a:gd name="connsiteX29" fmla="*/ 2010859 w 2889306"/>
                <a:gd name="connsiteY29" fmla="*/ 2917300 h 3015182"/>
                <a:gd name="connsiteX30" fmla="*/ 2307967 w 2889306"/>
                <a:gd name="connsiteY30" fmla="*/ 2733599 h 3015182"/>
                <a:gd name="connsiteX31" fmla="*/ 2192627 w 2889306"/>
                <a:gd name="connsiteY31" fmla="*/ 2385119 h 3015182"/>
                <a:gd name="connsiteX32" fmla="*/ 2200203 w 2889306"/>
                <a:gd name="connsiteY32" fmla="*/ 2378884 h 3015182"/>
                <a:gd name="connsiteX33" fmla="*/ 2430881 w 2889306"/>
                <a:gd name="connsiteY33" fmla="*/ 2073049 h 3015182"/>
                <a:gd name="connsiteX34" fmla="*/ 2792110 w 2889306"/>
                <a:gd name="connsiteY34" fmla="*/ 2101884 h 3015182"/>
                <a:gd name="connsiteX35" fmla="*/ 2889307 w 2889306"/>
                <a:gd name="connsiteY35" fmla="*/ 1757861 h 3015182"/>
                <a:gd name="connsiteX36" fmla="*/ 1444700 w 2889306"/>
                <a:gd name="connsiteY36" fmla="*/ 2154004 h 3015182"/>
                <a:gd name="connsiteX37" fmla="*/ 798365 w 2889306"/>
                <a:gd name="connsiteY37" fmla="*/ 1507669 h 3015182"/>
                <a:gd name="connsiteX38" fmla="*/ 1444700 w 2889306"/>
                <a:gd name="connsiteY38" fmla="*/ 861334 h 3015182"/>
                <a:gd name="connsiteX39" fmla="*/ 2091004 w 2889306"/>
                <a:gd name="connsiteY39" fmla="*/ 1507669 h 3015182"/>
                <a:gd name="connsiteX40" fmla="*/ 1444700 w 2889306"/>
                <a:gd name="connsiteY40" fmla="*/ 2154004 h 301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889306" h="3015182">
                  <a:moveTo>
                    <a:pt x="2565890" y="1573069"/>
                  </a:moveTo>
                  <a:cubicBezTo>
                    <a:pt x="2571501" y="1448222"/>
                    <a:pt x="2558003" y="1323251"/>
                    <a:pt x="2525864" y="1202488"/>
                  </a:cubicBezTo>
                  <a:lnTo>
                    <a:pt x="2813682" y="938954"/>
                  </a:lnTo>
                  <a:lnTo>
                    <a:pt x="2642887" y="627226"/>
                  </a:lnTo>
                  <a:lnTo>
                    <a:pt x="2287205" y="740009"/>
                  </a:lnTo>
                  <a:cubicBezTo>
                    <a:pt x="2281283" y="732964"/>
                    <a:pt x="2276233" y="725420"/>
                    <a:pt x="2270154" y="718469"/>
                  </a:cubicBezTo>
                  <a:cubicBezTo>
                    <a:pt x="2188606" y="625278"/>
                    <a:pt x="2092594" y="545822"/>
                    <a:pt x="1985796" y="483146"/>
                  </a:cubicBezTo>
                  <a:lnTo>
                    <a:pt x="2020086" y="106642"/>
                  </a:lnTo>
                  <a:lnTo>
                    <a:pt x="1689656" y="0"/>
                  </a:lnTo>
                  <a:lnTo>
                    <a:pt x="1505736" y="331927"/>
                  </a:lnTo>
                  <a:cubicBezTo>
                    <a:pt x="1377024" y="322030"/>
                    <a:pt x="1247564" y="334948"/>
                    <a:pt x="1123340" y="370083"/>
                  </a:cubicBezTo>
                  <a:lnTo>
                    <a:pt x="896466" y="95763"/>
                  </a:lnTo>
                  <a:lnTo>
                    <a:pt x="592874" y="267774"/>
                  </a:lnTo>
                  <a:lnTo>
                    <a:pt x="688418" y="610175"/>
                  </a:lnTo>
                  <a:cubicBezTo>
                    <a:pt x="681779" y="616098"/>
                    <a:pt x="674703" y="621179"/>
                    <a:pt x="668156" y="627320"/>
                  </a:cubicBezTo>
                  <a:cubicBezTo>
                    <a:pt x="577724" y="712593"/>
                    <a:pt x="501778" y="812037"/>
                    <a:pt x="443339" y="921746"/>
                  </a:cubicBezTo>
                  <a:lnTo>
                    <a:pt x="79241" y="917226"/>
                  </a:lnTo>
                  <a:lnTo>
                    <a:pt x="0" y="1266112"/>
                  </a:lnTo>
                  <a:lnTo>
                    <a:pt x="304402" y="1413901"/>
                  </a:lnTo>
                  <a:cubicBezTo>
                    <a:pt x="296048" y="1551124"/>
                    <a:pt x="310801" y="1688751"/>
                    <a:pt x="348044" y="1821079"/>
                  </a:cubicBezTo>
                  <a:lnTo>
                    <a:pt x="71573" y="2087575"/>
                  </a:lnTo>
                  <a:lnTo>
                    <a:pt x="246545" y="2396809"/>
                  </a:lnTo>
                  <a:lnTo>
                    <a:pt x="590848" y="2277573"/>
                  </a:lnTo>
                  <a:cubicBezTo>
                    <a:pt x="593591" y="2280690"/>
                    <a:pt x="595867" y="2284244"/>
                    <a:pt x="598641" y="2287424"/>
                  </a:cubicBezTo>
                  <a:cubicBezTo>
                    <a:pt x="678817" y="2379134"/>
                    <a:pt x="772990" y="2457564"/>
                    <a:pt x="877700" y="2519847"/>
                  </a:cubicBezTo>
                  <a:lnTo>
                    <a:pt x="874582" y="2934445"/>
                  </a:lnTo>
                  <a:lnTo>
                    <a:pt x="1211528" y="3015182"/>
                  </a:lnTo>
                  <a:lnTo>
                    <a:pt x="1364275" y="2674152"/>
                  </a:lnTo>
                  <a:cubicBezTo>
                    <a:pt x="1494951" y="2683941"/>
                    <a:pt x="1626313" y="2670193"/>
                    <a:pt x="1752126" y="2633628"/>
                  </a:cubicBezTo>
                  <a:lnTo>
                    <a:pt x="2010859" y="2917300"/>
                  </a:lnTo>
                  <a:lnTo>
                    <a:pt x="2307967" y="2733599"/>
                  </a:lnTo>
                  <a:lnTo>
                    <a:pt x="2192627" y="2385119"/>
                  </a:lnTo>
                  <a:cubicBezTo>
                    <a:pt x="2195090" y="2382843"/>
                    <a:pt x="2197740" y="2381004"/>
                    <a:pt x="2200203" y="2378884"/>
                  </a:cubicBezTo>
                  <a:cubicBezTo>
                    <a:pt x="2293721" y="2290634"/>
                    <a:pt x="2371715" y="2187235"/>
                    <a:pt x="2430881" y="2073049"/>
                  </a:cubicBezTo>
                  <a:lnTo>
                    <a:pt x="2792110" y="2101884"/>
                  </a:lnTo>
                  <a:lnTo>
                    <a:pt x="2889307" y="1757861"/>
                  </a:lnTo>
                  <a:close/>
                  <a:moveTo>
                    <a:pt x="1444700" y="2154004"/>
                  </a:moveTo>
                  <a:cubicBezTo>
                    <a:pt x="1087741" y="2154004"/>
                    <a:pt x="798365" y="1864628"/>
                    <a:pt x="798365" y="1507669"/>
                  </a:cubicBezTo>
                  <a:cubicBezTo>
                    <a:pt x="798365" y="1150710"/>
                    <a:pt x="1087741" y="861334"/>
                    <a:pt x="1444700" y="861334"/>
                  </a:cubicBezTo>
                  <a:cubicBezTo>
                    <a:pt x="1801659" y="861334"/>
                    <a:pt x="2091004" y="1150710"/>
                    <a:pt x="2091004" y="1507669"/>
                  </a:cubicBezTo>
                  <a:cubicBezTo>
                    <a:pt x="2091004" y="1864628"/>
                    <a:pt x="1801628" y="2154004"/>
                    <a:pt x="1444700" y="2154004"/>
                  </a:cubicBezTo>
                  <a:close/>
                </a:path>
              </a:pathLst>
            </a:custGeom>
            <a:solidFill>
              <a:schemeClr val="accent1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3C52A9D1-0542-5639-63F6-DDBB17C95FE9}"/>
                </a:ext>
              </a:extLst>
            </p:cNvPr>
            <p:cNvSpPr/>
            <p:nvPr/>
          </p:nvSpPr>
          <p:spPr>
            <a:xfrm>
              <a:off x="2077483" y="2173804"/>
              <a:ext cx="1413965" cy="1413965"/>
            </a:xfrm>
            <a:custGeom>
              <a:avLst/>
              <a:gdLst>
                <a:gd name="connsiteX0" fmla="*/ 938954 w 1877938"/>
                <a:gd name="connsiteY0" fmla="*/ 1877939 h 1877938"/>
                <a:gd name="connsiteX1" fmla="*/ 0 w 1877938"/>
                <a:gd name="connsiteY1" fmla="*/ 938985 h 1877938"/>
                <a:gd name="connsiteX2" fmla="*/ 938954 w 1877938"/>
                <a:gd name="connsiteY2" fmla="*/ 0 h 1877938"/>
                <a:gd name="connsiteX3" fmla="*/ 1877939 w 1877938"/>
                <a:gd name="connsiteY3" fmla="*/ 938985 h 1877938"/>
                <a:gd name="connsiteX4" fmla="*/ 938954 w 1877938"/>
                <a:gd name="connsiteY4" fmla="*/ 1877939 h 1877938"/>
                <a:gd name="connsiteX5" fmla="*/ 938954 w 1877938"/>
                <a:gd name="connsiteY5" fmla="*/ 73038 h 1877938"/>
                <a:gd name="connsiteX6" fmla="*/ 73162 w 1877938"/>
                <a:gd name="connsiteY6" fmla="*/ 938860 h 1877938"/>
                <a:gd name="connsiteX7" fmla="*/ 938954 w 1877938"/>
                <a:gd name="connsiteY7" fmla="*/ 1804652 h 1877938"/>
                <a:gd name="connsiteX8" fmla="*/ 1804839 w 1877938"/>
                <a:gd name="connsiteY8" fmla="*/ 938860 h 1877938"/>
                <a:gd name="connsiteX9" fmla="*/ 938954 w 1877938"/>
                <a:gd name="connsiteY9" fmla="*/ 73162 h 1877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7938" h="1877938">
                  <a:moveTo>
                    <a:pt x="938954" y="1877939"/>
                  </a:moveTo>
                  <a:cubicBezTo>
                    <a:pt x="421206" y="1877939"/>
                    <a:pt x="0" y="1456733"/>
                    <a:pt x="0" y="938985"/>
                  </a:cubicBezTo>
                  <a:cubicBezTo>
                    <a:pt x="0" y="421237"/>
                    <a:pt x="421206" y="0"/>
                    <a:pt x="938954" y="0"/>
                  </a:cubicBezTo>
                  <a:cubicBezTo>
                    <a:pt x="1456702" y="0"/>
                    <a:pt x="1877939" y="421237"/>
                    <a:pt x="1877939" y="938985"/>
                  </a:cubicBezTo>
                  <a:cubicBezTo>
                    <a:pt x="1877939" y="1456733"/>
                    <a:pt x="1456795" y="1877939"/>
                    <a:pt x="938954" y="1877939"/>
                  </a:cubicBezTo>
                  <a:close/>
                  <a:moveTo>
                    <a:pt x="938954" y="73038"/>
                  </a:moveTo>
                  <a:cubicBezTo>
                    <a:pt x="461575" y="73038"/>
                    <a:pt x="73162" y="461481"/>
                    <a:pt x="73162" y="938860"/>
                  </a:cubicBezTo>
                  <a:cubicBezTo>
                    <a:pt x="73162" y="1416239"/>
                    <a:pt x="461575" y="1804652"/>
                    <a:pt x="938954" y="1804652"/>
                  </a:cubicBezTo>
                  <a:cubicBezTo>
                    <a:pt x="1416333" y="1804652"/>
                    <a:pt x="1804839" y="1416239"/>
                    <a:pt x="1804839" y="938860"/>
                  </a:cubicBezTo>
                  <a:cubicBezTo>
                    <a:pt x="1804839" y="461481"/>
                    <a:pt x="1416582" y="73162"/>
                    <a:pt x="938954" y="73162"/>
                  </a:cubicBezTo>
                  <a:close/>
                </a:path>
              </a:pathLst>
            </a:custGeom>
            <a:solidFill>
              <a:srgbClr val="FFFFFF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88907FB9-3BD4-DBE6-264C-9A5117007F6E}"/>
                </a:ext>
              </a:extLst>
            </p:cNvPr>
            <p:cNvSpPr/>
            <p:nvPr/>
          </p:nvSpPr>
          <p:spPr>
            <a:xfrm>
              <a:off x="3907214" y="1862508"/>
              <a:ext cx="1577229" cy="1646258"/>
            </a:xfrm>
            <a:custGeom>
              <a:avLst/>
              <a:gdLst>
                <a:gd name="connsiteX0" fmla="*/ 1860575 w 2094775"/>
                <a:gd name="connsiteY0" fmla="*/ 1140641 h 2186455"/>
                <a:gd name="connsiteX1" fmla="*/ 1831585 w 2094775"/>
                <a:gd name="connsiteY1" fmla="*/ 871932 h 2186455"/>
                <a:gd name="connsiteX2" fmla="*/ 2040286 w 2094775"/>
                <a:gd name="connsiteY2" fmla="*/ 680843 h 2186455"/>
                <a:gd name="connsiteX3" fmla="*/ 1916437 w 2094775"/>
                <a:gd name="connsiteY3" fmla="*/ 454779 h 2186455"/>
                <a:gd name="connsiteX4" fmla="*/ 1658514 w 2094775"/>
                <a:gd name="connsiteY4" fmla="*/ 536576 h 2186455"/>
                <a:gd name="connsiteX5" fmla="*/ 1646045 w 2094775"/>
                <a:gd name="connsiteY5" fmla="*/ 520990 h 2186455"/>
                <a:gd name="connsiteX6" fmla="*/ 1439744 w 2094775"/>
                <a:gd name="connsiteY6" fmla="*/ 350319 h 2186455"/>
                <a:gd name="connsiteX7" fmla="*/ 1464682 w 2094775"/>
                <a:gd name="connsiteY7" fmla="*/ 77308 h 2186455"/>
                <a:gd name="connsiteX8" fmla="*/ 1225150 w 2094775"/>
                <a:gd name="connsiteY8" fmla="*/ 0 h 2186455"/>
                <a:gd name="connsiteX9" fmla="*/ 1091856 w 2094775"/>
                <a:gd name="connsiteY9" fmla="*/ 240716 h 2186455"/>
                <a:gd name="connsiteX10" fmla="*/ 814419 w 2094775"/>
                <a:gd name="connsiteY10" fmla="*/ 268397 h 2186455"/>
                <a:gd name="connsiteX11" fmla="*/ 650045 w 2094775"/>
                <a:gd name="connsiteY11" fmla="*/ 69266 h 2186455"/>
                <a:gd name="connsiteX12" fmla="*/ 429934 w 2094775"/>
                <a:gd name="connsiteY12" fmla="*/ 193957 h 2186455"/>
                <a:gd name="connsiteX13" fmla="*/ 499200 w 2094775"/>
                <a:gd name="connsiteY13" fmla="*/ 442216 h 2186455"/>
                <a:gd name="connsiteX14" fmla="*/ 484518 w 2094775"/>
                <a:gd name="connsiteY14" fmla="*/ 454685 h 2186455"/>
                <a:gd name="connsiteX15" fmla="*/ 321484 w 2094775"/>
                <a:gd name="connsiteY15" fmla="*/ 668187 h 2186455"/>
                <a:gd name="connsiteX16" fmla="*/ 57482 w 2094775"/>
                <a:gd name="connsiteY16" fmla="*/ 665070 h 2186455"/>
                <a:gd name="connsiteX17" fmla="*/ 0 w 2094775"/>
                <a:gd name="connsiteY17" fmla="*/ 918068 h 2186455"/>
                <a:gd name="connsiteX18" fmla="*/ 220547 w 2094775"/>
                <a:gd name="connsiteY18" fmla="*/ 1025302 h 2186455"/>
                <a:gd name="connsiteX19" fmla="*/ 252094 w 2094775"/>
                <a:gd name="connsiteY19" fmla="*/ 1320570 h 2186455"/>
                <a:gd name="connsiteX20" fmla="*/ 51622 w 2094775"/>
                <a:gd name="connsiteY20" fmla="*/ 1513841 h 2186455"/>
                <a:gd name="connsiteX21" fmla="*/ 178495 w 2094775"/>
                <a:gd name="connsiteY21" fmla="*/ 1738066 h 2186455"/>
                <a:gd name="connsiteX22" fmla="*/ 428157 w 2094775"/>
                <a:gd name="connsiteY22" fmla="*/ 1651593 h 2186455"/>
                <a:gd name="connsiteX23" fmla="*/ 433800 w 2094775"/>
                <a:gd name="connsiteY23" fmla="*/ 1658732 h 2186455"/>
                <a:gd name="connsiteX24" fmla="*/ 636173 w 2094775"/>
                <a:gd name="connsiteY24" fmla="*/ 1827283 h 2186455"/>
                <a:gd name="connsiteX25" fmla="*/ 633835 w 2094775"/>
                <a:gd name="connsiteY25" fmla="*/ 2127913 h 2186455"/>
                <a:gd name="connsiteX26" fmla="*/ 878291 w 2094775"/>
                <a:gd name="connsiteY26" fmla="*/ 2186455 h 2186455"/>
                <a:gd name="connsiteX27" fmla="*/ 989173 w 2094775"/>
                <a:gd name="connsiteY27" fmla="*/ 1939162 h 2186455"/>
                <a:gd name="connsiteX28" fmla="*/ 1270382 w 2094775"/>
                <a:gd name="connsiteY28" fmla="*/ 1909797 h 2186455"/>
                <a:gd name="connsiteX29" fmla="*/ 1458011 w 2094775"/>
                <a:gd name="connsiteY29" fmla="*/ 2115537 h 2186455"/>
                <a:gd name="connsiteX30" fmla="*/ 1673445 w 2094775"/>
                <a:gd name="connsiteY30" fmla="*/ 1982336 h 2186455"/>
                <a:gd name="connsiteX31" fmla="*/ 1589778 w 2094775"/>
                <a:gd name="connsiteY31" fmla="*/ 1729650 h 2186455"/>
                <a:gd name="connsiteX32" fmla="*/ 1595295 w 2094775"/>
                <a:gd name="connsiteY32" fmla="*/ 1725036 h 2186455"/>
                <a:gd name="connsiteX33" fmla="*/ 1762444 w 2094775"/>
                <a:gd name="connsiteY33" fmla="*/ 1503242 h 2186455"/>
                <a:gd name="connsiteX34" fmla="*/ 2024295 w 2094775"/>
                <a:gd name="connsiteY34" fmla="*/ 1524159 h 2186455"/>
                <a:gd name="connsiteX35" fmla="*/ 2094776 w 2094775"/>
                <a:gd name="connsiteY35" fmla="*/ 1274777 h 2186455"/>
                <a:gd name="connsiteX36" fmla="*/ 1047591 w 2094775"/>
                <a:gd name="connsiteY36" fmla="*/ 1561816 h 2186455"/>
                <a:gd name="connsiteX37" fmla="*/ 578940 w 2094775"/>
                <a:gd name="connsiteY37" fmla="*/ 1093165 h 2186455"/>
                <a:gd name="connsiteX38" fmla="*/ 1047591 w 2094775"/>
                <a:gd name="connsiteY38" fmla="*/ 624514 h 2186455"/>
                <a:gd name="connsiteX39" fmla="*/ 1516242 w 2094775"/>
                <a:gd name="connsiteY39" fmla="*/ 1093165 h 2186455"/>
                <a:gd name="connsiteX40" fmla="*/ 1047591 w 2094775"/>
                <a:gd name="connsiteY40" fmla="*/ 1561816 h 2186455"/>
                <a:gd name="connsiteX41" fmla="*/ 1047435 w 2094775"/>
                <a:gd name="connsiteY41" fmla="*/ 1561816 h 2186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094775" h="2186455">
                  <a:moveTo>
                    <a:pt x="1860575" y="1140641"/>
                  </a:moveTo>
                  <a:cubicBezTo>
                    <a:pt x="1864659" y="1050116"/>
                    <a:pt x="1854902" y="959496"/>
                    <a:pt x="1831585" y="871932"/>
                  </a:cubicBezTo>
                  <a:lnTo>
                    <a:pt x="2040286" y="680843"/>
                  </a:lnTo>
                  <a:lnTo>
                    <a:pt x="1916437" y="454779"/>
                  </a:lnTo>
                  <a:lnTo>
                    <a:pt x="1658514" y="536576"/>
                  </a:lnTo>
                  <a:cubicBezTo>
                    <a:pt x="1654212" y="531464"/>
                    <a:pt x="1650564" y="525977"/>
                    <a:pt x="1646045" y="520990"/>
                  </a:cubicBezTo>
                  <a:cubicBezTo>
                    <a:pt x="1586879" y="453392"/>
                    <a:pt x="1517239" y="395766"/>
                    <a:pt x="1439744" y="350319"/>
                  </a:cubicBezTo>
                  <a:lnTo>
                    <a:pt x="1464682" y="77308"/>
                  </a:lnTo>
                  <a:lnTo>
                    <a:pt x="1225150" y="0"/>
                  </a:lnTo>
                  <a:lnTo>
                    <a:pt x="1091856" y="240716"/>
                  </a:lnTo>
                  <a:cubicBezTo>
                    <a:pt x="998462" y="233512"/>
                    <a:pt x="904539" y="242882"/>
                    <a:pt x="814419" y="268397"/>
                  </a:cubicBezTo>
                  <a:lnTo>
                    <a:pt x="650045" y="69266"/>
                  </a:lnTo>
                  <a:lnTo>
                    <a:pt x="429934" y="193957"/>
                  </a:lnTo>
                  <a:lnTo>
                    <a:pt x="499200" y="442216"/>
                  </a:lnTo>
                  <a:cubicBezTo>
                    <a:pt x="494368" y="446549"/>
                    <a:pt x="489256" y="450196"/>
                    <a:pt x="484518" y="454685"/>
                  </a:cubicBezTo>
                  <a:cubicBezTo>
                    <a:pt x="418930" y="516523"/>
                    <a:pt x="363879" y="588635"/>
                    <a:pt x="321484" y="668187"/>
                  </a:cubicBezTo>
                  <a:lnTo>
                    <a:pt x="57482" y="665070"/>
                  </a:lnTo>
                  <a:lnTo>
                    <a:pt x="0" y="918068"/>
                  </a:lnTo>
                  <a:lnTo>
                    <a:pt x="220547" y="1025302"/>
                  </a:lnTo>
                  <a:cubicBezTo>
                    <a:pt x="214437" y="1124805"/>
                    <a:pt x="225129" y="1224621"/>
                    <a:pt x="252094" y="1320570"/>
                  </a:cubicBezTo>
                  <a:lnTo>
                    <a:pt x="51622" y="1513841"/>
                  </a:lnTo>
                  <a:lnTo>
                    <a:pt x="178495" y="1738066"/>
                  </a:lnTo>
                  <a:lnTo>
                    <a:pt x="428157" y="1651593"/>
                  </a:lnTo>
                  <a:cubicBezTo>
                    <a:pt x="430152" y="1653931"/>
                    <a:pt x="431774" y="1656425"/>
                    <a:pt x="433800" y="1658732"/>
                  </a:cubicBezTo>
                  <a:cubicBezTo>
                    <a:pt x="491937" y="1725223"/>
                    <a:pt x="560236" y="1782114"/>
                    <a:pt x="636173" y="1827283"/>
                  </a:cubicBezTo>
                  <a:lnTo>
                    <a:pt x="633835" y="2127913"/>
                  </a:lnTo>
                  <a:lnTo>
                    <a:pt x="878291" y="2186455"/>
                  </a:lnTo>
                  <a:lnTo>
                    <a:pt x="989173" y="1939162"/>
                  </a:lnTo>
                  <a:cubicBezTo>
                    <a:pt x="1083907" y="1946269"/>
                    <a:pt x="1179139" y="1936325"/>
                    <a:pt x="1270382" y="1909797"/>
                  </a:cubicBezTo>
                  <a:lnTo>
                    <a:pt x="1458011" y="2115537"/>
                  </a:lnTo>
                  <a:lnTo>
                    <a:pt x="1673445" y="1982336"/>
                  </a:lnTo>
                  <a:lnTo>
                    <a:pt x="1589778" y="1729650"/>
                  </a:lnTo>
                  <a:cubicBezTo>
                    <a:pt x="1591586" y="1728029"/>
                    <a:pt x="1593488" y="1726533"/>
                    <a:pt x="1595295" y="1725036"/>
                  </a:cubicBezTo>
                  <a:cubicBezTo>
                    <a:pt x="1663065" y="1661008"/>
                    <a:pt x="1719581" y="1586037"/>
                    <a:pt x="1762444" y="1503242"/>
                  </a:cubicBezTo>
                  <a:lnTo>
                    <a:pt x="2024295" y="1524159"/>
                  </a:lnTo>
                  <a:lnTo>
                    <a:pt x="2094776" y="1274777"/>
                  </a:lnTo>
                  <a:close/>
                  <a:moveTo>
                    <a:pt x="1047591" y="1561816"/>
                  </a:moveTo>
                  <a:cubicBezTo>
                    <a:pt x="788764" y="1561816"/>
                    <a:pt x="578940" y="1351992"/>
                    <a:pt x="578940" y="1093165"/>
                  </a:cubicBezTo>
                  <a:cubicBezTo>
                    <a:pt x="578940" y="834338"/>
                    <a:pt x="788764" y="624514"/>
                    <a:pt x="1047591" y="624514"/>
                  </a:cubicBezTo>
                  <a:cubicBezTo>
                    <a:pt x="1306418" y="624514"/>
                    <a:pt x="1516242" y="834338"/>
                    <a:pt x="1516242" y="1093165"/>
                  </a:cubicBezTo>
                  <a:cubicBezTo>
                    <a:pt x="1516242" y="1351992"/>
                    <a:pt x="1306418" y="1561816"/>
                    <a:pt x="1047591" y="1561816"/>
                  </a:cubicBezTo>
                  <a:cubicBezTo>
                    <a:pt x="1047528" y="1561816"/>
                    <a:pt x="1047497" y="1561816"/>
                    <a:pt x="1047435" y="1561816"/>
                  </a:cubicBezTo>
                  <a:close/>
                </a:path>
              </a:pathLst>
            </a:custGeom>
            <a:solidFill>
              <a:schemeClr val="accent2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6DCAE378-A393-AA4C-BA46-109721AD0D68}"/>
                </a:ext>
              </a:extLst>
            </p:cNvPr>
            <p:cNvSpPr/>
            <p:nvPr/>
          </p:nvSpPr>
          <p:spPr>
            <a:xfrm>
              <a:off x="4183209" y="2172842"/>
              <a:ext cx="1025332" cy="1025402"/>
            </a:xfrm>
            <a:custGeom>
              <a:avLst/>
              <a:gdLst>
                <a:gd name="connsiteX0" fmla="*/ 680843 w 1361780"/>
                <a:gd name="connsiteY0" fmla="*/ 1361874 h 1361874"/>
                <a:gd name="connsiteX1" fmla="*/ 0 w 1361780"/>
                <a:gd name="connsiteY1" fmla="*/ 680999 h 1361874"/>
                <a:gd name="connsiteX2" fmla="*/ 680843 w 1361780"/>
                <a:gd name="connsiteY2" fmla="*/ 0 h 1361874"/>
                <a:gd name="connsiteX3" fmla="*/ 1361781 w 1361780"/>
                <a:gd name="connsiteY3" fmla="*/ 680875 h 1361874"/>
                <a:gd name="connsiteX4" fmla="*/ 680843 w 1361780"/>
                <a:gd name="connsiteY4" fmla="*/ 1361874 h 1361874"/>
                <a:gd name="connsiteX5" fmla="*/ 680843 w 1361780"/>
                <a:gd name="connsiteY5" fmla="*/ 53181 h 1361874"/>
                <a:gd name="connsiteX6" fmla="*/ 53056 w 1361780"/>
                <a:gd name="connsiteY6" fmla="*/ 680999 h 1361874"/>
                <a:gd name="connsiteX7" fmla="*/ 680843 w 1361780"/>
                <a:gd name="connsiteY7" fmla="*/ 1308818 h 1361874"/>
                <a:gd name="connsiteX8" fmla="*/ 1308725 w 1361780"/>
                <a:gd name="connsiteY8" fmla="*/ 680999 h 1361874"/>
                <a:gd name="connsiteX9" fmla="*/ 680843 w 1361780"/>
                <a:gd name="connsiteY9" fmla="*/ 53181 h 1361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1780" h="1361874">
                  <a:moveTo>
                    <a:pt x="680843" y="1361874"/>
                  </a:moveTo>
                  <a:cubicBezTo>
                    <a:pt x="305430" y="1361874"/>
                    <a:pt x="0" y="1056381"/>
                    <a:pt x="0" y="680999"/>
                  </a:cubicBezTo>
                  <a:cubicBezTo>
                    <a:pt x="0" y="305617"/>
                    <a:pt x="305430" y="0"/>
                    <a:pt x="680843" y="0"/>
                  </a:cubicBezTo>
                  <a:cubicBezTo>
                    <a:pt x="1056257" y="0"/>
                    <a:pt x="1361781" y="305493"/>
                    <a:pt x="1361781" y="680875"/>
                  </a:cubicBezTo>
                  <a:cubicBezTo>
                    <a:pt x="1361781" y="1056257"/>
                    <a:pt x="1056351" y="1361874"/>
                    <a:pt x="680843" y="1361874"/>
                  </a:cubicBezTo>
                  <a:close/>
                  <a:moveTo>
                    <a:pt x="680843" y="53181"/>
                  </a:moveTo>
                  <a:cubicBezTo>
                    <a:pt x="334826" y="53181"/>
                    <a:pt x="53056" y="334826"/>
                    <a:pt x="53056" y="680999"/>
                  </a:cubicBezTo>
                  <a:cubicBezTo>
                    <a:pt x="53056" y="1027173"/>
                    <a:pt x="334702" y="1308818"/>
                    <a:pt x="680843" y="1308818"/>
                  </a:cubicBezTo>
                  <a:cubicBezTo>
                    <a:pt x="1026985" y="1308818"/>
                    <a:pt x="1308725" y="1027141"/>
                    <a:pt x="1308725" y="680999"/>
                  </a:cubicBezTo>
                  <a:cubicBezTo>
                    <a:pt x="1308725" y="334857"/>
                    <a:pt x="1027079" y="53181"/>
                    <a:pt x="680843" y="53181"/>
                  </a:cubicBezTo>
                  <a:close/>
                </a:path>
              </a:pathLst>
            </a:custGeom>
            <a:solidFill>
              <a:srgbClr val="FFFFFF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8F74CE48-BD88-0C40-235A-FC2BA09E12BA}"/>
                </a:ext>
              </a:extLst>
            </p:cNvPr>
            <p:cNvSpPr/>
            <p:nvPr/>
          </p:nvSpPr>
          <p:spPr>
            <a:xfrm>
              <a:off x="1734570" y="2736710"/>
              <a:ext cx="246070" cy="163428"/>
            </a:xfrm>
            <a:custGeom>
              <a:avLst/>
              <a:gdLst>
                <a:gd name="connsiteX0" fmla="*/ 3367 w 326815"/>
                <a:gd name="connsiteY0" fmla="*/ 0 h 217055"/>
                <a:gd name="connsiteX1" fmla="*/ 195702 w 326815"/>
                <a:gd name="connsiteY1" fmla="*/ 19452 h 217055"/>
                <a:gd name="connsiteX2" fmla="*/ 326815 w 326815"/>
                <a:gd name="connsiteY2" fmla="*/ 81797 h 217055"/>
                <a:gd name="connsiteX3" fmla="*/ 262350 w 326815"/>
                <a:gd name="connsiteY3" fmla="*/ 217056 h 217055"/>
                <a:gd name="connsiteX4" fmla="*/ 110850 w 326815"/>
                <a:gd name="connsiteY4" fmla="*/ 119485 h 217055"/>
                <a:gd name="connsiteX5" fmla="*/ 0 w 326815"/>
                <a:gd name="connsiteY5" fmla="*/ 117895 h 217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6815" h="217055">
                  <a:moveTo>
                    <a:pt x="3367" y="0"/>
                  </a:moveTo>
                  <a:lnTo>
                    <a:pt x="195702" y="19452"/>
                  </a:lnTo>
                  <a:cubicBezTo>
                    <a:pt x="195702" y="19452"/>
                    <a:pt x="326628" y="64153"/>
                    <a:pt x="326815" y="81797"/>
                  </a:cubicBezTo>
                  <a:cubicBezTo>
                    <a:pt x="327002" y="99441"/>
                    <a:pt x="262350" y="217056"/>
                    <a:pt x="262350" y="217056"/>
                  </a:cubicBezTo>
                  <a:cubicBezTo>
                    <a:pt x="262350" y="217056"/>
                    <a:pt x="192336" y="169954"/>
                    <a:pt x="110850" y="119485"/>
                  </a:cubicBezTo>
                  <a:cubicBezTo>
                    <a:pt x="109666" y="118737"/>
                    <a:pt x="0" y="117895"/>
                    <a:pt x="0" y="117895"/>
                  </a:cubicBez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BEF29511-ED65-7864-13C9-2ED5F6D969F5}"/>
                </a:ext>
              </a:extLst>
            </p:cNvPr>
            <p:cNvSpPr/>
            <p:nvPr/>
          </p:nvSpPr>
          <p:spPr>
            <a:xfrm>
              <a:off x="1837608" y="2721984"/>
              <a:ext cx="175423" cy="68827"/>
            </a:xfrm>
            <a:custGeom>
              <a:avLst/>
              <a:gdLst>
                <a:gd name="connsiteX0" fmla="*/ 0 w 232985"/>
                <a:gd name="connsiteY0" fmla="*/ 39603 h 91411"/>
                <a:gd name="connsiteX1" fmla="*/ 132765 w 232985"/>
                <a:gd name="connsiteY1" fmla="*/ 17782 h 91411"/>
                <a:gd name="connsiteX2" fmla="*/ 232985 w 232985"/>
                <a:gd name="connsiteY2" fmla="*/ 7058 h 91411"/>
                <a:gd name="connsiteX3" fmla="*/ 141150 w 232985"/>
                <a:gd name="connsiteY3" fmla="*/ 56062 h 91411"/>
                <a:gd name="connsiteX4" fmla="*/ 183202 w 232985"/>
                <a:gd name="connsiteY4" fmla="*/ 91412 h 91411"/>
                <a:gd name="connsiteX5" fmla="*/ 99909 w 232985"/>
                <a:gd name="connsiteY5" fmla="*/ 88107 h 9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2985" h="91411">
                  <a:moveTo>
                    <a:pt x="0" y="39603"/>
                  </a:moveTo>
                  <a:cubicBezTo>
                    <a:pt x="0" y="39603"/>
                    <a:pt x="52744" y="21990"/>
                    <a:pt x="132765" y="17782"/>
                  </a:cubicBezTo>
                  <a:cubicBezTo>
                    <a:pt x="163252" y="16192"/>
                    <a:pt x="232860" y="-13110"/>
                    <a:pt x="232985" y="7058"/>
                  </a:cubicBezTo>
                  <a:cubicBezTo>
                    <a:pt x="233110" y="27227"/>
                    <a:pt x="141992" y="49640"/>
                    <a:pt x="141150" y="56062"/>
                  </a:cubicBezTo>
                  <a:cubicBezTo>
                    <a:pt x="140308" y="62484"/>
                    <a:pt x="183202" y="91412"/>
                    <a:pt x="183202" y="91412"/>
                  </a:cubicBezTo>
                  <a:lnTo>
                    <a:pt x="99909" y="88107"/>
                  </a:lnTo>
                  <a:close/>
                </a:path>
              </a:pathLst>
            </a:custGeom>
            <a:solidFill>
              <a:schemeClr val="accent5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732E2913-7022-8C56-50AD-342D88D11291}"/>
                </a:ext>
              </a:extLst>
            </p:cNvPr>
            <p:cNvSpPr/>
            <p:nvPr/>
          </p:nvSpPr>
          <p:spPr>
            <a:xfrm>
              <a:off x="1882719" y="2783253"/>
              <a:ext cx="211667" cy="171586"/>
            </a:xfrm>
            <a:custGeom>
              <a:avLst/>
              <a:gdLst>
                <a:gd name="connsiteX0" fmla="*/ 94329 w 281123"/>
                <a:gd name="connsiteY0" fmla="*/ 0 h 227889"/>
                <a:gd name="connsiteX1" fmla="*/ 281116 w 281123"/>
                <a:gd name="connsiteY1" fmla="*/ 65463 h 227889"/>
                <a:gd name="connsiteX2" fmla="*/ 125252 w 281123"/>
                <a:gd name="connsiteY2" fmla="*/ 45949 h 227889"/>
                <a:gd name="connsiteX3" fmla="*/ 279993 w 281123"/>
                <a:gd name="connsiteY3" fmla="*/ 130458 h 227889"/>
                <a:gd name="connsiteX4" fmla="*/ 104210 w 281123"/>
                <a:gd name="connsiteY4" fmla="*/ 83699 h 227889"/>
                <a:gd name="connsiteX5" fmla="*/ 235635 w 281123"/>
                <a:gd name="connsiteY5" fmla="*/ 191650 h 227889"/>
                <a:gd name="connsiteX6" fmla="*/ 81859 w 281123"/>
                <a:gd name="connsiteY6" fmla="*/ 120919 h 227889"/>
                <a:gd name="connsiteX7" fmla="*/ 170982 w 281123"/>
                <a:gd name="connsiteY7" fmla="*/ 226906 h 227889"/>
                <a:gd name="connsiteX8" fmla="*/ 65712 w 281123"/>
                <a:gd name="connsiteY8" fmla="*/ 155209 h 227889"/>
                <a:gd name="connsiteX9" fmla="*/ 0 w 281123"/>
                <a:gd name="connsiteY9" fmla="*/ 101218 h 227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1123" h="227889">
                  <a:moveTo>
                    <a:pt x="94329" y="0"/>
                  </a:moveTo>
                  <a:cubicBezTo>
                    <a:pt x="94329" y="0"/>
                    <a:pt x="282549" y="49222"/>
                    <a:pt x="281116" y="65463"/>
                  </a:cubicBezTo>
                  <a:cubicBezTo>
                    <a:pt x="279682" y="81704"/>
                    <a:pt x="125252" y="45949"/>
                    <a:pt x="125252" y="45949"/>
                  </a:cubicBezTo>
                  <a:cubicBezTo>
                    <a:pt x="125252" y="45949"/>
                    <a:pt x="284046" y="115121"/>
                    <a:pt x="279993" y="130458"/>
                  </a:cubicBezTo>
                  <a:cubicBezTo>
                    <a:pt x="275941" y="145795"/>
                    <a:pt x="104210" y="83699"/>
                    <a:pt x="104210" y="83699"/>
                  </a:cubicBezTo>
                  <a:cubicBezTo>
                    <a:pt x="104210" y="83699"/>
                    <a:pt x="243085" y="179243"/>
                    <a:pt x="235635" y="191650"/>
                  </a:cubicBezTo>
                  <a:cubicBezTo>
                    <a:pt x="228184" y="204057"/>
                    <a:pt x="81859" y="120919"/>
                    <a:pt x="81859" y="120919"/>
                  </a:cubicBezTo>
                  <a:cubicBezTo>
                    <a:pt x="81859" y="120919"/>
                    <a:pt x="177903" y="216058"/>
                    <a:pt x="170982" y="226906"/>
                  </a:cubicBezTo>
                  <a:cubicBezTo>
                    <a:pt x="164062" y="237754"/>
                    <a:pt x="65712" y="155209"/>
                    <a:pt x="65712" y="155209"/>
                  </a:cubicBezTo>
                  <a:lnTo>
                    <a:pt x="0" y="101218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DF40DA50-A9D0-F171-3FAE-695CF04F7158}"/>
                </a:ext>
              </a:extLst>
            </p:cNvPr>
            <p:cNvSpPr/>
            <p:nvPr/>
          </p:nvSpPr>
          <p:spPr>
            <a:xfrm>
              <a:off x="5165482" y="2796608"/>
              <a:ext cx="223973" cy="195748"/>
            </a:xfrm>
            <a:custGeom>
              <a:avLst/>
              <a:gdLst>
                <a:gd name="connsiteX0" fmla="*/ 216730 w 297467"/>
                <a:gd name="connsiteY0" fmla="*/ 0 h 259980"/>
                <a:gd name="connsiteX1" fmla="*/ 87582 w 297467"/>
                <a:gd name="connsiteY1" fmla="*/ 68175 h 259980"/>
                <a:gd name="connsiteX2" fmla="*/ 298 w 297467"/>
                <a:gd name="connsiteY2" fmla="*/ 170016 h 259980"/>
                <a:gd name="connsiteX3" fmla="*/ 105413 w 297467"/>
                <a:gd name="connsiteY3" fmla="*/ 259981 h 259980"/>
                <a:gd name="connsiteX4" fmla="*/ 196687 w 297467"/>
                <a:gd name="connsiteY4" fmla="*/ 120888 h 259980"/>
                <a:gd name="connsiteX5" fmla="*/ 297468 w 297467"/>
                <a:gd name="connsiteY5" fmla="*/ 84384 h 259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7467" h="259980">
                  <a:moveTo>
                    <a:pt x="216730" y="0"/>
                  </a:moveTo>
                  <a:lnTo>
                    <a:pt x="87582" y="68175"/>
                  </a:lnTo>
                  <a:cubicBezTo>
                    <a:pt x="87582" y="68175"/>
                    <a:pt x="-5936" y="154960"/>
                    <a:pt x="298" y="170016"/>
                  </a:cubicBezTo>
                  <a:cubicBezTo>
                    <a:pt x="6533" y="185072"/>
                    <a:pt x="105413" y="259981"/>
                    <a:pt x="105413" y="259981"/>
                  </a:cubicBezTo>
                  <a:cubicBezTo>
                    <a:pt x="105413" y="259981"/>
                    <a:pt x="146841" y="194019"/>
                    <a:pt x="196687" y="120888"/>
                  </a:cubicBezTo>
                  <a:cubicBezTo>
                    <a:pt x="197435" y="119797"/>
                    <a:pt x="297468" y="84384"/>
                    <a:pt x="297468" y="84384"/>
                  </a:cubicBez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7F33DEC8-CEEE-2E00-14A6-D69E51EB9F74}"/>
                </a:ext>
              </a:extLst>
            </p:cNvPr>
            <p:cNvSpPr/>
            <p:nvPr/>
          </p:nvSpPr>
          <p:spPr>
            <a:xfrm>
              <a:off x="5111354" y="2831721"/>
              <a:ext cx="157625" cy="84637"/>
            </a:xfrm>
            <a:custGeom>
              <a:avLst/>
              <a:gdLst>
                <a:gd name="connsiteX0" fmla="*/ 209349 w 209348"/>
                <a:gd name="connsiteY0" fmla="*/ 0 h 112409"/>
                <a:gd name="connsiteX1" fmla="*/ 89178 w 209348"/>
                <a:gd name="connsiteY1" fmla="*/ 31360 h 112409"/>
                <a:gd name="connsiteX2" fmla="*/ 554 w 209348"/>
                <a:gd name="connsiteY2" fmla="*/ 59852 h 112409"/>
                <a:gd name="connsiteX3" fmla="*/ 96410 w 209348"/>
                <a:gd name="connsiteY3" fmla="*/ 66803 h 112409"/>
                <a:gd name="connsiteX4" fmla="*/ 74152 w 209348"/>
                <a:gd name="connsiteY4" fmla="*/ 112409 h 112409"/>
                <a:gd name="connsiteX5" fmla="*/ 143231 w 209348"/>
                <a:gd name="connsiteY5" fmla="*/ 78431 h 112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9348" h="112409">
                  <a:moveTo>
                    <a:pt x="209349" y="0"/>
                  </a:moveTo>
                  <a:cubicBezTo>
                    <a:pt x="209349" y="0"/>
                    <a:pt x="158256" y="4894"/>
                    <a:pt x="89178" y="31360"/>
                  </a:cubicBezTo>
                  <a:cubicBezTo>
                    <a:pt x="62837" y="41460"/>
                    <a:pt x="-6897" y="42800"/>
                    <a:pt x="554" y="59852"/>
                  </a:cubicBezTo>
                  <a:cubicBezTo>
                    <a:pt x="8004" y="76903"/>
                    <a:pt x="93324" y="61722"/>
                    <a:pt x="96410" y="66803"/>
                  </a:cubicBezTo>
                  <a:cubicBezTo>
                    <a:pt x="99496" y="71884"/>
                    <a:pt x="74152" y="112409"/>
                    <a:pt x="74152" y="112409"/>
                  </a:cubicBezTo>
                  <a:lnTo>
                    <a:pt x="143231" y="78431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EB58F789-E9E2-9F3B-16CC-96A1E89CDA0F}"/>
                </a:ext>
              </a:extLst>
            </p:cNvPr>
            <p:cNvSpPr/>
            <p:nvPr/>
          </p:nvSpPr>
          <p:spPr>
            <a:xfrm>
              <a:off x="5082326" y="2901781"/>
              <a:ext cx="189116" cy="166047"/>
            </a:xfrm>
            <a:custGeom>
              <a:avLst/>
              <a:gdLst>
                <a:gd name="connsiteX0" fmla="*/ 133403 w 251172"/>
                <a:gd name="connsiteY0" fmla="*/ 0 h 220533"/>
                <a:gd name="connsiteX1" fmla="*/ 263 w 251172"/>
                <a:gd name="connsiteY1" fmla="*/ 125252 h 220533"/>
                <a:gd name="connsiteX2" fmla="*/ 124612 w 251172"/>
                <a:gd name="connsiteY2" fmla="*/ 50438 h 220533"/>
                <a:gd name="connsiteX3" fmla="*/ 25670 w 251172"/>
                <a:gd name="connsiteY3" fmla="*/ 179711 h 220533"/>
                <a:gd name="connsiteX4" fmla="*/ 156595 w 251172"/>
                <a:gd name="connsiteY4" fmla="*/ 74347 h 220533"/>
                <a:gd name="connsiteX5" fmla="*/ 86113 w 251172"/>
                <a:gd name="connsiteY5" fmla="*/ 214625 h 220533"/>
                <a:gd name="connsiteX6" fmla="*/ 189389 w 251172"/>
                <a:gd name="connsiteY6" fmla="*/ 97322 h 220533"/>
                <a:gd name="connsiteX7" fmla="*/ 153914 w 251172"/>
                <a:gd name="connsiteY7" fmla="*/ 220235 h 220533"/>
                <a:gd name="connsiteX8" fmla="*/ 215948 w 251172"/>
                <a:gd name="connsiteY8" fmla="*/ 120483 h 220533"/>
                <a:gd name="connsiteX9" fmla="*/ 251173 w 251172"/>
                <a:gd name="connsiteY9" fmla="*/ 50313 h 220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1172" h="220533">
                  <a:moveTo>
                    <a:pt x="133403" y="0"/>
                  </a:moveTo>
                  <a:cubicBezTo>
                    <a:pt x="133403" y="0"/>
                    <a:pt x="-6874" y="112222"/>
                    <a:pt x="263" y="125252"/>
                  </a:cubicBezTo>
                  <a:cubicBezTo>
                    <a:pt x="7402" y="138283"/>
                    <a:pt x="124612" y="50438"/>
                    <a:pt x="124612" y="50438"/>
                  </a:cubicBezTo>
                  <a:cubicBezTo>
                    <a:pt x="124612" y="50438"/>
                    <a:pt x="16505" y="168302"/>
                    <a:pt x="25670" y="179711"/>
                  </a:cubicBezTo>
                  <a:cubicBezTo>
                    <a:pt x="34834" y="191120"/>
                    <a:pt x="156595" y="74347"/>
                    <a:pt x="156595" y="74347"/>
                  </a:cubicBezTo>
                  <a:cubicBezTo>
                    <a:pt x="156595" y="74347"/>
                    <a:pt x="75172" y="207018"/>
                    <a:pt x="86113" y="214625"/>
                  </a:cubicBezTo>
                  <a:cubicBezTo>
                    <a:pt x="97055" y="222231"/>
                    <a:pt x="189389" y="97322"/>
                    <a:pt x="189389" y="97322"/>
                  </a:cubicBezTo>
                  <a:cubicBezTo>
                    <a:pt x="189389" y="97322"/>
                    <a:pt x="144001" y="213596"/>
                    <a:pt x="153914" y="220235"/>
                  </a:cubicBezTo>
                  <a:cubicBezTo>
                    <a:pt x="163827" y="226875"/>
                    <a:pt x="215948" y="120483"/>
                    <a:pt x="215948" y="120483"/>
                  </a:cubicBezTo>
                  <a:lnTo>
                    <a:pt x="251173" y="50313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48E1FE90-9DEF-0369-CBE2-660EE4562030}"/>
                </a:ext>
              </a:extLst>
            </p:cNvPr>
            <p:cNvSpPr/>
            <p:nvPr/>
          </p:nvSpPr>
          <p:spPr>
            <a:xfrm>
              <a:off x="5316132" y="2133505"/>
              <a:ext cx="463275" cy="734807"/>
            </a:xfrm>
            <a:custGeom>
              <a:avLst/>
              <a:gdLst>
                <a:gd name="connsiteX0" fmla="*/ 424666 w 615292"/>
                <a:gd name="connsiteY0" fmla="*/ 0 h 975924"/>
                <a:gd name="connsiteX1" fmla="*/ 605874 w 615292"/>
                <a:gd name="connsiteY1" fmla="*/ 680282 h 975924"/>
                <a:gd name="connsiteX2" fmla="*/ 99348 w 615292"/>
                <a:gd name="connsiteY2" fmla="*/ 975925 h 975924"/>
                <a:gd name="connsiteX3" fmla="*/ 0 w 615292"/>
                <a:gd name="connsiteY3" fmla="*/ 859619 h 975924"/>
                <a:gd name="connsiteX4" fmla="*/ 336853 w 615292"/>
                <a:gd name="connsiteY4" fmla="*/ 593061 h 975924"/>
                <a:gd name="connsiteX5" fmla="*/ 237506 w 615292"/>
                <a:gd name="connsiteY5" fmla="*/ 282924 h 975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5292" h="975924">
                  <a:moveTo>
                    <a:pt x="424666" y="0"/>
                  </a:moveTo>
                  <a:cubicBezTo>
                    <a:pt x="504064" y="33199"/>
                    <a:pt x="654316" y="576072"/>
                    <a:pt x="605874" y="680282"/>
                  </a:cubicBezTo>
                  <a:cubicBezTo>
                    <a:pt x="557431" y="784493"/>
                    <a:pt x="99348" y="975925"/>
                    <a:pt x="99348" y="975925"/>
                  </a:cubicBezTo>
                  <a:lnTo>
                    <a:pt x="0" y="859619"/>
                  </a:lnTo>
                  <a:lnTo>
                    <a:pt x="336853" y="593061"/>
                  </a:lnTo>
                  <a:lnTo>
                    <a:pt x="237506" y="282924"/>
                  </a:lnTo>
                  <a:close/>
                </a:path>
              </a:pathLst>
            </a:custGeom>
            <a:solidFill>
              <a:schemeClr val="accent4"/>
            </a:solidFill>
            <a:ln w="3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32" name="Rectangle 231">
            <a:extLst>
              <a:ext uri="{FF2B5EF4-FFF2-40B4-BE49-F238E27FC236}">
                <a16:creationId xmlns:a16="http://schemas.microsoft.com/office/drawing/2014/main" id="{87A5A4A5-D1F5-8220-BC56-27A756B9B619}"/>
              </a:ext>
            </a:extLst>
          </p:cNvPr>
          <p:cNvSpPr/>
          <p:nvPr/>
        </p:nvSpPr>
        <p:spPr>
          <a:xfrm>
            <a:off x="6936533" y="1905506"/>
            <a:ext cx="486978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latin typeface="Lora"/>
              </a:rPr>
              <a:t>Product Strategy Framework Infographics</a:t>
            </a:r>
          </a:p>
        </p:txBody>
      </p:sp>
    </p:spTree>
    <p:extLst>
      <p:ext uri="{BB962C8B-B14F-4D97-AF65-F5344CB8AC3E}">
        <p14:creationId xmlns:p14="http://schemas.microsoft.com/office/powerpoint/2010/main" val="3967608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/>
          <p:cNvSpPr/>
          <p:nvPr/>
        </p:nvSpPr>
        <p:spPr>
          <a:xfrm>
            <a:off x="-1" y="386818"/>
            <a:ext cx="12192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Lora"/>
              </a:rPr>
              <a:t>Product Strategy Framework Infographics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8910B44-BD15-46C3-D9F8-3CCA0283CA69}"/>
              </a:ext>
            </a:extLst>
          </p:cNvPr>
          <p:cNvGrpSpPr/>
          <p:nvPr/>
        </p:nvGrpSpPr>
        <p:grpSpPr>
          <a:xfrm>
            <a:off x="178960" y="2127771"/>
            <a:ext cx="11834079" cy="3498016"/>
            <a:chOff x="178960" y="2127771"/>
            <a:chExt cx="11834079" cy="3498016"/>
          </a:xfrm>
        </p:grpSpPr>
        <p:cxnSp>
          <p:nvCxnSpPr>
            <p:cNvPr id="57" name="Straight Connector 56"/>
            <p:cNvCxnSpPr>
              <a:cxnSpLocks/>
            </p:cNvCxnSpPr>
            <p:nvPr/>
          </p:nvCxnSpPr>
          <p:spPr>
            <a:xfrm>
              <a:off x="1252334" y="3180985"/>
              <a:ext cx="0" cy="1401187"/>
            </a:xfrm>
            <a:prstGeom prst="line">
              <a:avLst/>
            </a:prstGeom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Oval 2"/>
            <p:cNvSpPr/>
            <p:nvPr/>
          </p:nvSpPr>
          <p:spPr>
            <a:xfrm>
              <a:off x="547996" y="4217111"/>
              <a:ext cx="1408676" cy="1408676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4" name="Oval 43"/>
            <p:cNvSpPr/>
            <p:nvPr/>
          </p:nvSpPr>
          <p:spPr>
            <a:xfrm>
              <a:off x="708717" y="4377832"/>
              <a:ext cx="1087234" cy="108723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1720819" y="4734136"/>
              <a:ext cx="374626" cy="374626"/>
            </a:xfrm>
            <a:prstGeom prst="ellipse">
              <a:avLst/>
            </a:prstGeom>
            <a:solidFill>
              <a:schemeClr val="accent5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  <a:latin typeface="Lora" pitchFamily="2" charset="0"/>
              </a:endParaRPr>
            </a:p>
          </p:txBody>
        </p:sp>
        <p:sp>
          <p:nvSpPr>
            <p:cNvPr id="52" name="Oval 51"/>
            <p:cNvSpPr/>
            <p:nvPr/>
          </p:nvSpPr>
          <p:spPr>
            <a:xfrm>
              <a:off x="1065021" y="3104124"/>
              <a:ext cx="374626" cy="37462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  <a:latin typeface="Lora" pitchFamily="2" charset="0"/>
              </a:endParaRPr>
            </a:p>
          </p:txBody>
        </p:sp>
        <p:cxnSp>
          <p:nvCxnSpPr>
            <p:cNvPr id="60" name="Straight Connector 59"/>
            <p:cNvCxnSpPr>
              <a:cxnSpLocks/>
              <a:endCxn id="96" idx="2"/>
            </p:cNvCxnSpPr>
            <p:nvPr/>
          </p:nvCxnSpPr>
          <p:spPr>
            <a:xfrm>
              <a:off x="2089726" y="4921449"/>
              <a:ext cx="822589" cy="0"/>
            </a:xfrm>
            <a:prstGeom prst="line">
              <a:avLst/>
            </a:prstGeom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178960" y="2127771"/>
              <a:ext cx="2146748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Development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cxnSp>
          <p:nvCxnSpPr>
            <p:cNvPr id="66" name="Straight Connector 65"/>
            <p:cNvCxnSpPr>
              <a:cxnSpLocks/>
            </p:cNvCxnSpPr>
            <p:nvPr/>
          </p:nvCxnSpPr>
          <p:spPr>
            <a:xfrm>
              <a:off x="6096261" y="3180985"/>
              <a:ext cx="0" cy="1401187"/>
            </a:xfrm>
            <a:prstGeom prst="line">
              <a:avLst/>
            </a:prstGeom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Oval 66"/>
            <p:cNvSpPr/>
            <p:nvPr/>
          </p:nvSpPr>
          <p:spPr>
            <a:xfrm>
              <a:off x="5391923" y="4217111"/>
              <a:ext cx="1408676" cy="1408676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72" name="Oval 71"/>
            <p:cNvSpPr/>
            <p:nvPr/>
          </p:nvSpPr>
          <p:spPr>
            <a:xfrm>
              <a:off x="5552644" y="4377832"/>
              <a:ext cx="1087234" cy="10872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74" name="Oval 73"/>
            <p:cNvSpPr/>
            <p:nvPr/>
          </p:nvSpPr>
          <p:spPr>
            <a:xfrm>
              <a:off x="6638565" y="4734136"/>
              <a:ext cx="374626" cy="374626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  <a:latin typeface="Lora" pitchFamily="2" charset="0"/>
              </a:endParaRPr>
            </a:p>
          </p:txBody>
        </p:sp>
        <p:sp>
          <p:nvSpPr>
            <p:cNvPr id="75" name="Oval 74"/>
            <p:cNvSpPr/>
            <p:nvPr/>
          </p:nvSpPr>
          <p:spPr>
            <a:xfrm>
              <a:off x="5908948" y="3104124"/>
              <a:ext cx="374626" cy="3746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  <a:latin typeface="Lora" pitchFamily="2" charset="0"/>
              </a:endParaRPr>
            </a:p>
          </p:txBody>
        </p:sp>
        <p:cxnSp>
          <p:nvCxnSpPr>
            <p:cNvPr id="76" name="Straight Connector 75"/>
            <p:cNvCxnSpPr>
              <a:cxnSpLocks/>
            </p:cNvCxnSpPr>
            <p:nvPr/>
          </p:nvCxnSpPr>
          <p:spPr>
            <a:xfrm>
              <a:off x="6950116" y="4921448"/>
              <a:ext cx="844941" cy="1"/>
            </a:xfrm>
            <a:prstGeom prst="line">
              <a:avLst/>
            </a:prstGeom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/>
            <p:cNvSpPr txBox="1"/>
            <p:nvPr/>
          </p:nvSpPr>
          <p:spPr>
            <a:xfrm>
              <a:off x="5069500" y="2127771"/>
              <a:ext cx="2053523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Marketing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cxnSp>
          <p:nvCxnSpPr>
            <p:cNvPr id="79" name="Straight Connector 78"/>
            <p:cNvCxnSpPr/>
            <p:nvPr/>
          </p:nvCxnSpPr>
          <p:spPr>
            <a:xfrm>
              <a:off x="8494400" y="3180985"/>
              <a:ext cx="0" cy="1401187"/>
            </a:xfrm>
            <a:prstGeom prst="line">
              <a:avLst/>
            </a:prstGeom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Oval 79"/>
            <p:cNvSpPr/>
            <p:nvPr/>
          </p:nvSpPr>
          <p:spPr>
            <a:xfrm>
              <a:off x="7790062" y="4217111"/>
              <a:ext cx="1408676" cy="1408676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81" name="Oval 80"/>
            <p:cNvSpPr/>
            <p:nvPr/>
          </p:nvSpPr>
          <p:spPr>
            <a:xfrm>
              <a:off x="7950783" y="4377832"/>
              <a:ext cx="1087234" cy="108723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82" name="Oval 81"/>
            <p:cNvSpPr/>
            <p:nvPr/>
          </p:nvSpPr>
          <p:spPr>
            <a:xfrm>
              <a:off x="9097438" y="4734136"/>
              <a:ext cx="374626" cy="374626"/>
            </a:xfrm>
            <a:prstGeom prst="ellipse">
              <a:avLst/>
            </a:prstGeom>
            <a:solidFill>
              <a:schemeClr val="bg2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  <a:latin typeface="Lora" pitchFamily="2" charset="0"/>
              </a:endParaRPr>
            </a:p>
          </p:txBody>
        </p:sp>
        <p:sp>
          <p:nvSpPr>
            <p:cNvPr id="83" name="Oval 82"/>
            <p:cNvSpPr/>
            <p:nvPr/>
          </p:nvSpPr>
          <p:spPr>
            <a:xfrm>
              <a:off x="8307087" y="3104124"/>
              <a:ext cx="374626" cy="374626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  <a:latin typeface="Lora" pitchFamily="2" charset="0"/>
              </a:endParaRPr>
            </a:p>
          </p:txBody>
        </p:sp>
        <p:cxnSp>
          <p:nvCxnSpPr>
            <p:cNvPr id="84" name="Straight Connector 83"/>
            <p:cNvCxnSpPr/>
            <p:nvPr/>
          </p:nvCxnSpPr>
          <p:spPr>
            <a:xfrm>
              <a:off x="9466345" y="4921449"/>
              <a:ext cx="844941" cy="1"/>
            </a:xfrm>
            <a:prstGeom prst="line">
              <a:avLst/>
            </a:prstGeom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/>
          </p:nvSpPr>
          <p:spPr>
            <a:xfrm>
              <a:off x="7470618" y="2127771"/>
              <a:ext cx="2047564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Finance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cxnSp>
          <p:nvCxnSpPr>
            <p:cNvPr id="87" name="Straight Connector 86"/>
            <p:cNvCxnSpPr/>
            <p:nvPr/>
          </p:nvCxnSpPr>
          <p:spPr>
            <a:xfrm>
              <a:off x="11014007" y="3180985"/>
              <a:ext cx="0" cy="1401187"/>
            </a:xfrm>
            <a:prstGeom prst="line">
              <a:avLst/>
            </a:prstGeom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Oval 87"/>
            <p:cNvSpPr/>
            <p:nvPr/>
          </p:nvSpPr>
          <p:spPr>
            <a:xfrm>
              <a:off x="10309669" y="4217111"/>
              <a:ext cx="1408676" cy="1408676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89" name="Oval 88"/>
            <p:cNvSpPr/>
            <p:nvPr/>
          </p:nvSpPr>
          <p:spPr>
            <a:xfrm>
              <a:off x="10470390" y="4377832"/>
              <a:ext cx="1087234" cy="108723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91" name="Oval 90"/>
            <p:cNvSpPr/>
            <p:nvPr/>
          </p:nvSpPr>
          <p:spPr>
            <a:xfrm>
              <a:off x="10826694" y="3104124"/>
              <a:ext cx="374626" cy="37462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  <a:latin typeface="Lora" pitchFamily="2" charset="0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10014975" y="2127771"/>
              <a:ext cx="1998064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Manufacturing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cxnSp>
          <p:nvCxnSpPr>
            <p:cNvPr id="95" name="Straight Connector 94"/>
            <p:cNvCxnSpPr>
              <a:cxnSpLocks/>
            </p:cNvCxnSpPr>
            <p:nvPr/>
          </p:nvCxnSpPr>
          <p:spPr>
            <a:xfrm>
              <a:off x="3616653" y="3180985"/>
              <a:ext cx="0" cy="1401187"/>
            </a:xfrm>
            <a:prstGeom prst="line">
              <a:avLst/>
            </a:prstGeom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Oval 95"/>
            <p:cNvSpPr/>
            <p:nvPr/>
          </p:nvSpPr>
          <p:spPr>
            <a:xfrm>
              <a:off x="2912315" y="4217111"/>
              <a:ext cx="1408676" cy="1408676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97" name="Oval 96"/>
            <p:cNvSpPr/>
            <p:nvPr/>
          </p:nvSpPr>
          <p:spPr>
            <a:xfrm>
              <a:off x="3073036" y="4377832"/>
              <a:ext cx="1087234" cy="108723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98" name="Oval 97"/>
            <p:cNvSpPr/>
            <p:nvPr/>
          </p:nvSpPr>
          <p:spPr>
            <a:xfrm>
              <a:off x="4179692" y="4734136"/>
              <a:ext cx="374626" cy="374626"/>
            </a:xfrm>
            <a:prstGeom prst="ellipse">
              <a:avLst/>
            </a:prstGeom>
            <a:solidFill>
              <a:schemeClr val="accent4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  <a:latin typeface="Lora" pitchFamily="2" charset="0"/>
              </a:endParaRPr>
            </a:p>
          </p:txBody>
        </p:sp>
        <p:sp>
          <p:nvSpPr>
            <p:cNvPr id="99" name="Oval 98"/>
            <p:cNvSpPr/>
            <p:nvPr/>
          </p:nvSpPr>
          <p:spPr>
            <a:xfrm>
              <a:off x="3429340" y="3104124"/>
              <a:ext cx="374626" cy="37462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  <a:latin typeface="Lora" pitchFamily="2" charset="0"/>
              </a:endParaRPr>
            </a:p>
          </p:txBody>
        </p:sp>
        <p:cxnSp>
          <p:nvCxnSpPr>
            <p:cNvPr id="100" name="Straight Connector 99"/>
            <p:cNvCxnSpPr/>
            <p:nvPr/>
          </p:nvCxnSpPr>
          <p:spPr>
            <a:xfrm>
              <a:off x="4548599" y="4921449"/>
              <a:ext cx="844941" cy="1"/>
            </a:xfrm>
            <a:prstGeom prst="line">
              <a:avLst/>
            </a:prstGeom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TextBox 100"/>
            <p:cNvSpPr txBox="1"/>
            <p:nvPr/>
          </p:nvSpPr>
          <p:spPr>
            <a:xfrm>
              <a:off x="2540953" y="2127771"/>
              <a:ext cx="2151400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Employee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11811" y="4616607"/>
              <a:ext cx="609684" cy="609684"/>
            </a:xfrm>
            <a:prstGeom prst="rect">
              <a:avLst/>
            </a:prstGeom>
          </p:spPr>
        </p:pic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V="1">
              <a:off x="5824386" y="4649574"/>
              <a:ext cx="543750" cy="543750"/>
            </a:xfrm>
            <a:prstGeom prst="rect">
              <a:avLst/>
            </a:prstGeom>
          </p:spPr>
        </p:pic>
        <p:pic>
          <p:nvPicPr>
            <p:cNvPr id="104" name="Picture 1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69464" y="4596513"/>
              <a:ext cx="649872" cy="649872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B2D5DD38-5905-AE63-E99A-4A91B39DDA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742132" y="4649574"/>
              <a:ext cx="543750" cy="54375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9279295-9B0E-360A-A75C-0050652476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89918" y="4659033"/>
              <a:ext cx="524832" cy="5248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04277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6172412-9773-687F-17D3-1D7C0B058B24}"/>
              </a:ext>
            </a:extLst>
          </p:cNvPr>
          <p:cNvSpPr/>
          <p:nvPr/>
        </p:nvSpPr>
        <p:spPr>
          <a:xfrm>
            <a:off x="-1" y="386818"/>
            <a:ext cx="12192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Lora"/>
              </a:rPr>
              <a:t>Product Strategy Framework Infographics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C7F786E-9F21-1B58-86B0-13066C37867F}"/>
              </a:ext>
            </a:extLst>
          </p:cNvPr>
          <p:cNvGrpSpPr/>
          <p:nvPr/>
        </p:nvGrpSpPr>
        <p:grpSpPr>
          <a:xfrm>
            <a:off x="423715" y="1477022"/>
            <a:ext cx="11344569" cy="4827823"/>
            <a:chOff x="423715" y="1477022"/>
            <a:chExt cx="11344569" cy="4827823"/>
          </a:xfrm>
        </p:grpSpPr>
        <p:sp>
          <p:nvSpPr>
            <p:cNvPr id="6" name="Rectangle 5"/>
            <p:cNvSpPr/>
            <p:nvPr/>
          </p:nvSpPr>
          <p:spPr>
            <a:xfrm flipV="1">
              <a:off x="894140" y="1701298"/>
              <a:ext cx="10406742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5" name="Oval 44"/>
            <p:cNvSpPr/>
            <p:nvPr/>
          </p:nvSpPr>
          <p:spPr>
            <a:xfrm>
              <a:off x="7934565" y="4181588"/>
              <a:ext cx="882950" cy="8829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423715" y="1477022"/>
              <a:ext cx="494270" cy="49427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55" name="Oval 54"/>
            <p:cNvSpPr/>
            <p:nvPr/>
          </p:nvSpPr>
          <p:spPr>
            <a:xfrm>
              <a:off x="11274014" y="1477022"/>
              <a:ext cx="494270" cy="49427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cxnSp>
          <p:nvCxnSpPr>
            <p:cNvPr id="18" name="Straight Connector 17"/>
            <p:cNvCxnSpPr>
              <a:cxnSpLocks/>
            </p:cNvCxnSpPr>
            <p:nvPr/>
          </p:nvCxnSpPr>
          <p:spPr>
            <a:xfrm flipH="1" flipV="1">
              <a:off x="2403696" y="1735587"/>
              <a:ext cx="11735" cy="1523926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Oval 1"/>
            <p:cNvSpPr/>
            <p:nvPr/>
          </p:nvSpPr>
          <p:spPr>
            <a:xfrm>
              <a:off x="1769029" y="3259513"/>
              <a:ext cx="1281068" cy="128106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1968088" y="3458572"/>
              <a:ext cx="882950" cy="8829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pic>
          <p:nvPicPr>
            <p:cNvPr id="74" name="Picture 7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74884" y="5070463"/>
              <a:ext cx="625632" cy="625632"/>
            </a:xfrm>
            <a:prstGeom prst="rect">
              <a:avLst/>
            </a:prstGeom>
          </p:spPr>
        </p:pic>
        <p:cxnSp>
          <p:nvCxnSpPr>
            <p:cNvPr id="9" name="Straight Connector 8"/>
            <p:cNvCxnSpPr>
              <a:cxnSpLocks/>
            </p:cNvCxnSpPr>
            <p:nvPr/>
          </p:nvCxnSpPr>
          <p:spPr>
            <a:xfrm flipH="1" flipV="1">
              <a:off x="4503519" y="1747017"/>
              <a:ext cx="19707" cy="2261005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/>
            <p:cNvSpPr/>
            <p:nvPr/>
          </p:nvSpPr>
          <p:spPr>
            <a:xfrm>
              <a:off x="3872838" y="4008022"/>
              <a:ext cx="1281068" cy="128106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4071897" y="4207081"/>
              <a:ext cx="882950" cy="8829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cxnSp>
          <p:nvCxnSpPr>
            <p:cNvPr id="54" name="Straight Connector 53"/>
            <p:cNvCxnSpPr>
              <a:cxnSpLocks/>
            </p:cNvCxnSpPr>
            <p:nvPr/>
          </p:nvCxnSpPr>
          <p:spPr>
            <a:xfrm flipH="1" flipV="1">
              <a:off x="6430947" y="1729321"/>
              <a:ext cx="11735" cy="1523926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/>
            <p:cNvSpPr/>
            <p:nvPr/>
          </p:nvSpPr>
          <p:spPr>
            <a:xfrm>
              <a:off x="5796280" y="3265780"/>
              <a:ext cx="1281068" cy="128106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2" name="Oval 41"/>
            <p:cNvSpPr/>
            <p:nvPr/>
          </p:nvSpPr>
          <p:spPr>
            <a:xfrm>
              <a:off x="5995339" y="3464839"/>
              <a:ext cx="882950" cy="8829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pic>
          <p:nvPicPr>
            <p:cNvPr id="76" name="Picture 75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V="1">
              <a:off x="6164939" y="3634439"/>
              <a:ext cx="543750" cy="543750"/>
            </a:xfrm>
            <a:prstGeom prst="rect">
              <a:avLst/>
            </a:prstGeom>
          </p:spPr>
        </p:pic>
        <p:cxnSp>
          <p:nvCxnSpPr>
            <p:cNvPr id="69" name="Straight Connector 68"/>
            <p:cNvCxnSpPr>
              <a:cxnSpLocks/>
            </p:cNvCxnSpPr>
            <p:nvPr/>
          </p:nvCxnSpPr>
          <p:spPr>
            <a:xfrm flipH="1" flipV="1">
              <a:off x="8366187" y="1724157"/>
              <a:ext cx="19707" cy="2261005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 43"/>
            <p:cNvSpPr/>
            <p:nvPr/>
          </p:nvSpPr>
          <p:spPr>
            <a:xfrm>
              <a:off x="7735506" y="3982529"/>
              <a:ext cx="1281068" cy="128106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cxnSp>
          <p:nvCxnSpPr>
            <p:cNvPr id="61" name="Straight Connector 60"/>
            <p:cNvCxnSpPr>
              <a:cxnSpLocks/>
            </p:cNvCxnSpPr>
            <p:nvPr/>
          </p:nvCxnSpPr>
          <p:spPr>
            <a:xfrm flipH="1" flipV="1">
              <a:off x="10320815" y="1727070"/>
              <a:ext cx="11735" cy="1523926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/>
            <p:cNvSpPr/>
            <p:nvPr/>
          </p:nvSpPr>
          <p:spPr>
            <a:xfrm>
              <a:off x="9686148" y="3246534"/>
              <a:ext cx="1281068" cy="128106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50" name="Oval 49"/>
            <p:cNvSpPr/>
            <p:nvPr/>
          </p:nvSpPr>
          <p:spPr>
            <a:xfrm>
              <a:off x="9885207" y="3445593"/>
              <a:ext cx="882950" cy="8829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E932130-F4AD-C6A7-8BB8-5C5335F5DF2B}"/>
                </a:ext>
              </a:extLst>
            </p:cNvPr>
            <p:cNvSpPr txBox="1"/>
            <p:nvPr/>
          </p:nvSpPr>
          <p:spPr>
            <a:xfrm>
              <a:off x="1336189" y="4761169"/>
              <a:ext cx="2146748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Development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98AB596-6EC5-B14E-4235-4E08D59B587F}"/>
                </a:ext>
              </a:extLst>
            </p:cNvPr>
            <p:cNvSpPr txBox="1"/>
            <p:nvPr/>
          </p:nvSpPr>
          <p:spPr>
            <a:xfrm>
              <a:off x="5410053" y="4761169"/>
              <a:ext cx="2053523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Marketing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9DC666E-D6DD-CFD7-1104-045DA3E4FCE7}"/>
                </a:ext>
              </a:extLst>
            </p:cNvPr>
            <p:cNvSpPr txBox="1"/>
            <p:nvPr/>
          </p:nvSpPr>
          <p:spPr>
            <a:xfrm>
              <a:off x="7352258" y="5550792"/>
              <a:ext cx="2047564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Finance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05745EC-49E6-7C86-4E25-B35C7187F5E2}"/>
                </a:ext>
              </a:extLst>
            </p:cNvPr>
            <p:cNvSpPr txBox="1"/>
            <p:nvPr/>
          </p:nvSpPr>
          <p:spPr>
            <a:xfrm>
              <a:off x="9327650" y="4761169"/>
              <a:ext cx="1998064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Manufacturing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2F8F7E2-4EC0-413D-6B95-6E3A1270536D}"/>
                </a:ext>
              </a:extLst>
            </p:cNvPr>
            <p:cNvSpPr txBox="1"/>
            <p:nvPr/>
          </p:nvSpPr>
          <p:spPr>
            <a:xfrm>
              <a:off x="3437672" y="5550792"/>
              <a:ext cx="2151400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Employee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B3FFD08-979A-B289-45E4-AF3CF2F1CEB5}"/>
                </a:ext>
              </a:extLst>
            </p:cNvPr>
            <p:cNvSpPr/>
            <p:nvPr/>
          </p:nvSpPr>
          <p:spPr>
            <a:xfrm>
              <a:off x="7934565" y="4181588"/>
              <a:ext cx="882950" cy="8829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80C273B-19D1-BED7-AC42-E08CB0BB8B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051104" y="4298127"/>
              <a:ext cx="649872" cy="649872"/>
            </a:xfrm>
            <a:prstGeom prst="rect">
              <a:avLst/>
            </a:prstGeom>
          </p:spPr>
        </p:pic>
        <p:pic>
          <p:nvPicPr>
            <p:cNvPr id="73" name="Picture 72"/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208530" y="4343714"/>
              <a:ext cx="609684" cy="609684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FBD4D9E-8860-23DB-2646-F947ACDFD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311811" y="4616607"/>
              <a:ext cx="609684" cy="609684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1090DF5-8DD6-A98E-B232-336250074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054807" y="3615193"/>
              <a:ext cx="543750" cy="54375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8F59FF35-ADA5-5D28-06FA-599FD93AF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47147" y="3637631"/>
              <a:ext cx="524832" cy="5248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77045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743310F-4A49-AC53-19D6-8A620EC1DA85}"/>
              </a:ext>
            </a:extLst>
          </p:cNvPr>
          <p:cNvSpPr/>
          <p:nvPr/>
        </p:nvSpPr>
        <p:spPr>
          <a:xfrm>
            <a:off x="-1" y="386818"/>
            <a:ext cx="12192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Lora"/>
              </a:rPr>
              <a:t>Product Strategy Framework Infographics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68BCE2D-E2C9-8251-63DA-8550F971742A}"/>
              </a:ext>
            </a:extLst>
          </p:cNvPr>
          <p:cNvGrpSpPr/>
          <p:nvPr/>
        </p:nvGrpSpPr>
        <p:grpSpPr>
          <a:xfrm>
            <a:off x="397069" y="1692745"/>
            <a:ext cx="11397860" cy="4504027"/>
            <a:chOff x="397069" y="1692745"/>
            <a:chExt cx="11397860" cy="4504027"/>
          </a:xfrm>
        </p:grpSpPr>
        <p:cxnSp>
          <p:nvCxnSpPr>
            <p:cNvPr id="83" name="Straight Connector 82"/>
            <p:cNvCxnSpPr>
              <a:cxnSpLocks/>
            </p:cNvCxnSpPr>
            <p:nvPr/>
          </p:nvCxnSpPr>
          <p:spPr>
            <a:xfrm rot="5400000">
              <a:off x="9202571" y="3311844"/>
              <a:ext cx="3137152" cy="0"/>
            </a:xfrm>
            <a:prstGeom prst="line">
              <a:avLst/>
            </a:prstGeom>
            <a:ln w="222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Freeform 84"/>
            <p:cNvSpPr/>
            <p:nvPr/>
          </p:nvSpPr>
          <p:spPr>
            <a:xfrm>
              <a:off x="9806447" y="1743267"/>
              <a:ext cx="1929400" cy="804311"/>
            </a:xfrm>
            <a:custGeom>
              <a:avLst/>
              <a:gdLst>
                <a:gd name="connsiteX0" fmla="*/ 37166 w 1571749"/>
                <a:gd name="connsiteY0" fmla="*/ 0 h 615004"/>
                <a:gd name="connsiteX1" fmla="*/ 1277533 w 1571749"/>
                <a:gd name="connsiteY1" fmla="*/ 0 h 615004"/>
                <a:gd name="connsiteX2" fmla="*/ 1571749 w 1571749"/>
                <a:gd name="connsiteY2" fmla="*/ 307502 h 615004"/>
                <a:gd name="connsiteX3" fmla="*/ 1277533 w 1571749"/>
                <a:gd name="connsiteY3" fmla="*/ 615004 h 615004"/>
                <a:gd name="connsiteX4" fmla="*/ 37166 w 1571749"/>
                <a:gd name="connsiteY4" fmla="*/ 615004 h 615004"/>
                <a:gd name="connsiteX5" fmla="*/ 0 w 1571749"/>
                <a:gd name="connsiteY5" fmla="*/ 611088 h 615004"/>
                <a:gd name="connsiteX6" fmla="*/ 49620 w 1571749"/>
                <a:gd name="connsiteY6" fmla="*/ 584156 h 615004"/>
                <a:gd name="connsiteX7" fmla="*/ 196716 w 1571749"/>
                <a:gd name="connsiteY7" fmla="*/ 307502 h 615004"/>
                <a:gd name="connsiteX8" fmla="*/ 49620 w 1571749"/>
                <a:gd name="connsiteY8" fmla="*/ 30848 h 615004"/>
                <a:gd name="connsiteX9" fmla="*/ 0 w 1571749"/>
                <a:gd name="connsiteY9" fmla="*/ 3916 h 615004"/>
                <a:gd name="connsiteX10" fmla="*/ 37166 w 1571749"/>
                <a:gd name="connsiteY10" fmla="*/ 0 h 615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1749" h="615004">
                  <a:moveTo>
                    <a:pt x="37166" y="0"/>
                  </a:moveTo>
                  <a:lnTo>
                    <a:pt x="1277533" y="0"/>
                  </a:lnTo>
                  <a:cubicBezTo>
                    <a:pt x="1440008" y="0"/>
                    <a:pt x="1571749" y="137664"/>
                    <a:pt x="1571749" y="307502"/>
                  </a:cubicBezTo>
                  <a:cubicBezTo>
                    <a:pt x="1571749" y="477340"/>
                    <a:pt x="1440008" y="615004"/>
                    <a:pt x="1277533" y="615004"/>
                  </a:cubicBezTo>
                  <a:lnTo>
                    <a:pt x="37166" y="615004"/>
                  </a:lnTo>
                  <a:lnTo>
                    <a:pt x="0" y="611088"/>
                  </a:lnTo>
                  <a:lnTo>
                    <a:pt x="49620" y="584156"/>
                  </a:lnTo>
                  <a:cubicBezTo>
                    <a:pt x="138367" y="524199"/>
                    <a:pt x="196716" y="422665"/>
                    <a:pt x="196716" y="307502"/>
                  </a:cubicBezTo>
                  <a:cubicBezTo>
                    <a:pt x="196716" y="192340"/>
                    <a:pt x="138367" y="90805"/>
                    <a:pt x="49620" y="30848"/>
                  </a:cubicBezTo>
                  <a:lnTo>
                    <a:pt x="0" y="3916"/>
                  </a:lnTo>
                  <a:lnTo>
                    <a:pt x="371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ora" pitchFamily="2" charset="0"/>
              </a:endParaRPr>
            </a:p>
          </p:txBody>
        </p:sp>
        <p:pic>
          <p:nvPicPr>
            <p:cNvPr id="90" name="Picture 8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04454" y="3919358"/>
              <a:ext cx="552434" cy="647106"/>
            </a:xfrm>
            <a:prstGeom prst="rect">
              <a:avLst/>
            </a:prstGeom>
          </p:spPr>
        </p:pic>
        <p:sp>
          <p:nvSpPr>
            <p:cNvPr id="88" name="Rectangle 87"/>
            <p:cNvSpPr/>
            <p:nvPr/>
          </p:nvSpPr>
          <p:spPr>
            <a:xfrm>
              <a:off x="10451188" y="1853035"/>
              <a:ext cx="670376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04</a:t>
              </a:r>
            </a:p>
          </p:txBody>
        </p:sp>
        <p:cxnSp>
          <p:nvCxnSpPr>
            <p:cNvPr id="11" name="Straight Connector 10"/>
            <p:cNvCxnSpPr>
              <a:cxnSpLocks/>
            </p:cNvCxnSpPr>
            <p:nvPr/>
          </p:nvCxnSpPr>
          <p:spPr>
            <a:xfrm rot="5400000">
              <a:off x="-98133" y="3309455"/>
              <a:ext cx="3137152" cy="0"/>
            </a:xfrm>
            <a:prstGeom prst="line">
              <a:avLst/>
            </a:prstGeom>
            <a:ln w="222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Freeform 5"/>
            <p:cNvSpPr/>
            <p:nvPr/>
          </p:nvSpPr>
          <p:spPr>
            <a:xfrm>
              <a:off x="505743" y="1740878"/>
              <a:ext cx="1929400" cy="804311"/>
            </a:xfrm>
            <a:custGeom>
              <a:avLst/>
              <a:gdLst>
                <a:gd name="connsiteX0" fmla="*/ 37166 w 1571749"/>
                <a:gd name="connsiteY0" fmla="*/ 0 h 615004"/>
                <a:gd name="connsiteX1" fmla="*/ 1277533 w 1571749"/>
                <a:gd name="connsiteY1" fmla="*/ 0 h 615004"/>
                <a:gd name="connsiteX2" fmla="*/ 1571749 w 1571749"/>
                <a:gd name="connsiteY2" fmla="*/ 307502 h 615004"/>
                <a:gd name="connsiteX3" fmla="*/ 1277533 w 1571749"/>
                <a:gd name="connsiteY3" fmla="*/ 615004 h 615004"/>
                <a:gd name="connsiteX4" fmla="*/ 37166 w 1571749"/>
                <a:gd name="connsiteY4" fmla="*/ 615004 h 615004"/>
                <a:gd name="connsiteX5" fmla="*/ 0 w 1571749"/>
                <a:gd name="connsiteY5" fmla="*/ 611088 h 615004"/>
                <a:gd name="connsiteX6" fmla="*/ 49620 w 1571749"/>
                <a:gd name="connsiteY6" fmla="*/ 584156 h 615004"/>
                <a:gd name="connsiteX7" fmla="*/ 196716 w 1571749"/>
                <a:gd name="connsiteY7" fmla="*/ 307502 h 615004"/>
                <a:gd name="connsiteX8" fmla="*/ 49620 w 1571749"/>
                <a:gd name="connsiteY8" fmla="*/ 30848 h 615004"/>
                <a:gd name="connsiteX9" fmla="*/ 0 w 1571749"/>
                <a:gd name="connsiteY9" fmla="*/ 3916 h 615004"/>
                <a:gd name="connsiteX10" fmla="*/ 37166 w 1571749"/>
                <a:gd name="connsiteY10" fmla="*/ 0 h 615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1749" h="615004">
                  <a:moveTo>
                    <a:pt x="37166" y="0"/>
                  </a:moveTo>
                  <a:lnTo>
                    <a:pt x="1277533" y="0"/>
                  </a:lnTo>
                  <a:cubicBezTo>
                    <a:pt x="1440008" y="0"/>
                    <a:pt x="1571749" y="137664"/>
                    <a:pt x="1571749" y="307502"/>
                  </a:cubicBezTo>
                  <a:cubicBezTo>
                    <a:pt x="1571749" y="477340"/>
                    <a:pt x="1440008" y="615004"/>
                    <a:pt x="1277533" y="615004"/>
                  </a:cubicBezTo>
                  <a:lnTo>
                    <a:pt x="37166" y="615004"/>
                  </a:lnTo>
                  <a:lnTo>
                    <a:pt x="0" y="611088"/>
                  </a:lnTo>
                  <a:lnTo>
                    <a:pt x="49620" y="584156"/>
                  </a:lnTo>
                  <a:cubicBezTo>
                    <a:pt x="138367" y="524199"/>
                    <a:pt x="196716" y="422665"/>
                    <a:pt x="196716" y="307502"/>
                  </a:cubicBezTo>
                  <a:cubicBezTo>
                    <a:pt x="196716" y="192340"/>
                    <a:pt x="138367" y="90805"/>
                    <a:pt x="49620" y="30848"/>
                  </a:cubicBezTo>
                  <a:lnTo>
                    <a:pt x="0" y="3916"/>
                  </a:lnTo>
                  <a:lnTo>
                    <a:pt x="371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164109" y="1850646"/>
              <a:ext cx="612668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01</a:t>
              </a:r>
            </a:p>
          </p:txBody>
        </p:sp>
        <p:sp>
          <p:nvSpPr>
            <p:cNvPr id="2" name="Oval 1"/>
            <p:cNvSpPr/>
            <p:nvPr/>
          </p:nvSpPr>
          <p:spPr>
            <a:xfrm>
              <a:off x="860070" y="3953058"/>
              <a:ext cx="1220746" cy="122074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ora" pitchFamily="2" charset="0"/>
              </a:endParaRPr>
            </a:p>
          </p:txBody>
        </p:sp>
        <p:cxnSp>
          <p:nvCxnSpPr>
            <p:cNvPr id="69" name="Straight Connector 68"/>
            <p:cNvCxnSpPr>
              <a:cxnSpLocks/>
            </p:cNvCxnSpPr>
            <p:nvPr/>
          </p:nvCxnSpPr>
          <p:spPr>
            <a:xfrm rot="5400000">
              <a:off x="2981342" y="3332040"/>
              <a:ext cx="3137152" cy="0"/>
            </a:xfrm>
            <a:prstGeom prst="line">
              <a:avLst/>
            </a:prstGeom>
            <a:ln w="222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Freeform 70"/>
            <p:cNvSpPr/>
            <p:nvPr/>
          </p:nvSpPr>
          <p:spPr>
            <a:xfrm>
              <a:off x="3585218" y="1763463"/>
              <a:ext cx="1929400" cy="804311"/>
            </a:xfrm>
            <a:custGeom>
              <a:avLst/>
              <a:gdLst>
                <a:gd name="connsiteX0" fmla="*/ 37166 w 1571749"/>
                <a:gd name="connsiteY0" fmla="*/ 0 h 615004"/>
                <a:gd name="connsiteX1" fmla="*/ 1277533 w 1571749"/>
                <a:gd name="connsiteY1" fmla="*/ 0 h 615004"/>
                <a:gd name="connsiteX2" fmla="*/ 1571749 w 1571749"/>
                <a:gd name="connsiteY2" fmla="*/ 307502 h 615004"/>
                <a:gd name="connsiteX3" fmla="*/ 1277533 w 1571749"/>
                <a:gd name="connsiteY3" fmla="*/ 615004 h 615004"/>
                <a:gd name="connsiteX4" fmla="*/ 37166 w 1571749"/>
                <a:gd name="connsiteY4" fmla="*/ 615004 h 615004"/>
                <a:gd name="connsiteX5" fmla="*/ 0 w 1571749"/>
                <a:gd name="connsiteY5" fmla="*/ 611088 h 615004"/>
                <a:gd name="connsiteX6" fmla="*/ 49620 w 1571749"/>
                <a:gd name="connsiteY6" fmla="*/ 584156 h 615004"/>
                <a:gd name="connsiteX7" fmla="*/ 196716 w 1571749"/>
                <a:gd name="connsiteY7" fmla="*/ 307502 h 615004"/>
                <a:gd name="connsiteX8" fmla="*/ 49620 w 1571749"/>
                <a:gd name="connsiteY8" fmla="*/ 30848 h 615004"/>
                <a:gd name="connsiteX9" fmla="*/ 0 w 1571749"/>
                <a:gd name="connsiteY9" fmla="*/ 3916 h 615004"/>
                <a:gd name="connsiteX10" fmla="*/ 37166 w 1571749"/>
                <a:gd name="connsiteY10" fmla="*/ 0 h 615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1749" h="615004">
                  <a:moveTo>
                    <a:pt x="37166" y="0"/>
                  </a:moveTo>
                  <a:lnTo>
                    <a:pt x="1277533" y="0"/>
                  </a:lnTo>
                  <a:cubicBezTo>
                    <a:pt x="1440008" y="0"/>
                    <a:pt x="1571749" y="137664"/>
                    <a:pt x="1571749" y="307502"/>
                  </a:cubicBezTo>
                  <a:cubicBezTo>
                    <a:pt x="1571749" y="477340"/>
                    <a:pt x="1440008" y="615004"/>
                    <a:pt x="1277533" y="615004"/>
                  </a:cubicBezTo>
                  <a:lnTo>
                    <a:pt x="37166" y="615004"/>
                  </a:lnTo>
                  <a:lnTo>
                    <a:pt x="0" y="611088"/>
                  </a:lnTo>
                  <a:lnTo>
                    <a:pt x="49620" y="584156"/>
                  </a:lnTo>
                  <a:cubicBezTo>
                    <a:pt x="138367" y="524199"/>
                    <a:pt x="196716" y="422665"/>
                    <a:pt x="196716" y="307502"/>
                  </a:cubicBezTo>
                  <a:cubicBezTo>
                    <a:pt x="196716" y="192340"/>
                    <a:pt x="138367" y="90805"/>
                    <a:pt x="49620" y="30848"/>
                  </a:cubicBezTo>
                  <a:lnTo>
                    <a:pt x="0" y="3916"/>
                  </a:lnTo>
                  <a:lnTo>
                    <a:pt x="371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4229959" y="1873231"/>
              <a:ext cx="663964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02</a:t>
              </a:r>
            </a:p>
          </p:txBody>
        </p:sp>
        <p:sp>
          <p:nvSpPr>
            <p:cNvPr id="33" name="Oval 32"/>
            <p:cNvSpPr/>
            <p:nvPr/>
          </p:nvSpPr>
          <p:spPr>
            <a:xfrm>
              <a:off x="3939545" y="4001704"/>
              <a:ext cx="1220746" cy="122074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cxnSp>
          <p:nvCxnSpPr>
            <p:cNvPr id="76" name="Straight Connector 75"/>
            <p:cNvCxnSpPr>
              <a:cxnSpLocks/>
            </p:cNvCxnSpPr>
            <p:nvPr/>
          </p:nvCxnSpPr>
          <p:spPr>
            <a:xfrm rot="5400000">
              <a:off x="6083779" y="3261322"/>
              <a:ext cx="3137152" cy="0"/>
            </a:xfrm>
            <a:prstGeom prst="line">
              <a:avLst/>
            </a:prstGeom>
            <a:ln w="222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Freeform 77"/>
            <p:cNvSpPr/>
            <p:nvPr/>
          </p:nvSpPr>
          <p:spPr>
            <a:xfrm>
              <a:off x="6687655" y="1692745"/>
              <a:ext cx="1929400" cy="804311"/>
            </a:xfrm>
            <a:custGeom>
              <a:avLst/>
              <a:gdLst>
                <a:gd name="connsiteX0" fmla="*/ 37166 w 1571749"/>
                <a:gd name="connsiteY0" fmla="*/ 0 h 615004"/>
                <a:gd name="connsiteX1" fmla="*/ 1277533 w 1571749"/>
                <a:gd name="connsiteY1" fmla="*/ 0 h 615004"/>
                <a:gd name="connsiteX2" fmla="*/ 1571749 w 1571749"/>
                <a:gd name="connsiteY2" fmla="*/ 307502 h 615004"/>
                <a:gd name="connsiteX3" fmla="*/ 1277533 w 1571749"/>
                <a:gd name="connsiteY3" fmla="*/ 615004 h 615004"/>
                <a:gd name="connsiteX4" fmla="*/ 37166 w 1571749"/>
                <a:gd name="connsiteY4" fmla="*/ 615004 h 615004"/>
                <a:gd name="connsiteX5" fmla="*/ 0 w 1571749"/>
                <a:gd name="connsiteY5" fmla="*/ 611088 h 615004"/>
                <a:gd name="connsiteX6" fmla="*/ 49620 w 1571749"/>
                <a:gd name="connsiteY6" fmla="*/ 584156 h 615004"/>
                <a:gd name="connsiteX7" fmla="*/ 196716 w 1571749"/>
                <a:gd name="connsiteY7" fmla="*/ 307502 h 615004"/>
                <a:gd name="connsiteX8" fmla="*/ 49620 w 1571749"/>
                <a:gd name="connsiteY8" fmla="*/ 30848 h 615004"/>
                <a:gd name="connsiteX9" fmla="*/ 0 w 1571749"/>
                <a:gd name="connsiteY9" fmla="*/ 3916 h 615004"/>
                <a:gd name="connsiteX10" fmla="*/ 37166 w 1571749"/>
                <a:gd name="connsiteY10" fmla="*/ 0 h 615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1749" h="615004">
                  <a:moveTo>
                    <a:pt x="37166" y="0"/>
                  </a:moveTo>
                  <a:lnTo>
                    <a:pt x="1277533" y="0"/>
                  </a:lnTo>
                  <a:cubicBezTo>
                    <a:pt x="1440008" y="0"/>
                    <a:pt x="1571749" y="137664"/>
                    <a:pt x="1571749" y="307502"/>
                  </a:cubicBezTo>
                  <a:cubicBezTo>
                    <a:pt x="1571749" y="477340"/>
                    <a:pt x="1440008" y="615004"/>
                    <a:pt x="1277533" y="615004"/>
                  </a:cubicBezTo>
                  <a:lnTo>
                    <a:pt x="37166" y="615004"/>
                  </a:lnTo>
                  <a:lnTo>
                    <a:pt x="0" y="611088"/>
                  </a:lnTo>
                  <a:lnTo>
                    <a:pt x="49620" y="584156"/>
                  </a:lnTo>
                  <a:cubicBezTo>
                    <a:pt x="138367" y="524199"/>
                    <a:pt x="196716" y="422665"/>
                    <a:pt x="196716" y="307502"/>
                  </a:cubicBezTo>
                  <a:cubicBezTo>
                    <a:pt x="196716" y="192340"/>
                    <a:pt x="138367" y="90805"/>
                    <a:pt x="49620" y="30848"/>
                  </a:cubicBezTo>
                  <a:lnTo>
                    <a:pt x="0" y="3916"/>
                  </a:lnTo>
                  <a:lnTo>
                    <a:pt x="37166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7332396" y="1802513"/>
              <a:ext cx="675185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03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7041982" y="4066491"/>
              <a:ext cx="1220746" cy="1220746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V="1">
              <a:off x="7331330" y="4355839"/>
              <a:ext cx="642050" cy="642050"/>
            </a:xfrm>
            <a:prstGeom prst="rect">
              <a:avLst/>
            </a:prstGeom>
          </p:spPr>
        </p:pic>
        <p:sp>
          <p:nvSpPr>
            <p:cNvPr id="35" name="Oval 34"/>
            <p:cNvSpPr/>
            <p:nvPr/>
          </p:nvSpPr>
          <p:spPr>
            <a:xfrm>
              <a:off x="10160774" y="4062291"/>
              <a:ext cx="1220746" cy="122074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pic>
          <p:nvPicPr>
            <p:cNvPr id="45" name="Picture 4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04844" y="4406361"/>
              <a:ext cx="532606" cy="532606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090713E-E367-3536-77C2-EFEC08EB8425}"/>
                </a:ext>
              </a:extLst>
            </p:cNvPr>
            <p:cNvSpPr txBox="1"/>
            <p:nvPr/>
          </p:nvSpPr>
          <p:spPr>
            <a:xfrm>
              <a:off x="397069" y="5442719"/>
              <a:ext cx="2146748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Development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C564DDF-1EBD-A46D-3C2D-D3513B0FB6FB}"/>
                </a:ext>
              </a:extLst>
            </p:cNvPr>
            <p:cNvSpPr txBox="1"/>
            <p:nvPr/>
          </p:nvSpPr>
          <p:spPr>
            <a:xfrm>
              <a:off x="6625594" y="5442719"/>
              <a:ext cx="2053523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Marketing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D36C3F3-E34E-501D-A1E4-D16A4BED7382}"/>
                </a:ext>
              </a:extLst>
            </p:cNvPr>
            <p:cNvSpPr txBox="1"/>
            <p:nvPr/>
          </p:nvSpPr>
          <p:spPr>
            <a:xfrm>
              <a:off x="9747365" y="5442719"/>
              <a:ext cx="2047564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Finance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2EF3677-736A-3603-2B7D-535AFE0D94DC}"/>
                </a:ext>
              </a:extLst>
            </p:cNvPr>
            <p:cNvSpPr txBox="1"/>
            <p:nvPr/>
          </p:nvSpPr>
          <p:spPr>
            <a:xfrm>
              <a:off x="3474218" y="5442719"/>
              <a:ext cx="2151400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Employee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pic>
          <p:nvPicPr>
            <p:cNvPr id="42" name="Picture 4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45076" y="4307235"/>
              <a:ext cx="609684" cy="60968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B7F8FDA-82D8-6B89-E072-58660684AF4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49923" y="4242911"/>
              <a:ext cx="641040" cy="6410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1654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0BB6428-F7F6-E6CA-F64B-4A28ECC96B5C}"/>
              </a:ext>
            </a:extLst>
          </p:cNvPr>
          <p:cNvSpPr/>
          <p:nvPr/>
        </p:nvSpPr>
        <p:spPr>
          <a:xfrm>
            <a:off x="-1" y="386818"/>
            <a:ext cx="12192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Lora"/>
              </a:rPr>
              <a:t>Product Strategy Framework Infographics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E529140-5D9C-C5A1-000F-400D3DED37E8}"/>
              </a:ext>
            </a:extLst>
          </p:cNvPr>
          <p:cNvGrpSpPr/>
          <p:nvPr/>
        </p:nvGrpSpPr>
        <p:grpSpPr>
          <a:xfrm>
            <a:off x="484169" y="2086426"/>
            <a:ext cx="11223661" cy="3646516"/>
            <a:chOff x="484169" y="2086426"/>
            <a:chExt cx="11223661" cy="3646516"/>
          </a:xfrm>
        </p:grpSpPr>
        <p:sp>
          <p:nvSpPr>
            <p:cNvPr id="73" name="Oval 72"/>
            <p:cNvSpPr/>
            <p:nvPr/>
          </p:nvSpPr>
          <p:spPr>
            <a:xfrm>
              <a:off x="1310699" y="3521950"/>
              <a:ext cx="467194" cy="45938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950038" y="4361423"/>
              <a:ext cx="10291924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484169" y="4124848"/>
              <a:ext cx="518868" cy="51886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79" name="Oval 78"/>
            <p:cNvSpPr/>
            <p:nvPr/>
          </p:nvSpPr>
          <p:spPr>
            <a:xfrm>
              <a:off x="590344" y="4231023"/>
              <a:ext cx="306518" cy="3065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82" name="Oval 81"/>
            <p:cNvSpPr/>
            <p:nvPr/>
          </p:nvSpPr>
          <p:spPr>
            <a:xfrm>
              <a:off x="11188962" y="4124848"/>
              <a:ext cx="518868" cy="51886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83" name="Oval 82"/>
            <p:cNvSpPr/>
            <p:nvPr/>
          </p:nvSpPr>
          <p:spPr>
            <a:xfrm>
              <a:off x="11295137" y="4231023"/>
              <a:ext cx="306518" cy="3065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cxnSp>
          <p:nvCxnSpPr>
            <p:cNvPr id="25" name="Straight Arrow Connector 24"/>
            <p:cNvCxnSpPr>
              <a:cxnSpLocks/>
            </p:cNvCxnSpPr>
            <p:nvPr/>
          </p:nvCxnSpPr>
          <p:spPr>
            <a:xfrm>
              <a:off x="2515514" y="3186389"/>
              <a:ext cx="15631" cy="814501"/>
            </a:xfrm>
            <a:prstGeom prst="straightConnector1">
              <a:avLst/>
            </a:prstGeom>
            <a:ln w="254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/>
            <p:cNvSpPr/>
            <p:nvPr/>
          </p:nvSpPr>
          <p:spPr>
            <a:xfrm>
              <a:off x="1917479" y="2400700"/>
              <a:ext cx="1211700" cy="109996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1917479" y="2086426"/>
              <a:ext cx="1211700" cy="1099963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6" name="Isosceles Triangle 5"/>
            <p:cNvSpPr/>
            <p:nvPr/>
          </p:nvSpPr>
          <p:spPr>
            <a:xfrm flipV="1">
              <a:off x="2399033" y="3150867"/>
              <a:ext cx="248592" cy="210721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cxnSp>
          <p:nvCxnSpPr>
            <p:cNvPr id="41" name="Straight Arrow Connector 40"/>
            <p:cNvCxnSpPr>
              <a:cxnSpLocks/>
            </p:cNvCxnSpPr>
            <p:nvPr/>
          </p:nvCxnSpPr>
          <p:spPr>
            <a:xfrm>
              <a:off x="4873274" y="3190858"/>
              <a:ext cx="15631" cy="814501"/>
            </a:xfrm>
            <a:prstGeom prst="straightConnector1">
              <a:avLst/>
            </a:prstGeom>
            <a:ln w="254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ounded Rectangle 35"/>
            <p:cNvSpPr/>
            <p:nvPr/>
          </p:nvSpPr>
          <p:spPr>
            <a:xfrm>
              <a:off x="4275239" y="2405169"/>
              <a:ext cx="1211700" cy="109996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4275239" y="2090895"/>
              <a:ext cx="1211700" cy="109996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8" name="Isosceles Triangle 37"/>
            <p:cNvSpPr/>
            <p:nvPr/>
          </p:nvSpPr>
          <p:spPr>
            <a:xfrm flipV="1">
              <a:off x="4756793" y="3155336"/>
              <a:ext cx="248592" cy="210721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cxnSp>
          <p:nvCxnSpPr>
            <p:cNvPr id="50" name="Straight Arrow Connector 49"/>
            <p:cNvCxnSpPr>
              <a:cxnSpLocks/>
            </p:cNvCxnSpPr>
            <p:nvPr/>
          </p:nvCxnSpPr>
          <p:spPr>
            <a:xfrm>
              <a:off x="7239407" y="3199811"/>
              <a:ext cx="15631" cy="814501"/>
            </a:xfrm>
            <a:prstGeom prst="straightConnector1">
              <a:avLst/>
            </a:prstGeom>
            <a:ln w="254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ounded Rectangle 44"/>
            <p:cNvSpPr/>
            <p:nvPr/>
          </p:nvSpPr>
          <p:spPr>
            <a:xfrm>
              <a:off x="6641372" y="2414122"/>
              <a:ext cx="1211700" cy="109996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6641372" y="2099848"/>
              <a:ext cx="1211700" cy="1099963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7" name="Isosceles Triangle 46"/>
            <p:cNvSpPr/>
            <p:nvPr/>
          </p:nvSpPr>
          <p:spPr>
            <a:xfrm flipV="1">
              <a:off x="7115111" y="3164289"/>
              <a:ext cx="248592" cy="210721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pic>
          <p:nvPicPr>
            <p:cNvPr id="64" name="Picture 6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V="1">
              <a:off x="6926197" y="2328804"/>
              <a:ext cx="642050" cy="642050"/>
            </a:xfrm>
            <a:prstGeom prst="rect">
              <a:avLst/>
            </a:prstGeom>
          </p:spPr>
        </p:pic>
        <p:cxnSp>
          <p:nvCxnSpPr>
            <p:cNvPr id="59" name="Straight Arrow Connector 58"/>
            <p:cNvCxnSpPr>
              <a:cxnSpLocks/>
            </p:cNvCxnSpPr>
            <p:nvPr/>
          </p:nvCxnSpPr>
          <p:spPr>
            <a:xfrm>
              <a:off x="9662481" y="3222167"/>
              <a:ext cx="15631" cy="814501"/>
            </a:xfrm>
            <a:prstGeom prst="straightConnector1">
              <a:avLst/>
            </a:prstGeom>
            <a:ln w="254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ounded Rectangle 53"/>
            <p:cNvSpPr/>
            <p:nvPr/>
          </p:nvSpPr>
          <p:spPr>
            <a:xfrm>
              <a:off x="9064446" y="2436478"/>
              <a:ext cx="1211700" cy="109996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9064446" y="2122204"/>
              <a:ext cx="1211700" cy="1099963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ora" pitchFamily="2" charset="0"/>
              </a:endParaRPr>
            </a:p>
          </p:txBody>
        </p:sp>
        <p:sp>
          <p:nvSpPr>
            <p:cNvPr id="56" name="Isosceles Triangle 55"/>
            <p:cNvSpPr/>
            <p:nvPr/>
          </p:nvSpPr>
          <p:spPr>
            <a:xfrm flipV="1">
              <a:off x="9546000" y="3186645"/>
              <a:ext cx="248592" cy="210721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41CB2714-6448-1AC7-1150-6BCB78EE3DFA}"/>
                </a:ext>
              </a:extLst>
            </p:cNvPr>
            <p:cNvSpPr/>
            <p:nvPr/>
          </p:nvSpPr>
          <p:spPr>
            <a:xfrm>
              <a:off x="2399033" y="4259986"/>
              <a:ext cx="248592" cy="24859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2ABF4FC-809A-47AD-CEB7-5E55EB28131F}"/>
                </a:ext>
              </a:extLst>
            </p:cNvPr>
            <p:cNvSpPr/>
            <p:nvPr/>
          </p:nvSpPr>
          <p:spPr>
            <a:xfrm>
              <a:off x="4756793" y="4259986"/>
              <a:ext cx="248592" cy="24859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72D421E-A972-98E6-4C9A-16AD1386C320}"/>
                </a:ext>
              </a:extLst>
            </p:cNvPr>
            <p:cNvSpPr/>
            <p:nvPr/>
          </p:nvSpPr>
          <p:spPr>
            <a:xfrm>
              <a:off x="7122926" y="4259986"/>
              <a:ext cx="248592" cy="248592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0E022BD-D674-8446-9C7C-9DB3D968C5F9}"/>
                </a:ext>
              </a:extLst>
            </p:cNvPr>
            <p:cNvSpPr/>
            <p:nvPr/>
          </p:nvSpPr>
          <p:spPr>
            <a:xfrm>
              <a:off x="9546000" y="4259986"/>
              <a:ext cx="248592" cy="24859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D2E4A6D-118E-9ED5-B3A6-4E193DDDEEA1}"/>
                </a:ext>
              </a:extLst>
            </p:cNvPr>
            <p:cNvSpPr txBox="1"/>
            <p:nvPr/>
          </p:nvSpPr>
          <p:spPr>
            <a:xfrm>
              <a:off x="1449955" y="4925090"/>
              <a:ext cx="2146748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Development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8E79A92-0A0B-12FD-8301-1CC8831E11BF}"/>
                </a:ext>
              </a:extLst>
            </p:cNvPr>
            <p:cNvSpPr txBox="1"/>
            <p:nvPr/>
          </p:nvSpPr>
          <p:spPr>
            <a:xfrm>
              <a:off x="6220461" y="4978889"/>
              <a:ext cx="2053523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Marketing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72DCE64-20BE-B9B3-A888-A898E7BABA6E}"/>
                </a:ext>
              </a:extLst>
            </p:cNvPr>
            <p:cNvSpPr txBox="1"/>
            <p:nvPr/>
          </p:nvSpPr>
          <p:spPr>
            <a:xfrm>
              <a:off x="8646514" y="4957530"/>
              <a:ext cx="2047564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Finance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7EC80AD-2E99-1442-BF18-8BF926E60F65}"/>
                </a:ext>
              </a:extLst>
            </p:cNvPr>
            <p:cNvSpPr txBox="1"/>
            <p:nvPr/>
          </p:nvSpPr>
          <p:spPr>
            <a:xfrm>
              <a:off x="3805389" y="4956533"/>
              <a:ext cx="2151400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Employee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pic>
          <p:nvPicPr>
            <p:cNvPr id="62" name="Picture 6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6247" y="2336034"/>
              <a:ext cx="609684" cy="60968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B95C0E6-01E8-24F1-7DE8-1D90385035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202809" y="2315887"/>
              <a:ext cx="641040" cy="64104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DE3C469-826B-0101-1B77-6B5E380EF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345360" y="2347249"/>
              <a:ext cx="649872" cy="6498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86378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5BAA06-ADEC-D32D-D97E-ECE31450109F}"/>
              </a:ext>
            </a:extLst>
          </p:cNvPr>
          <p:cNvSpPr/>
          <p:nvPr/>
        </p:nvSpPr>
        <p:spPr>
          <a:xfrm>
            <a:off x="-1" y="386818"/>
            <a:ext cx="12192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Lora"/>
              </a:rPr>
              <a:t>Product Strategy Framework Infographics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AC1ED90-53F8-0121-B096-0D959B72A197}"/>
              </a:ext>
            </a:extLst>
          </p:cNvPr>
          <p:cNvGrpSpPr/>
          <p:nvPr/>
        </p:nvGrpSpPr>
        <p:grpSpPr>
          <a:xfrm>
            <a:off x="691090" y="1776059"/>
            <a:ext cx="10809818" cy="4146006"/>
            <a:chOff x="691090" y="1776059"/>
            <a:chExt cx="10809818" cy="4146006"/>
          </a:xfrm>
        </p:grpSpPr>
        <p:sp>
          <p:nvSpPr>
            <p:cNvPr id="5" name="Rectangle 4"/>
            <p:cNvSpPr/>
            <p:nvPr/>
          </p:nvSpPr>
          <p:spPr>
            <a:xfrm flipV="1">
              <a:off x="1289221" y="2102268"/>
              <a:ext cx="9613556" cy="4571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2" name="Oval 41"/>
            <p:cNvSpPr/>
            <p:nvPr/>
          </p:nvSpPr>
          <p:spPr>
            <a:xfrm>
              <a:off x="691090" y="1798918"/>
              <a:ext cx="652417" cy="65241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3" name="Oval 42"/>
            <p:cNvSpPr/>
            <p:nvPr/>
          </p:nvSpPr>
          <p:spPr>
            <a:xfrm>
              <a:off x="799826" y="1907654"/>
              <a:ext cx="434945" cy="4349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7" name="Oval 46"/>
            <p:cNvSpPr/>
            <p:nvPr/>
          </p:nvSpPr>
          <p:spPr>
            <a:xfrm>
              <a:off x="10848491" y="1776059"/>
              <a:ext cx="652417" cy="65241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8" name="Oval 47"/>
            <p:cNvSpPr/>
            <p:nvPr/>
          </p:nvSpPr>
          <p:spPr>
            <a:xfrm>
              <a:off x="10957227" y="1884795"/>
              <a:ext cx="434945" cy="4349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cxnSp>
          <p:nvCxnSpPr>
            <p:cNvPr id="7" name="Straight Connector 6"/>
            <p:cNvCxnSpPr>
              <a:cxnSpLocks/>
            </p:cNvCxnSpPr>
            <p:nvPr/>
          </p:nvCxnSpPr>
          <p:spPr>
            <a:xfrm flipV="1">
              <a:off x="2753123" y="2125129"/>
              <a:ext cx="0" cy="1609636"/>
            </a:xfrm>
            <a:prstGeom prst="line">
              <a:avLst/>
            </a:prstGeom>
            <a:ln w="317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/>
            <p:cNvSpPr/>
            <p:nvPr/>
          </p:nvSpPr>
          <p:spPr>
            <a:xfrm>
              <a:off x="2250219" y="3734765"/>
              <a:ext cx="1005809" cy="10058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673377" y="3734765"/>
              <a:ext cx="1005809" cy="100580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cxnSp>
          <p:nvCxnSpPr>
            <p:cNvPr id="22" name="Straight Connector 21"/>
            <p:cNvCxnSpPr>
              <a:cxnSpLocks/>
            </p:cNvCxnSpPr>
            <p:nvPr/>
          </p:nvCxnSpPr>
          <p:spPr>
            <a:xfrm flipV="1">
              <a:off x="5176281" y="2125129"/>
              <a:ext cx="0" cy="1609636"/>
            </a:xfrm>
            <a:prstGeom prst="line">
              <a:avLst/>
            </a:prstGeom>
            <a:ln w="317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/>
            <p:cNvSpPr/>
            <p:nvPr/>
          </p:nvSpPr>
          <p:spPr>
            <a:xfrm>
              <a:off x="7060251" y="3734765"/>
              <a:ext cx="1005809" cy="100580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cxnSp>
          <p:nvCxnSpPr>
            <p:cNvPr id="28" name="Straight Connector 27"/>
            <p:cNvCxnSpPr>
              <a:cxnSpLocks/>
            </p:cNvCxnSpPr>
            <p:nvPr/>
          </p:nvCxnSpPr>
          <p:spPr>
            <a:xfrm flipV="1">
              <a:off x="7563155" y="2125129"/>
              <a:ext cx="0" cy="1609636"/>
            </a:xfrm>
            <a:prstGeom prst="line">
              <a:avLst/>
            </a:prstGeom>
            <a:ln w="317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2" name="Pictur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V="1">
              <a:off x="7242130" y="3916644"/>
              <a:ext cx="642050" cy="642050"/>
            </a:xfrm>
            <a:prstGeom prst="rect">
              <a:avLst/>
            </a:prstGeom>
          </p:spPr>
        </p:pic>
        <p:sp>
          <p:nvSpPr>
            <p:cNvPr id="33" name="Rectangle 32"/>
            <p:cNvSpPr/>
            <p:nvPr/>
          </p:nvSpPr>
          <p:spPr>
            <a:xfrm>
              <a:off x="9509503" y="3734765"/>
              <a:ext cx="1005809" cy="100580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cxnSp>
          <p:nvCxnSpPr>
            <p:cNvPr id="34" name="Straight Connector 33"/>
            <p:cNvCxnSpPr>
              <a:cxnSpLocks/>
            </p:cNvCxnSpPr>
            <p:nvPr/>
          </p:nvCxnSpPr>
          <p:spPr>
            <a:xfrm flipV="1">
              <a:off x="10012407" y="2125129"/>
              <a:ext cx="0" cy="1609636"/>
            </a:xfrm>
            <a:prstGeom prst="line">
              <a:avLst/>
            </a:prstGeom>
            <a:ln w="317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301F5C6-53DC-DE98-EC6F-1394736CFB1F}"/>
                </a:ext>
              </a:extLst>
            </p:cNvPr>
            <p:cNvSpPr txBox="1"/>
            <p:nvPr/>
          </p:nvSpPr>
          <p:spPr>
            <a:xfrm>
              <a:off x="1679749" y="5168012"/>
              <a:ext cx="2146748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Development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D437888-F18C-04D3-B449-04EFD9BA3B4F}"/>
                </a:ext>
              </a:extLst>
            </p:cNvPr>
            <p:cNvSpPr txBox="1"/>
            <p:nvPr/>
          </p:nvSpPr>
          <p:spPr>
            <a:xfrm>
              <a:off x="6536394" y="5168012"/>
              <a:ext cx="2053523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Marketing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CF3EE54-6953-6EE8-AAF9-A4B85F635FF9}"/>
                </a:ext>
              </a:extLst>
            </p:cNvPr>
            <p:cNvSpPr txBox="1"/>
            <p:nvPr/>
          </p:nvSpPr>
          <p:spPr>
            <a:xfrm>
              <a:off x="8988625" y="5168012"/>
              <a:ext cx="2047564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Finance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4018956-C2F2-4BD0-9F24-EE40849799EF}"/>
                </a:ext>
              </a:extLst>
            </p:cNvPr>
            <p:cNvSpPr txBox="1"/>
            <p:nvPr/>
          </p:nvSpPr>
          <p:spPr>
            <a:xfrm>
              <a:off x="4100581" y="5168012"/>
              <a:ext cx="2151400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Employee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ED57FB3-B9D6-BE77-E5FC-0BEA5A8ECFA0}"/>
                </a:ext>
              </a:extLst>
            </p:cNvPr>
            <p:cNvSpPr/>
            <p:nvPr/>
          </p:nvSpPr>
          <p:spPr>
            <a:xfrm>
              <a:off x="2577069" y="1926213"/>
              <a:ext cx="352108" cy="35210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068C546-49B3-5D98-F715-25688E9C5FAA}"/>
                </a:ext>
              </a:extLst>
            </p:cNvPr>
            <p:cNvSpPr/>
            <p:nvPr/>
          </p:nvSpPr>
          <p:spPr>
            <a:xfrm>
              <a:off x="5000227" y="1926213"/>
              <a:ext cx="352108" cy="3521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8EAF109-5598-0CE4-DBA5-2D4B69F516DE}"/>
                </a:ext>
              </a:extLst>
            </p:cNvPr>
            <p:cNvSpPr/>
            <p:nvPr/>
          </p:nvSpPr>
          <p:spPr>
            <a:xfrm>
              <a:off x="7387101" y="1926213"/>
              <a:ext cx="352108" cy="3521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EA000DC-6746-9515-6664-8D41A617E9FB}"/>
                </a:ext>
              </a:extLst>
            </p:cNvPr>
            <p:cNvSpPr/>
            <p:nvPr/>
          </p:nvSpPr>
          <p:spPr>
            <a:xfrm>
              <a:off x="9836353" y="1926213"/>
              <a:ext cx="352108" cy="35210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71439" y="3932827"/>
              <a:ext cx="609684" cy="609684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556B4EE-9512-B37E-0D7A-A5BF9AF982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432603" y="3917149"/>
              <a:ext cx="641040" cy="64104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FDC2A0A-E8B7-2B50-625B-45B58BF19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687471" y="3912733"/>
              <a:ext cx="649872" cy="6498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4134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C437E5-C049-B32C-F8D4-6E27F313C59B}"/>
              </a:ext>
            </a:extLst>
          </p:cNvPr>
          <p:cNvSpPr/>
          <p:nvPr/>
        </p:nvSpPr>
        <p:spPr>
          <a:xfrm>
            <a:off x="-1" y="386818"/>
            <a:ext cx="12192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Lora"/>
              </a:rPr>
              <a:t>Product Strategy Framework Infographics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72F12B7-EB79-DC6B-BE90-CE9B5E1D5D87}"/>
              </a:ext>
            </a:extLst>
          </p:cNvPr>
          <p:cNvGrpSpPr/>
          <p:nvPr/>
        </p:nvGrpSpPr>
        <p:grpSpPr>
          <a:xfrm>
            <a:off x="473675" y="1532327"/>
            <a:ext cx="11244648" cy="4721667"/>
            <a:chOff x="473675" y="1532327"/>
            <a:chExt cx="11244648" cy="4721667"/>
          </a:xfrm>
        </p:grpSpPr>
        <p:sp>
          <p:nvSpPr>
            <p:cNvPr id="3" name="Right Arrow 2"/>
            <p:cNvSpPr/>
            <p:nvPr/>
          </p:nvSpPr>
          <p:spPr>
            <a:xfrm>
              <a:off x="473675" y="1766403"/>
              <a:ext cx="11244648" cy="496989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2156780" y="3615238"/>
              <a:ext cx="612668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01</a:t>
              </a:r>
            </a:p>
          </p:txBody>
        </p:sp>
        <p:cxnSp>
          <p:nvCxnSpPr>
            <p:cNvPr id="92" name="Straight Arrow Connector 91"/>
            <p:cNvCxnSpPr>
              <a:cxnSpLocks/>
            </p:cNvCxnSpPr>
            <p:nvPr/>
          </p:nvCxnSpPr>
          <p:spPr>
            <a:xfrm rot="5400000">
              <a:off x="8691930" y="2611525"/>
              <a:ext cx="2113006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Rounded Rectangle 97"/>
            <p:cNvSpPr/>
            <p:nvPr/>
          </p:nvSpPr>
          <p:spPr>
            <a:xfrm>
              <a:off x="8895816" y="3668028"/>
              <a:ext cx="1705234" cy="160638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96" name="Oval 95"/>
            <p:cNvSpPr/>
            <p:nvPr/>
          </p:nvSpPr>
          <p:spPr>
            <a:xfrm>
              <a:off x="9291233" y="1532327"/>
              <a:ext cx="914400" cy="914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97" name="Oval 96"/>
            <p:cNvSpPr/>
            <p:nvPr/>
          </p:nvSpPr>
          <p:spPr>
            <a:xfrm>
              <a:off x="9451871" y="1692965"/>
              <a:ext cx="593124" cy="5931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91" name="Oval 90"/>
            <p:cNvSpPr/>
            <p:nvPr/>
          </p:nvSpPr>
          <p:spPr>
            <a:xfrm>
              <a:off x="9624865" y="1865959"/>
              <a:ext cx="247136" cy="24713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99" name="Freeform 98"/>
            <p:cNvSpPr/>
            <p:nvPr/>
          </p:nvSpPr>
          <p:spPr>
            <a:xfrm flipV="1">
              <a:off x="9180022" y="3648154"/>
              <a:ext cx="1136822" cy="518942"/>
            </a:xfrm>
            <a:custGeom>
              <a:avLst/>
              <a:gdLst>
                <a:gd name="connsiteX0" fmla="*/ 152403 w 914400"/>
                <a:gd name="connsiteY0" fmla="*/ 0 h 417411"/>
                <a:gd name="connsiteX1" fmla="*/ 761997 w 914400"/>
                <a:gd name="connsiteY1" fmla="*/ 0 h 417411"/>
                <a:gd name="connsiteX2" fmla="*/ 914400 w 914400"/>
                <a:gd name="connsiteY2" fmla="*/ 152403 h 417411"/>
                <a:gd name="connsiteX3" fmla="*/ 914400 w 914400"/>
                <a:gd name="connsiteY3" fmla="*/ 417411 h 417411"/>
                <a:gd name="connsiteX4" fmla="*/ 0 w 914400"/>
                <a:gd name="connsiteY4" fmla="*/ 417411 h 417411"/>
                <a:gd name="connsiteX5" fmla="*/ 0 w 914400"/>
                <a:gd name="connsiteY5" fmla="*/ 152403 h 417411"/>
                <a:gd name="connsiteX6" fmla="*/ 152403 w 914400"/>
                <a:gd name="connsiteY6" fmla="*/ 0 h 417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" h="417411">
                  <a:moveTo>
                    <a:pt x="152403" y="0"/>
                  </a:moveTo>
                  <a:lnTo>
                    <a:pt x="761997" y="0"/>
                  </a:lnTo>
                  <a:cubicBezTo>
                    <a:pt x="846167" y="0"/>
                    <a:pt x="914400" y="68233"/>
                    <a:pt x="914400" y="152403"/>
                  </a:cubicBezTo>
                  <a:lnTo>
                    <a:pt x="914400" y="417411"/>
                  </a:lnTo>
                  <a:lnTo>
                    <a:pt x="0" y="417411"/>
                  </a:lnTo>
                  <a:lnTo>
                    <a:pt x="0" y="152403"/>
                  </a:lnTo>
                  <a:cubicBezTo>
                    <a:pt x="0" y="68233"/>
                    <a:pt x="68233" y="0"/>
                    <a:pt x="15240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9428474" y="3618932"/>
              <a:ext cx="670376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04</a:t>
              </a:r>
            </a:p>
          </p:txBody>
        </p:sp>
        <p:pic>
          <p:nvPicPr>
            <p:cNvPr id="48" name="Picture 47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423497" y="4332405"/>
              <a:ext cx="649872" cy="649872"/>
            </a:xfrm>
            <a:prstGeom prst="rect">
              <a:avLst/>
            </a:prstGeom>
          </p:spPr>
        </p:pic>
        <p:cxnSp>
          <p:nvCxnSpPr>
            <p:cNvPr id="81" name="Straight Arrow Connector 80"/>
            <p:cNvCxnSpPr>
              <a:cxnSpLocks/>
            </p:cNvCxnSpPr>
            <p:nvPr/>
          </p:nvCxnSpPr>
          <p:spPr>
            <a:xfrm rot="5400000">
              <a:off x="6262962" y="2611525"/>
              <a:ext cx="2113006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Rounded Rectangle 86"/>
            <p:cNvSpPr/>
            <p:nvPr/>
          </p:nvSpPr>
          <p:spPr>
            <a:xfrm>
              <a:off x="6466848" y="3668028"/>
              <a:ext cx="1705234" cy="160638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85" name="Oval 84"/>
            <p:cNvSpPr/>
            <p:nvPr/>
          </p:nvSpPr>
          <p:spPr>
            <a:xfrm>
              <a:off x="6862265" y="1532327"/>
              <a:ext cx="914400" cy="914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86" name="Oval 85"/>
            <p:cNvSpPr/>
            <p:nvPr/>
          </p:nvSpPr>
          <p:spPr>
            <a:xfrm>
              <a:off x="7022903" y="1692965"/>
              <a:ext cx="593124" cy="59312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80" name="Oval 79"/>
            <p:cNvSpPr/>
            <p:nvPr/>
          </p:nvSpPr>
          <p:spPr>
            <a:xfrm>
              <a:off x="7195897" y="1865959"/>
              <a:ext cx="247136" cy="24713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88" name="Freeform 87"/>
            <p:cNvSpPr/>
            <p:nvPr/>
          </p:nvSpPr>
          <p:spPr>
            <a:xfrm flipV="1">
              <a:off x="6751054" y="3666742"/>
              <a:ext cx="1136822" cy="518942"/>
            </a:xfrm>
            <a:custGeom>
              <a:avLst/>
              <a:gdLst>
                <a:gd name="connsiteX0" fmla="*/ 152403 w 914400"/>
                <a:gd name="connsiteY0" fmla="*/ 0 h 417411"/>
                <a:gd name="connsiteX1" fmla="*/ 761997 w 914400"/>
                <a:gd name="connsiteY1" fmla="*/ 0 h 417411"/>
                <a:gd name="connsiteX2" fmla="*/ 914400 w 914400"/>
                <a:gd name="connsiteY2" fmla="*/ 152403 h 417411"/>
                <a:gd name="connsiteX3" fmla="*/ 914400 w 914400"/>
                <a:gd name="connsiteY3" fmla="*/ 417411 h 417411"/>
                <a:gd name="connsiteX4" fmla="*/ 0 w 914400"/>
                <a:gd name="connsiteY4" fmla="*/ 417411 h 417411"/>
                <a:gd name="connsiteX5" fmla="*/ 0 w 914400"/>
                <a:gd name="connsiteY5" fmla="*/ 152403 h 417411"/>
                <a:gd name="connsiteX6" fmla="*/ 152403 w 914400"/>
                <a:gd name="connsiteY6" fmla="*/ 0 h 417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" h="417411">
                  <a:moveTo>
                    <a:pt x="152403" y="0"/>
                  </a:moveTo>
                  <a:lnTo>
                    <a:pt x="761997" y="0"/>
                  </a:lnTo>
                  <a:cubicBezTo>
                    <a:pt x="846167" y="0"/>
                    <a:pt x="914400" y="68233"/>
                    <a:pt x="914400" y="152403"/>
                  </a:cubicBezTo>
                  <a:lnTo>
                    <a:pt x="914400" y="417411"/>
                  </a:lnTo>
                  <a:lnTo>
                    <a:pt x="0" y="417411"/>
                  </a:lnTo>
                  <a:lnTo>
                    <a:pt x="0" y="152403"/>
                  </a:lnTo>
                  <a:cubicBezTo>
                    <a:pt x="0" y="68233"/>
                    <a:pt x="68233" y="0"/>
                    <a:pt x="1524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6999506" y="3596755"/>
              <a:ext cx="675185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03</a:t>
              </a:r>
            </a:p>
          </p:txBody>
        </p:sp>
        <p:cxnSp>
          <p:nvCxnSpPr>
            <p:cNvPr id="70" name="Straight Arrow Connector 69"/>
            <p:cNvCxnSpPr>
              <a:cxnSpLocks/>
            </p:cNvCxnSpPr>
            <p:nvPr/>
          </p:nvCxnSpPr>
          <p:spPr>
            <a:xfrm rot="5400000">
              <a:off x="3869507" y="2611525"/>
              <a:ext cx="2113006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ounded Rectangle 75"/>
            <p:cNvSpPr/>
            <p:nvPr/>
          </p:nvSpPr>
          <p:spPr>
            <a:xfrm>
              <a:off x="4073393" y="3668028"/>
              <a:ext cx="1705234" cy="160638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77" name="Freeform 76"/>
            <p:cNvSpPr/>
            <p:nvPr/>
          </p:nvSpPr>
          <p:spPr>
            <a:xfrm flipV="1">
              <a:off x="4357599" y="3653607"/>
              <a:ext cx="1136822" cy="518942"/>
            </a:xfrm>
            <a:custGeom>
              <a:avLst/>
              <a:gdLst>
                <a:gd name="connsiteX0" fmla="*/ 152403 w 914400"/>
                <a:gd name="connsiteY0" fmla="*/ 0 h 417411"/>
                <a:gd name="connsiteX1" fmla="*/ 761997 w 914400"/>
                <a:gd name="connsiteY1" fmla="*/ 0 h 417411"/>
                <a:gd name="connsiteX2" fmla="*/ 914400 w 914400"/>
                <a:gd name="connsiteY2" fmla="*/ 152403 h 417411"/>
                <a:gd name="connsiteX3" fmla="*/ 914400 w 914400"/>
                <a:gd name="connsiteY3" fmla="*/ 417411 h 417411"/>
                <a:gd name="connsiteX4" fmla="*/ 0 w 914400"/>
                <a:gd name="connsiteY4" fmla="*/ 417411 h 417411"/>
                <a:gd name="connsiteX5" fmla="*/ 0 w 914400"/>
                <a:gd name="connsiteY5" fmla="*/ 152403 h 417411"/>
                <a:gd name="connsiteX6" fmla="*/ 152403 w 914400"/>
                <a:gd name="connsiteY6" fmla="*/ 0 h 417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" h="417411">
                  <a:moveTo>
                    <a:pt x="152403" y="0"/>
                  </a:moveTo>
                  <a:lnTo>
                    <a:pt x="761997" y="0"/>
                  </a:lnTo>
                  <a:cubicBezTo>
                    <a:pt x="846167" y="0"/>
                    <a:pt x="914400" y="68233"/>
                    <a:pt x="914400" y="152403"/>
                  </a:cubicBezTo>
                  <a:lnTo>
                    <a:pt x="914400" y="417411"/>
                  </a:lnTo>
                  <a:lnTo>
                    <a:pt x="0" y="417411"/>
                  </a:lnTo>
                  <a:lnTo>
                    <a:pt x="0" y="152403"/>
                  </a:lnTo>
                  <a:cubicBezTo>
                    <a:pt x="0" y="68233"/>
                    <a:pt x="68233" y="0"/>
                    <a:pt x="1524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74" name="Oval 73"/>
            <p:cNvSpPr/>
            <p:nvPr/>
          </p:nvSpPr>
          <p:spPr>
            <a:xfrm>
              <a:off x="4468810" y="1532327"/>
              <a:ext cx="914400" cy="914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75" name="Oval 74"/>
            <p:cNvSpPr/>
            <p:nvPr/>
          </p:nvSpPr>
          <p:spPr>
            <a:xfrm>
              <a:off x="4629448" y="1692965"/>
              <a:ext cx="593124" cy="59312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69" name="Oval 68"/>
            <p:cNvSpPr/>
            <p:nvPr/>
          </p:nvSpPr>
          <p:spPr>
            <a:xfrm>
              <a:off x="4802442" y="1865959"/>
              <a:ext cx="247136" cy="24713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4606051" y="3620691"/>
              <a:ext cx="663964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02</a:t>
              </a:r>
            </a:p>
          </p:txBody>
        </p:sp>
        <p:cxnSp>
          <p:nvCxnSpPr>
            <p:cNvPr id="26" name="Straight Arrow Connector 25"/>
            <p:cNvCxnSpPr>
              <a:cxnSpLocks/>
            </p:cNvCxnSpPr>
            <p:nvPr/>
          </p:nvCxnSpPr>
          <p:spPr>
            <a:xfrm rot="5400000">
              <a:off x="1436654" y="2611525"/>
              <a:ext cx="2113006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1640540" y="3668028"/>
              <a:ext cx="1705234" cy="160638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2035957" y="1532327"/>
              <a:ext cx="914400" cy="914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2196595" y="1692965"/>
              <a:ext cx="593124" cy="59312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4" name="Oval 23"/>
            <p:cNvSpPr/>
            <p:nvPr/>
          </p:nvSpPr>
          <p:spPr>
            <a:xfrm>
              <a:off x="2369589" y="1865959"/>
              <a:ext cx="247136" cy="24713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pic>
          <p:nvPicPr>
            <p:cNvPr id="51" name="Picture 50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93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606051" y="4352499"/>
              <a:ext cx="609684" cy="609684"/>
            </a:xfrm>
            <a:prstGeom prst="rect">
              <a:avLst/>
            </a:prstGeom>
          </p:spPr>
        </p:pic>
        <p:sp>
          <p:nvSpPr>
            <p:cNvPr id="17" name="Freeform 16"/>
            <p:cNvSpPr/>
            <p:nvPr/>
          </p:nvSpPr>
          <p:spPr>
            <a:xfrm flipV="1">
              <a:off x="1924746" y="3665349"/>
              <a:ext cx="1136822" cy="518942"/>
            </a:xfrm>
            <a:custGeom>
              <a:avLst/>
              <a:gdLst>
                <a:gd name="connsiteX0" fmla="*/ 152403 w 914400"/>
                <a:gd name="connsiteY0" fmla="*/ 0 h 417411"/>
                <a:gd name="connsiteX1" fmla="*/ 761997 w 914400"/>
                <a:gd name="connsiteY1" fmla="*/ 0 h 417411"/>
                <a:gd name="connsiteX2" fmla="*/ 914400 w 914400"/>
                <a:gd name="connsiteY2" fmla="*/ 152403 h 417411"/>
                <a:gd name="connsiteX3" fmla="*/ 914400 w 914400"/>
                <a:gd name="connsiteY3" fmla="*/ 417411 h 417411"/>
                <a:gd name="connsiteX4" fmla="*/ 0 w 914400"/>
                <a:gd name="connsiteY4" fmla="*/ 417411 h 417411"/>
                <a:gd name="connsiteX5" fmla="*/ 0 w 914400"/>
                <a:gd name="connsiteY5" fmla="*/ 152403 h 417411"/>
                <a:gd name="connsiteX6" fmla="*/ 152403 w 914400"/>
                <a:gd name="connsiteY6" fmla="*/ 0 h 417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" h="417411">
                  <a:moveTo>
                    <a:pt x="152403" y="0"/>
                  </a:moveTo>
                  <a:lnTo>
                    <a:pt x="761997" y="0"/>
                  </a:lnTo>
                  <a:cubicBezTo>
                    <a:pt x="846167" y="0"/>
                    <a:pt x="914400" y="68233"/>
                    <a:pt x="914400" y="152403"/>
                  </a:cubicBezTo>
                  <a:lnTo>
                    <a:pt x="914400" y="417411"/>
                  </a:lnTo>
                  <a:lnTo>
                    <a:pt x="0" y="417411"/>
                  </a:lnTo>
                  <a:lnTo>
                    <a:pt x="0" y="152403"/>
                  </a:lnTo>
                  <a:cubicBezTo>
                    <a:pt x="0" y="68233"/>
                    <a:pt x="68233" y="0"/>
                    <a:pt x="1524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2173198" y="3632433"/>
              <a:ext cx="612668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01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F65F468-60C1-56AA-FECB-4EDD0F272B0E}"/>
                </a:ext>
              </a:extLst>
            </p:cNvPr>
            <p:cNvSpPr txBox="1"/>
            <p:nvPr/>
          </p:nvSpPr>
          <p:spPr>
            <a:xfrm>
              <a:off x="1419783" y="5499941"/>
              <a:ext cx="2146748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Development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537F77D-E747-AC8A-2A8C-9A93557D11C1}"/>
                </a:ext>
              </a:extLst>
            </p:cNvPr>
            <p:cNvSpPr txBox="1"/>
            <p:nvPr/>
          </p:nvSpPr>
          <p:spPr>
            <a:xfrm>
              <a:off x="6292704" y="5499941"/>
              <a:ext cx="2053523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Marketing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8C6DCEE-1AB5-658D-686B-E414CCD49817}"/>
                </a:ext>
              </a:extLst>
            </p:cNvPr>
            <p:cNvSpPr txBox="1"/>
            <p:nvPr/>
          </p:nvSpPr>
          <p:spPr>
            <a:xfrm>
              <a:off x="8724651" y="5499941"/>
              <a:ext cx="2047564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Finance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06D46D8-AE50-7C1D-5EE6-63300EE7041B}"/>
                </a:ext>
              </a:extLst>
            </p:cNvPr>
            <p:cNvSpPr txBox="1"/>
            <p:nvPr/>
          </p:nvSpPr>
          <p:spPr>
            <a:xfrm>
              <a:off x="3850310" y="5499941"/>
              <a:ext cx="2151400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Employee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01689B3-2FFB-40C1-2E8F-764C70B8B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V="1">
              <a:off x="6987411" y="4336316"/>
              <a:ext cx="642050" cy="64205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DB1274D-1E7F-340E-D857-08499172AB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2637" y="4336821"/>
              <a:ext cx="641040" cy="6410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80538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18EAFB3-5B0C-A250-5B0C-A2C264EB3402}"/>
              </a:ext>
            </a:extLst>
          </p:cNvPr>
          <p:cNvSpPr/>
          <p:nvPr/>
        </p:nvSpPr>
        <p:spPr>
          <a:xfrm>
            <a:off x="-1" y="386818"/>
            <a:ext cx="12192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Lora"/>
              </a:rPr>
              <a:t>Product Strategy Framework Infographics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598FF6E-B2F4-5FB7-190C-47406D39F0EB}"/>
              </a:ext>
            </a:extLst>
          </p:cNvPr>
          <p:cNvGrpSpPr/>
          <p:nvPr/>
        </p:nvGrpSpPr>
        <p:grpSpPr>
          <a:xfrm>
            <a:off x="420626" y="1780563"/>
            <a:ext cx="11350746" cy="4231812"/>
            <a:chOff x="420626" y="1780563"/>
            <a:chExt cx="11350746" cy="4231812"/>
          </a:xfrm>
        </p:grpSpPr>
        <p:sp>
          <p:nvSpPr>
            <p:cNvPr id="3" name="Rectangle 2"/>
            <p:cNvSpPr/>
            <p:nvPr/>
          </p:nvSpPr>
          <p:spPr>
            <a:xfrm>
              <a:off x="516100" y="3441228"/>
              <a:ext cx="1955800" cy="14478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" name="Oval 3"/>
            <p:cNvSpPr/>
            <p:nvPr/>
          </p:nvSpPr>
          <p:spPr>
            <a:xfrm>
              <a:off x="1036800" y="2996329"/>
              <a:ext cx="914400" cy="914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1189200" y="3148729"/>
              <a:ext cx="609600" cy="609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241367" y="3222697"/>
              <a:ext cx="505267" cy="46166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Lora" pitchFamily="2" charset="0"/>
                </a:rPr>
                <a:t>01</a:t>
              </a:r>
            </a:p>
          </p:txBody>
        </p:sp>
        <p:sp>
          <p:nvSpPr>
            <p:cNvPr id="8" name="Rectangle 7"/>
            <p:cNvSpPr/>
            <p:nvPr/>
          </p:nvSpPr>
          <p:spPr>
            <a:xfrm flipV="1">
              <a:off x="2893730" y="2984028"/>
              <a:ext cx="1955800" cy="144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 flipV="1">
              <a:off x="3414430" y="3986929"/>
              <a:ext cx="914400" cy="914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10" name="Oval 9"/>
            <p:cNvSpPr/>
            <p:nvPr/>
          </p:nvSpPr>
          <p:spPr>
            <a:xfrm flipV="1">
              <a:off x="3566830" y="4139329"/>
              <a:ext cx="609600" cy="60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599760" y="4213297"/>
              <a:ext cx="543740" cy="46166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Lora" pitchFamily="2" charset="0"/>
                </a:rPr>
                <a:t>02</a:t>
              </a:r>
            </a:p>
          </p:txBody>
        </p:sp>
        <p:sp>
          <p:nvSpPr>
            <p:cNvPr id="16" name="Rectangle 15"/>
            <p:cNvSpPr/>
            <p:nvPr/>
          </p:nvSpPr>
          <p:spPr>
            <a:xfrm flipH="1" flipV="1">
              <a:off x="7520233" y="3004987"/>
              <a:ext cx="1955800" cy="1447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 flipH="1" flipV="1">
              <a:off x="8040933" y="4007888"/>
              <a:ext cx="914400" cy="914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ora" pitchFamily="2" charset="0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 flipH="1" flipV="1">
              <a:off x="8193333" y="4154705"/>
              <a:ext cx="609600" cy="609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214390" y="4228673"/>
              <a:ext cx="567486" cy="46166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Lora" pitchFamily="2" charset="0"/>
                </a:rPr>
                <a:t>04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794440" y="3450453"/>
              <a:ext cx="1955800" cy="1447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10315140" y="3005554"/>
              <a:ext cx="914400" cy="914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10467540" y="3157954"/>
              <a:ext cx="609600" cy="609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0455708" y="3231922"/>
              <a:ext cx="633265" cy="46166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Lora" pitchFamily="2" charset="0"/>
                </a:rPr>
                <a:t>05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181874" y="3459679"/>
              <a:ext cx="1955800" cy="14478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5702574" y="3014780"/>
              <a:ext cx="914400" cy="914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5854974" y="3167180"/>
              <a:ext cx="609600" cy="609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5883096" y="3241148"/>
              <a:ext cx="553357" cy="46166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Lora" pitchFamily="2" charset="0"/>
                </a:rPr>
                <a:t>03</a:t>
              </a:r>
            </a:p>
          </p:txBody>
        </p:sp>
        <p:pic>
          <p:nvPicPr>
            <p:cNvPr id="56" name="Picture 5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73197" y="3190335"/>
              <a:ext cx="649872" cy="649872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2849DA2-3C26-BC81-F74B-71FBB2F591A3}"/>
                </a:ext>
              </a:extLst>
            </p:cNvPr>
            <p:cNvSpPr txBox="1"/>
            <p:nvPr/>
          </p:nvSpPr>
          <p:spPr>
            <a:xfrm>
              <a:off x="420626" y="1780563"/>
              <a:ext cx="2146748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Development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3A874E5-BC5C-CF54-1818-C221A6EEC906}"/>
                </a:ext>
              </a:extLst>
            </p:cNvPr>
            <p:cNvSpPr txBox="1"/>
            <p:nvPr/>
          </p:nvSpPr>
          <p:spPr>
            <a:xfrm>
              <a:off x="5133013" y="1780563"/>
              <a:ext cx="2053523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Marketing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24B9F27-40EE-AFAD-8820-0613276A0667}"/>
                </a:ext>
              </a:extLst>
            </p:cNvPr>
            <p:cNvSpPr txBox="1"/>
            <p:nvPr/>
          </p:nvSpPr>
          <p:spPr>
            <a:xfrm>
              <a:off x="7474351" y="5258322"/>
              <a:ext cx="2047564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Finance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72DBFB-A254-DA20-C41A-9014CCEB14D7}"/>
                </a:ext>
              </a:extLst>
            </p:cNvPr>
            <p:cNvSpPr txBox="1"/>
            <p:nvPr/>
          </p:nvSpPr>
          <p:spPr>
            <a:xfrm>
              <a:off x="9773308" y="1780563"/>
              <a:ext cx="1998064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Manufacturing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B09DCF4-3821-AEA7-5469-0F7A4D18D0A4}"/>
                </a:ext>
              </a:extLst>
            </p:cNvPr>
            <p:cNvSpPr txBox="1"/>
            <p:nvPr/>
          </p:nvSpPr>
          <p:spPr>
            <a:xfrm>
              <a:off x="2795930" y="5258322"/>
              <a:ext cx="2151400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Employee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pic>
          <p:nvPicPr>
            <p:cNvPr id="51" name="Picture 5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41681" y="3210429"/>
              <a:ext cx="609684" cy="609684"/>
            </a:xfrm>
            <a:prstGeom prst="rect">
              <a:avLst/>
            </a:prstGeom>
          </p:spPr>
        </p:pic>
        <p:pic>
          <p:nvPicPr>
            <p:cNvPr id="55" name="Picture 5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V="1">
              <a:off x="5838749" y="4052145"/>
              <a:ext cx="642050" cy="628588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2AB6086-2F4D-4E7E-A455-1B69CB551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73480" y="4045919"/>
              <a:ext cx="641040" cy="64104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B6ACF2B-EFB1-A8DE-6459-C895D326F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500465" y="4094564"/>
              <a:ext cx="543750" cy="5437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549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2BC33C7-0F12-B0AA-9FF9-3151264C7B08}"/>
              </a:ext>
            </a:extLst>
          </p:cNvPr>
          <p:cNvSpPr/>
          <p:nvPr/>
        </p:nvSpPr>
        <p:spPr>
          <a:xfrm>
            <a:off x="-1" y="386818"/>
            <a:ext cx="12192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Lora"/>
              </a:rPr>
              <a:t>Product Strategy Framework Infographics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F88F94-A712-8711-D931-12D39DDB7D5A}"/>
              </a:ext>
            </a:extLst>
          </p:cNvPr>
          <p:cNvGrpSpPr/>
          <p:nvPr/>
        </p:nvGrpSpPr>
        <p:grpSpPr>
          <a:xfrm>
            <a:off x="1092933" y="2145878"/>
            <a:ext cx="10006132" cy="3536403"/>
            <a:chOff x="1092933" y="2145878"/>
            <a:chExt cx="10006132" cy="3536403"/>
          </a:xfrm>
        </p:grpSpPr>
        <p:sp>
          <p:nvSpPr>
            <p:cNvPr id="2" name="Rounded Rectangle 1"/>
            <p:cNvSpPr/>
            <p:nvPr/>
          </p:nvSpPr>
          <p:spPr>
            <a:xfrm>
              <a:off x="1108955" y="2145878"/>
              <a:ext cx="2114704" cy="353161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" name="Pentagon 2"/>
            <p:cNvSpPr/>
            <p:nvPr/>
          </p:nvSpPr>
          <p:spPr>
            <a:xfrm rot="5400000">
              <a:off x="1505161" y="2251663"/>
              <a:ext cx="1322293" cy="1110723"/>
            </a:xfrm>
            <a:prstGeom prst="homePlat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10" name="Freeform 9"/>
            <p:cNvSpPr/>
            <p:nvPr/>
          </p:nvSpPr>
          <p:spPr>
            <a:xfrm>
              <a:off x="1525106" y="5048233"/>
              <a:ext cx="1282402" cy="634048"/>
            </a:xfrm>
            <a:custGeom>
              <a:avLst/>
              <a:gdLst>
                <a:gd name="connsiteX0" fmla="*/ 152403 w 914400"/>
                <a:gd name="connsiteY0" fmla="*/ 0 h 409575"/>
                <a:gd name="connsiteX1" fmla="*/ 761997 w 914400"/>
                <a:gd name="connsiteY1" fmla="*/ 0 h 409575"/>
                <a:gd name="connsiteX2" fmla="*/ 914400 w 914400"/>
                <a:gd name="connsiteY2" fmla="*/ 152403 h 409575"/>
                <a:gd name="connsiteX3" fmla="*/ 914400 w 914400"/>
                <a:gd name="connsiteY3" fmla="*/ 409575 h 409575"/>
                <a:gd name="connsiteX4" fmla="*/ 0 w 914400"/>
                <a:gd name="connsiteY4" fmla="*/ 409575 h 409575"/>
                <a:gd name="connsiteX5" fmla="*/ 0 w 914400"/>
                <a:gd name="connsiteY5" fmla="*/ 152403 h 409575"/>
                <a:gd name="connsiteX6" fmla="*/ 152403 w 914400"/>
                <a:gd name="connsiteY6" fmla="*/ 0 h 40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" h="409575">
                  <a:moveTo>
                    <a:pt x="152403" y="0"/>
                  </a:moveTo>
                  <a:lnTo>
                    <a:pt x="761997" y="0"/>
                  </a:lnTo>
                  <a:cubicBezTo>
                    <a:pt x="846167" y="0"/>
                    <a:pt x="914400" y="68233"/>
                    <a:pt x="914400" y="152403"/>
                  </a:cubicBezTo>
                  <a:lnTo>
                    <a:pt x="914400" y="409575"/>
                  </a:lnTo>
                  <a:lnTo>
                    <a:pt x="0" y="409575"/>
                  </a:lnTo>
                  <a:lnTo>
                    <a:pt x="0" y="152403"/>
                  </a:lnTo>
                  <a:cubicBezTo>
                    <a:pt x="0" y="68233"/>
                    <a:pt x="68233" y="0"/>
                    <a:pt x="1524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3727976" y="2145878"/>
              <a:ext cx="2114704" cy="353161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73" name="Pentagon 72"/>
            <p:cNvSpPr/>
            <p:nvPr/>
          </p:nvSpPr>
          <p:spPr>
            <a:xfrm rot="5400000">
              <a:off x="4124182" y="2251663"/>
              <a:ext cx="1322293" cy="1110723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74" name="Freeform 73"/>
            <p:cNvSpPr/>
            <p:nvPr/>
          </p:nvSpPr>
          <p:spPr>
            <a:xfrm>
              <a:off x="4144127" y="5043444"/>
              <a:ext cx="1282402" cy="634048"/>
            </a:xfrm>
            <a:custGeom>
              <a:avLst/>
              <a:gdLst>
                <a:gd name="connsiteX0" fmla="*/ 152403 w 914400"/>
                <a:gd name="connsiteY0" fmla="*/ 0 h 409575"/>
                <a:gd name="connsiteX1" fmla="*/ 761997 w 914400"/>
                <a:gd name="connsiteY1" fmla="*/ 0 h 409575"/>
                <a:gd name="connsiteX2" fmla="*/ 914400 w 914400"/>
                <a:gd name="connsiteY2" fmla="*/ 152403 h 409575"/>
                <a:gd name="connsiteX3" fmla="*/ 914400 w 914400"/>
                <a:gd name="connsiteY3" fmla="*/ 409575 h 409575"/>
                <a:gd name="connsiteX4" fmla="*/ 0 w 914400"/>
                <a:gd name="connsiteY4" fmla="*/ 409575 h 409575"/>
                <a:gd name="connsiteX5" fmla="*/ 0 w 914400"/>
                <a:gd name="connsiteY5" fmla="*/ 152403 h 409575"/>
                <a:gd name="connsiteX6" fmla="*/ 152403 w 914400"/>
                <a:gd name="connsiteY6" fmla="*/ 0 h 40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" h="409575">
                  <a:moveTo>
                    <a:pt x="152403" y="0"/>
                  </a:moveTo>
                  <a:lnTo>
                    <a:pt x="761997" y="0"/>
                  </a:lnTo>
                  <a:cubicBezTo>
                    <a:pt x="846167" y="0"/>
                    <a:pt x="914400" y="68233"/>
                    <a:pt x="914400" y="152403"/>
                  </a:cubicBezTo>
                  <a:lnTo>
                    <a:pt x="914400" y="409575"/>
                  </a:lnTo>
                  <a:lnTo>
                    <a:pt x="0" y="409575"/>
                  </a:lnTo>
                  <a:lnTo>
                    <a:pt x="0" y="152403"/>
                  </a:lnTo>
                  <a:cubicBezTo>
                    <a:pt x="0" y="68233"/>
                    <a:pt x="68233" y="0"/>
                    <a:pt x="1524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78" name="Rounded Rectangle 77"/>
            <p:cNvSpPr/>
            <p:nvPr/>
          </p:nvSpPr>
          <p:spPr>
            <a:xfrm>
              <a:off x="6346995" y="2145878"/>
              <a:ext cx="2114704" cy="353161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79" name="Pentagon 78"/>
            <p:cNvSpPr/>
            <p:nvPr/>
          </p:nvSpPr>
          <p:spPr>
            <a:xfrm rot="5400000">
              <a:off x="6743201" y="2251663"/>
              <a:ext cx="1322293" cy="1110723"/>
            </a:xfrm>
            <a:prstGeom prst="homePlat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80" name="Freeform 79"/>
            <p:cNvSpPr/>
            <p:nvPr/>
          </p:nvSpPr>
          <p:spPr>
            <a:xfrm>
              <a:off x="6763146" y="5043444"/>
              <a:ext cx="1282402" cy="634048"/>
            </a:xfrm>
            <a:custGeom>
              <a:avLst/>
              <a:gdLst>
                <a:gd name="connsiteX0" fmla="*/ 152403 w 914400"/>
                <a:gd name="connsiteY0" fmla="*/ 0 h 409575"/>
                <a:gd name="connsiteX1" fmla="*/ 761997 w 914400"/>
                <a:gd name="connsiteY1" fmla="*/ 0 h 409575"/>
                <a:gd name="connsiteX2" fmla="*/ 914400 w 914400"/>
                <a:gd name="connsiteY2" fmla="*/ 152403 h 409575"/>
                <a:gd name="connsiteX3" fmla="*/ 914400 w 914400"/>
                <a:gd name="connsiteY3" fmla="*/ 409575 h 409575"/>
                <a:gd name="connsiteX4" fmla="*/ 0 w 914400"/>
                <a:gd name="connsiteY4" fmla="*/ 409575 h 409575"/>
                <a:gd name="connsiteX5" fmla="*/ 0 w 914400"/>
                <a:gd name="connsiteY5" fmla="*/ 152403 h 409575"/>
                <a:gd name="connsiteX6" fmla="*/ 152403 w 914400"/>
                <a:gd name="connsiteY6" fmla="*/ 0 h 40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" h="409575">
                  <a:moveTo>
                    <a:pt x="152403" y="0"/>
                  </a:moveTo>
                  <a:lnTo>
                    <a:pt x="761997" y="0"/>
                  </a:lnTo>
                  <a:cubicBezTo>
                    <a:pt x="846167" y="0"/>
                    <a:pt x="914400" y="68233"/>
                    <a:pt x="914400" y="152403"/>
                  </a:cubicBezTo>
                  <a:lnTo>
                    <a:pt x="914400" y="409575"/>
                  </a:lnTo>
                  <a:lnTo>
                    <a:pt x="0" y="409575"/>
                  </a:lnTo>
                  <a:lnTo>
                    <a:pt x="0" y="152403"/>
                  </a:lnTo>
                  <a:cubicBezTo>
                    <a:pt x="0" y="68233"/>
                    <a:pt x="68233" y="0"/>
                    <a:pt x="1524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84" name="Rounded Rectangle 83"/>
            <p:cNvSpPr/>
            <p:nvPr/>
          </p:nvSpPr>
          <p:spPr>
            <a:xfrm>
              <a:off x="8984361" y="2145878"/>
              <a:ext cx="2114704" cy="353161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85" name="Pentagon 84"/>
            <p:cNvSpPr/>
            <p:nvPr/>
          </p:nvSpPr>
          <p:spPr>
            <a:xfrm rot="5400000">
              <a:off x="9380567" y="2251663"/>
              <a:ext cx="1322293" cy="1110723"/>
            </a:xfrm>
            <a:prstGeom prst="homePlat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86" name="Freeform 85"/>
            <p:cNvSpPr/>
            <p:nvPr/>
          </p:nvSpPr>
          <p:spPr>
            <a:xfrm>
              <a:off x="9400512" y="5043444"/>
              <a:ext cx="1282402" cy="634048"/>
            </a:xfrm>
            <a:custGeom>
              <a:avLst/>
              <a:gdLst>
                <a:gd name="connsiteX0" fmla="*/ 152403 w 914400"/>
                <a:gd name="connsiteY0" fmla="*/ 0 h 409575"/>
                <a:gd name="connsiteX1" fmla="*/ 761997 w 914400"/>
                <a:gd name="connsiteY1" fmla="*/ 0 h 409575"/>
                <a:gd name="connsiteX2" fmla="*/ 914400 w 914400"/>
                <a:gd name="connsiteY2" fmla="*/ 152403 h 409575"/>
                <a:gd name="connsiteX3" fmla="*/ 914400 w 914400"/>
                <a:gd name="connsiteY3" fmla="*/ 409575 h 409575"/>
                <a:gd name="connsiteX4" fmla="*/ 0 w 914400"/>
                <a:gd name="connsiteY4" fmla="*/ 409575 h 409575"/>
                <a:gd name="connsiteX5" fmla="*/ 0 w 914400"/>
                <a:gd name="connsiteY5" fmla="*/ 152403 h 409575"/>
                <a:gd name="connsiteX6" fmla="*/ 152403 w 914400"/>
                <a:gd name="connsiteY6" fmla="*/ 0 h 40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" h="409575">
                  <a:moveTo>
                    <a:pt x="152403" y="0"/>
                  </a:moveTo>
                  <a:lnTo>
                    <a:pt x="761997" y="0"/>
                  </a:lnTo>
                  <a:cubicBezTo>
                    <a:pt x="846167" y="0"/>
                    <a:pt x="914400" y="68233"/>
                    <a:pt x="914400" y="152403"/>
                  </a:cubicBezTo>
                  <a:lnTo>
                    <a:pt x="914400" y="409575"/>
                  </a:lnTo>
                  <a:lnTo>
                    <a:pt x="0" y="409575"/>
                  </a:lnTo>
                  <a:lnTo>
                    <a:pt x="0" y="152403"/>
                  </a:lnTo>
                  <a:cubicBezTo>
                    <a:pt x="0" y="68233"/>
                    <a:pt x="68233" y="0"/>
                    <a:pt x="15240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pic>
          <p:nvPicPr>
            <p:cNvPr id="40" name="Picture 3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53347" y="2343022"/>
              <a:ext cx="609684" cy="609684"/>
            </a:xfrm>
            <a:prstGeom prst="rect">
              <a:avLst/>
            </a:prstGeom>
          </p:spPr>
        </p:pic>
        <p:pic>
          <p:nvPicPr>
            <p:cNvPr id="42" name="Picture 4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16777" y="2322928"/>
              <a:ext cx="649872" cy="649872"/>
            </a:xfrm>
            <a:prstGeom prst="rect">
              <a:avLst/>
            </a:prstGeom>
          </p:spPr>
        </p:pic>
        <p:sp>
          <p:nvSpPr>
            <p:cNvPr id="45" name="Rectangle 44"/>
            <p:cNvSpPr/>
            <p:nvPr/>
          </p:nvSpPr>
          <p:spPr>
            <a:xfrm>
              <a:off x="1859973" y="5072870"/>
              <a:ext cx="612668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01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453347" y="5068081"/>
              <a:ext cx="663964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02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7066755" y="5068081"/>
              <a:ext cx="675186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03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9706526" y="5068081"/>
              <a:ext cx="670376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04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0E378AB-ED0A-EC77-09B3-403E98C556E6}"/>
                </a:ext>
              </a:extLst>
            </p:cNvPr>
            <p:cNvSpPr txBox="1"/>
            <p:nvPr/>
          </p:nvSpPr>
          <p:spPr>
            <a:xfrm>
              <a:off x="1092933" y="3702599"/>
              <a:ext cx="2146748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Development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ABAA10F-0C30-5A45-8F2E-5235ED833DBB}"/>
                </a:ext>
              </a:extLst>
            </p:cNvPr>
            <p:cNvSpPr txBox="1"/>
            <p:nvPr/>
          </p:nvSpPr>
          <p:spPr>
            <a:xfrm>
              <a:off x="6377586" y="3702599"/>
              <a:ext cx="2053523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Marketing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FE39723-F3C3-EA88-0CFD-B1DC401063EA}"/>
                </a:ext>
              </a:extLst>
            </p:cNvPr>
            <p:cNvSpPr txBox="1"/>
            <p:nvPr/>
          </p:nvSpPr>
          <p:spPr>
            <a:xfrm>
              <a:off x="9017931" y="3702599"/>
              <a:ext cx="2047564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Finance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E1A465B-E1AD-51E5-E1C1-D342DA9DE9E4}"/>
                </a:ext>
              </a:extLst>
            </p:cNvPr>
            <p:cNvSpPr txBox="1"/>
            <p:nvPr/>
          </p:nvSpPr>
          <p:spPr>
            <a:xfrm>
              <a:off x="3709628" y="3702599"/>
              <a:ext cx="2151400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Employee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BB363F8-6635-546E-0367-5F17ADDB5B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V="1">
              <a:off x="7083322" y="2333570"/>
              <a:ext cx="642050" cy="628588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128B67A-412D-E910-7386-575BC1F08F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845787" y="2327344"/>
              <a:ext cx="641040" cy="6410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92407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14D648-CC71-1CB2-C0F3-02007D1275C2}"/>
              </a:ext>
            </a:extLst>
          </p:cNvPr>
          <p:cNvSpPr/>
          <p:nvPr/>
        </p:nvSpPr>
        <p:spPr>
          <a:xfrm>
            <a:off x="-1" y="386818"/>
            <a:ext cx="12192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Lora"/>
              </a:rPr>
              <a:t>Product Strategy Framework Infographics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DA91ECF-AF45-CAE9-A18D-BF30707D349E}"/>
              </a:ext>
            </a:extLst>
          </p:cNvPr>
          <p:cNvGrpSpPr/>
          <p:nvPr/>
        </p:nvGrpSpPr>
        <p:grpSpPr>
          <a:xfrm>
            <a:off x="667915" y="1378826"/>
            <a:ext cx="10856168" cy="5174374"/>
            <a:chOff x="667915" y="1378826"/>
            <a:chExt cx="10856168" cy="5174374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C42337E-AA77-6AC9-C489-A7B89FA855BC}"/>
                </a:ext>
              </a:extLst>
            </p:cNvPr>
            <p:cNvSpPr/>
            <p:nvPr/>
          </p:nvSpPr>
          <p:spPr>
            <a:xfrm>
              <a:off x="884137" y="1618910"/>
              <a:ext cx="1286933" cy="1591734"/>
            </a:xfrm>
            <a:custGeom>
              <a:avLst/>
              <a:gdLst>
                <a:gd name="connsiteX0" fmla="*/ 0 w 1286933"/>
                <a:gd name="connsiteY0" fmla="*/ 1591734 h 1591734"/>
                <a:gd name="connsiteX1" fmla="*/ 0 w 1286933"/>
                <a:gd name="connsiteY1" fmla="*/ 0 h 1591734"/>
                <a:gd name="connsiteX2" fmla="*/ 1286933 w 1286933"/>
                <a:gd name="connsiteY2" fmla="*/ 0 h 1591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86933" h="1591734">
                  <a:moveTo>
                    <a:pt x="0" y="1591734"/>
                  </a:moveTo>
                  <a:lnTo>
                    <a:pt x="0" y="0"/>
                  </a:lnTo>
                  <a:lnTo>
                    <a:pt x="1286933" y="0"/>
                  </a:lnTo>
                </a:path>
              </a:pathLst>
            </a:custGeom>
            <a:noFill/>
            <a:ln w="317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ora" pitchFamily="2" charset="0"/>
              </a:endParaRPr>
            </a:p>
          </p:txBody>
        </p:sp>
        <p:sp>
          <p:nvSpPr>
            <p:cNvPr id="29" name="Flowchart: Decision 28"/>
            <p:cNvSpPr/>
            <p:nvPr/>
          </p:nvSpPr>
          <p:spPr>
            <a:xfrm>
              <a:off x="2075579" y="1378826"/>
              <a:ext cx="703052" cy="480168"/>
            </a:xfrm>
            <a:prstGeom prst="flowChartDecisio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ora" pitchFamily="2" charset="0"/>
              </a:endParaRPr>
            </a:p>
          </p:txBody>
        </p:sp>
        <p:sp>
          <p:nvSpPr>
            <p:cNvPr id="3" name="Chevron 2"/>
            <p:cNvSpPr/>
            <p:nvPr/>
          </p:nvSpPr>
          <p:spPr>
            <a:xfrm>
              <a:off x="667915" y="3190155"/>
              <a:ext cx="2544381" cy="1531227"/>
            </a:xfrm>
            <a:prstGeom prst="chevron">
              <a:avLst>
                <a:gd name="adj" fmla="val 36489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Lora" pitchFamily="2" charset="0"/>
              </a:endParaRPr>
            </a:p>
          </p:txBody>
        </p:sp>
        <p:pic>
          <p:nvPicPr>
            <p:cNvPr id="64" name="Picture 6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14249" y="3531709"/>
              <a:ext cx="851712" cy="848119"/>
            </a:xfrm>
            <a:prstGeom prst="rect">
              <a:avLst/>
            </a:prstGeom>
          </p:spPr>
        </p:pic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8AAA4A6-CE89-33B9-247E-DC2828604A05}"/>
                </a:ext>
              </a:extLst>
            </p:cNvPr>
            <p:cNvSpPr/>
            <p:nvPr/>
          </p:nvSpPr>
          <p:spPr>
            <a:xfrm flipV="1">
              <a:off x="3605469" y="4721382"/>
              <a:ext cx="1286933" cy="1591734"/>
            </a:xfrm>
            <a:custGeom>
              <a:avLst/>
              <a:gdLst>
                <a:gd name="connsiteX0" fmla="*/ 0 w 1286933"/>
                <a:gd name="connsiteY0" fmla="*/ 1591734 h 1591734"/>
                <a:gd name="connsiteX1" fmla="*/ 0 w 1286933"/>
                <a:gd name="connsiteY1" fmla="*/ 0 h 1591734"/>
                <a:gd name="connsiteX2" fmla="*/ 1286933 w 1286933"/>
                <a:gd name="connsiteY2" fmla="*/ 0 h 1591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86933" h="1591734">
                  <a:moveTo>
                    <a:pt x="0" y="1591734"/>
                  </a:moveTo>
                  <a:lnTo>
                    <a:pt x="0" y="0"/>
                  </a:lnTo>
                  <a:lnTo>
                    <a:pt x="1286933" y="0"/>
                  </a:lnTo>
                </a:path>
              </a:pathLst>
            </a:custGeom>
            <a:noFill/>
            <a:ln w="317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ora" pitchFamily="2" charset="0"/>
              </a:endParaRPr>
            </a:p>
          </p:txBody>
        </p:sp>
        <p:sp>
          <p:nvSpPr>
            <p:cNvPr id="19" name="Flowchart: Decision 18">
              <a:extLst>
                <a:ext uri="{FF2B5EF4-FFF2-40B4-BE49-F238E27FC236}">
                  <a16:creationId xmlns:a16="http://schemas.microsoft.com/office/drawing/2014/main" id="{5F35B8E2-C35A-A292-467A-DA586A6C9919}"/>
                </a:ext>
              </a:extLst>
            </p:cNvPr>
            <p:cNvSpPr/>
            <p:nvPr/>
          </p:nvSpPr>
          <p:spPr>
            <a:xfrm flipV="1">
              <a:off x="4796911" y="6073032"/>
              <a:ext cx="703052" cy="480168"/>
            </a:xfrm>
            <a:prstGeom prst="flowChartDecision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ora" pitchFamily="2" charset="0"/>
              </a:endParaRPr>
            </a:p>
          </p:txBody>
        </p:sp>
        <p:sp>
          <p:nvSpPr>
            <p:cNvPr id="16" name="Chevron 2">
              <a:extLst>
                <a:ext uri="{FF2B5EF4-FFF2-40B4-BE49-F238E27FC236}">
                  <a16:creationId xmlns:a16="http://schemas.microsoft.com/office/drawing/2014/main" id="{2F367C9C-F5C2-3B59-0595-4FFC33914F74}"/>
                </a:ext>
              </a:extLst>
            </p:cNvPr>
            <p:cNvSpPr/>
            <p:nvPr/>
          </p:nvSpPr>
          <p:spPr>
            <a:xfrm flipV="1">
              <a:off x="3389247" y="3210644"/>
              <a:ext cx="2544381" cy="1531227"/>
            </a:xfrm>
            <a:prstGeom prst="chevron">
              <a:avLst>
                <a:gd name="adj" fmla="val 36489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Lora" pitchFamily="2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FE5A6F7-5A5E-6764-0F6F-C502092E456B}"/>
                </a:ext>
              </a:extLst>
            </p:cNvPr>
            <p:cNvSpPr/>
            <p:nvPr/>
          </p:nvSpPr>
          <p:spPr>
            <a:xfrm>
              <a:off x="6433208" y="1639399"/>
              <a:ext cx="1286933" cy="1591734"/>
            </a:xfrm>
            <a:custGeom>
              <a:avLst/>
              <a:gdLst>
                <a:gd name="connsiteX0" fmla="*/ 0 w 1286933"/>
                <a:gd name="connsiteY0" fmla="*/ 1591734 h 1591734"/>
                <a:gd name="connsiteX1" fmla="*/ 0 w 1286933"/>
                <a:gd name="connsiteY1" fmla="*/ 0 h 1591734"/>
                <a:gd name="connsiteX2" fmla="*/ 1286933 w 1286933"/>
                <a:gd name="connsiteY2" fmla="*/ 0 h 1591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86933" h="1591734">
                  <a:moveTo>
                    <a:pt x="0" y="1591734"/>
                  </a:moveTo>
                  <a:lnTo>
                    <a:pt x="0" y="0"/>
                  </a:lnTo>
                  <a:lnTo>
                    <a:pt x="1286933" y="0"/>
                  </a:lnTo>
                </a:path>
              </a:pathLst>
            </a:custGeom>
            <a:noFill/>
            <a:ln w="317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ora" pitchFamily="2" charset="0"/>
              </a:endParaRPr>
            </a:p>
          </p:txBody>
        </p:sp>
        <p:sp>
          <p:nvSpPr>
            <p:cNvPr id="25" name="Flowchart: Decision 24">
              <a:extLst>
                <a:ext uri="{FF2B5EF4-FFF2-40B4-BE49-F238E27FC236}">
                  <a16:creationId xmlns:a16="http://schemas.microsoft.com/office/drawing/2014/main" id="{B533F863-7A09-6125-B009-AB1CEFB47118}"/>
                </a:ext>
              </a:extLst>
            </p:cNvPr>
            <p:cNvSpPr/>
            <p:nvPr/>
          </p:nvSpPr>
          <p:spPr>
            <a:xfrm>
              <a:off x="7624650" y="1399315"/>
              <a:ext cx="703052" cy="480168"/>
            </a:xfrm>
            <a:prstGeom prst="flowChartDecisi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ora" pitchFamily="2" charset="0"/>
              </a:endParaRPr>
            </a:p>
          </p:txBody>
        </p:sp>
        <p:sp>
          <p:nvSpPr>
            <p:cNvPr id="22" name="Chevron 2">
              <a:extLst>
                <a:ext uri="{FF2B5EF4-FFF2-40B4-BE49-F238E27FC236}">
                  <a16:creationId xmlns:a16="http://schemas.microsoft.com/office/drawing/2014/main" id="{935F2CA9-6E9C-44BC-8497-780274C255FE}"/>
                </a:ext>
              </a:extLst>
            </p:cNvPr>
            <p:cNvSpPr/>
            <p:nvPr/>
          </p:nvSpPr>
          <p:spPr>
            <a:xfrm>
              <a:off x="6216986" y="3210644"/>
              <a:ext cx="2544381" cy="1531227"/>
            </a:xfrm>
            <a:prstGeom prst="chevron">
              <a:avLst>
                <a:gd name="adj" fmla="val 36489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Lora" pitchFamily="2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C4214F9-C741-9293-2F45-4F9BE4C46A0E}"/>
                </a:ext>
              </a:extLst>
            </p:cNvPr>
            <p:cNvSpPr/>
            <p:nvPr/>
          </p:nvSpPr>
          <p:spPr>
            <a:xfrm flipV="1">
              <a:off x="9195924" y="4721382"/>
              <a:ext cx="1286933" cy="1591734"/>
            </a:xfrm>
            <a:custGeom>
              <a:avLst/>
              <a:gdLst>
                <a:gd name="connsiteX0" fmla="*/ 0 w 1286933"/>
                <a:gd name="connsiteY0" fmla="*/ 1591734 h 1591734"/>
                <a:gd name="connsiteX1" fmla="*/ 0 w 1286933"/>
                <a:gd name="connsiteY1" fmla="*/ 0 h 1591734"/>
                <a:gd name="connsiteX2" fmla="*/ 1286933 w 1286933"/>
                <a:gd name="connsiteY2" fmla="*/ 0 h 1591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86933" h="1591734">
                  <a:moveTo>
                    <a:pt x="0" y="1591734"/>
                  </a:moveTo>
                  <a:lnTo>
                    <a:pt x="0" y="0"/>
                  </a:lnTo>
                  <a:lnTo>
                    <a:pt x="1286933" y="0"/>
                  </a:lnTo>
                </a:path>
              </a:pathLst>
            </a:custGeom>
            <a:noFill/>
            <a:ln w="317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ora" pitchFamily="2" charset="0"/>
              </a:endParaRPr>
            </a:p>
          </p:txBody>
        </p:sp>
        <p:sp>
          <p:nvSpPr>
            <p:cNvPr id="32" name="Flowchart: Decision 31">
              <a:extLst>
                <a:ext uri="{FF2B5EF4-FFF2-40B4-BE49-F238E27FC236}">
                  <a16:creationId xmlns:a16="http://schemas.microsoft.com/office/drawing/2014/main" id="{7F5BBB15-5A74-9669-8A23-316B8AA353AF}"/>
                </a:ext>
              </a:extLst>
            </p:cNvPr>
            <p:cNvSpPr/>
            <p:nvPr/>
          </p:nvSpPr>
          <p:spPr>
            <a:xfrm flipV="1">
              <a:off x="10387366" y="6073032"/>
              <a:ext cx="703052" cy="480168"/>
            </a:xfrm>
            <a:prstGeom prst="flowChartDecision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ora" pitchFamily="2" charset="0"/>
              </a:endParaRPr>
            </a:p>
          </p:txBody>
        </p:sp>
        <p:sp>
          <p:nvSpPr>
            <p:cNvPr id="28" name="Chevron 2">
              <a:extLst>
                <a:ext uri="{FF2B5EF4-FFF2-40B4-BE49-F238E27FC236}">
                  <a16:creationId xmlns:a16="http://schemas.microsoft.com/office/drawing/2014/main" id="{43882052-C0C6-22D3-A18C-E9A7DB02218C}"/>
                </a:ext>
              </a:extLst>
            </p:cNvPr>
            <p:cNvSpPr/>
            <p:nvPr/>
          </p:nvSpPr>
          <p:spPr>
            <a:xfrm flipV="1">
              <a:off x="8979702" y="3210644"/>
              <a:ext cx="2544381" cy="1531227"/>
            </a:xfrm>
            <a:prstGeom prst="chevron">
              <a:avLst>
                <a:gd name="adj" fmla="val 36489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Lora" pitchFamily="2" charset="0"/>
              </a:endParaRPr>
            </a:p>
          </p:txBody>
        </p:sp>
        <p:pic>
          <p:nvPicPr>
            <p:cNvPr id="73" name="Picture 7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87249" y="3474330"/>
              <a:ext cx="1003854" cy="1003854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DB0888A-5DB8-6975-5941-A0B22AB861DE}"/>
                </a:ext>
              </a:extLst>
            </p:cNvPr>
            <p:cNvSpPr txBox="1"/>
            <p:nvPr/>
          </p:nvSpPr>
          <p:spPr>
            <a:xfrm>
              <a:off x="866731" y="2018486"/>
              <a:ext cx="2146748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Employee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3C2ADAA-CD5E-AA99-B486-573A03CCE1B1}"/>
                </a:ext>
              </a:extLst>
            </p:cNvPr>
            <p:cNvSpPr txBox="1"/>
            <p:nvPr/>
          </p:nvSpPr>
          <p:spPr>
            <a:xfrm>
              <a:off x="6462415" y="2018486"/>
              <a:ext cx="2053523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Finance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2FCF8C0-EA50-D5A8-475F-FC2808FABFAB}"/>
                </a:ext>
              </a:extLst>
            </p:cNvPr>
            <p:cNvSpPr txBox="1"/>
            <p:nvPr/>
          </p:nvSpPr>
          <p:spPr>
            <a:xfrm>
              <a:off x="9228110" y="5138267"/>
              <a:ext cx="2047564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Marketing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96D6D3A-12CD-A016-CA28-97597FACC399}"/>
                </a:ext>
              </a:extLst>
            </p:cNvPr>
            <p:cNvSpPr txBox="1"/>
            <p:nvPr/>
          </p:nvSpPr>
          <p:spPr>
            <a:xfrm>
              <a:off x="3585737" y="5138267"/>
              <a:ext cx="2151400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Development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9FD6F50-21D0-548F-447A-5F8103044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V="1">
              <a:off x="9930867" y="3661963"/>
              <a:ext cx="642050" cy="62858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CFC4764-5A52-1F7B-A6A4-156234318E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340917" y="3655737"/>
              <a:ext cx="641040" cy="6410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50750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9D90F3D-8F09-03B0-CCD1-74AD444E5CD0}"/>
              </a:ext>
            </a:extLst>
          </p:cNvPr>
          <p:cNvSpPr/>
          <p:nvPr/>
        </p:nvSpPr>
        <p:spPr>
          <a:xfrm>
            <a:off x="-1" y="386818"/>
            <a:ext cx="12192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Lora"/>
              </a:rPr>
              <a:t>Product Strategy Framework Infographics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4C870CB-4F8D-9AFC-C184-00A91375371E}"/>
              </a:ext>
            </a:extLst>
          </p:cNvPr>
          <p:cNvGrpSpPr/>
          <p:nvPr/>
        </p:nvGrpSpPr>
        <p:grpSpPr>
          <a:xfrm>
            <a:off x="310888" y="1776128"/>
            <a:ext cx="11570222" cy="4349138"/>
            <a:chOff x="310888" y="1776128"/>
            <a:chExt cx="11570222" cy="4349138"/>
          </a:xfrm>
        </p:grpSpPr>
        <p:cxnSp>
          <p:nvCxnSpPr>
            <p:cNvPr id="22" name="Straight Connector 21"/>
            <p:cNvCxnSpPr>
              <a:cxnSpLocks/>
            </p:cNvCxnSpPr>
            <p:nvPr/>
          </p:nvCxnSpPr>
          <p:spPr>
            <a:xfrm rot="16200000">
              <a:off x="3024397" y="2947662"/>
              <a:ext cx="1917700" cy="0"/>
            </a:xfrm>
            <a:prstGeom prst="line">
              <a:avLst/>
            </a:prstGeom>
            <a:ln w="317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ectangle 2"/>
            <p:cNvSpPr/>
            <p:nvPr/>
          </p:nvSpPr>
          <p:spPr>
            <a:xfrm flipV="1">
              <a:off x="660399" y="1944757"/>
              <a:ext cx="10871200" cy="4571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310888" y="1776128"/>
              <a:ext cx="382976" cy="38297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11498134" y="1776128"/>
              <a:ext cx="382976" cy="38297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1" name="Flowchart: Decision 20"/>
            <p:cNvSpPr/>
            <p:nvPr/>
          </p:nvSpPr>
          <p:spPr>
            <a:xfrm>
              <a:off x="3030747" y="3860794"/>
              <a:ext cx="1905000" cy="1323848"/>
            </a:xfrm>
            <a:prstGeom prst="flowChartDecisio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cxnSp>
          <p:nvCxnSpPr>
            <p:cNvPr id="8" name="Straight Connector 7"/>
            <p:cNvCxnSpPr>
              <a:cxnSpLocks/>
            </p:cNvCxnSpPr>
            <p:nvPr/>
          </p:nvCxnSpPr>
          <p:spPr>
            <a:xfrm flipH="1" flipV="1">
              <a:off x="1800050" y="1988811"/>
              <a:ext cx="19050" cy="1130328"/>
            </a:xfrm>
            <a:prstGeom prst="line">
              <a:avLst/>
            </a:prstGeom>
            <a:ln w="317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lowchart: Decision 9"/>
            <p:cNvSpPr/>
            <p:nvPr/>
          </p:nvSpPr>
          <p:spPr>
            <a:xfrm>
              <a:off x="857075" y="3119139"/>
              <a:ext cx="1905000" cy="1323848"/>
            </a:xfrm>
            <a:prstGeom prst="flowChartDecision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78405" y="4217876"/>
              <a:ext cx="609684" cy="609684"/>
            </a:xfrm>
            <a:prstGeom prst="rect">
              <a:avLst/>
            </a:prstGeom>
          </p:spPr>
        </p:pic>
        <p:cxnSp>
          <p:nvCxnSpPr>
            <p:cNvPr id="15" name="Straight Connector 14"/>
            <p:cNvCxnSpPr>
              <a:cxnSpLocks/>
            </p:cNvCxnSpPr>
            <p:nvPr/>
          </p:nvCxnSpPr>
          <p:spPr>
            <a:xfrm flipH="1" flipV="1">
              <a:off x="6174210" y="1967616"/>
              <a:ext cx="19050" cy="1130328"/>
            </a:xfrm>
            <a:prstGeom prst="line">
              <a:avLst/>
            </a:prstGeom>
            <a:ln w="317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lowchart: Decision 15"/>
            <p:cNvSpPr/>
            <p:nvPr/>
          </p:nvSpPr>
          <p:spPr>
            <a:xfrm>
              <a:off x="5231235" y="3096624"/>
              <a:ext cx="1905000" cy="1323848"/>
            </a:xfrm>
            <a:prstGeom prst="flowChartDecision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cxnSp>
          <p:nvCxnSpPr>
            <p:cNvPr id="6" name="Straight Connector 5"/>
            <p:cNvCxnSpPr>
              <a:cxnSpLocks/>
            </p:cNvCxnSpPr>
            <p:nvPr/>
          </p:nvCxnSpPr>
          <p:spPr>
            <a:xfrm rot="16200000">
              <a:off x="7507321" y="2959339"/>
              <a:ext cx="1917700" cy="0"/>
            </a:xfrm>
            <a:prstGeom prst="line">
              <a:avLst/>
            </a:prstGeom>
            <a:ln w="317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Flowchart: Decision 3"/>
            <p:cNvSpPr/>
            <p:nvPr/>
          </p:nvSpPr>
          <p:spPr>
            <a:xfrm>
              <a:off x="7513671" y="3872471"/>
              <a:ext cx="1905000" cy="1323848"/>
            </a:xfrm>
            <a:prstGeom prst="flowChartDecisi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cxnSp>
          <p:nvCxnSpPr>
            <p:cNvPr id="18" name="Straight Connector 17"/>
            <p:cNvCxnSpPr>
              <a:cxnSpLocks/>
            </p:cNvCxnSpPr>
            <p:nvPr/>
          </p:nvCxnSpPr>
          <p:spPr>
            <a:xfrm flipH="1" flipV="1">
              <a:off x="10513305" y="1960282"/>
              <a:ext cx="19050" cy="1130328"/>
            </a:xfrm>
            <a:prstGeom prst="line">
              <a:avLst/>
            </a:prstGeom>
            <a:ln w="317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lowchart: Decision 18"/>
            <p:cNvSpPr/>
            <p:nvPr/>
          </p:nvSpPr>
          <p:spPr>
            <a:xfrm>
              <a:off x="9570330" y="3003543"/>
              <a:ext cx="1905000" cy="1323848"/>
            </a:xfrm>
            <a:prstGeom prst="flowChartDecisi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DE74669-54B1-8122-1CC6-C20403B1BA89}"/>
                </a:ext>
              </a:extLst>
            </p:cNvPr>
            <p:cNvSpPr txBox="1"/>
            <p:nvPr/>
          </p:nvSpPr>
          <p:spPr>
            <a:xfrm>
              <a:off x="736201" y="4786238"/>
              <a:ext cx="2146748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Development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A057E79-4BCF-9529-28D5-BC3004FDB15E}"/>
                </a:ext>
              </a:extLst>
            </p:cNvPr>
            <p:cNvSpPr txBox="1"/>
            <p:nvPr/>
          </p:nvSpPr>
          <p:spPr>
            <a:xfrm>
              <a:off x="5156974" y="4786238"/>
              <a:ext cx="2053523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Marketing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8B6A056-F4E7-27AD-9085-BB0D76A4B383}"/>
                </a:ext>
              </a:extLst>
            </p:cNvPr>
            <p:cNvSpPr txBox="1"/>
            <p:nvPr/>
          </p:nvSpPr>
          <p:spPr>
            <a:xfrm>
              <a:off x="7442389" y="5371213"/>
              <a:ext cx="2047564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Finance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33388C3-F66F-9536-BA7C-41392FC2A60C}"/>
                </a:ext>
              </a:extLst>
            </p:cNvPr>
            <p:cNvSpPr txBox="1"/>
            <p:nvPr/>
          </p:nvSpPr>
          <p:spPr>
            <a:xfrm>
              <a:off x="2907547" y="5371213"/>
              <a:ext cx="2151400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Employee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8DD3878-BFAB-5AE3-FC28-917E4A1C9F40}"/>
                </a:ext>
              </a:extLst>
            </p:cNvPr>
            <p:cNvSpPr txBox="1"/>
            <p:nvPr/>
          </p:nvSpPr>
          <p:spPr>
            <a:xfrm>
              <a:off x="9523798" y="4786238"/>
              <a:ext cx="1998064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Manufacturing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pic>
          <p:nvPicPr>
            <p:cNvPr id="46" name="Picture 4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41235" y="4209459"/>
              <a:ext cx="649872" cy="649872"/>
            </a:xfrm>
            <a:prstGeom prst="rect">
              <a:avLst/>
            </a:prstGeom>
          </p:spPr>
        </p:pic>
        <p:pic>
          <p:nvPicPr>
            <p:cNvPr id="48" name="Picture 4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V="1">
              <a:off x="5862710" y="3444254"/>
              <a:ext cx="642050" cy="628588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23FB07E-AF19-996D-2961-D5333D5991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489055" y="3460543"/>
              <a:ext cx="641040" cy="64104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2656AF7D-7B8A-8728-02C3-DA62FAD83CF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250955" y="3393592"/>
              <a:ext cx="543750" cy="5437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1503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F723E147-9113-A442-01DF-45B549E91323}"/>
              </a:ext>
            </a:extLst>
          </p:cNvPr>
          <p:cNvGrpSpPr/>
          <p:nvPr/>
        </p:nvGrpSpPr>
        <p:grpSpPr>
          <a:xfrm>
            <a:off x="653876" y="1642783"/>
            <a:ext cx="10884247" cy="4534408"/>
            <a:chOff x="653877" y="1597628"/>
            <a:chExt cx="10884247" cy="4534408"/>
          </a:xfrm>
        </p:grpSpPr>
        <p:cxnSp>
          <p:nvCxnSpPr>
            <p:cNvPr id="44" name="Straight Arrow Connector 43"/>
            <p:cNvCxnSpPr>
              <a:cxnSpLocks/>
            </p:cNvCxnSpPr>
            <p:nvPr/>
          </p:nvCxnSpPr>
          <p:spPr>
            <a:xfrm rot="5400000" flipV="1">
              <a:off x="8959646" y="4862127"/>
              <a:ext cx="1895592" cy="16882"/>
            </a:xfrm>
            <a:prstGeom prst="straightConnector1">
              <a:avLst/>
            </a:prstGeom>
            <a:ln w="3175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cxnSpLocks/>
            </p:cNvCxnSpPr>
            <p:nvPr/>
          </p:nvCxnSpPr>
          <p:spPr>
            <a:xfrm rot="5400000" flipV="1">
              <a:off x="6449372" y="4862127"/>
              <a:ext cx="1895592" cy="16882"/>
            </a:xfrm>
            <a:prstGeom prst="straightConnector1">
              <a:avLst/>
            </a:prstGeom>
            <a:ln w="3175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cxnSpLocks/>
            </p:cNvCxnSpPr>
            <p:nvPr/>
          </p:nvCxnSpPr>
          <p:spPr>
            <a:xfrm rot="5400000" flipV="1">
              <a:off x="3939098" y="4862127"/>
              <a:ext cx="1895592" cy="16882"/>
            </a:xfrm>
            <a:prstGeom prst="straightConnector1">
              <a:avLst/>
            </a:prstGeom>
            <a:ln w="3175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cxnSpLocks/>
            </p:cNvCxnSpPr>
            <p:nvPr/>
          </p:nvCxnSpPr>
          <p:spPr>
            <a:xfrm rot="5400000" flipV="1">
              <a:off x="1428823" y="4862127"/>
              <a:ext cx="1895592" cy="16882"/>
            </a:xfrm>
            <a:prstGeom prst="straightConnector1">
              <a:avLst/>
            </a:prstGeom>
            <a:ln w="3175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/>
            <p:cNvSpPr/>
            <p:nvPr/>
          </p:nvSpPr>
          <p:spPr>
            <a:xfrm flipV="1">
              <a:off x="1223101" y="5801726"/>
              <a:ext cx="9745799" cy="4840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1256863" y="2193266"/>
              <a:ext cx="2239512" cy="2003178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8" name="Isosceles Triangle 7"/>
            <p:cNvSpPr/>
            <p:nvPr/>
          </p:nvSpPr>
          <p:spPr>
            <a:xfrm flipV="1">
              <a:off x="2141538" y="4196444"/>
              <a:ext cx="470163" cy="48415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3767138" y="2193266"/>
              <a:ext cx="2239512" cy="2003178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7" name="Isosceles Triangle 26"/>
            <p:cNvSpPr/>
            <p:nvPr/>
          </p:nvSpPr>
          <p:spPr>
            <a:xfrm flipV="1">
              <a:off x="4651813" y="4196444"/>
              <a:ext cx="470163" cy="484153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6277412" y="2193266"/>
              <a:ext cx="2239512" cy="2003178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5" name="Isosceles Triangle 34"/>
            <p:cNvSpPr/>
            <p:nvPr/>
          </p:nvSpPr>
          <p:spPr>
            <a:xfrm flipV="1">
              <a:off x="7162087" y="4196444"/>
              <a:ext cx="470163" cy="484153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8787686" y="2193266"/>
              <a:ext cx="2239512" cy="2003178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3" name="Isosceles Triangle 42"/>
            <p:cNvSpPr/>
            <p:nvPr/>
          </p:nvSpPr>
          <p:spPr>
            <a:xfrm flipV="1">
              <a:off x="9672361" y="4196444"/>
              <a:ext cx="470163" cy="484153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7" name="Oval 46"/>
            <p:cNvSpPr/>
            <p:nvPr/>
          </p:nvSpPr>
          <p:spPr>
            <a:xfrm>
              <a:off x="653877" y="5519820"/>
              <a:ext cx="569224" cy="61221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8" name="Oval 47"/>
            <p:cNvSpPr/>
            <p:nvPr/>
          </p:nvSpPr>
          <p:spPr>
            <a:xfrm>
              <a:off x="755838" y="5644361"/>
              <a:ext cx="365302" cy="36313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51" name="Oval 50"/>
            <p:cNvSpPr/>
            <p:nvPr/>
          </p:nvSpPr>
          <p:spPr>
            <a:xfrm>
              <a:off x="10968900" y="5519820"/>
              <a:ext cx="569224" cy="61221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52" name="Oval 51"/>
            <p:cNvSpPr/>
            <p:nvPr/>
          </p:nvSpPr>
          <p:spPr>
            <a:xfrm>
              <a:off x="11070861" y="5644361"/>
              <a:ext cx="365302" cy="36313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9" name="Oval 48"/>
            <p:cNvSpPr/>
            <p:nvPr/>
          </p:nvSpPr>
          <p:spPr>
            <a:xfrm>
              <a:off x="1757582" y="1597628"/>
              <a:ext cx="1238074" cy="12380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" name="Oval 1"/>
            <p:cNvSpPr/>
            <p:nvPr/>
          </p:nvSpPr>
          <p:spPr>
            <a:xfrm>
              <a:off x="1919419" y="1759465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2056660" y="1924278"/>
              <a:ext cx="612668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01</a:t>
              </a:r>
            </a:p>
          </p:txBody>
        </p:sp>
        <p:sp>
          <p:nvSpPr>
            <p:cNvPr id="55" name="Oval 54"/>
            <p:cNvSpPr/>
            <p:nvPr/>
          </p:nvSpPr>
          <p:spPr>
            <a:xfrm>
              <a:off x="4267857" y="1597628"/>
              <a:ext cx="1238074" cy="12380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57" name="Oval 56"/>
            <p:cNvSpPr/>
            <p:nvPr/>
          </p:nvSpPr>
          <p:spPr>
            <a:xfrm>
              <a:off x="4429694" y="1759465"/>
              <a:ext cx="914400" cy="914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4566935" y="1924278"/>
              <a:ext cx="663964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02</a:t>
              </a:r>
            </a:p>
          </p:txBody>
        </p:sp>
        <p:sp>
          <p:nvSpPr>
            <p:cNvPr id="60" name="Oval 59"/>
            <p:cNvSpPr/>
            <p:nvPr/>
          </p:nvSpPr>
          <p:spPr>
            <a:xfrm>
              <a:off x="6778131" y="1597628"/>
              <a:ext cx="1238074" cy="12380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61" name="Oval 60"/>
            <p:cNvSpPr/>
            <p:nvPr/>
          </p:nvSpPr>
          <p:spPr>
            <a:xfrm>
              <a:off x="6939968" y="1759465"/>
              <a:ext cx="914400" cy="914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7077209" y="1924278"/>
              <a:ext cx="675185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03</a:t>
              </a:r>
            </a:p>
          </p:txBody>
        </p:sp>
        <p:sp>
          <p:nvSpPr>
            <p:cNvPr id="64" name="Oval 63"/>
            <p:cNvSpPr/>
            <p:nvPr/>
          </p:nvSpPr>
          <p:spPr>
            <a:xfrm>
              <a:off x="9288405" y="1597628"/>
              <a:ext cx="1238074" cy="12380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65" name="Oval 64"/>
            <p:cNvSpPr/>
            <p:nvPr/>
          </p:nvSpPr>
          <p:spPr>
            <a:xfrm>
              <a:off x="9450242" y="1759465"/>
              <a:ext cx="914400" cy="9144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9587483" y="1924278"/>
              <a:ext cx="670376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04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618336A-CEF0-8740-0525-D7A4C9299C58}"/>
                </a:ext>
              </a:extLst>
            </p:cNvPr>
            <p:cNvSpPr txBox="1"/>
            <p:nvPr/>
          </p:nvSpPr>
          <p:spPr>
            <a:xfrm>
              <a:off x="1303245" y="3021166"/>
              <a:ext cx="2146748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Lora" pitchFamily="2" charset="0"/>
                </a:rPr>
                <a:t>Development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4CDD490-980E-72FB-99A2-7560D106BAEE}"/>
                </a:ext>
              </a:extLst>
            </p:cNvPr>
            <p:cNvSpPr txBox="1"/>
            <p:nvPr/>
          </p:nvSpPr>
          <p:spPr>
            <a:xfrm>
              <a:off x="6370407" y="3021166"/>
              <a:ext cx="2053523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Lora" pitchFamily="2" charset="0"/>
                </a:rPr>
                <a:t>Marketing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7981FF6-C15A-D5B5-3DD9-6E8931BC6605}"/>
                </a:ext>
              </a:extLst>
            </p:cNvPr>
            <p:cNvSpPr txBox="1"/>
            <p:nvPr/>
          </p:nvSpPr>
          <p:spPr>
            <a:xfrm>
              <a:off x="8883660" y="3021166"/>
              <a:ext cx="2047564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Lora" pitchFamily="2" charset="0"/>
                </a:rPr>
                <a:t>Finance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57DDA02-A517-D11C-FCFC-B212017BC08C}"/>
                </a:ext>
              </a:extLst>
            </p:cNvPr>
            <p:cNvSpPr txBox="1"/>
            <p:nvPr/>
          </p:nvSpPr>
          <p:spPr>
            <a:xfrm>
              <a:off x="3811194" y="3021166"/>
              <a:ext cx="2151400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Lora" pitchFamily="2" charset="0"/>
                </a:rPr>
                <a:t>Employee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Lora" pitchFamily="2" charset="0"/>
                </a:rPr>
                <a:t>Your human capital and talent to achieve the goal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A8D8AE5C-94A8-D2D6-BD20-2B7B0979F550}"/>
              </a:ext>
            </a:extLst>
          </p:cNvPr>
          <p:cNvSpPr/>
          <p:nvPr/>
        </p:nvSpPr>
        <p:spPr>
          <a:xfrm>
            <a:off x="-1" y="386818"/>
            <a:ext cx="12192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Lora"/>
              </a:rPr>
              <a:t>Product Strategy Framework Infographics</a:t>
            </a:r>
          </a:p>
        </p:txBody>
      </p:sp>
    </p:spTree>
    <p:extLst>
      <p:ext uri="{BB962C8B-B14F-4D97-AF65-F5344CB8AC3E}">
        <p14:creationId xmlns:p14="http://schemas.microsoft.com/office/powerpoint/2010/main" val="1747156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D64F9F1-35A7-BA35-7658-668E10C5DA57}"/>
              </a:ext>
            </a:extLst>
          </p:cNvPr>
          <p:cNvSpPr/>
          <p:nvPr/>
        </p:nvSpPr>
        <p:spPr>
          <a:xfrm>
            <a:off x="-1" y="386818"/>
            <a:ext cx="12192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Lora"/>
              </a:rPr>
              <a:t>Product Strategy Framework Infographics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1D4288C-36FC-49EB-E7DF-F6CFF03238CF}"/>
              </a:ext>
            </a:extLst>
          </p:cNvPr>
          <p:cNvGrpSpPr/>
          <p:nvPr/>
        </p:nvGrpSpPr>
        <p:grpSpPr>
          <a:xfrm>
            <a:off x="1261651" y="1942555"/>
            <a:ext cx="9668697" cy="3911394"/>
            <a:chOff x="944858" y="1982311"/>
            <a:chExt cx="9668697" cy="3911394"/>
          </a:xfrm>
        </p:grpSpPr>
        <p:sp>
          <p:nvSpPr>
            <p:cNvPr id="5" name="Chevron 4"/>
            <p:cNvSpPr/>
            <p:nvPr/>
          </p:nvSpPr>
          <p:spPr>
            <a:xfrm>
              <a:off x="2910670" y="2635183"/>
              <a:ext cx="849442" cy="1222229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Lora" pitchFamily="2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00CAD89-E52F-B47A-A3C3-A95C1103D04D}"/>
                </a:ext>
              </a:extLst>
            </p:cNvPr>
            <p:cNvSpPr txBox="1"/>
            <p:nvPr/>
          </p:nvSpPr>
          <p:spPr>
            <a:xfrm>
              <a:off x="963712" y="5139652"/>
              <a:ext cx="2146748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Development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11FFA3F-44A8-460F-1C6B-021A67E52BC5}"/>
                </a:ext>
              </a:extLst>
            </p:cNvPr>
            <p:cNvSpPr txBox="1"/>
            <p:nvPr/>
          </p:nvSpPr>
          <p:spPr>
            <a:xfrm>
              <a:off x="6060013" y="5139652"/>
              <a:ext cx="2053523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Marketing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D37431A-62FC-C1DB-750A-69A71749037A}"/>
                </a:ext>
              </a:extLst>
            </p:cNvPr>
            <p:cNvSpPr txBox="1"/>
            <p:nvPr/>
          </p:nvSpPr>
          <p:spPr>
            <a:xfrm>
              <a:off x="8497544" y="5139652"/>
              <a:ext cx="2047564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Finance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C821AEB-3EB9-6CFD-B135-9C2F2A964BC0}"/>
                </a:ext>
              </a:extLst>
            </p:cNvPr>
            <p:cNvSpPr txBox="1"/>
            <p:nvPr/>
          </p:nvSpPr>
          <p:spPr>
            <a:xfrm>
              <a:off x="3476968" y="5139652"/>
              <a:ext cx="2151400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Employee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9563094-72B6-E9D5-0BB7-19BA2D916AC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255208" y="4093811"/>
              <a:ext cx="1563757" cy="0"/>
            </a:xfrm>
            <a:prstGeom prst="straightConnector1">
              <a:avLst/>
            </a:prstGeom>
            <a:ln w="34925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ounded Rectangle 2"/>
            <p:cNvSpPr/>
            <p:nvPr/>
          </p:nvSpPr>
          <p:spPr>
            <a:xfrm>
              <a:off x="944858" y="1982311"/>
              <a:ext cx="2184457" cy="209824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04403EA-77AF-A7BF-2DD5-FD855A9EFACB}"/>
                </a:ext>
              </a:extLst>
            </p:cNvPr>
            <p:cNvSpPr/>
            <p:nvPr/>
          </p:nvSpPr>
          <p:spPr>
            <a:xfrm>
              <a:off x="1471806" y="2466154"/>
              <a:ext cx="1130560" cy="113056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568F9C91-0C5B-06ED-16CD-84749E94520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70790" y="4093811"/>
              <a:ext cx="1563757" cy="0"/>
            </a:xfrm>
            <a:prstGeom prst="straightConnector1">
              <a:avLst/>
            </a:prstGeom>
            <a:ln w="34925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2">
              <a:extLst>
                <a:ext uri="{FF2B5EF4-FFF2-40B4-BE49-F238E27FC236}">
                  <a16:creationId xmlns:a16="http://schemas.microsoft.com/office/drawing/2014/main" id="{4ACFCA6D-9AE5-ED4C-393E-6E471B91B899}"/>
                </a:ext>
              </a:extLst>
            </p:cNvPr>
            <p:cNvSpPr/>
            <p:nvPr/>
          </p:nvSpPr>
          <p:spPr>
            <a:xfrm>
              <a:off x="3460440" y="1982311"/>
              <a:ext cx="2184457" cy="209824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2669CBC-A676-D43B-36D8-8D3478970502}"/>
                </a:ext>
              </a:extLst>
            </p:cNvPr>
            <p:cNvSpPr/>
            <p:nvPr/>
          </p:nvSpPr>
          <p:spPr>
            <a:xfrm>
              <a:off x="3987388" y="2466154"/>
              <a:ext cx="1130560" cy="11305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DAC2EA2-A10B-FD82-FE33-3F0F7C8EFDA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304896" y="4093811"/>
              <a:ext cx="1563757" cy="0"/>
            </a:xfrm>
            <a:prstGeom prst="straightConnector1">
              <a:avLst/>
            </a:prstGeom>
            <a:ln w="34925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2">
              <a:extLst>
                <a:ext uri="{FF2B5EF4-FFF2-40B4-BE49-F238E27FC236}">
                  <a16:creationId xmlns:a16="http://schemas.microsoft.com/office/drawing/2014/main" id="{37EE1CBA-9C9B-9BC7-1981-AF7E0E42DCCE}"/>
                </a:ext>
              </a:extLst>
            </p:cNvPr>
            <p:cNvSpPr/>
            <p:nvPr/>
          </p:nvSpPr>
          <p:spPr>
            <a:xfrm>
              <a:off x="5994546" y="1982311"/>
              <a:ext cx="2184457" cy="209824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5494CF2-5CE5-895D-3986-8727751279E4}"/>
                </a:ext>
              </a:extLst>
            </p:cNvPr>
            <p:cNvSpPr/>
            <p:nvPr/>
          </p:nvSpPr>
          <p:spPr>
            <a:xfrm>
              <a:off x="6521494" y="2466154"/>
              <a:ext cx="1130560" cy="11305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A87DB9A-C4EB-5B53-62B4-DD297345315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739448" y="4093811"/>
              <a:ext cx="1563757" cy="0"/>
            </a:xfrm>
            <a:prstGeom prst="straightConnector1">
              <a:avLst/>
            </a:prstGeom>
            <a:ln w="34925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ounded Rectangle 2">
              <a:extLst>
                <a:ext uri="{FF2B5EF4-FFF2-40B4-BE49-F238E27FC236}">
                  <a16:creationId xmlns:a16="http://schemas.microsoft.com/office/drawing/2014/main" id="{68895B55-A670-83C1-6148-4DEC08BF52B3}"/>
                </a:ext>
              </a:extLst>
            </p:cNvPr>
            <p:cNvSpPr/>
            <p:nvPr/>
          </p:nvSpPr>
          <p:spPr>
            <a:xfrm>
              <a:off x="8429098" y="1982311"/>
              <a:ext cx="2184457" cy="209824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74E3432-587A-0E37-8250-FBBD65E71E35}"/>
                </a:ext>
              </a:extLst>
            </p:cNvPr>
            <p:cNvSpPr/>
            <p:nvPr/>
          </p:nvSpPr>
          <p:spPr>
            <a:xfrm>
              <a:off x="8956046" y="2466154"/>
              <a:ext cx="1130560" cy="113056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E8B968AB-7B65-FCF1-96F6-C016ED3EDE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1882" y="2680648"/>
              <a:ext cx="701572" cy="701572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B5397A1D-4BB3-1D2E-AA5F-9D87496F0B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07879" y="2617987"/>
              <a:ext cx="826894" cy="826894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78DB4E68-B304-6A47-FD21-6E33C0177F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V="1">
              <a:off x="6771866" y="2723129"/>
              <a:ext cx="629816" cy="616610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5B4B1AAB-740D-3940-5A38-809E1877B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728781" y="2723129"/>
              <a:ext cx="616610" cy="6166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10855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B72DB26-A574-D06D-42F0-D30D8D58ADBB}"/>
              </a:ext>
            </a:extLst>
          </p:cNvPr>
          <p:cNvSpPr/>
          <p:nvPr/>
        </p:nvSpPr>
        <p:spPr>
          <a:xfrm>
            <a:off x="-1" y="386818"/>
            <a:ext cx="12192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Lora"/>
              </a:rPr>
              <a:t>Product Strategy Framework Infographics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4705BA5-6EA6-9EE6-DB47-43379B028A39}"/>
              </a:ext>
            </a:extLst>
          </p:cNvPr>
          <p:cNvGrpSpPr/>
          <p:nvPr/>
        </p:nvGrpSpPr>
        <p:grpSpPr>
          <a:xfrm>
            <a:off x="775304" y="2022602"/>
            <a:ext cx="10641391" cy="3704784"/>
            <a:chOff x="801720" y="1956342"/>
            <a:chExt cx="10641391" cy="3704784"/>
          </a:xfrm>
        </p:grpSpPr>
        <p:sp>
          <p:nvSpPr>
            <p:cNvPr id="10" name="Hexagon 9"/>
            <p:cNvSpPr/>
            <p:nvPr/>
          </p:nvSpPr>
          <p:spPr>
            <a:xfrm rot="16200000">
              <a:off x="22702" y="2735360"/>
              <a:ext cx="3704784" cy="2146748"/>
            </a:xfrm>
            <a:prstGeom prst="hexag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591905B-608F-356C-EB1A-461400CBBF61}"/>
                </a:ext>
              </a:extLst>
            </p:cNvPr>
            <p:cNvSpPr/>
            <p:nvPr/>
          </p:nvSpPr>
          <p:spPr>
            <a:xfrm flipV="1">
              <a:off x="1205771" y="2470088"/>
              <a:ext cx="1338646" cy="13386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84D7D02D-9533-5853-381D-A5A63587C261}"/>
                </a:ext>
              </a:extLst>
            </p:cNvPr>
            <p:cNvSpPr/>
            <p:nvPr/>
          </p:nvSpPr>
          <p:spPr>
            <a:xfrm rot="16200000">
              <a:off x="2745275" y="2735360"/>
              <a:ext cx="3704784" cy="2146748"/>
            </a:xfrm>
            <a:prstGeom prst="hexag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79FD67B-015B-FCF3-165F-9EF939A1B023}"/>
                </a:ext>
              </a:extLst>
            </p:cNvPr>
            <p:cNvSpPr/>
            <p:nvPr/>
          </p:nvSpPr>
          <p:spPr>
            <a:xfrm flipV="1">
              <a:off x="3928344" y="2470088"/>
              <a:ext cx="1338646" cy="13386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Hexagon 17">
              <a:extLst>
                <a:ext uri="{FF2B5EF4-FFF2-40B4-BE49-F238E27FC236}">
                  <a16:creationId xmlns:a16="http://schemas.microsoft.com/office/drawing/2014/main" id="{56330DCC-6E56-FCF6-9444-70C0F4FCD2B1}"/>
                </a:ext>
              </a:extLst>
            </p:cNvPr>
            <p:cNvSpPr/>
            <p:nvPr/>
          </p:nvSpPr>
          <p:spPr>
            <a:xfrm rot="16200000">
              <a:off x="5628371" y="2735360"/>
              <a:ext cx="3704784" cy="2146748"/>
            </a:xfrm>
            <a:prstGeom prst="hexagon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A524F4F-A251-E873-330C-BA07DC0FD339}"/>
                </a:ext>
              </a:extLst>
            </p:cNvPr>
            <p:cNvSpPr/>
            <p:nvPr/>
          </p:nvSpPr>
          <p:spPr>
            <a:xfrm flipV="1">
              <a:off x="6811440" y="2470088"/>
              <a:ext cx="1338646" cy="13386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Hexagon 20">
              <a:extLst>
                <a:ext uri="{FF2B5EF4-FFF2-40B4-BE49-F238E27FC236}">
                  <a16:creationId xmlns:a16="http://schemas.microsoft.com/office/drawing/2014/main" id="{5A1AF38D-8C42-1C58-75D5-005DC5A096FA}"/>
                </a:ext>
              </a:extLst>
            </p:cNvPr>
            <p:cNvSpPr/>
            <p:nvPr/>
          </p:nvSpPr>
          <p:spPr>
            <a:xfrm rot="16200000">
              <a:off x="8517345" y="2735360"/>
              <a:ext cx="3704784" cy="2146748"/>
            </a:xfrm>
            <a:prstGeom prst="hexago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AA8C51E-29A4-4D3D-4BA4-DF36C54A69D0}"/>
                </a:ext>
              </a:extLst>
            </p:cNvPr>
            <p:cNvSpPr/>
            <p:nvPr/>
          </p:nvSpPr>
          <p:spPr>
            <a:xfrm flipV="1">
              <a:off x="9700414" y="2470088"/>
              <a:ext cx="1338646" cy="13386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0FA1373-CB0B-B213-363F-4E530E42AC44}"/>
                </a:ext>
              </a:extLst>
            </p:cNvPr>
            <p:cNvSpPr txBox="1"/>
            <p:nvPr/>
          </p:nvSpPr>
          <p:spPr>
            <a:xfrm>
              <a:off x="980713" y="4043614"/>
              <a:ext cx="1788762" cy="93871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Lora" pitchFamily="2" charset="0"/>
                </a:rPr>
                <a:t>Development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CAE719B-5BC3-E7C2-AF59-FFF2BC2909A1}"/>
                </a:ext>
              </a:extLst>
            </p:cNvPr>
            <p:cNvSpPr txBox="1"/>
            <p:nvPr/>
          </p:nvSpPr>
          <p:spPr>
            <a:xfrm>
              <a:off x="6625222" y="4043614"/>
              <a:ext cx="1711083" cy="93871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Lora" pitchFamily="2" charset="0"/>
                </a:rPr>
                <a:t>Marketing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3B087A0-1D90-129C-8B0C-E40388C88175}"/>
                </a:ext>
              </a:extLst>
            </p:cNvPr>
            <p:cNvSpPr txBox="1"/>
            <p:nvPr/>
          </p:nvSpPr>
          <p:spPr>
            <a:xfrm>
              <a:off x="9516679" y="4043614"/>
              <a:ext cx="1706117" cy="93871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Lora" pitchFamily="2" charset="0"/>
                </a:rPr>
                <a:t>Finance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F62BB11-11F3-9240-4D0D-F8BB80C36AE5}"/>
                </a:ext>
              </a:extLst>
            </p:cNvPr>
            <p:cNvSpPr txBox="1"/>
            <p:nvPr/>
          </p:nvSpPr>
          <p:spPr>
            <a:xfrm>
              <a:off x="3701348" y="4043614"/>
              <a:ext cx="1792638" cy="93871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Lora" pitchFamily="2" charset="0"/>
                </a:rPr>
                <a:t>Employee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Lora" pitchFamily="2" charset="0"/>
                </a:rPr>
                <a:t>Your human capital and talent to achieve the goal</a:t>
              </a: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C62C01A9-14E1-BA55-819B-0B736F9F0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207573" y="2749317"/>
              <a:ext cx="780188" cy="780188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B6403874-2C92-5A66-0AB6-AB80776F3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953929" y="2723603"/>
              <a:ext cx="831616" cy="831616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62DDE9D9-2B6A-0456-D385-C732D721F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V="1">
              <a:off x="7069961" y="2737223"/>
              <a:ext cx="821604" cy="804376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157A4D89-684D-B2A4-892A-3DF9AFBBB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464938" y="2729255"/>
              <a:ext cx="820312" cy="8203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82515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06D59E6-5384-F041-D54E-1E8BBCF8F920}"/>
              </a:ext>
            </a:extLst>
          </p:cNvPr>
          <p:cNvSpPr/>
          <p:nvPr/>
        </p:nvSpPr>
        <p:spPr>
          <a:xfrm>
            <a:off x="-1" y="386818"/>
            <a:ext cx="12192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Lora"/>
              </a:rPr>
              <a:t>Product Strategy Framework Infographics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C4CE3F4-A177-9EED-BDBD-495D00248B45}"/>
              </a:ext>
            </a:extLst>
          </p:cNvPr>
          <p:cNvGrpSpPr/>
          <p:nvPr/>
        </p:nvGrpSpPr>
        <p:grpSpPr>
          <a:xfrm>
            <a:off x="1068545" y="1961774"/>
            <a:ext cx="10054909" cy="3873818"/>
            <a:chOff x="1068545" y="1961774"/>
            <a:chExt cx="10054909" cy="3873818"/>
          </a:xfrm>
        </p:grpSpPr>
        <p:sp>
          <p:nvSpPr>
            <p:cNvPr id="22" name="Block Arc 21"/>
            <p:cNvSpPr/>
            <p:nvPr/>
          </p:nvSpPr>
          <p:spPr>
            <a:xfrm rot="20089261">
              <a:off x="1128661" y="1975807"/>
              <a:ext cx="2026516" cy="2026516"/>
            </a:xfrm>
            <a:prstGeom prst="blockArc">
              <a:avLst>
                <a:gd name="adj1" fmla="val 12392475"/>
                <a:gd name="adj2" fmla="val 6961734"/>
                <a:gd name="adj3" fmla="val 0"/>
              </a:avLst>
            </a:prstGeom>
            <a:solidFill>
              <a:schemeClr val="bg1">
                <a:lumMod val="65000"/>
              </a:schemeClr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Lora" pitchFamily="2" charset="0"/>
              </a:endParaRPr>
            </a:p>
          </p:txBody>
        </p:sp>
        <p:cxnSp>
          <p:nvCxnSpPr>
            <p:cNvPr id="24" name="Straight Arrow Connector 23"/>
            <p:cNvCxnSpPr>
              <a:cxnSpLocks/>
            </p:cNvCxnSpPr>
            <p:nvPr/>
          </p:nvCxnSpPr>
          <p:spPr>
            <a:xfrm>
              <a:off x="2134404" y="4002211"/>
              <a:ext cx="15031" cy="551759"/>
            </a:xfrm>
            <a:prstGeom prst="straightConnector1">
              <a:avLst/>
            </a:prstGeom>
            <a:ln w="412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/>
            <p:cNvSpPr/>
            <p:nvPr/>
          </p:nvSpPr>
          <p:spPr>
            <a:xfrm>
              <a:off x="1228432" y="2075578"/>
              <a:ext cx="1826974" cy="182697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1" name="Block Arc 40"/>
            <p:cNvSpPr/>
            <p:nvPr/>
          </p:nvSpPr>
          <p:spPr>
            <a:xfrm rot="20089261">
              <a:off x="3781245" y="1961774"/>
              <a:ext cx="2026516" cy="2026516"/>
            </a:xfrm>
            <a:prstGeom prst="blockArc">
              <a:avLst>
                <a:gd name="adj1" fmla="val 12392475"/>
                <a:gd name="adj2" fmla="val 6961734"/>
                <a:gd name="adj3" fmla="val 0"/>
              </a:avLst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Lora" pitchFamily="2" charset="0"/>
              </a:endParaRPr>
            </a:p>
          </p:txBody>
        </p:sp>
        <p:cxnSp>
          <p:nvCxnSpPr>
            <p:cNvPr id="42" name="Straight Arrow Connector 41"/>
            <p:cNvCxnSpPr>
              <a:cxnSpLocks/>
            </p:cNvCxnSpPr>
            <p:nvPr/>
          </p:nvCxnSpPr>
          <p:spPr>
            <a:xfrm>
              <a:off x="4786988" y="3988178"/>
              <a:ext cx="15031" cy="551759"/>
            </a:xfrm>
            <a:prstGeom prst="straightConnector1">
              <a:avLst/>
            </a:prstGeom>
            <a:ln w="412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/>
            <p:cNvSpPr/>
            <p:nvPr/>
          </p:nvSpPr>
          <p:spPr>
            <a:xfrm>
              <a:off x="3881016" y="2061545"/>
              <a:ext cx="1826974" cy="182697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8" name="Block Arc 47"/>
            <p:cNvSpPr/>
            <p:nvPr/>
          </p:nvSpPr>
          <p:spPr>
            <a:xfrm rot="20089261">
              <a:off x="6433829" y="1975807"/>
              <a:ext cx="2026516" cy="2026516"/>
            </a:xfrm>
            <a:prstGeom prst="blockArc">
              <a:avLst>
                <a:gd name="adj1" fmla="val 12392475"/>
                <a:gd name="adj2" fmla="val 6961734"/>
                <a:gd name="adj3" fmla="val 0"/>
              </a:avLst>
            </a:prstGeom>
            <a:solidFill>
              <a:schemeClr val="accent5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Lora" pitchFamily="2" charset="0"/>
              </a:endParaRPr>
            </a:p>
          </p:txBody>
        </p:sp>
        <p:cxnSp>
          <p:nvCxnSpPr>
            <p:cNvPr id="49" name="Straight Arrow Connector 48"/>
            <p:cNvCxnSpPr>
              <a:cxnSpLocks/>
            </p:cNvCxnSpPr>
            <p:nvPr/>
          </p:nvCxnSpPr>
          <p:spPr>
            <a:xfrm>
              <a:off x="7439572" y="4002211"/>
              <a:ext cx="15031" cy="551759"/>
            </a:xfrm>
            <a:prstGeom prst="straightConnector1">
              <a:avLst/>
            </a:prstGeom>
            <a:ln w="412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6533600" y="2075578"/>
              <a:ext cx="1826974" cy="182697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55" name="Block Arc 54"/>
            <p:cNvSpPr/>
            <p:nvPr/>
          </p:nvSpPr>
          <p:spPr>
            <a:xfrm rot="20089261">
              <a:off x="9086414" y="1961774"/>
              <a:ext cx="2026516" cy="2026516"/>
            </a:xfrm>
            <a:prstGeom prst="blockArc">
              <a:avLst>
                <a:gd name="adj1" fmla="val 12392475"/>
                <a:gd name="adj2" fmla="val 6961734"/>
                <a:gd name="adj3" fmla="val 0"/>
              </a:avLst>
            </a:prstGeom>
            <a:solidFill>
              <a:schemeClr val="accent6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Lora" pitchFamily="2" charset="0"/>
              </a:endParaRPr>
            </a:p>
          </p:txBody>
        </p:sp>
        <p:cxnSp>
          <p:nvCxnSpPr>
            <p:cNvPr id="56" name="Straight Arrow Connector 55"/>
            <p:cNvCxnSpPr>
              <a:cxnSpLocks/>
            </p:cNvCxnSpPr>
            <p:nvPr/>
          </p:nvCxnSpPr>
          <p:spPr>
            <a:xfrm>
              <a:off x="10092157" y="3988178"/>
              <a:ext cx="15031" cy="551759"/>
            </a:xfrm>
            <a:prstGeom prst="straightConnector1">
              <a:avLst/>
            </a:prstGeom>
            <a:ln w="412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/>
            <p:cNvSpPr/>
            <p:nvPr/>
          </p:nvSpPr>
          <p:spPr>
            <a:xfrm>
              <a:off x="9186185" y="2061545"/>
              <a:ext cx="1826974" cy="18269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EC95ABA-74E5-C504-4358-1AA20730795B}"/>
                </a:ext>
              </a:extLst>
            </p:cNvPr>
            <p:cNvSpPr txBox="1"/>
            <p:nvPr/>
          </p:nvSpPr>
          <p:spPr>
            <a:xfrm>
              <a:off x="1068545" y="5081539"/>
              <a:ext cx="2146748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Development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EFE1ADE-0C5E-CEDE-0B8A-8CA0334E4E8D}"/>
                </a:ext>
              </a:extLst>
            </p:cNvPr>
            <p:cNvSpPr txBox="1"/>
            <p:nvPr/>
          </p:nvSpPr>
          <p:spPr>
            <a:xfrm>
              <a:off x="6420326" y="5081539"/>
              <a:ext cx="2053523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Marketing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26A948E-7D63-AEC4-3CC6-C7E583B47883}"/>
                </a:ext>
              </a:extLst>
            </p:cNvPr>
            <p:cNvSpPr txBox="1"/>
            <p:nvPr/>
          </p:nvSpPr>
          <p:spPr>
            <a:xfrm>
              <a:off x="9075890" y="5081539"/>
              <a:ext cx="2047564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Finance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C1C4F20-6CBD-BFF3-62E1-94CC8AA71783}"/>
                </a:ext>
              </a:extLst>
            </p:cNvPr>
            <p:cNvSpPr txBox="1"/>
            <p:nvPr/>
          </p:nvSpPr>
          <p:spPr>
            <a:xfrm>
              <a:off x="3718803" y="5081539"/>
              <a:ext cx="2151400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Employee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pic>
          <p:nvPicPr>
            <p:cNvPr id="50" name="Picture 4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68647" y="2549176"/>
              <a:ext cx="851712" cy="851712"/>
            </a:xfrm>
            <a:prstGeom prst="rect">
              <a:avLst/>
            </a:prstGeom>
          </p:spPr>
        </p:pic>
        <p:pic>
          <p:nvPicPr>
            <p:cNvPr id="62" name="Picture 6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97745" y="2473105"/>
              <a:ext cx="1003854" cy="1003854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DB2B671-3875-F217-32E9-CF81C0688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V="1">
              <a:off x="7064787" y="2600748"/>
              <a:ext cx="764600" cy="74856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A7D3182-9BD5-077E-2F33-05F97F8128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767635" y="2600748"/>
              <a:ext cx="748568" cy="7485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21272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FA57E86-FF61-E4C3-6271-69487E5FAC60}"/>
              </a:ext>
            </a:extLst>
          </p:cNvPr>
          <p:cNvSpPr/>
          <p:nvPr/>
        </p:nvSpPr>
        <p:spPr>
          <a:xfrm>
            <a:off x="-1" y="386818"/>
            <a:ext cx="12192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Lora"/>
              </a:rPr>
              <a:t>Product Strategy Framework Infographics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A459B01-43FE-FF90-DD60-67F1EDBBE3F8}"/>
              </a:ext>
            </a:extLst>
          </p:cNvPr>
          <p:cNvGrpSpPr/>
          <p:nvPr/>
        </p:nvGrpSpPr>
        <p:grpSpPr>
          <a:xfrm>
            <a:off x="688926" y="2321971"/>
            <a:ext cx="10814146" cy="3131355"/>
            <a:chOff x="688926" y="2321971"/>
            <a:chExt cx="10814146" cy="3131355"/>
          </a:xfrm>
        </p:grpSpPr>
        <p:sp>
          <p:nvSpPr>
            <p:cNvPr id="3" name="Right Arrow 2"/>
            <p:cNvSpPr/>
            <p:nvPr/>
          </p:nvSpPr>
          <p:spPr>
            <a:xfrm>
              <a:off x="688926" y="2684359"/>
              <a:ext cx="10814146" cy="1268201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" name="Oval 1"/>
            <p:cNvSpPr/>
            <p:nvPr/>
          </p:nvSpPr>
          <p:spPr>
            <a:xfrm>
              <a:off x="2250935" y="2321971"/>
              <a:ext cx="1992976" cy="199297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21567" y="2892603"/>
              <a:ext cx="851712" cy="851712"/>
            </a:xfrm>
            <a:prstGeom prst="rect">
              <a:avLst/>
            </a:prstGeom>
          </p:spPr>
        </p:pic>
        <p:sp>
          <p:nvSpPr>
            <p:cNvPr id="20" name="Oval 19"/>
            <p:cNvSpPr/>
            <p:nvPr/>
          </p:nvSpPr>
          <p:spPr>
            <a:xfrm>
              <a:off x="4954026" y="2321971"/>
              <a:ext cx="1992976" cy="199297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7693426" y="2321971"/>
              <a:ext cx="1992976" cy="199297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F9E435B-A0A0-7C5C-62EC-BD699C79F810}"/>
                </a:ext>
              </a:extLst>
            </p:cNvPr>
            <p:cNvSpPr txBox="1"/>
            <p:nvPr/>
          </p:nvSpPr>
          <p:spPr>
            <a:xfrm>
              <a:off x="2174049" y="4699273"/>
              <a:ext cx="2146748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Employee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FAD86F9-C1F4-346D-FFE5-932F15F9A79B}"/>
                </a:ext>
              </a:extLst>
            </p:cNvPr>
            <p:cNvSpPr txBox="1"/>
            <p:nvPr/>
          </p:nvSpPr>
          <p:spPr>
            <a:xfrm>
              <a:off x="7663153" y="4699273"/>
              <a:ext cx="2053523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Marketing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85FBFAE-FE52-43B6-934A-80E39987A6D9}"/>
                </a:ext>
              </a:extLst>
            </p:cNvPr>
            <p:cNvSpPr txBox="1"/>
            <p:nvPr/>
          </p:nvSpPr>
          <p:spPr>
            <a:xfrm>
              <a:off x="4874814" y="4699273"/>
              <a:ext cx="2151400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Development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DCC57ED-4177-FA5B-D27A-9E796636E1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V="1">
              <a:off x="8307614" y="2944175"/>
              <a:ext cx="764600" cy="74856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7BE1ABB-AA59-753E-C286-416363FB3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576230" y="2944175"/>
              <a:ext cx="748568" cy="7485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4575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563DCC3-E21D-89B3-84F7-9F6702694356}"/>
              </a:ext>
            </a:extLst>
          </p:cNvPr>
          <p:cNvSpPr/>
          <p:nvPr/>
        </p:nvSpPr>
        <p:spPr>
          <a:xfrm>
            <a:off x="-1" y="386818"/>
            <a:ext cx="12192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Lora"/>
              </a:rPr>
              <a:t>Product Strategy Framework Infographics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4581DA5-A7D4-2F44-9B54-70C4A0389DAE}"/>
              </a:ext>
            </a:extLst>
          </p:cNvPr>
          <p:cNvGrpSpPr/>
          <p:nvPr/>
        </p:nvGrpSpPr>
        <p:grpSpPr>
          <a:xfrm>
            <a:off x="1123850" y="1827390"/>
            <a:ext cx="9944298" cy="4127154"/>
            <a:chOff x="1123850" y="1827390"/>
            <a:chExt cx="9944298" cy="4127154"/>
          </a:xfrm>
        </p:grpSpPr>
        <p:sp>
          <p:nvSpPr>
            <p:cNvPr id="20" name="Right Arrow 19"/>
            <p:cNvSpPr/>
            <p:nvPr/>
          </p:nvSpPr>
          <p:spPr>
            <a:xfrm>
              <a:off x="2218735" y="4774791"/>
              <a:ext cx="1598916" cy="700225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1173381" y="2167912"/>
              <a:ext cx="1560221" cy="295699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" name="Oval 3"/>
            <p:cNvSpPr/>
            <p:nvPr/>
          </p:nvSpPr>
          <p:spPr>
            <a:xfrm>
              <a:off x="1123850" y="4295262"/>
              <a:ext cx="1659283" cy="165928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1529384" y="1827390"/>
              <a:ext cx="848214" cy="84821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647157" y="1959110"/>
              <a:ext cx="612668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01</a:t>
              </a:r>
            </a:p>
          </p:txBody>
        </p:sp>
        <p:sp>
          <p:nvSpPr>
            <p:cNvPr id="23" name="Right Arrow 22"/>
            <p:cNvSpPr/>
            <p:nvPr/>
          </p:nvSpPr>
          <p:spPr>
            <a:xfrm>
              <a:off x="4992807" y="4774791"/>
              <a:ext cx="1598916" cy="700225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3947453" y="2167912"/>
              <a:ext cx="1560221" cy="295699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3897922" y="4295262"/>
              <a:ext cx="1659283" cy="16592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303456" y="1827390"/>
              <a:ext cx="848214" cy="84821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395582" y="1959110"/>
              <a:ext cx="663964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02</a:t>
              </a:r>
            </a:p>
          </p:txBody>
        </p:sp>
        <p:sp>
          <p:nvSpPr>
            <p:cNvPr id="30" name="Right Arrow 29"/>
            <p:cNvSpPr/>
            <p:nvPr/>
          </p:nvSpPr>
          <p:spPr>
            <a:xfrm>
              <a:off x="7766534" y="4774791"/>
              <a:ext cx="1598916" cy="700225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6721180" y="2167912"/>
              <a:ext cx="1560221" cy="295699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6671649" y="4295262"/>
              <a:ext cx="1659283" cy="165928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7077183" y="1827390"/>
              <a:ext cx="848214" cy="84821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163698" y="1959110"/>
              <a:ext cx="675186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03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9494560" y="2167912"/>
              <a:ext cx="1560221" cy="295699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9402262" y="4295262"/>
              <a:ext cx="1659283" cy="165928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9850563" y="1827390"/>
              <a:ext cx="848214" cy="84821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9939483" y="1959110"/>
              <a:ext cx="670376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04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DC594CC-39B8-D57F-5579-547BD18AD598}"/>
                </a:ext>
              </a:extLst>
            </p:cNvPr>
            <p:cNvSpPr txBox="1"/>
            <p:nvPr/>
          </p:nvSpPr>
          <p:spPr>
            <a:xfrm>
              <a:off x="1173381" y="3020505"/>
              <a:ext cx="1560221" cy="93871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Development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E5BC11C-D9DD-FB11-30F4-C8FBA3F9413B}"/>
                </a:ext>
              </a:extLst>
            </p:cNvPr>
            <p:cNvSpPr txBox="1"/>
            <p:nvPr/>
          </p:nvSpPr>
          <p:spPr>
            <a:xfrm>
              <a:off x="3988248" y="3020505"/>
              <a:ext cx="1560221" cy="93871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Employee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8327CAE-A886-DDD3-3ADE-CF19CF3AC843}"/>
                </a:ext>
              </a:extLst>
            </p:cNvPr>
            <p:cNvSpPr txBox="1"/>
            <p:nvPr/>
          </p:nvSpPr>
          <p:spPr>
            <a:xfrm>
              <a:off x="6720833" y="3020505"/>
              <a:ext cx="1560221" cy="93871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Marketing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318BC3F-2966-8543-355C-EB11AC3E410B}"/>
                </a:ext>
              </a:extLst>
            </p:cNvPr>
            <p:cNvSpPr txBox="1"/>
            <p:nvPr/>
          </p:nvSpPr>
          <p:spPr>
            <a:xfrm>
              <a:off x="9507927" y="3020505"/>
              <a:ext cx="1560221" cy="93871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finance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B2C444E-E865-314C-9F30-9B336E9786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01707" y="4699047"/>
              <a:ext cx="851712" cy="851712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B214D66-E4C7-EAFE-0204-7E9A1E75B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29976" y="4622976"/>
              <a:ext cx="1003854" cy="1003854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E401E39-AB0D-E092-0D61-991B14D404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V="1">
              <a:off x="7118990" y="4750619"/>
              <a:ext cx="764600" cy="748568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6EE80E8-5270-0AFA-2D91-0BBC0A4FD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579207" y="4750619"/>
              <a:ext cx="748568" cy="7485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150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BE8E99A-B798-E0C0-4036-E7679AD04D64}"/>
              </a:ext>
            </a:extLst>
          </p:cNvPr>
          <p:cNvSpPr/>
          <p:nvPr/>
        </p:nvSpPr>
        <p:spPr>
          <a:xfrm>
            <a:off x="-1" y="386818"/>
            <a:ext cx="12192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Lora"/>
              </a:rPr>
              <a:t>Product Strategy Framework Infographics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508437A-5FB5-C2EB-95D5-7BB142715604}"/>
              </a:ext>
            </a:extLst>
          </p:cNvPr>
          <p:cNvGrpSpPr/>
          <p:nvPr/>
        </p:nvGrpSpPr>
        <p:grpSpPr>
          <a:xfrm>
            <a:off x="490724" y="1914139"/>
            <a:ext cx="11210551" cy="4052731"/>
            <a:chOff x="439104" y="1914139"/>
            <a:chExt cx="11210551" cy="405273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88D63B9-C2B9-22FB-A605-E4069668F72A}"/>
                </a:ext>
              </a:extLst>
            </p:cNvPr>
            <p:cNvSpPr txBox="1"/>
            <p:nvPr/>
          </p:nvSpPr>
          <p:spPr>
            <a:xfrm>
              <a:off x="480650" y="5212817"/>
              <a:ext cx="2146748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Development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D49BEE9-2A69-5A4F-1F1B-753CADB594E3}"/>
                </a:ext>
              </a:extLst>
            </p:cNvPr>
            <p:cNvSpPr txBox="1"/>
            <p:nvPr/>
          </p:nvSpPr>
          <p:spPr>
            <a:xfrm>
              <a:off x="5009439" y="5212817"/>
              <a:ext cx="2053523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Marketing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4A7986A-74D4-9E2D-9734-57C9700C36C1}"/>
                </a:ext>
              </a:extLst>
            </p:cNvPr>
            <p:cNvSpPr txBox="1"/>
            <p:nvPr/>
          </p:nvSpPr>
          <p:spPr>
            <a:xfrm>
              <a:off x="7253506" y="1914139"/>
              <a:ext cx="2047564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Finance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33EE051-EF57-476C-0EAF-81ECC33B40AC}"/>
                </a:ext>
              </a:extLst>
            </p:cNvPr>
            <p:cNvSpPr txBox="1"/>
            <p:nvPr/>
          </p:nvSpPr>
          <p:spPr>
            <a:xfrm>
              <a:off x="2719412" y="1914139"/>
              <a:ext cx="2151400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Employee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ED8407D-E8FC-5DB6-EF40-73CF3B62A221}"/>
                </a:ext>
              </a:extLst>
            </p:cNvPr>
            <p:cNvSpPr txBox="1"/>
            <p:nvPr/>
          </p:nvSpPr>
          <p:spPr>
            <a:xfrm>
              <a:off x="9519345" y="5212817"/>
              <a:ext cx="1998064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Manufacturing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62" name="Freeform 61"/>
            <p:cNvSpPr/>
            <p:nvPr/>
          </p:nvSpPr>
          <p:spPr>
            <a:xfrm flipV="1">
              <a:off x="439104" y="2906742"/>
              <a:ext cx="2229841" cy="1159859"/>
            </a:xfrm>
            <a:custGeom>
              <a:avLst/>
              <a:gdLst>
                <a:gd name="connsiteX0" fmla="*/ 1068434 w 2136868"/>
                <a:gd name="connsiteY0" fmla="*/ 1064535 h 1064535"/>
                <a:gd name="connsiteX1" fmla="*/ 2132481 w 2136868"/>
                <a:gd name="connsiteY1" fmla="*/ 88321 h 1064535"/>
                <a:gd name="connsiteX2" fmla="*/ 2136868 w 2136868"/>
                <a:gd name="connsiteY2" fmla="*/ 0 h 1064535"/>
                <a:gd name="connsiteX3" fmla="*/ 0 w 2136868"/>
                <a:gd name="connsiteY3" fmla="*/ 0 h 1064535"/>
                <a:gd name="connsiteX4" fmla="*/ 4387 w 2136868"/>
                <a:gd name="connsiteY4" fmla="*/ 88321 h 1064535"/>
                <a:gd name="connsiteX5" fmla="*/ 1068434 w 2136868"/>
                <a:gd name="connsiteY5" fmla="*/ 1064535 h 1064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6868" h="1064535">
                  <a:moveTo>
                    <a:pt x="1068434" y="1064535"/>
                  </a:moveTo>
                  <a:cubicBezTo>
                    <a:pt x="1622222" y="1064535"/>
                    <a:pt x="2077708" y="636646"/>
                    <a:pt x="2132481" y="88321"/>
                  </a:cubicBezTo>
                  <a:lnTo>
                    <a:pt x="2136868" y="0"/>
                  </a:lnTo>
                  <a:lnTo>
                    <a:pt x="0" y="0"/>
                  </a:lnTo>
                  <a:lnTo>
                    <a:pt x="4387" y="88321"/>
                  </a:lnTo>
                  <a:cubicBezTo>
                    <a:pt x="59160" y="636646"/>
                    <a:pt x="514646" y="1064535"/>
                    <a:pt x="1068434" y="106453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003C524-92A2-D3BD-ABDD-9CB5AC5D6FE9}"/>
                </a:ext>
              </a:extLst>
            </p:cNvPr>
            <p:cNvSpPr/>
            <p:nvPr/>
          </p:nvSpPr>
          <p:spPr>
            <a:xfrm>
              <a:off x="1096824" y="3841687"/>
              <a:ext cx="914400" cy="914400"/>
            </a:xfrm>
            <a:prstGeom prst="ellipse">
              <a:avLst/>
            </a:prstGeom>
            <a:solidFill>
              <a:schemeClr val="accent4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61">
              <a:extLst>
                <a:ext uri="{FF2B5EF4-FFF2-40B4-BE49-F238E27FC236}">
                  <a16:creationId xmlns:a16="http://schemas.microsoft.com/office/drawing/2014/main" id="{CE3ABFF8-F92C-31BB-EE55-1E81BDD32AEA}"/>
                </a:ext>
              </a:extLst>
            </p:cNvPr>
            <p:cNvSpPr/>
            <p:nvPr/>
          </p:nvSpPr>
          <p:spPr>
            <a:xfrm>
              <a:off x="2680192" y="3596228"/>
              <a:ext cx="2229841" cy="1159859"/>
            </a:xfrm>
            <a:custGeom>
              <a:avLst/>
              <a:gdLst>
                <a:gd name="connsiteX0" fmla="*/ 1068434 w 2136868"/>
                <a:gd name="connsiteY0" fmla="*/ 1064535 h 1064535"/>
                <a:gd name="connsiteX1" fmla="*/ 2132481 w 2136868"/>
                <a:gd name="connsiteY1" fmla="*/ 88321 h 1064535"/>
                <a:gd name="connsiteX2" fmla="*/ 2136868 w 2136868"/>
                <a:gd name="connsiteY2" fmla="*/ 0 h 1064535"/>
                <a:gd name="connsiteX3" fmla="*/ 0 w 2136868"/>
                <a:gd name="connsiteY3" fmla="*/ 0 h 1064535"/>
                <a:gd name="connsiteX4" fmla="*/ 4387 w 2136868"/>
                <a:gd name="connsiteY4" fmla="*/ 88321 h 1064535"/>
                <a:gd name="connsiteX5" fmla="*/ 1068434 w 2136868"/>
                <a:gd name="connsiteY5" fmla="*/ 1064535 h 1064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6868" h="1064535">
                  <a:moveTo>
                    <a:pt x="1068434" y="1064535"/>
                  </a:moveTo>
                  <a:cubicBezTo>
                    <a:pt x="1622222" y="1064535"/>
                    <a:pt x="2077708" y="636646"/>
                    <a:pt x="2132481" y="88321"/>
                  </a:cubicBezTo>
                  <a:lnTo>
                    <a:pt x="2136868" y="0"/>
                  </a:lnTo>
                  <a:lnTo>
                    <a:pt x="0" y="0"/>
                  </a:lnTo>
                  <a:lnTo>
                    <a:pt x="4387" y="88321"/>
                  </a:lnTo>
                  <a:cubicBezTo>
                    <a:pt x="59160" y="636646"/>
                    <a:pt x="514646" y="1064535"/>
                    <a:pt x="1068434" y="106453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ora" pitchFamily="2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AD8BF64-C634-72B4-F27A-61787168E271}"/>
                </a:ext>
              </a:extLst>
            </p:cNvPr>
            <p:cNvSpPr/>
            <p:nvPr/>
          </p:nvSpPr>
          <p:spPr>
            <a:xfrm flipV="1">
              <a:off x="3337912" y="2906742"/>
              <a:ext cx="914400" cy="914400"/>
            </a:xfrm>
            <a:prstGeom prst="ellipse">
              <a:avLst/>
            </a:prstGeom>
            <a:solidFill>
              <a:schemeClr val="accent3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 61">
              <a:extLst>
                <a:ext uri="{FF2B5EF4-FFF2-40B4-BE49-F238E27FC236}">
                  <a16:creationId xmlns:a16="http://schemas.microsoft.com/office/drawing/2014/main" id="{EF77B601-8EAF-2FC1-8442-1576161B2D69}"/>
                </a:ext>
              </a:extLst>
            </p:cNvPr>
            <p:cNvSpPr/>
            <p:nvPr/>
          </p:nvSpPr>
          <p:spPr>
            <a:xfrm flipV="1">
              <a:off x="4921280" y="2906742"/>
              <a:ext cx="2229841" cy="1159859"/>
            </a:xfrm>
            <a:custGeom>
              <a:avLst/>
              <a:gdLst>
                <a:gd name="connsiteX0" fmla="*/ 1068434 w 2136868"/>
                <a:gd name="connsiteY0" fmla="*/ 1064535 h 1064535"/>
                <a:gd name="connsiteX1" fmla="*/ 2132481 w 2136868"/>
                <a:gd name="connsiteY1" fmla="*/ 88321 h 1064535"/>
                <a:gd name="connsiteX2" fmla="*/ 2136868 w 2136868"/>
                <a:gd name="connsiteY2" fmla="*/ 0 h 1064535"/>
                <a:gd name="connsiteX3" fmla="*/ 0 w 2136868"/>
                <a:gd name="connsiteY3" fmla="*/ 0 h 1064535"/>
                <a:gd name="connsiteX4" fmla="*/ 4387 w 2136868"/>
                <a:gd name="connsiteY4" fmla="*/ 88321 h 1064535"/>
                <a:gd name="connsiteX5" fmla="*/ 1068434 w 2136868"/>
                <a:gd name="connsiteY5" fmla="*/ 1064535 h 1064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6868" h="1064535">
                  <a:moveTo>
                    <a:pt x="1068434" y="1064535"/>
                  </a:moveTo>
                  <a:cubicBezTo>
                    <a:pt x="1622222" y="1064535"/>
                    <a:pt x="2077708" y="636646"/>
                    <a:pt x="2132481" y="88321"/>
                  </a:cubicBezTo>
                  <a:lnTo>
                    <a:pt x="2136868" y="0"/>
                  </a:lnTo>
                  <a:lnTo>
                    <a:pt x="0" y="0"/>
                  </a:lnTo>
                  <a:lnTo>
                    <a:pt x="4387" y="88321"/>
                  </a:lnTo>
                  <a:cubicBezTo>
                    <a:pt x="59160" y="636646"/>
                    <a:pt x="514646" y="1064535"/>
                    <a:pt x="1068434" y="106453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BB22D3E-59F5-6F74-FA4C-A1DF25C17C66}"/>
                </a:ext>
              </a:extLst>
            </p:cNvPr>
            <p:cNvSpPr/>
            <p:nvPr/>
          </p:nvSpPr>
          <p:spPr>
            <a:xfrm>
              <a:off x="5579000" y="3841687"/>
              <a:ext cx="914400" cy="914400"/>
            </a:xfrm>
            <a:prstGeom prst="ellipse">
              <a:avLst/>
            </a:prstGeom>
            <a:solidFill>
              <a:schemeClr val="accent5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 61">
              <a:extLst>
                <a:ext uri="{FF2B5EF4-FFF2-40B4-BE49-F238E27FC236}">
                  <a16:creationId xmlns:a16="http://schemas.microsoft.com/office/drawing/2014/main" id="{3DD1FB66-56C3-A43F-2ABE-525C62427578}"/>
                </a:ext>
              </a:extLst>
            </p:cNvPr>
            <p:cNvSpPr/>
            <p:nvPr/>
          </p:nvSpPr>
          <p:spPr>
            <a:xfrm>
              <a:off x="7162368" y="3596228"/>
              <a:ext cx="2229841" cy="1159859"/>
            </a:xfrm>
            <a:custGeom>
              <a:avLst/>
              <a:gdLst>
                <a:gd name="connsiteX0" fmla="*/ 1068434 w 2136868"/>
                <a:gd name="connsiteY0" fmla="*/ 1064535 h 1064535"/>
                <a:gd name="connsiteX1" fmla="*/ 2132481 w 2136868"/>
                <a:gd name="connsiteY1" fmla="*/ 88321 h 1064535"/>
                <a:gd name="connsiteX2" fmla="*/ 2136868 w 2136868"/>
                <a:gd name="connsiteY2" fmla="*/ 0 h 1064535"/>
                <a:gd name="connsiteX3" fmla="*/ 0 w 2136868"/>
                <a:gd name="connsiteY3" fmla="*/ 0 h 1064535"/>
                <a:gd name="connsiteX4" fmla="*/ 4387 w 2136868"/>
                <a:gd name="connsiteY4" fmla="*/ 88321 h 1064535"/>
                <a:gd name="connsiteX5" fmla="*/ 1068434 w 2136868"/>
                <a:gd name="connsiteY5" fmla="*/ 1064535 h 1064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6868" h="1064535">
                  <a:moveTo>
                    <a:pt x="1068434" y="1064535"/>
                  </a:moveTo>
                  <a:cubicBezTo>
                    <a:pt x="1622222" y="1064535"/>
                    <a:pt x="2077708" y="636646"/>
                    <a:pt x="2132481" y="88321"/>
                  </a:cubicBezTo>
                  <a:lnTo>
                    <a:pt x="2136868" y="0"/>
                  </a:lnTo>
                  <a:lnTo>
                    <a:pt x="0" y="0"/>
                  </a:lnTo>
                  <a:lnTo>
                    <a:pt x="4387" y="88321"/>
                  </a:lnTo>
                  <a:cubicBezTo>
                    <a:pt x="59160" y="636646"/>
                    <a:pt x="514646" y="1064535"/>
                    <a:pt x="1068434" y="106453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7688CB9-711F-8980-B47B-2941D1D86E28}"/>
                </a:ext>
              </a:extLst>
            </p:cNvPr>
            <p:cNvSpPr/>
            <p:nvPr/>
          </p:nvSpPr>
          <p:spPr>
            <a:xfrm flipV="1">
              <a:off x="7820088" y="2906742"/>
              <a:ext cx="914400" cy="914400"/>
            </a:xfrm>
            <a:prstGeom prst="ellipse">
              <a:avLst/>
            </a:prstGeom>
            <a:solidFill>
              <a:schemeClr val="accent6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 61">
              <a:extLst>
                <a:ext uri="{FF2B5EF4-FFF2-40B4-BE49-F238E27FC236}">
                  <a16:creationId xmlns:a16="http://schemas.microsoft.com/office/drawing/2014/main" id="{95E9E09F-1F66-FED7-19BB-4EE7F4A87724}"/>
                </a:ext>
              </a:extLst>
            </p:cNvPr>
            <p:cNvSpPr/>
            <p:nvPr/>
          </p:nvSpPr>
          <p:spPr>
            <a:xfrm flipV="1">
              <a:off x="9419814" y="2906741"/>
              <a:ext cx="2229841" cy="1159859"/>
            </a:xfrm>
            <a:custGeom>
              <a:avLst/>
              <a:gdLst>
                <a:gd name="connsiteX0" fmla="*/ 1068434 w 2136868"/>
                <a:gd name="connsiteY0" fmla="*/ 1064535 h 1064535"/>
                <a:gd name="connsiteX1" fmla="*/ 2132481 w 2136868"/>
                <a:gd name="connsiteY1" fmla="*/ 88321 h 1064535"/>
                <a:gd name="connsiteX2" fmla="*/ 2136868 w 2136868"/>
                <a:gd name="connsiteY2" fmla="*/ 0 h 1064535"/>
                <a:gd name="connsiteX3" fmla="*/ 0 w 2136868"/>
                <a:gd name="connsiteY3" fmla="*/ 0 h 1064535"/>
                <a:gd name="connsiteX4" fmla="*/ 4387 w 2136868"/>
                <a:gd name="connsiteY4" fmla="*/ 88321 h 1064535"/>
                <a:gd name="connsiteX5" fmla="*/ 1068434 w 2136868"/>
                <a:gd name="connsiteY5" fmla="*/ 1064535 h 1064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6868" h="1064535">
                  <a:moveTo>
                    <a:pt x="1068434" y="1064535"/>
                  </a:moveTo>
                  <a:cubicBezTo>
                    <a:pt x="1622222" y="1064535"/>
                    <a:pt x="2077708" y="636646"/>
                    <a:pt x="2132481" y="88321"/>
                  </a:cubicBezTo>
                  <a:lnTo>
                    <a:pt x="2136868" y="0"/>
                  </a:lnTo>
                  <a:lnTo>
                    <a:pt x="0" y="0"/>
                  </a:lnTo>
                  <a:lnTo>
                    <a:pt x="4387" y="88321"/>
                  </a:lnTo>
                  <a:cubicBezTo>
                    <a:pt x="59160" y="636646"/>
                    <a:pt x="514646" y="1064535"/>
                    <a:pt x="1068434" y="10645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ora" pitchFamily="2" charset="0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83DD778-DDFC-EBF3-5428-F6D239E0B4A1}"/>
                </a:ext>
              </a:extLst>
            </p:cNvPr>
            <p:cNvSpPr/>
            <p:nvPr/>
          </p:nvSpPr>
          <p:spPr>
            <a:xfrm>
              <a:off x="10061177" y="3841687"/>
              <a:ext cx="914400" cy="914400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10A94344-4A53-C0E2-D43E-0C3EAF4F30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79369" y="3926674"/>
              <a:ext cx="631486" cy="631486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6EAFC15A-02E1-848A-BA7A-C97C708DF6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05144" y="3870273"/>
              <a:ext cx="744288" cy="744288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AA380755-A97B-A32B-8DE7-3F16DA738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V="1">
              <a:off x="5752751" y="3116401"/>
              <a:ext cx="566898" cy="555012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6CB58A08-29AB-FDA7-E8DB-7EE2953495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76518" y="3116401"/>
              <a:ext cx="555012" cy="555012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D0889A0C-F09A-DD5B-8374-070FE7551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218293" y="3093823"/>
              <a:ext cx="600168" cy="600168"/>
            </a:xfrm>
            <a:prstGeom prst="rect">
              <a:avLst/>
            </a:prstGeom>
          </p:spPr>
        </p:pic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F12A1F9-2623-073F-801A-0F1146278837}"/>
                </a:ext>
              </a:extLst>
            </p:cNvPr>
            <p:cNvSpPr/>
            <p:nvPr/>
          </p:nvSpPr>
          <p:spPr>
            <a:xfrm>
              <a:off x="1247690" y="4006500"/>
              <a:ext cx="612668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01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8541CA0-F40E-784D-8A0D-F98BA7BA5DAB}"/>
                </a:ext>
              </a:extLst>
            </p:cNvPr>
            <p:cNvSpPr/>
            <p:nvPr/>
          </p:nvSpPr>
          <p:spPr>
            <a:xfrm>
              <a:off x="3463130" y="3071555"/>
              <a:ext cx="663964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02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BB21E96-4A70-382C-6847-961F697C6F28}"/>
                </a:ext>
              </a:extLst>
            </p:cNvPr>
            <p:cNvSpPr/>
            <p:nvPr/>
          </p:nvSpPr>
          <p:spPr>
            <a:xfrm>
              <a:off x="5698607" y="4006500"/>
              <a:ext cx="675186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03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A574C0A-952A-EBD4-1865-0B8A40681076}"/>
                </a:ext>
              </a:extLst>
            </p:cNvPr>
            <p:cNvSpPr/>
            <p:nvPr/>
          </p:nvSpPr>
          <p:spPr>
            <a:xfrm>
              <a:off x="7942100" y="3071555"/>
              <a:ext cx="670376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04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5E87156-0136-F776-3654-213BF4CDB482}"/>
                </a:ext>
              </a:extLst>
            </p:cNvPr>
            <p:cNvSpPr/>
            <p:nvPr/>
          </p:nvSpPr>
          <p:spPr>
            <a:xfrm>
              <a:off x="10184792" y="4006500"/>
              <a:ext cx="667170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3027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C086C18-118F-F278-425D-B92ABD287855}"/>
              </a:ext>
            </a:extLst>
          </p:cNvPr>
          <p:cNvSpPr/>
          <p:nvPr/>
        </p:nvSpPr>
        <p:spPr>
          <a:xfrm>
            <a:off x="-1" y="386818"/>
            <a:ext cx="12192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Lora"/>
              </a:rPr>
              <a:t>Product Strategy Framework Infographics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D6E88A0-B03B-6931-A46E-572C351E976C}"/>
              </a:ext>
            </a:extLst>
          </p:cNvPr>
          <p:cNvGrpSpPr/>
          <p:nvPr/>
        </p:nvGrpSpPr>
        <p:grpSpPr>
          <a:xfrm>
            <a:off x="707989" y="2118330"/>
            <a:ext cx="10776020" cy="3523545"/>
            <a:chOff x="707989" y="2118330"/>
            <a:chExt cx="10776020" cy="3523545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2734636" y="3236013"/>
              <a:ext cx="1484734" cy="6288"/>
            </a:xfrm>
            <a:prstGeom prst="line">
              <a:avLst/>
            </a:prstGeom>
            <a:ln w="317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Oval 2"/>
            <p:cNvSpPr/>
            <p:nvPr/>
          </p:nvSpPr>
          <p:spPr>
            <a:xfrm>
              <a:off x="707989" y="2118330"/>
              <a:ext cx="2241654" cy="224165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922996" y="2333337"/>
              <a:ext cx="1811641" cy="181164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cxnSp>
          <p:nvCxnSpPr>
            <p:cNvPr id="32" name="Straight Connector 31"/>
            <p:cNvCxnSpPr/>
            <p:nvPr/>
          </p:nvCxnSpPr>
          <p:spPr>
            <a:xfrm>
              <a:off x="5566344" y="3236013"/>
              <a:ext cx="1484734" cy="6288"/>
            </a:xfrm>
            <a:prstGeom prst="line">
              <a:avLst/>
            </a:prstGeom>
            <a:ln w="317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/>
            <p:cNvSpPr/>
            <p:nvPr/>
          </p:nvSpPr>
          <p:spPr>
            <a:xfrm>
              <a:off x="3539697" y="2118330"/>
              <a:ext cx="2241654" cy="224165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3754704" y="2333337"/>
              <a:ext cx="1811641" cy="181164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cxnSp>
          <p:nvCxnSpPr>
            <p:cNvPr id="39" name="Straight Connector 38"/>
            <p:cNvCxnSpPr/>
            <p:nvPr/>
          </p:nvCxnSpPr>
          <p:spPr>
            <a:xfrm>
              <a:off x="8398053" y="3236013"/>
              <a:ext cx="1484734" cy="6288"/>
            </a:xfrm>
            <a:prstGeom prst="line">
              <a:avLst/>
            </a:prstGeom>
            <a:ln w="317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Oval 42"/>
            <p:cNvSpPr/>
            <p:nvPr/>
          </p:nvSpPr>
          <p:spPr>
            <a:xfrm>
              <a:off x="6371405" y="2118330"/>
              <a:ext cx="2241654" cy="2241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4" name="Oval 43"/>
            <p:cNvSpPr/>
            <p:nvPr/>
          </p:nvSpPr>
          <p:spPr>
            <a:xfrm>
              <a:off x="6586412" y="2333337"/>
              <a:ext cx="1811641" cy="181164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50" name="Oval 49"/>
            <p:cNvSpPr/>
            <p:nvPr/>
          </p:nvSpPr>
          <p:spPr>
            <a:xfrm>
              <a:off x="9242355" y="2118330"/>
              <a:ext cx="2241654" cy="224165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51" name="Oval 50"/>
            <p:cNvSpPr/>
            <p:nvPr/>
          </p:nvSpPr>
          <p:spPr>
            <a:xfrm>
              <a:off x="9457362" y="2333337"/>
              <a:ext cx="1811641" cy="181164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55684E5-12A0-35FE-F44C-0A87DAF5D582}"/>
                </a:ext>
              </a:extLst>
            </p:cNvPr>
            <p:cNvSpPr txBox="1"/>
            <p:nvPr/>
          </p:nvSpPr>
          <p:spPr>
            <a:xfrm>
              <a:off x="755442" y="4887822"/>
              <a:ext cx="2146748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Development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B58D469-783F-17A5-149F-D3B2AC635D93}"/>
                </a:ext>
              </a:extLst>
            </p:cNvPr>
            <p:cNvSpPr txBox="1"/>
            <p:nvPr/>
          </p:nvSpPr>
          <p:spPr>
            <a:xfrm>
              <a:off x="6465471" y="4887822"/>
              <a:ext cx="2053523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Marketing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8488748-FBF3-16E7-8F4E-633A82EECE3A}"/>
                </a:ext>
              </a:extLst>
            </p:cNvPr>
            <p:cNvSpPr txBox="1"/>
            <p:nvPr/>
          </p:nvSpPr>
          <p:spPr>
            <a:xfrm>
              <a:off x="9339400" y="4887822"/>
              <a:ext cx="2047564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Finance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BABEB91-6B26-CBE9-CA87-183C9DB54C2E}"/>
                </a:ext>
              </a:extLst>
            </p:cNvPr>
            <p:cNvSpPr txBox="1"/>
            <p:nvPr/>
          </p:nvSpPr>
          <p:spPr>
            <a:xfrm>
              <a:off x="3584824" y="4887822"/>
              <a:ext cx="2151400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Employee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E6F8F13-9FE1-F392-9FD4-BBA8FEFAF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270430" y="2849063"/>
              <a:ext cx="780188" cy="78018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CCFA745-88B2-298A-D7B6-A2F2BD740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947374" y="2823349"/>
              <a:ext cx="831616" cy="831616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B3447AB-1744-290F-381F-DC1280958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V="1">
              <a:off x="7081430" y="2836969"/>
              <a:ext cx="821604" cy="80437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098D3F4-2D42-8BED-066E-E69848F8E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418660" y="2829001"/>
              <a:ext cx="820312" cy="8203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013398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113634C-78C2-2194-A8F5-1879428FBD0A}"/>
              </a:ext>
            </a:extLst>
          </p:cNvPr>
          <p:cNvSpPr/>
          <p:nvPr/>
        </p:nvSpPr>
        <p:spPr>
          <a:xfrm>
            <a:off x="-1" y="386818"/>
            <a:ext cx="12192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Lora"/>
              </a:rPr>
              <a:t>Product Strategy Framework Infographics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D37700D-DC94-E9DA-7B23-69740DF39ADF}"/>
              </a:ext>
            </a:extLst>
          </p:cNvPr>
          <p:cNvGrpSpPr/>
          <p:nvPr/>
        </p:nvGrpSpPr>
        <p:grpSpPr>
          <a:xfrm>
            <a:off x="700215" y="2122007"/>
            <a:ext cx="10791568" cy="3693960"/>
            <a:chOff x="700215" y="2122007"/>
            <a:chExt cx="10791568" cy="3693960"/>
          </a:xfrm>
        </p:grpSpPr>
        <p:sp>
          <p:nvSpPr>
            <p:cNvPr id="4" name="Parallelogram 3"/>
            <p:cNvSpPr/>
            <p:nvPr/>
          </p:nvSpPr>
          <p:spPr>
            <a:xfrm>
              <a:off x="1103880" y="2489466"/>
              <a:ext cx="3162779" cy="2755869"/>
            </a:xfrm>
            <a:prstGeom prst="parallelogram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5" name="Parallelogram 4"/>
            <p:cNvSpPr/>
            <p:nvPr/>
          </p:nvSpPr>
          <p:spPr>
            <a:xfrm>
              <a:off x="700215" y="2122007"/>
              <a:ext cx="2963163" cy="1017915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8" name="Parallelogram 7"/>
            <p:cNvSpPr/>
            <p:nvPr/>
          </p:nvSpPr>
          <p:spPr>
            <a:xfrm>
              <a:off x="1117188" y="2336965"/>
              <a:ext cx="2129217" cy="630236"/>
            </a:xfrm>
            <a:prstGeom prst="parallelogram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510779" y="2359696"/>
              <a:ext cx="1342034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Step 1</a:t>
              </a:r>
            </a:p>
          </p:txBody>
        </p:sp>
        <p:sp>
          <p:nvSpPr>
            <p:cNvPr id="20" name="Parallelogram 19"/>
            <p:cNvSpPr/>
            <p:nvPr/>
          </p:nvSpPr>
          <p:spPr>
            <a:xfrm>
              <a:off x="4716442" y="2489466"/>
              <a:ext cx="3162779" cy="2755869"/>
            </a:xfrm>
            <a:prstGeom prst="parallelogram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1" name="Parallelogram 20"/>
            <p:cNvSpPr/>
            <p:nvPr/>
          </p:nvSpPr>
          <p:spPr>
            <a:xfrm>
              <a:off x="4312777" y="2122007"/>
              <a:ext cx="2963163" cy="1017915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2" name="Parallelogram 21"/>
            <p:cNvSpPr/>
            <p:nvPr/>
          </p:nvSpPr>
          <p:spPr>
            <a:xfrm>
              <a:off x="4729750" y="2336965"/>
              <a:ext cx="2129217" cy="630236"/>
            </a:xfrm>
            <a:prstGeom prst="parallelogram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087273" y="2359696"/>
              <a:ext cx="1414170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Step 2</a:t>
              </a:r>
            </a:p>
          </p:txBody>
        </p:sp>
        <p:sp>
          <p:nvSpPr>
            <p:cNvPr id="28" name="Parallelogram 27"/>
            <p:cNvSpPr/>
            <p:nvPr/>
          </p:nvSpPr>
          <p:spPr>
            <a:xfrm>
              <a:off x="8329004" y="2489466"/>
              <a:ext cx="3162779" cy="2755869"/>
            </a:xfrm>
            <a:prstGeom prst="parallelogram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9" name="Parallelogram 28"/>
            <p:cNvSpPr/>
            <p:nvPr/>
          </p:nvSpPr>
          <p:spPr>
            <a:xfrm>
              <a:off x="7925338" y="2122007"/>
              <a:ext cx="2963163" cy="1017915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0" name="Parallelogram 29"/>
            <p:cNvSpPr/>
            <p:nvPr/>
          </p:nvSpPr>
          <p:spPr>
            <a:xfrm>
              <a:off x="8342311" y="2336965"/>
              <a:ext cx="2129217" cy="630236"/>
            </a:xfrm>
            <a:prstGeom prst="parallelogram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8699836" y="2359696"/>
              <a:ext cx="1414170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Step 3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1764826" y="4602013"/>
              <a:ext cx="1213954" cy="121395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" name="Oval 1"/>
            <p:cNvSpPr/>
            <p:nvPr/>
          </p:nvSpPr>
          <p:spPr>
            <a:xfrm>
              <a:off x="1914603" y="4751790"/>
              <a:ext cx="914400" cy="914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5342661" y="4602013"/>
              <a:ext cx="1213954" cy="121395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5492438" y="4751790"/>
              <a:ext cx="914400" cy="914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9006352" y="4602013"/>
              <a:ext cx="1213954" cy="121395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2" name="Oval 41"/>
            <p:cNvSpPr/>
            <p:nvPr/>
          </p:nvSpPr>
          <p:spPr>
            <a:xfrm>
              <a:off x="9156129" y="4751790"/>
              <a:ext cx="914400" cy="914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DAD05ED-6496-0EEB-7ECE-5FD4E1FFA8E5}"/>
                </a:ext>
              </a:extLst>
            </p:cNvPr>
            <p:cNvSpPr txBox="1"/>
            <p:nvPr/>
          </p:nvSpPr>
          <p:spPr>
            <a:xfrm>
              <a:off x="1611895" y="3490374"/>
              <a:ext cx="2146748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Lora" pitchFamily="2" charset="0"/>
                </a:rPr>
                <a:t>Development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242CCA8-1692-849B-C2EC-0A094FA6F0AC}"/>
                </a:ext>
              </a:extLst>
            </p:cNvPr>
            <p:cNvSpPr txBox="1"/>
            <p:nvPr/>
          </p:nvSpPr>
          <p:spPr>
            <a:xfrm>
              <a:off x="8883632" y="3490374"/>
              <a:ext cx="2053523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Lora" pitchFamily="2" charset="0"/>
                </a:rPr>
                <a:t>Marketing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9D54933-1C0B-D0DE-0CE4-C86A6447F518}"/>
                </a:ext>
              </a:extLst>
            </p:cNvPr>
            <p:cNvSpPr txBox="1"/>
            <p:nvPr/>
          </p:nvSpPr>
          <p:spPr>
            <a:xfrm>
              <a:off x="5222131" y="3490374"/>
              <a:ext cx="2151400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Lora" pitchFamily="2" charset="0"/>
                </a:rPr>
                <a:t>Employee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Lora" pitchFamily="2" charset="0"/>
                </a:rPr>
                <a:t>Your human capital and talent to achieve the goal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391B717-F74C-E9F0-1E93-06C5876DA9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84006" y="4943358"/>
              <a:ext cx="531264" cy="53126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970BC34-4DAA-8E0B-6DD8-796A96C93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V="1">
              <a:off x="9380293" y="4980840"/>
              <a:ext cx="466072" cy="4563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D65510A-964B-CF5C-4AFA-CA7543E27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15723" y="4952910"/>
              <a:ext cx="512160" cy="5121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045630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57DED45-6984-C0BA-091E-D6076BD0D82F}"/>
              </a:ext>
            </a:extLst>
          </p:cNvPr>
          <p:cNvSpPr/>
          <p:nvPr/>
        </p:nvSpPr>
        <p:spPr>
          <a:xfrm>
            <a:off x="-1" y="386818"/>
            <a:ext cx="12192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Lora"/>
              </a:rPr>
              <a:t>Product Strategy Framework Infographics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C1670DC-35D9-F43B-F97A-72CF30254B2C}"/>
              </a:ext>
            </a:extLst>
          </p:cNvPr>
          <p:cNvGrpSpPr/>
          <p:nvPr/>
        </p:nvGrpSpPr>
        <p:grpSpPr>
          <a:xfrm>
            <a:off x="1243913" y="1558155"/>
            <a:ext cx="9704173" cy="4812966"/>
            <a:chOff x="1243913" y="1558155"/>
            <a:chExt cx="9704173" cy="4812966"/>
          </a:xfrm>
        </p:grpSpPr>
        <p:sp>
          <p:nvSpPr>
            <p:cNvPr id="76" name="Flowchart: Terminator 75"/>
            <p:cNvSpPr/>
            <p:nvPr/>
          </p:nvSpPr>
          <p:spPr>
            <a:xfrm rot="5400000">
              <a:off x="-15274" y="2868008"/>
              <a:ext cx="4274451" cy="1654746"/>
            </a:xfrm>
            <a:prstGeom prst="flowChartTerminator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ora" pitchFamily="2" charset="0"/>
              </a:endParaRPr>
            </a:p>
          </p:txBody>
        </p:sp>
        <p:sp>
          <p:nvSpPr>
            <p:cNvPr id="77" name="Chevron 76"/>
            <p:cNvSpPr/>
            <p:nvPr/>
          </p:nvSpPr>
          <p:spPr>
            <a:xfrm rot="5400000">
              <a:off x="1583437" y="4954568"/>
              <a:ext cx="1077029" cy="1756078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Lora" pitchFamily="2" charset="0"/>
              </a:endParaRPr>
            </a:p>
          </p:txBody>
        </p:sp>
        <p:sp>
          <p:nvSpPr>
            <p:cNvPr id="78" name="Oval 77"/>
            <p:cNvSpPr/>
            <p:nvPr/>
          </p:nvSpPr>
          <p:spPr>
            <a:xfrm>
              <a:off x="1616906" y="1996726"/>
              <a:ext cx="997708" cy="93111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79" name="Flowchart: Terminator 78"/>
            <p:cNvSpPr/>
            <p:nvPr/>
          </p:nvSpPr>
          <p:spPr>
            <a:xfrm rot="5400000">
              <a:off x="2626238" y="2868008"/>
              <a:ext cx="4274451" cy="1654746"/>
            </a:xfrm>
            <a:prstGeom prst="flowChartTerminator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80" name="Chevron 79"/>
            <p:cNvSpPr/>
            <p:nvPr/>
          </p:nvSpPr>
          <p:spPr>
            <a:xfrm rot="5400000">
              <a:off x="4224949" y="4954568"/>
              <a:ext cx="1077029" cy="1756078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Lora" pitchFamily="2" charset="0"/>
              </a:endParaRPr>
            </a:p>
          </p:txBody>
        </p:sp>
        <p:sp>
          <p:nvSpPr>
            <p:cNvPr id="81" name="Flowchart: Terminator 80"/>
            <p:cNvSpPr/>
            <p:nvPr/>
          </p:nvSpPr>
          <p:spPr>
            <a:xfrm rot="5400000">
              <a:off x="5273939" y="2868008"/>
              <a:ext cx="4274451" cy="1654746"/>
            </a:xfrm>
            <a:prstGeom prst="flowChartTerminator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82" name="Chevron 81"/>
            <p:cNvSpPr/>
            <p:nvPr/>
          </p:nvSpPr>
          <p:spPr>
            <a:xfrm rot="5400000">
              <a:off x="6872650" y="4954568"/>
              <a:ext cx="1077029" cy="1756078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Lora" pitchFamily="2" charset="0"/>
              </a:endParaRPr>
            </a:p>
          </p:txBody>
        </p:sp>
        <p:sp>
          <p:nvSpPr>
            <p:cNvPr id="83" name="Flowchart: Terminator 82"/>
            <p:cNvSpPr/>
            <p:nvPr/>
          </p:nvSpPr>
          <p:spPr>
            <a:xfrm rot="5400000">
              <a:off x="7932822" y="2868008"/>
              <a:ext cx="4274451" cy="1654746"/>
            </a:xfrm>
            <a:prstGeom prst="flowChartTerminator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84" name="Chevron 83"/>
            <p:cNvSpPr/>
            <p:nvPr/>
          </p:nvSpPr>
          <p:spPr>
            <a:xfrm rot="5400000">
              <a:off x="9531532" y="4954568"/>
              <a:ext cx="1077029" cy="1756078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Lora" pitchFamily="2" charset="0"/>
              </a:endParaRPr>
            </a:p>
          </p:txBody>
        </p:sp>
        <p:sp>
          <p:nvSpPr>
            <p:cNvPr id="85" name="Oval 84"/>
            <p:cNvSpPr/>
            <p:nvPr/>
          </p:nvSpPr>
          <p:spPr>
            <a:xfrm>
              <a:off x="1522925" y="1810255"/>
              <a:ext cx="1198052" cy="11980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86" name="Oval 85"/>
            <p:cNvSpPr/>
            <p:nvPr/>
          </p:nvSpPr>
          <p:spPr>
            <a:xfrm>
              <a:off x="1698756" y="1986086"/>
              <a:ext cx="846391" cy="84639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87" name="Oval 86"/>
            <p:cNvSpPr/>
            <p:nvPr/>
          </p:nvSpPr>
          <p:spPr>
            <a:xfrm>
              <a:off x="4164437" y="1810255"/>
              <a:ext cx="1198052" cy="11980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88" name="Oval 87"/>
            <p:cNvSpPr/>
            <p:nvPr/>
          </p:nvSpPr>
          <p:spPr>
            <a:xfrm>
              <a:off x="4340268" y="1986086"/>
              <a:ext cx="846391" cy="846391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89" name="Oval 88"/>
            <p:cNvSpPr/>
            <p:nvPr/>
          </p:nvSpPr>
          <p:spPr>
            <a:xfrm>
              <a:off x="6812138" y="1810255"/>
              <a:ext cx="1198052" cy="11980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90" name="Oval 89"/>
            <p:cNvSpPr/>
            <p:nvPr/>
          </p:nvSpPr>
          <p:spPr>
            <a:xfrm>
              <a:off x="6987969" y="1986086"/>
              <a:ext cx="846391" cy="8463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91" name="Oval 90"/>
            <p:cNvSpPr/>
            <p:nvPr/>
          </p:nvSpPr>
          <p:spPr>
            <a:xfrm>
              <a:off x="9471021" y="1810255"/>
              <a:ext cx="1198052" cy="11980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92" name="Oval 91"/>
            <p:cNvSpPr/>
            <p:nvPr/>
          </p:nvSpPr>
          <p:spPr>
            <a:xfrm>
              <a:off x="9646852" y="1986086"/>
              <a:ext cx="846391" cy="846391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1815617" y="2116895"/>
              <a:ext cx="612668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01</a:t>
              </a:r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4431481" y="2116895"/>
              <a:ext cx="663964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02</a:t>
              </a:r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7073572" y="2116895"/>
              <a:ext cx="675185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03</a:t>
              </a:r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9734859" y="2116895"/>
              <a:ext cx="670376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04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2AE8591-D38C-3FE6-E70C-4229359A0B54}"/>
                </a:ext>
              </a:extLst>
            </p:cNvPr>
            <p:cNvSpPr txBox="1"/>
            <p:nvPr/>
          </p:nvSpPr>
          <p:spPr>
            <a:xfrm>
              <a:off x="1303263" y="4197795"/>
              <a:ext cx="1637376" cy="93871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Lora" pitchFamily="2" charset="0"/>
                </a:rPr>
                <a:t>Development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EA2331-F3C9-15EF-340F-FB780883C62B}"/>
                </a:ext>
              </a:extLst>
            </p:cNvPr>
            <p:cNvSpPr txBox="1"/>
            <p:nvPr/>
          </p:nvSpPr>
          <p:spPr>
            <a:xfrm>
              <a:off x="3944775" y="4197795"/>
              <a:ext cx="1637376" cy="93871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Lora" pitchFamily="2" charset="0"/>
                </a:rPr>
                <a:t>Employee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A5115C3-EF47-1F4C-40E2-D7E79FAE38ED}"/>
                </a:ext>
              </a:extLst>
            </p:cNvPr>
            <p:cNvSpPr txBox="1"/>
            <p:nvPr/>
          </p:nvSpPr>
          <p:spPr>
            <a:xfrm>
              <a:off x="6592476" y="4197795"/>
              <a:ext cx="1637376" cy="93871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Lora" pitchFamily="2" charset="0"/>
                </a:rPr>
                <a:t>Marketing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99F5499-95C7-0B81-2FF6-3BC57A9BDD6A}"/>
                </a:ext>
              </a:extLst>
            </p:cNvPr>
            <p:cNvSpPr txBox="1"/>
            <p:nvPr/>
          </p:nvSpPr>
          <p:spPr>
            <a:xfrm>
              <a:off x="9251359" y="4197795"/>
              <a:ext cx="1637376" cy="93871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Lora" pitchFamily="2" charset="0"/>
                </a:rPr>
                <a:t>Finance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Lora" pitchFamily="2" charset="0"/>
                </a:rPr>
                <a:t>Your human capital and talent to achieve the goal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08C34A7-5C76-5D9B-D69F-72C658FA94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37607" y="3215187"/>
              <a:ext cx="851712" cy="851712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61963E-136E-D9FA-BAAD-BD485C429F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68120" y="3139116"/>
              <a:ext cx="1003854" cy="1003854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D5BEAFA-2E12-B77A-979F-EDFFDD4AE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V="1">
              <a:off x="7028864" y="3266759"/>
              <a:ext cx="764600" cy="74856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0428742-4DC4-2F9B-B912-0CF05F0C67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747667" y="3266759"/>
              <a:ext cx="748568" cy="7485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788849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B84C2C0-80F5-29A4-A864-6F013D6604F7}"/>
              </a:ext>
            </a:extLst>
          </p:cNvPr>
          <p:cNvSpPr/>
          <p:nvPr/>
        </p:nvSpPr>
        <p:spPr>
          <a:xfrm>
            <a:off x="-1" y="386818"/>
            <a:ext cx="12192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Lora"/>
              </a:rPr>
              <a:t>Product Strategy Framework Infographics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64CA3BD-7624-E3C7-2A2F-30AF88BB74A8}"/>
              </a:ext>
            </a:extLst>
          </p:cNvPr>
          <p:cNvGrpSpPr/>
          <p:nvPr/>
        </p:nvGrpSpPr>
        <p:grpSpPr>
          <a:xfrm>
            <a:off x="780238" y="1817730"/>
            <a:ext cx="10631522" cy="4244229"/>
            <a:chOff x="780238" y="1817730"/>
            <a:chExt cx="10631522" cy="4244229"/>
          </a:xfrm>
        </p:grpSpPr>
        <p:sp>
          <p:nvSpPr>
            <p:cNvPr id="19" name="Rectangle 18"/>
            <p:cNvSpPr/>
            <p:nvPr/>
          </p:nvSpPr>
          <p:spPr>
            <a:xfrm>
              <a:off x="1497370" y="3242807"/>
              <a:ext cx="68800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Lora" pitchFamily="2" charset="0"/>
                </a:rPr>
                <a:t>Step 1</a:t>
              </a:r>
            </a:p>
          </p:txBody>
        </p:sp>
        <p:sp>
          <p:nvSpPr>
            <p:cNvPr id="18" name="Right Arrow 17"/>
            <p:cNvSpPr/>
            <p:nvPr/>
          </p:nvSpPr>
          <p:spPr>
            <a:xfrm>
              <a:off x="2018280" y="2841803"/>
              <a:ext cx="1694695" cy="1301045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69324" y="1898119"/>
              <a:ext cx="1768576" cy="325189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12" name="Freeform 11"/>
            <p:cNvSpPr/>
            <p:nvPr/>
          </p:nvSpPr>
          <p:spPr>
            <a:xfrm>
              <a:off x="1251233" y="1866376"/>
              <a:ext cx="1204758" cy="1211636"/>
            </a:xfrm>
            <a:custGeom>
              <a:avLst/>
              <a:gdLst>
                <a:gd name="connsiteX0" fmla="*/ 0 w 1043764"/>
                <a:gd name="connsiteY0" fmla="*/ 0 h 1049723"/>
                <a:gd name="connsiteX1" fmla="*/ 1043764 w 1043764"/>
                <a:gd name="connsiteY1" fmla="*/ 0 h 1049723"/>
                <a:gd name="connsiteX2" fmla="*/ 1043764 w 1043764"/>
                <a:gd name="connsiteY2" fmla="*/ 1049723 h 1049723"/>
                <a:gd name="connsiteX3" fmla="*/ 521882 w 1043764"/>
                <a:gd name="connsiteY3" fmla="*/ 388676 h 1049723"/>
                <a:gd name="connsiteX4" fmla="*/ 0 w 1043764"/>
                <a:gd name="connsiteY4" fmla="*/ 1049723 h 1049723"/>
                <a:gd name="connsiteX5" fmla="*/ 0 w 1043764"/>
                <a:gd name="connsiteY5" fmla="*/ 0 h 1049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43764" h="1049723">
                  <a:moveTo>
                    <a:pt x="0" y="0"/>
                  </a:moveTo>
                  <a:lnTo>
                    <a:pt x="1043764" y="0"/>
                  </a:lnTo>
                  <a:lnTo>
                    <a:pt x="1043764" y="1049723"/>
                  </a:lnTo>
                  <a:lnTo>
                    <a:pt x="521882" y="388676"/>
                  </a:lnTo>
                  <a:lnTo>
                    <a:pt x="0" y="10497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1325892" y="3164661"/>
              <a:ext cx="1055440" cy="105544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6" name="Right Arrow 25"/>
            <p:cNvSpPr/>
            <p:nvPr/>
          </p:nvSpPr>
          <p:spPr>
            <a:xfrm>
              <a:off x="4852679" y="2841803"/>
              <a:ext cx="1694695" cy="1301045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3801032" y="1866376"/>
              <a:ext cx="1768576" cy="325189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8" name="Freeform 27"/>
            <p:cNvSpPr/>
            <p:nvPr/>
          </p:nvSpPr>
          <p:spPr>
            <a:xfrm>
              <a:off x="4082941" y="1866376"/>
              <a:ext cx="1204758" cy="1211636"/>
            </a:xfrm>
            <a:custGeom>
              <a:avLst/>
              <a:gdLst>
                <a:gd name="connsiteX0" fmla="*/ 0 w 1043764"/>
                <a:gd name="connsiteY0" fmla="*/ 0 h 1049723"/>
                <a:gd name="connsiteX1" fmla="*/ 1043764 w 1043764"/>
                <a:gd name="connsiteY1" fmla="*/ 0 h 1049723"/>
                <a:gd name="connsiteX2" fmla="*/ 1043764 w 1043764"/>
                <a:gd name="connsiteY2" fmla="*/ 1049723 h 1049723"/>
                <a:gd name="connsiteX3" fmla="*/ 521882 w 1043764"/>
                <a:gd name="connsiteY3" fmla="*/ 388676 h 1049723"/>
                <a:gd name="connsiteX4" fmla="*/ 0 w 1043764"/>
                <a:gd name="connsiteY4" fmla="*/ 1049723 h 1049723"/>
                <a:gd name="connsiteX5" fmla="*/ 0 w 1043764"/>
                <a:gd name="connsiteY5" fmla="*/ 0 h 1049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43764" h="1049723">
                  <a:moveTo>
                    <a:pt x="0" y="0"/>
                  </a:moveTo>
                  <a:lnTo>
                    <a:pt x="1043764" y="0"/>
                  </a:lnTo>
                  <a:lnTo>
                    <a:pt x="1043764" y="1049723"/>
                  </a:lnTo>
                  <a:lnTo>
                    <a:pt x="521882" y="388676"/>
                  </a:lnTo>
                  <a:lnTo>
                    <a:pt x="0" y="10497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4157600" y="3164661"/>
              <a:ext cx="1055440" cy="10554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2" name="Right Arrow 31"/>
            <p:cNvSpPr/>
            <p:nvPr/>
          </p:nvSpPr>
          <p:spPr>
            <a:xfrm>
              <a:off x="7687078" y="2841803"/>
              <a:ext cx="1694695" cy="1301045"/>
            </a:xfrm>
            <a:prstGeom prst="rightArrow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6632740" y="1866376"/>
              <a:ext cx="1768576" cy="325189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4" name="Freeform 33"/>
            <p:cNvSpPr/>
            <p:nvPr/>
          </p:nvSpPr>
          <p:spPr>
            <a:xfrm>
              <a:off x="6914649" y="1866376"/>
              <a:ext cx="1204758" cy="1211636"/>
            </a:xfrm>
            <a:custGeom>
              <a:avLst/>
              <a:gdLst>
                <a:gd name="connsiteX0" fmla="*/ 0 w 1043764"/>
                <a:gd name="connsiteY0" fmla="*/ 0 h 1049723"/>
                <a:gd name="connsiteX1" fmla="*/ 1043764 w 1043764"/>
                <a:gd name="connsiteY1" fmla="*/ 0 h 1049723"/>
                <a:gd name="connsiteX2" fmla="*/ 1043764 w 1043764"/>
                <a:gd name="connsiteY2" fmla="*/ 1049723 h 1049723"/>
                <a:gd name="connsiteX3" fmla="*/ 521882 w 1043764"/>
                <a:gd name="connsiteY3" fmla="*/ 388676 h 1049723"/>
                <a:gd name="connsiteX4" fmla="*/ 0 w 1043764"/>
                <a:gd name="connsiteY4" fmla="*/ 1049723 h 1049723"/>
                <a:gd name="connsiteX5" fmla="*/ 0 w 1043764"/>
                <a:gd name="connsiteY5" fmla="*/ 0 h 1049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43764" h="1049723">
                  <a:moveTo>
                    <a:pt x="0" y="0"/>
                  </a:moveTo>
                  <a:lnTo>
                    <a:pt x="1043764" y="0"/>
                  </a:lnTo>
                  <a:lnTo>
                    <a:pt x="1043764" y="1049723"/>
                  </a:lnTo>
                  <a:lnTo>
                    <a:pt x="521882" y="388676"/>
                  </a:lnTo>
                  <a:lnTo>
                    <a:pt x="0" y="10497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6989308" y="3164661"/>
              <a:ext cx="1055440" cy="105544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9503690" y="1866376"/>
              <a:ext cx="1768576" cy="325189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0" name="Freeform 39"/>
            <p:cNvSpPr/>
            <p:nvPr/>
          </p:nvSpPr>
          <p:spPr>
            <a:xfrm>
              <a:off x="9785599" y="1866376"/>
              <a:ext cx="1204758" cy="1211636"/>
            </a:xfrm>
            <a:custGeom>
              <a:avLst/>
              <a:gdLst>
                <a:gd name="connsiteX0" fmla="*/ 0 w 1043764"/>
                <a:gd name="connsiteY0" fmla="*/ 0 h 1049723"/>
                <a:gd name="connsiteX1" fmla="*/ 1043764 w 1043764"/>
                <a:gd name="connsiteY1" fmla="*/ 0 h 1049723"/>
                <a:gd name="connsiteX2" fmla="*/ 1043764 w 1043764"/>
                <a:gd name="connsiteY2" fmla="*/ 1049723 h 1049723"/>
                <a:gd name="connsiteX3" fmla="*/ 521882 w 1043764"/>
                <a:gd name="connsiteY3" fmla="*/ 388676 h 1049723"/>
                <a:gd name="connsiteX4" fmla="*/ 0 w 1043764"/>
                <a:gd name="connsiteY4" fmla="*/ 1049723 h 1049723"/>
                <a:gd name="connsiteX5" fmla="*/ 0 w 1043764"/>
                <a:gd name="connsiteY5" fmla="*/ 0 h 1049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43764" h="1049723">
                  <a:moveTo>
                    <a:pt x="0" y="0"/>
                  </a:moveTo>
                  <a:lnTo>
                    <a:pt x="1043764" y="0"/>
                  </a:lnTo>
                  <a:lnTo>
                    <a:pt x="1043764" y="1049723"/>
                  </a:lnTo>
                  <a:lnTo>
                    <a:pt x="521882" y="388676"/>
                  </a:lnTo>
                  <a:lnTo>
                    <a:pt x="0" y="10497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9860258" y="3164661"/>
              <a:ext cx="1055440" cy="10554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D3CF804-C2E4-55B3-5E23-EFDAA9F82865}"/>
                </a:ext>
              </a:extLst>
            </p:cNvPr>
            <p:cNvSpPr/>
            <p:nvPr/>
          </p:nvSpPr>
          <p:spPr>
            <a:xfrm>
              <a:off x="1547278" y="1817730"/>
              <a:ext cx="612668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01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D2CFADF-08BE-6EEF-7347-A913F8296565}"/>
                </a:ext>
              </a:extLst>
            </p:cNvPr>
            <p:cNvSpPr/>
            <p:nvPr/>
          </p:nvSpPr>
          <p:spPr>
            <a:xfrm>
              <a:off x="4353339" y="1817730"/>
              <a:ext cx="663964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02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A228425-7FF5-AE0C-719A-BF744063992E}"/>
                </a:ext>
              </a:extLst>
            </p:cNvPr>
            <p:cNvSpPr/>
            <p:nvPr/>
          </p:nvSpPr>
          <p:spPr>
            <a:xfrm>
              <a:off x="7179436" y="1817730"/>
              <a:ext cx="675186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03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453016E-008C-9DBA-26BC-62563958625A}"/>
                </a:ext>
              </a:extLst>
            </p:cNvPr>
            <p:cNvSpPr/>
            <p:nvPr/>
          </p:nvSpPr>
          <p:spPr>
            <a:xfrm>
              <a:off x="10052791" y="1836343"/>
              <a:ext cx="670376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04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35DF65F-EB20-13FA-CB6B-9372AB9D7857}"/>
                </a:ext>
              </a:extLst>
            </p:cNvPr>
            <p:cNvSpPr txBox="1"/>
            <p:nvPr/>
          </p:nvSpPr>
          <p:spPr>
            <a:xfrm>
              <a:off x="780238" y="5307906"/>
              <a:ext cx="2146748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Development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D96808A-F9F5-826A-FD8D-98068EEDF2C7}"/>
                </a:ext>
              </a:extLst>
            </p:cNvPr>
            <p:cNvSpPr txBox="1"/>
            <p:nvPr/>
          </p:nvSpPr>
          <p:spPr>
            <a:xfrm>
              <a:off x="6490267" y="5307906"/>
              <a:ext cx="2053523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Marketing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1EC996C-0B47-78C1-A3E7-CB2B5910DFBB}"/>
                </a:ext>
              </a:extLst>
            </p:cNvPr>
            <p:cNvSpPr txBox="1"/>
            <p:nvPr/>
          </p:nvSpPr>
          <p:spPr>
            <a:xfrm>
              <a:off x="9364196" y="5307906"/>
              <a:ext cx="2047564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Finance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6016067-B2DC-32B3-D1AB-D9A43ABA7864}"/>
                </a:ext>
              </a:extLst>
            </p:cNvPr>
            <p:cNvSpPr txBox="1"/>
            <p:nvPr/>
          </p:nvSpPr>
          <p:spPr>
            <a:xfrm>
              <a:off x="3609620" y="5307906"/>
              <a:ext cx="2151400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Employee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48CD034-4B13-5D43-D6E0-97B515103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49024" y="3356085"/>
              <a:ext cx="672592" cy="672592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A6C0F00-4E7C-380B-2AD6-F2AC25B85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91609" y="3296012"/>
              <a:ext cx="792738" cy="792738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D8A0647-3158-7C1F-C1C3-8E1A602AE9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V="1">
              <a:off x="7215128" y="3396811"/>
              <a:ext cx="603800" cy="59114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829C6D11-3812-367A-A874-62E2720C4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558042" y="3396811"/>
              <a:ext cx="591140" cy="5911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675081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6DD97E-A42C-0410-BBC9-73DDB05F1E42}"/>
              </a:ext>
            </a:extLst>
          </p:cNvPr>
          <p:cNvSpPr/>
          <p:nvPr/>
        </p:nvSpPr>
        <p:spPr>
          <a:xfrm>
            <a:off x="-1" y="386818"/>
            <a:ext cx="12192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Lora"/>
              </a:rPr>
              <a:t>Product Strategy Framework Infographics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1CDDE1C-D11D-2AD3-F7C4-622C6045A883}"/>
              </a:ext>
            </a:extLst>
          </p:cNvPr>
          <p:cNvGrpSpPr/>
          <p:nvPr/>
        </p:nvGrpSpPr>
        <p:grpSpPr>
          <a:xfrm>
            <a:off x="1121483" y="1436681"/>
            <a:ext cx="9949032" cy="4989500"/>
            <a:chOff x="1121483" y="1436681"/>
            <a:chExt cx="9949032" cy="4989500"/>
          </a:xfrm>
        </p:grpSpPr>
        <p:sp>
          <p:nvSpPr>
            <p:cNvPr id="25" name="TextBox 24"/>
            <p:cNvSpPr txBox="1"/>
            <p:nvPr/>
          </p:nvSpPr>
          <p:spPr>
            <a:xfrm>
              <a:off x="7264024" y="5856794"/>
              <a:ext cx="3754309" cy="56938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Development</a:t>
              </a:r>
            </a:p>
            <a:p>
              <a:pPr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229233" y="3200281"/>
              <a:ext cx="3823890" cy="56938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Employee</a:t>
              </a:r>
            </a:p>
            <a:p>
              <a:pPr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222290" y="4969435"/>
              <a:ext cx="3837777" cy="56938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Marketing</a:t>
              </a:r>
            </a:p>
            <a:p>
              <a:pPr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211841" y="4074604"/>
              <a:ext cx="3858674" cy="56938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Manufacturing</a:t>
              </a:r>
            </a:p>
            <a:p>
              <a:pPr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252475" y="2320704"/>
              <a:ext cx="3777407" cy="56938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Finance</a:t>
              </a:r>
            </a:p>
            <a:p>
              <a:pPr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277547" y="1436681"/>
              <a:ext cx="3727262" cy="56938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Usability</a:t>
              </a:r>
            </a:p>
            <a:p>
              <a:pPr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3" name="Flowchart: Preparation 2"/>
            <p:cNvSpPr/>
            <p:nvPr/>
          </p:nvSpPr>
          <p:spPr>
            <a:xfrm rot="16200000">
              <a:off x="2340534" y="2792149"/>
              <a:ext cx="2488806" cy="2169662"/>
            </a:xfrm>
            <a:prstGeom prst="flowChartPreparati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" name="Flowchart: Preparation 3"/>
            <p:cNvSpPr/>
            <p:nvPr/>
          </p:nvSpPr>
          <p:spPr>
            <a:xfrm rot="16200000">
              <a:off x="859424" y="3198584"/>
              <a:ext cx="1712268" cy="1188149"/>
            </a:xfrm>
            <a:prstGeom prst="flowChartPreparation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5" name="Flowchart: Preparation 4"/>
            <p:cNvSpPr/>
            <p:nvPr/>
          </p:nvSpPr>
          <p:spPr>
            <a:xfrm rot="9505387">
              <a:off x="1797925" y="1558444"/>
              <a:ext cx="1712267" cy="1188149"/>
            </a:xfrm>
            <a:prstGeom prst="flowChartPreparati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9" name="Flowchart: Preparation 8"/>
            <p:cNvSpPr/>
            <p:nvPr/>
          </p:nvSpPr>
          <p:spPr>
            <a:xfrm rot="12241674">
              <a:off x="3672129" y="1534317"/>
              <a:ext cx="1712267" cy="1188149"/>
            </a:xfrm>
            <a:prstGeom prst="flowChartPreparation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10" name="Flowchart: Preparation 9"/>
            <p:cNvSpPr/>
            <p:nvPr/>
          </p:nvSpPr>
          <p:spPr>
            <a:xfrm rot="16200000">
              <a:off x="4596051" y="3198584"/>
              <a:ext cx="1712268" cy="1188149"/>
            </a:xfrm>
            <a:prstGeom prst="flowChartPreparati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12" name="Flowchart: Preparation 11"/>
            <p:cNvSpPr/>
            <p:nvPr/>
          </p:nvSpPr>
          <p:spPr>
            <a:xfrm rot="9163951">
              <a:off x="3845707" y="4879692"/>
              <a:ext cx="1712267" cy="1188149"/>
            </a:xfrm>
            <a:prstGeom prst="flowChartPreparatio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13" name="Flowchart: Preparation 12"/>
            <p:cNvSpPr/>
            <p:nvPr/>
          </p:nvSpPr>
          <p:spPr>
            <a:xfrm rot="12281041">
              <a:off x="1770812" y="4856722"/>
              <a:ext cx="1712267" cy="1188149"/>
            </a:xfrm>
            <a:prstGeom prst="flowChartPreparation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0481" y="1860610"/>
              <a:ext cx="535566" cy="535566"/>
            </a:xfrm>
            <a:prstGeom prst="rect">
              <a:avLst/>
            </a:prstGeom>
          </p:spPr>
        </p:pic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89813" y="1788273"/>
              <a:ext cx="728491" cy="728491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78226" y="3418698"/>
              <a:ext cx="747919" cy="747919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V="1">
              <a:off x="2246086" y="5077922"/>
              <a:ext cx="761719" cy="745748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6F9ECF3-1E22-1E12-9596-EB881AB316F2}"/>
                </a:ext>
              </a:extLst>
            </p:cNvPr>
            <p:cNvSpPr/>
            <p:nvPr/>
          </p:nvSpPr>
          <p:spPr>
            <a:xfrm>
              <a:off x="2397754" y="3236226"/>
              <a:ext cx="2395581" cy="11128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3200" b="1" dirty="0">
                  <a:latin typeface="Lora" pitchFamily="2" charset="0"/>
                </a:rPr>
                <a:t>Product </a:t>
              </a:r>
            </a:p>
            <a:p>
              <a:pPr algn="ctr"/>
              <a:r>
                <a:rPr lang="en-US" sz="3200" b="1" dirty="0">
                  <a:latin typeface="Lora" pitchFamily="2" charset="0"/>
                </a:rPr>
                <a:t>Strategy 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AFA602F-CF75-BCA3-83E3-0EBA42EB04ED}"/>
                </a:ext>
              </a:extLst>
            </p:cNvPr>
            <p:cNvSpPr/>
            <p:nvPr/>
          </p:nvSpPr>
          <p:spPr>
            <a:xfrm>
              <a:off x="6906484" y="1436681"/>
              <a:ext cx="357540" cy="35754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C0D5ADD-496C-08C1-6E00-131DEA1E933F}"/>
                </a:ext>
              </a:extLst>
            </p:cNvPr>
            <p:cNvSpPr/>
            <p:nvPr/>
          </p:nvSpPr>
          <p:spPr>
            <a:xfrm>
              <a:off x="6906484" y="2319933"/>
              <a:ext cx="357540" cy="3575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6B983AD-CDAE-819B-1408-059D794FC254}"/>
                </a:ext>
              </a:extLst>
            </p:cNvPr>
            <p:cNvSpPr/>
            <p:nvPr/>
          </p:nvSpPr>
          <p:spPr>
            <a:xfrm>
              <a:off x="6920007" y="3214764"/>
              <a:ext cx="357540" cy="3575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569FBA9-01FD-D5BF-B909-90618DC92599}"/>
                </a:ext>
              </a:extLst>
            </p:cNvPr>
            <p:cNvSpPr/>
            <p:nvPr/>
          </p:nvSpPr>
          <p:spPr>
            <a:xfrm>
              <a:off x="6903421" y="4082076"/>
              <a:ext cx="357540" cy="35754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77FA4EF-B569-A507-ECA4-B98DED53750D}"/>
                </a:ext>
              </a:extLst>
            </p:cNvPr>
            <p:cNvSpPr/>
            <p:nvPr/>
          </p:nvSpPr>
          <p:spPr>
            <a:xfrm>
              <a:off x="6920007" y="4969435"/>
              <a:ext cx="357540" cy="35754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883D9A6-C24E-C8AC-C8C6-64223557B0B2}"/>
                </a:ext>
              </a:extLst>
            </p:cNvPr>
            <p:cNvSpPr/>
            <p:nvPr/>
          </p:nvSpPr>
          <p:spPr>
            <a:xfrm>
              <a:off x="6920734" y="5844219"/>
              <a:ext cx="357540" cy="35754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F0AC8E6C-CEAE-88A3-03CC-4D642F9DFE4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419988" y="3497088"/>
              <a:ext cx="591140" cy="591140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7E8411FC-5AD2-E080-382F-CE853EB5881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429965" y="5201891"/>
              <a:ext cx="543750" cy="5437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90419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93513C2-3528-51F6-1936-1434E9E66F8A}"/>
              </a:ext>
            </a:extLst>
          </p:cNvPr>
          <p:cNvSpPr/>
          <p:nvPr/>
        </p:nvSpPr>
        <p:spPr>
          <a:xfrm>
            <a:off x="-1" y="386818"/>
            <a:ext cx="12192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Lora"/>
              </a:rPr>
              <a:t>Product Strategy Framework Infographics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67C25F3-CCCC-AC6F-682E-BB11D5F23F9B}"/>
              </a:ext>
            </a:extLst>
          </p:cNvPr>
          <p:cNvGrpSpPr/>
          <p:nvPr/>
        </p:nvGrpSpPr>
        <p:grpSpPr>
          <a:xfrm>
            <a:off x="311335" y="1791539"/>
            <a:ext cx="11569328" cy="4100360"/>
            <a:chOff x="311335" y="1791539"/>
            <a:chExt cx="11569328" cy="4100360"/>
          </a:xfrm>
        </p:grpSpPr>
        <p:sp>
          <p:nvSpPr>
            <p:cNvPr id="2" name="Rounded Rectangle 1"/>
            <p:cNvSpPr/>
            <p:nvPr/>
          </p:nvSpPr>
          <p:spPr>
            <a:xfrm>
              <a:off x="451107" y="2301074"/>
              <a:ext cx="2537564" cy="253756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730670" y="1791539"/>
              <a:ext cx="1978438" cy="176338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862678" y="2411621"/>
              <a:ext cx="1714422" cy="52322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Lora" pitchFamily="2" charset="0"/>
                </a:rPr>
                <a:t>Step 1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11335" y="5137846"/>
              <a:ext cx="2817108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Development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344131" y="2292058"/>
              <a:ext cx="2537564" cy="253756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623694" y="1791539"/>
              <a:ext cx="1978438" cy="176338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709873" y="2411621"/>
              <a:ext cx="1806080" cy="52322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Lora" pitchFamily="2" charset="0"/>
                </a:rPr>
                <a:t>Step 2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211050" y="5137846"/>
              <a:ext cx="2803726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Employee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210839" y="2283042"/>
              <a:ext cx="2537564" cy="253756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490402" y="1817922"/>
              <a:ext cx="1978438" cy="17633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576581" y="2438004"/>
              <a:ext cx="1806080" cy="52322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Lora" pitchFamily="2" charset="0"/>
                </a:rPr>
                <a:t>Step 3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088327" y="5137846"/>
              <a:ext cx="2782588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Marketing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9154663" y="2295632"/>
              <a:ext cx="2537564" cy="253756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434226" y="1791539"/>
              <a:ext cx="1978438" cy="1763384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9520405" y="2411621"/>
              <a:ext cx="1806080" cy="52322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Lora" pitchFamily="2" charset="0"/>
                </a:rPr>
                <a:t>Step 4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966227" y="5137846"/>
              <a:ext cx="2914436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Manufacturing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7AC69C5-0A5E-8E29-7320-762B398104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222819" y="3711915"/>
              <a:ext cx="780188" cy="780188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9645A36-B15F-562A-4C5D-4F0B7B8683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007637" y="3686201"/>
              <a:ext cx="831616" cy="83161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72C7CC8-3CCE-F2F7-B50E-EE792A32A98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V="1">
              <a:off x="7068819" y="3699821"/>
              <a:ext cx="821604" cy="804376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A7A3550-CD67-D4E5-7BEB-4CAB12E49CC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09733" y="3691853"/>
              <a:ext cx="820312" cy="8203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696666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48EBFE-E9EB-E50C-AB92-CC16E47085A4}"/>
              </a:ext>
            </a:extLst>
          </p:cNvPr>
          <p:cNvSpPr/>
          <p:nvPr/>
        </p:nvSpPr>
        <p:spPr>
          <a:xfrm>
            <a:off x="-1" y="386818"/>
            <a:ext cx="12192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Lora"/>
              </a:rPr>
              <a:t>Product Strategy Framework Infographics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DAB3A67-8FC2-3D00-9EB6-1FC7F3BD874B}"/>
              </a:ext>
            </a:extLst>
          </p:cNvPr>
          <p:cNvGrpSpPr/>
          <p:nvPr/>
        </p:nvGrpSpPr>
        <p:grpSpPr>
          <a:xfrm>
            <a:off x="248400" y="2408068"/>
            <a:ext cx="11695198" cy="2886210"/>
            <a:chOff x="248400" y="2408068"/>
            <a:chExt cx="11695198" cy="2886210"/>
          </a:xfrm>
        </p:grpSpPr>
        <p:sp>
          <p:nvSpPr>
            <p:cNvPr id="2" name="Chevron 1"/>
            <p:cNvSpPr/>
            <p:nvPr/>
          </p:nvSpPr>
          <p:spPr>
            <a:xfrm flipV="1">
              <a:off x="248400" y="3711314"/>
              <a:ext cx="3106583" cy="1582964"/>
            </a:xfrm>
            <a:prstGeom prst="chevron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Lora" pitchFamily="2" charset="0"/>
              </a:endParaRPr>
            </a:p>
          </p:txBody>
        </p:sp>
        <p:sp>
          <p:nvSpPr>
            <p:cNvPr id="4" name="Chevron 3"/>
            <p:cNvSpPr/>
            <p:nvPr/>
          </p:nvSpPr>
          <p:spPr>
            <a:xfrm flipV="1">
              <a:off x="3127672" y="3711313"/>
              <a:ext cx="3106584" cy="1582964"/>
            </a:xfrm>
            <a:prstGeom prst="chevro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Lora" pitchFamily="2" charset="0"/>
              </a:endParaRPr>
            </a:p>
          </p:txBody>
        </p:sp>
        <p:sp>
          <p:nvSpPr>
            <p:cNvPr id="5" name="Chevron 4"/>
            <p:cNvSpPr/>
            <p:nvPr/>
          </p:nvSpPr>
          <p:spPr>
            <a:xfrm flipV="1">
              <a:off x="8837014" y="3711314"/>
              <a:ext cx="3106584" cy="1582964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Lora" pitchFamily="2" charset="0"/>
              </a:endParaRPr>
            </a:p>
          </p:txBody>
        </p:sp>
        <p:sp>
          <p:nvSpPr>
            <p:cNvPr id="7" name="Chevron 6"/>
            <p:cNvSpPr/>
            <p:nvPr/>
          </p:nvSpPr>
          <p:spPr>
            <a:xfrm flipV="1">
              <a:off x="5922373" y="3711314"/>
              <a:ext cx="3106584" cy="1582964"/>
            </a:xfrm>
            <a:prstGeom prst="chevron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Lora" pitchFamily="2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779D201-3D61-9694-2314-0529817E68DC}"/>
                </a:ext>
              </a:extLst>
            </p:cNvPr>
            <p:cNvSpPr txBox="1"/>
            <p:nvPr/>
          </p:nvSpPr>
          <p:spPr>
            <a:xfrm>
              <a:off x="816303" y="2408068"/>
              <a:ext cx="1970777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Development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D029482-EA6C-4E31-DB21-BD148DCE21B0}"/>
                </a:ext>
              </a:extLst>
            </p:cNvPr>
            <p:cNvSpPr txBox="1"/>
            <p:nvPr/>
          </p:nvSpPr>
          <p:spPr>
            <a:xfrm>
              <a:off x="3661532" y="2408068"/>
              <a:ext cx="2038865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Employee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E5F5E96-7F71-6948-301A-53F3E89232C0}"/>
                </a:ext>
              </a:extLst>
            </p:cNvPr>
            <p:cNvSpPr txBox="1"/>
            <p:nvPr/>
          </p:nvSpPr>
          <p:spPr>
            <a:xfrm>
              <a:off x="6463919" y="2408068"/>
              <a:ext cx="2023493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Marketing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E281474-AB85-9238-06E5-16AA84E85934}"/>
                </a:ext>
              </a:extLst>
            </p:cNvPr>
            <p:cNvSpPr txBox="1"/>
            <p:nvPr/>
          </p:nvSpPr>
          <p:spPr>
            <a:xfrm>
              <a:off x="9370874" y="2408068"/>
              <a:ext cx="2038865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Manufacturing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C855522-43EC-4E7B-49A2-88E2001AC1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56224" y="4078055"/>
              <a:ext cx="849480" cy="84948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15B31D9-CEE6-55C1-30C3-25775ECC17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89695" y="4002185"/>
              <a:ext cx="1001222" cy="1001222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3F313E9-6A9C-942D-4E03-8252CB3101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V="1">
              <a:off x="7094367" y="4129493"/>
              <a:ext cx="762596" cy="746606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C4658AC-8F49-E189-D314-F6E19450EE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428388" y="4129493"/>
              <a:ext cx="746606" cy="7466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40616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D5A7E75-EC32-E2E4-B743-06BED34020AF}"/>
              </a:ext>
            </a:extLst>
          </p:cNvPr>
          <p:cNvSpPr/>
          <p:nvPr/>
        </p:nvSpPr>
        <p:spPr>
          <a:xfrm>
            <a:off x="-1" y="386818"/>
            <a:ext cx="12192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Lora"/>
              </a:rPr>
              <a:t>Product Strategy Framework Infographics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CE01D40-45BC-DE61-9CE5-AA6212E2F327}"/>
              </a:ext>
            </a:extLst>
          </p:cNvPr>
          <p:cNvGrpSpPr/>
          <p:nvPr/>
        </p:nvGrpSpPr>
        <p:grpSpPr>
          <a:xfrm>
            <a:off x="298450" y="2109384"/>
            <a:ext cx="11595099" cy="3625913"/>
            <a:chOff x="298450" y="2109384"/>
            <a:chExt cx="11595099" cy="3625913"/>
          </a:xfrm>
        </p:grpSpPr>
        <p:sp>
          <p:nvSpPr>
            <p:cNvPr id="3" name="Rectangle 2"/>
            <p:cNvSpPr/>
            <p:nvPr/>
          </p:nvSpPr>
          <p:spPr>
            <a:xfrm>
              <a:off x="2646546" y="3105657"/>
              <a:ext cx="2202714" cy="26296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</a:pPr>
              <a:endParaRPr lang="en-US" dirty="0">
                <a:solidFill>
                  <a:schemeClr val="bg1"/>
                </a:solidFill>
                <a:latin typeface="Lora" pitchFamily="2" charset="0"/>
              </a:endParaRPr>
            </a:p>
          </p:txBody>
        </p:sp>
        <p:sp>
          <p:nvSpPr>
            <p:cNvPr id="2" name="Flowchart: Preparation 1"/>
            <p:cNvSpPr/>
            <p:nvPr/>
          </p:nvSpPr>
          <p:spPr>
            <a:xfrm rot="5400000">
              <a:off x="3092329" y="2108756"/>
              <a:ext cx="1311148" cy="1312404"/>
            </a:xfrm>
            <a:prstGeom prst="flowChartPreparation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1000" sy="101000" algn="ctr" rotWithShape="0">
                <a:prstClr val="black">
                  <a:alpha val="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" name="Flowchart: Preparation 3"/>
            <p:cNvSpPr/>
            <p:nvPr/>
          </p:nvSpPr>
          <p:spPr>
            <a:xfrm rot="5400000">
              <a:off x="3202908" y="2219441"/>
              <a:ext cx="1089990" cy="1091035"/>
            </a:xfrm>
            <a:prstGeom prst="flowChartPreparation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98450" y="3105657"/>
              <a:ext cx="2202714" cy="26296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</a:pPr>
              <a:endParaRPr lang="en-US" dirty="0">
                <a:solidFill>
                  <a:schemeClr val="bg1"/>
                </a:solidFill>
                <a:latin typeface="Lora" pitchFamily="2" charset="0"/>
              </a:endParaRPr>
            </a:p>
          </p:txBody>
        </p:sp>
        <p:sp>
          <p:nvSpPr>
            <p:cNvPr id="39" name="Flowchart: Preparation 38"/>
            <p:cNvSpPr/>
            <p:nvPr/>
          </p:nvSpPr>
          <p:spPr>
            <a:xfrm rot="5400000">
              <a:off x="744233" y="2108756"/>
              <a:ext cx="1311148" cy="1312404"/>
            </a:xfrm>
            <a:prstGeom prst="flowChartPreparation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1000" sy="101000" algn="ctr" rotWithShape="0">
                <a:prstClr val="black">
                  <a:alpha val="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0" name="Flowchart: Preparation 39"/>
            <p:cNvSpPr/>
            <p:nvPr/>
          </p:nvSpPr>
          <p:spPr>
            <a:xfrm rot="5400000">
              <a:off x="854812" y="2219441"/>
              <a:ext cx="1089990" cy="1091035"/>
            </a:xfrm>
            <a:prstGeom prst="flowChartPreparatio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7342738" y="3105657"/>
              <a:ext cx="2202714" cy="262964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</a:pPr>
              <a:endParaRPr lang="en-US" dirty="0">
                <a:solidFill>
                  <a:schemeClr val="bg1"/>
                </a:solidFill>
                <a:latin typeface="Lora" pitchFamily="2" charset="0"/>
              </a:endParaRPr>
            </a:p>
          </p:txBody>
        </p:sp>
        <p:sp>
          <p:nvSpPr>
            <p:cNvPr id="45" name="Flowchart: Preparation 44"/>
            <p:cNvSpPr/>
            <p:nvPr/>
          </p:nvSpPr>
          <p:spPr>
            <a:xfrm rot="5400000">
              <a:off x="7788522" y="2108756"/>
              <a:ext cx="1311148" cy="1312404"/>
            </a:xfrm>
            <a:prstGeom prst="flowChartPreparation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1000" sy="101000" algn="ctr" rotWithShape="0">
                <a:prstClr val="black">
                  <a:alpha val="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6" name="Flowchart: Preparation 45"/>
            <p:cNvSpPr/>
            <p:nvPr/>
          </p:nvSpPr>
          <p:spPr>
            <a:xfrm rot="5400000">
              <a:off x="7899100" y="2219441"/>
              <a:ext cx="1089990" cy="1091035"/>
            </a:xfrm>
            <a:prstGeom prst="flowChartPreparation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994642" y="3105657"/>
              <a:ext cx="2202714" cy="26296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</a:pPr>
              <a:endParaRPr lang="en-US" dirty="0">
                <a:solidFill>
                  <a:schemeClr val="bg1"/>
                </a:solidFill>
                <a:latin typeface="Lora" pitchFamily="2" charset="0"/>
              </a:endParaRPr>
            </a:p>
          </p:txBody>
        </p:sp>
        <p:sp>
          <p:nvSpPr>
            <p:cNvPr id="51" name="Flowchart: Preparation 50"/>
            <p:cNvSpPr/>
            <p:nvPr/>
          </p:nvSpPr>
          <p:spPr>
            <a:xfrm rot="5400000">
              <a:off x="5440426" y="2108756"/>
              <a:ext cx="1311148" cy="1312404"/>
            </a:xfrm>
            <a:prstGeom prst="flowChartPreparation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1000" sy="101000" algn="ctr" rotWithShape="0">
                <a:prstClr val="black">
                  <a:alpha val="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52" name="Flowchart: Preparation 51"/>
            <p:cNvSpPr/>
            <p:nvPr/>
          </p:nvSpPr>
          <p:spPr>
            <a:xfrm rot="5400000">
              <a:off x="5551004" y="2219441"/>
              <a:ext cx="1089990" cy="1091035"/>
            </a:xfrm>
            <a:prstGeom prst="flowChartPreparati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9690835" y="3105657"/>
              <a:ext cx="2202714" cy="26296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</a:pPr>
              <a:endParaRPr lang="en-US" dirty="0">
                <a:solidFill>
                  <a:schemeClr val="bg1"/>
                </a:solidFill>
                <a:latin typeface="Lora" pitchFamily="2" charset="0"/>
              </a:endParaRPr>
            </a:p>
          </p:txBody>
        </p:sp>
        <p:sp>
          <p:nvSpPr>
            <p:cNvPr id="57" name="Flowchart: Preparation 56"/>
            <p:cNvSpPr/>
            <p:nvPr/>
          </p:nvSpPr>
          <p:spPr>
            <a:xfrm rot="5400000">
              <a:off x="10136618" y="2108756"/>
              <a:ext cx="1311148" cy="1312404"/>
            </a:xfrm>
            <a:prstGeom prst="flowChartPreparation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1000" sy="101000" algn="ctr" rotWithShape="0">
                <a:prstClr val="black">
                  <a:alpha val="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58" name="Flowchart: Preparation 57"/>
            <p:cNvSpPr/>
            <p:nvPr/>
          </p:nvSpPr>
          <p:spPr>
            <a:xfrm rot="5400000">
              <a:off x="10247197" y="2219441"/>
              <a:ext cx="1089990" cy="1091035"/>
            </a:xfrm>
            <a:prstGeom prst="flowChartPreparati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67759B1-C09F-E0DD-975C-B608A8F199C4}"/>
                </a:ext>
              </a:extLst>
            </p:cNvPr>
            <p:cNvSpPr txBox="1"/>
            <p:nvPr/>
          </p:nvSpPr>
          <p:spPr>
            <a:xfrm>
              <a:off x="326433" y="3828008"/>
              <a:ext cx="2146748" cy="118494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b="1" dirty="0">
                  <a:solidFill>
                    <a:schemeClr val="bg1"/>
                  </a:solidFill>
                  <a:latin typeface="Lora" pitchFamily="2" charset="0"/>
                </a:rPr>
                <a:t>Development</a:t>
              </a:r>
            </a:p>
            <a:p>
              <a:pPr algn="ctr">
                <a:spcBef>
                  <a:spcPts val="600"/>
                </a:spcBef>
              </a:pPr>
              <a:r>
                <a:rPr lang="en-US" sz="1600" dirty="0">
                  <a:solidFill>
                    <a:schemeClr val="bg1"/>
                  </a:solidFill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A3A6088-6FF8-2832-CA85-9CFD2CAEA226}"/>
                </a:ext>
              </a:extLst>
            </p:cNvPr>
            <p:cNvSpPr txBox="1"/>
            <p:nvPr/>
          </p:nvSpPr>
          <p:spPr>
            <a:xfrm>
              <a:off x="5069238" y="3828008"/>
              <a:ext cx="2053523" cy="118494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b="1" dirty="0">
                  <a:solidFill>
                    <a:schemeClr val="bg1"/>
                  </a:solidFill>
                  <a:latin typeface="Lora" pitchFamily="2" charset="0"/>
                </a:rPr>
                <a:t>Marketing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600" dirty="0">
                  <a:solidFill>
                    <a:schemeClr val="bg1"/>
                  </a:solidFill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89C708D-72F3-7E12-F403-738BB76B4D1C}"/>
                </a:ext>
              </a:extLst>
            </p:cNvPr>
            <p:cNvSpPr txBox="1"/>
            <p:nvPr/>
          </p:nvSpPr>
          <p:spPr>
            <a:xfrm>
              <a:off x="7420313" y="3828008"/>
              <a:ext cx="2047564" cy="118494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b="1" dirty="0">
                  <a:solidFill>
                    <a:schemeClr val="bg1"/>
                  </a:solidFill>
                  <a:latin typeface="Lora" pitchFamily="2" charset="0"/>
                </a:rPr>
                <a:t>Finance</a:t>
              </a:r>
            </a:p>
            <a:p>
              <a:pPr algn="ctr">
                <a:spcBef>
                  <a:spcPts val="600"/>
                </a:spcBef>
              </a:pPr>
              <a:r>
                <a:rPr lang="en-US" sz="1600" dirty="0">
                  <a:solidFill>
                    <a:schemeClr val="bg1"/>
                  </a:solidFill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847E229-427A-0A30-C8E9-83C97F48CAEE}"/>
                </a:ext>
              </a:extLst>
            </p:cNvPr>
            <p:cNvSpPr txBox="1"/>
            <p:nvPr/>
          </p:nvSpPr>
          <p:spPr>
            <a:xfrm>
              <a:off x="9793160" y="3828008"/>
              <a:ext cx="1998064" cy="118494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b="1" dirty="0">
                  <a:solidFill>
                    <a:schemeClr val="bg1"/>
                  </a:solidFill>
                  <a:latin typeface="Lora" pitchFamily="2" charset="0"/>
                </a:rPr>
                <a:t>Manufacturing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600" dirty="0">
                  <a:solidFill>
                    <a:schemeClr val="bg1"/>
                  </a:solidFill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D9ED474-F6D6-87F1-E845-7C74CECFC86A}"/>
                </a:ext>
              </a:extLst>
            </p:cNvPr>
            <p:cNvSpPr txBox="1"/>
            <p:nvPr/>
          </p:nvSpPr>
          <p:spPr>
            <a:xfrm>
              <a:off x="2672203" y="3828008"/>
              <a:ext cx="2151400" cy="118494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b="1" dirty="0">
                  <a:solidFill>
                    <a:schemeClr val="bg1"/>
                  </a:solidFill>
                  <a:latin typeface="Lora" pitchFamily="2" charset="0"/>
                </a:rPr>
                <a:t>Employee</a:t>
              </a:r>
            </a:p>
            <a:p>
              <a:pPr algn="ctr">
                <a:spcBef>
                  <a:spcPts val="600"/>
                </a:spcBef>
              </a:pPr>
              <a:r>
                <a:rPr lang="en-US" sz="1600" dirty="0">
                  <a:solidFill>
                    <a:schemeClr val="bg1"/>
                  </a:solidFill>
                  <a:latin typeface="Lora" pitchFamily="2" charset="0"/>
                </a:rPr>
                <a:t>Your human capital and talent to achieve the goal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19753CC-B64E-6854-D6CC-703349891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43061" y="2460116"/>
              <a:ext cx="609684" cy="60968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F48C599-CB59-4828-0037-67CFB7E5A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19159" y="2440022"/>
              <a:ext cx="649872" cy="649872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1C22603-1A47-3EC4-BC1B-964FCE36E3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V="1">
              <a:off x="5774974" y="2450664"/>
              <a:ext cx="642050" cy="628588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CCD42AE-9C59-E29F-13A7-D13076592B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79287" y="2444438"/>
              <a:ext cx="641040" cy="64104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D7FBFF75-8ECF-C101-5E3F-5C243C24AEC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520317" y="2493083"/>
              <a:ext cx="543750" cy="5437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570884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C56D00D5-F643-C5D5-93AF-BA1F3DFDFD15}"/>
              </a:ext>
            </a:extLst>
          </p:cNvPr>
          <p:cNvGrpSpPr/>
          <p:nvPr/>
        </p:nvGrpSpPr>
        <p:grpSpPr>
          <a:xfrm>
            <a:off x="630716" y="2146254"/>
            <a:ext cx="10930566" cy="3448518"/>
            <a:chOff x="776156" y="2210557"/>
            <a:chExt cx="10930566" cy="3448518"/>
          </a:xfrm>
        </p:grpSpPr>
        <p:sp>
          <p:nvSpPr>
            <p:cNvPr id="34" name="Oval 33"/>
            <p:cNvSpPr/>
            <p:nvPr/>
          </p:nvSpPr>
          <p:spPr>
            <a:xfrm>
              <a:off x="821375" y="2290555"/>
              <a:ext cx="431693" cy="40727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 flipV="1">
              <a:off x="1297039" y="2465781"/>
              <a:ext cx="9859991" cy="5682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8810769" y="3173755"/>
              <a:ext cx="1785427" cy="2485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cxnSp>
          <p:nvCxnSpPr>
            <p:cNvPr id="32" name="Straight Arrow Connector 31"/>
            <p:cNvCxnSpPr/>
            <p:nvPr/>
          </p:nvCxnSpPr>
          <p:spPr>
            <a:xfrm>
              <a:off x="9703482" y="2522607"/>
              <a:ext cx="0" cy="651148"/>
            </a:xfrm>
            <a:prstGeom prst="straightConnector1">
              <a:avLst/>
            </a:prstGeom>
            <a:ln w="2222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/>
            <p:cNvSpPr/>
            <p:nvPr/>
          </p:nvSpPr>
          <p:spPr>
            <a:xfrm>
              <a:off x="6500524" y="3173755"/>
              <a:ext cx="1785427" cy="2485320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>
              <a:off x="7393237" y="2522607"/>
              <a:ext cx="0" cy="651148"/>
            </a:xfrm>
            <a:prstGeom prst="straightConnector1">
              <a:avLst/>
            </a:prstGeom>
            <a:ln w="2222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ounded Rectangle 21"/>
            <p:cNvSpPr/>
            <p:nvPr/>
          </p:nvSpPr>
          <p:spPr>
            <a:xfrm>
              <a:off x="4308394" y="3173755"/>
              <a:ext cx="1785427" cy="248532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cxnSp>
          <p:nvCxnSpPr>
            <p:cNvPr id="24" name="Straight Arrow Connector 23"/>
            <p:cNvCxnSpPr/>
            <p:nvPr/>
          </p:nvCxnSpPr>
          <p:spPr>
            <a:xfrm>
              <a:off x="5201107" y="2522607"/>
              <a:ext cx="0" cy="651148"/>
            </a:xfrm>
            <a:prstGeom prst="straightConnector1">
              <a:avLst/>
            </a:prstGeom>
            <a:ln w="2222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2034316" y="3173755"/>
              <a:ext cx="1785427" cy="248532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>
              <a:off x="2927029" y="2522607"/>
              <a:ext cx="0" cy="651148"/>
            </a:xfrm>
            <a:prstGeom prst="straightConnector1">
              <a:avLst/>
            </a:prstGeom>
            <a:ln w="2222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3FB1F87-4D79-5E7C-0529-0B70272C69C4}"/>
                </a:ext>
              </a:extLst>
            </p:cNvPr>
            <p:cNvSpPr txBox="1"/>
            <p:nvPr/>
          </p:nvSpPr>
          <p:spPr>
            <a:xfrm>
              <a:off x="2034316" y="4267481"/>
              <a:ext cx="1785427" cy="93871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Lora" pitchFamily="2" charset="0"/>
                </a:rPr>
                <a:t>Development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6B4D0E6-0C0A-7A91-265D-3077F4382E39}"/>
                </a:ext>
              </a:extLst>
            </p:cNvPr>
            <p:cNvSpPr txBox="1"/>
            <p:nvPr/>
          </p:nvSpPr>
          <p:spPr>
            <a:xfrm>
              <a:off x="4308394" y="4267481"/>
              <a:ext cx="1785427" cy="93871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Lora" pitchFamily="2" charset="0"/>
                </a:rPr>
                <a:t>Employee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2A7D39F-CDD4-DEE9-3B87-0D1072EE87D4}"/>
                </a:ext>
              </a:extLst>
            </p:cNvPr>
            <p:cNvSpPr txBox="1"/>
            <p:nvPr/>
          </p:nvSpPr>
          <p:spPr>
            <a:xfrm>
              <a:off x="6500525" y="4267481"/>
              <a:ext cx="1785427" cy="93871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Lora" pitchFamily="2" charset="0"/>
                </a:rPr>
                <a:t>Marketing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067DE6-01FE-4840-66C9-B7802DA13A5C}"/>
                </a:ext>
              </a:extLst>
            </p:cNvPr>
            <p:cNvSpPr txBox="1"/>
            <p:nvPr/>
          </p:nvSpPr>
          <p:spPr>
            <a:xfrm>
              <a:off x="8810769" y="4267481"/>
              <a:ext cx="1785427" cy="93871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Lora" pitchFamily="2" charset="0"/>
                </a:rPr>
                <a:t>Finance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0D12A92-A62B-F747-4B0F-A4D19CFD7E3C}"/>
                </a:ext>
              </a:extLst>
            </p:cNvPr>
            <p:cNvSpPr/>
            <p:nvPr/>
          </p:nvSpPr>
          <p:spPr>
            <a:xfrm>
              <a:off x="776156" y="2210557"/>
              <a:ext cx="567272" cy="56727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ora" pitchFamily="2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CA61BD5-866B-51C7-7632-261F7E8F31F0}"/>
                </a:ext>
              </a:extLst>
            </p:cNvPr>
            <p:cNvSpPr/>
            <p:nvPr/>
          </p:nvSpPr>
          <p:spPr>
            <a:xfrm>
              <a:off x="11139450" y="2210557"/>
              <a:ext cx="567272" cy="56727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B22B37D-A1F7-72F8-20EB-A4677D3D4926}"/>
              </a:ext>
            </a:extLst>
          </p:cNvPr>
          <p:cNvSpPr/>
          <p:nvPr/>
        </p:nvSpPr>
        <p:spPr>
          <a:xfrm>
            <a:off x="-1" y="386818"/>
            <a:ext cx="12192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Lora"/>
              </a:rPr>
              <a:t>Product Strategy Framework Infographics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AF691B-F86D-D2E0-A722-FF2999289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825" y="3463881"/>
            <a:ext cx="609684" cy="6096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6F30FB-167C-1E82-4249-75BCCA8C2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3106" y="3443787"/>
            <a:ext cx="649872" cy="6498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3CA10B-D205-91CC-28C3-967170D18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6926772" y="3454429"/>
            <a:ext cx="642050" cy="6285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BFE6CA-A9D2-25B2-A2AF-B59377C2D6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61069" y="3448203"/>
            <a:ext cx="641040" cy="64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9576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1129D2B-D7FB-365C-C728-4B1D852B4088}"/>
              </a:ext>
            </a:extLst>
          </p:cNvPr>
          <p:cNvSpPr/>
          <p:nvPr/>
        </p:nvSpPr>
        <p:spPr>
          <a:xfrm>
            <a:off x="-1" y="386818"/>
            <a:ext cx="12192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Lora"/>
              </a:rPr>
              <a:t>Product Strategy Framework Infographics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3284061-2248-F429-01A4-81D5CE176D04}"/>
              </a:ext>
            </a:extLst>
          </p:cNvPr>
          <p:cNvGrpSpPr/>
          <p:nvPr/>
        </p:nvGrpSpPr>
        <p:grpSpPr>
          <a:xfrm>
            <a:off x="905788" y="1896457"/>
            <a:ext cx="10380423" cy="3979909"/>
            <a:chOff x="905788" y="1896457"/>
            <a:chExt cx="10380423" cy="3979909"/>
          </a:xfrm>
        </p:grpSpPr>
        <p:cxnSp>
          <p:nvCxnSpPr>
            <p:cNvPr id="66" name="Straight Connector 65"/>
            <p:cNvCxnSpPr>
              <a:cxnSpLocks/>
            </p:cNvCxnSpPr>
            <p:nvPr/>
          </p:nvCxnSpPr>
          <p:spPr>
            <a:xfrm flipH="1">
              <a:off x="10129205" y="4032172"/>
              <a:ext cx="1595" cy="976088"/>
            </a:xfrm>
            <a:prstGeom prst="line">
              <a:avLst/>
            </a:prstGeom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>
              <a:cxnSpLocks/>
            </p:cNvCxnSpPr>
            <p:nvPr/>
          </p:nvCxnSpPr>
          <p:spPr>
            <a:xfrm flipH="1" flipV="1">
              <a:off x="8139024" y="2908384"/>
              <a:ext cx="1595" cy="976088"/>
            </a:xfrm>
            <a:prstGeom prst="line">
              <a:avLst/>
            </a:prstGeom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cxnSpLocks/>
            </p:cNvCxnSpPr>
            <p:nvPr/>
          </p:nvCxnSpPr>
          <p:spPr>
            <a:xfrm flipH="1">
              <a:off x="6148842" y="4040944"/>
              <a:ext cx="1595" cy="976088"/>
            </a:xfrm>
            <a:prstGeom prst="line">
              <a:avLst/>
            </a:prstGeom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>
              <a:cxnSpLocks/>
            </p:cNvCxnSpPr>
            <p:nvPr/>
          </p:nvCxnSpPr>
          <p:spPr>
            <a:xfrm flipH="1" flipV="1">
              <a:off x="4114242" y="2876806"/>
              <a:ext cx="1595" cy="976088"/>
            </a:xfrm>
            <a:prstGeom prst="line">
              <a:avLst/>
            </a:prstGeom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>
              <a:cxnSpLocks/>
            </p:cNvCxnSpPr>
            <p:nvPr/>
          </p:nvCxnSpPr>
          <p:spPr>
            <a:xfrm flipH="1">
              <a:off x="2061200" y="4032172"/>
              <a:ext cx="1595" cy="976088"/>
            </a:xfrm>
            <a:prstGeom prst="line">
              <a:avLst/>
            </a:prstGeom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Chevron 1"/>
            <p:cNvSpPr/>
            <p:nvPr/>
          </p:nvSpPr>
          <p:spPr>
            <a:xfrm flipV="1">
              <a:off x="905788" y="2982906"/>
              <a:ext cx="2312418" cy="1049266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Lora" pitchFamily="2" charset="0"/>
              </a:endParaRPr>
            </a:p>
          </p:txBody>
        </p:sp>
        <p:sp>
          <p:nvSpPr>
            <p:cNvPr id="39" name="Chevron 38"/>
            <p:cNvSpPr/>
            <p:nvPr/>
          </p:nvSpPr>
          <p:spPr>
            <a:xfrm>
              <a:off x="2958830" y="3823024"/>
              <a:ext cx="2312418" cy="1049266"/>
            </a:xfrm>
            <a:prstGeom prst="chevro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Lora" pitchFamily="2" charset="0"/>
              </a:endParaRPr>
            </a:p>
          </p:txBody>
        </p:sp>
        <p:sp>
          <p:nvSpPr>
            <p:cNvPr id="45" name="Chevron 44"/>
            <p:cNvSpPr/>
            <p:nvPr/>
          </p:nvSpPr>
          <p:spPr>
            <a:xfrm flipV="1">
              <a:off x="4993430" y="2991679"/>
              <a:ext cx="2312418" cy="1049266"/>
            </a:xfrm>
            <a:prstGeom prst="chevron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Lora" pitchFamily="2" charset="0"/>
              </a:endParaRPr>
            </a:p>
          </p:txBody>
        </p:sp>
        <p:sp>
          <p:nvSpPr>
            <p:cNvPr id="57" name="Chevron 56"/>
            <p:cNvSpPr/>
            <p:nvPr/>
          </p:nvSpPr>
          <p:spPr>
            <a:xfrm>
              <a:off x="6983612" y="3884472"/>
              <a:ext cx="2312418" cy="1049266"/>
            </a:xfrm>
            <a:prstGeom prst="chevron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Lora" pitchFamily="2" charset="0"/>
              </a:endParaRPr>
            </a:p>
          </p:txBody>
        </p:sp>
        <p:sp>
          <p:nvSpPr>
            <p:cNvPr id="63" name="Chevron 62"/>
            <p:cNvSpPr/>
            <p:nvPr/>
          </p:nvSpPr>
          <p:spPr>
            <a:xfrm flipV="1">
              <a:off x="8973793" y="2982906"/>
              <a:ext cx="2312418" cy="1049266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Lora" pitchFamily="2" charset="0"/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1604797" y="4933738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50" name="Oval 49"/>
            <p:cNvSpPr/>
            <p:nvPr/>
          </p:nvSpPr>
          <p:spPr>
            <a:xfrm>
              <a:off x="3657839" y="1993250"/>
              <a:ext cx="914400" cy="914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51" name="Oval 50"/>
            <p:cNvSpPr/>
            <p:nvPr/>
          </p:nvSpPr>
          <p:spPr>
            <a:xfrm>
              <a:off x="5692439" y="4961966"/>
              <a:ext cx="914400" cy="914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52" name="Oval 51"/>
            <p:cNvSpPr/>
            <p:nvPr/>
          </p:nvSpPr>
          <p:spPr>
            <a:xfrm>
              <a:off x="7682621" y="2036061"/>
              <a:ext cx="914400" cy="914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53" name="Oval 52"/>
            <p:cNvSpPr/>
            <p:nvPr/>
          </p:nvSpPr>
          <p:spPr>
            <a:xfrm>
              <a:off x="9672802" y="4893709"/>
              <a:ext cx="914400" cy="914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755663" y="5098551"/>
              <a:ext cx="612668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01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3783058" y="2158063"/>
              <a:ext cx="663964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02</a:t>
              </a: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5812047" y="5126779"/>
              <a:ext cx="675186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03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9796418" y="5058522"/>
              <a:ext cx="667170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05</a:t>
              </a: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7804634" y="2200874"/>
              <a:ext cx="670376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04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A7BA037-FD9C-3A1D-03AC-7F86192F5BE8}"/>
                </a:ext>
              </a:extLst>
            </p:cNvPr>
            <p:cNvSpPr txBox="1"/>
            <p:nvPr/>
          </p:nvSpPr>
          <p:spPr>
            <a:xfrm>
              <a:off x="988623" y="1896457"/>
              <a:ext cx="2146748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Development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7386D7B-96CD-F3A4-1D88-389874BA888D}"/>
                </a:ext>
              </a:extLst>
            </p:cNvPr>
            <p:cNvSpPr txBox="1"/>
            <p:nvPr/>
          </p:nvSpPr>
          <p:spPr>
            <a:xfrm>
              <a:off x="5122878" y="1896457"/>
              <a:ext cx="2053523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Marketing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843E120-6692-AED1-6A3E-1C5735CC779F}"/>
                </a:ext>
              </a:extLst>
            </p:cNvPr>
            <p:cNvSpPr txBox="1"/>
            <p:nvPr/>
          </p:nvSpPr>
          <p:spPr>
            <a:xfrm>
              <a:off x="7116039" y="5088420"/>
              <a:ext cx="2047564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Finance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F701AD7-1D85-045A-3F84-5B37A029AA79}"/>
                </a:ext>
              </a:extLst>
            </p:cNvPr>
            <p:cNvSpPr txBox="1"/>
            <p:nvPr/>
          </p:nvSpPr>
          <p:spPr>
            <a:xfrm>
              <a:off x="3039339" y="5088420"/>
              <a:ext cx="2151400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Employee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82CC92-7747-7328-D9B0-C997ADFA0A7A}"/>
                </a:ext>
              </a:extLst>
            </p:cNvPr>
            <p:cNvSpPr txBox="1"/>
            <p:nvPr/>
          </p:nvSpPr>
          <p:spPr>
            <a:xfrm>
              <a:off x="9130970" y="1896457"/>
              <a:ext cx="1998064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Manufacturing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CBE1293-9111-2103-99BE-0196B9FEE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10197" y="4042815"/>
              <a:ext cx="609684" cy="60968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0130C7A-6104-2273-AFC5-842F9507F9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14885" y="4084169"/>
              <a:ext cx="649872" cy="649872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D3AFF22-A701-2F5A-9358-E082992F58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V="1">
              <a:off x="5828614" y="3202018"/>
              <a:ext cx="642050" cy="628588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5D81FBE-A831-9A8C-A890-77D64B3C1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741477" y="3187019"/>
              <a:ext cx="641040" cy="64104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6559B55-6E12-DF77-35C6-7B41AE8E735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793098" y="3170635"/>
              <a:ext cx="673808" cy="6738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842740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DDE8224-591D-95EF-FBA2-D065B0E04C13}"/>
              </a:ext>
            </a:extLst>
          </p:cNvPr>
          <p:cNvSpPr/>
          <p:nvPr/>
        </p:nvSpPr>
        <p:spPr>
          <a:xfrm>
            <a:off x="-1" y="386818"/>
            <a:ext cx="12192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Lora"/>
              </a:rPr>
              <a:t>Product Strategy Framework Infographics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4351367-0311-0A44-4D7C-502FEEAA5470}"/>
              </a:ext>
            </a:extLst>
          </p:cNvPr>
          <p:cNvGrpSpPr/>
          <p:nvPr/>
        </p:nvGrpSpPr>
        <p:grpSpPr>
          <a:xfrm>
            <a:off x="411524" y="1996784"/>
            <a:ext cx="11368950" cy="3554131"/>
            <a:chOff x="411524" y="1996784"/>
            <a:chExt cx="11368950" cy="3554131"/>
          </a:xfrm>
        </p:grpSpPr>
        <p:sp>
          <p:nvSpPr>
            <p:cNvPr id="4" name="Chevron 3"/>
            <p:cNvSpPr/>
            <p:nvPr/>
          </p:nvSpPr>
          <p:spPr>
            <a:xfrm>
              <a:off x="411524" y="4149247"/>
              <a:ext cx="2023972" cy="1401668"/>
            </a:xfrm>
            <a:prstGeom prst="chevron">
              <a:avLst>
                <a:gd name="adj" fmla="val 22476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Lora" pitchFamily="2" charset="0"/>
              </a:endParaRPr>
            </a:p>
          </p:txBody>
        </p:sp>
        <p:sp>
          <p:nvSpPr>
            <p:cNvPr id="5" name="Chevron 4"/>
            <p:cNvSpPr/>
            <p:nvPr/>
          </p:nvSpPr>
          <p:spPr>
            <a:xfrm>
              <a:off x="411524" y="3329846"/>
              <a:ext cx="2023972" cy="584181"/>
            </a:xfrm>
            <a:prstGeom prst="chevron">
              <a:avLst>
                <a:gd name="adj" fmla="val 36898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Lora" pitchFamily="2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930211" y="3329549"/>
              <a:ext cx="986598" cy="58477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01</a:t>
              </a:r>
            </a:p>
          </p:txBody>
        </p:sp>
        <p:sp>
          <p:nvSpPr>
            <p:cNvPr id="33" name="Chevron 32"/>
            <p:cNvSpPr/>
            <p:nvPr/>
          </p:nvSpPr>
          <p:spPr>
            <a:xfrm>
              <a:off x="2763971" y="4149247"/>
              <a:ext cx="2023972" cy="1401668"/>
            </a:xfrm>
            <a:prstGeom prst="chevron">
              <a:avLst>
                <a:gd name="adj" fmla="val 22476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Lora" pitchFamily="2" charset="0"/>
              </a:endParaRPr>
            </a:p>
          </p:txBody>
        </p:sp>
        <p:sp>
          <p:nvSpPr>
            <p:cNvPr id="34" name="Chevron 33"/>
            <p:cNvSpPr/>
            <p:nvPr/>
          </p:nvSpPr>
          <p:spPr>
            <a:xfrm>
              <a:off x="2763971" y="3329846"/>
              <a:ext cx="2023972" cy="584181"/>
            </a:xfrm>
            <a:prstGeom prst="chevron">
              <a:avLst>
                <a:gd name="adj" fmla="val 36898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Lora" pitchFamily="2" charset="0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368269" y="3329549"/>
              <a:ext cx="815377" cy="58477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02</a:t>
              </a:r>
            </a:p>
          </p:txBody>
        </p:sp>
        <p:sp>
          <p:nvSpPr>
            <p:cNvPr id="38" name="Chevron 37"/>
            <p:cNvSpPr/>
            <p:nvPr/>
          </p:nvSpPr>
          <p:spPr>
            <a:xfrm>
              <a:off x="5093641" y="4149247"/>
              <a:ext cx="2023972" cy="1401668"/>
            </a:xfrm>
            <a:prstGeom prst="chevron">
              <a:avLst>
                <a:gd name="adj" fmla="val 22476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Lora" pitchFamily="2" charset="0"/>
              </a:endParaRPr>
            </a:p>
          </p:txBody>
        </p:sp>
        <p:sp>
          <p:nvSpPr>
            <p:cNvPr id="39" name="Chevron 38"/>
            <p:cNvSpPr/>
            <p:nvPr/>
          </p:nvSpPr>
          <p:spPr>
            <a:xfrm>
              <a:off x="5093641" y="3303781"/>
              <a:ext cx="2023972" cy="584181"/>
            </a:xfrm>
            <a:prstGeom prst="chevron">
              <a:avLst>
                <a:gd name="adj" fmla="val 3689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Lora" pitchFamily="2" charset="0"/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5623571" y="3303484"/>
              <a:ext cx="964112" cy="58477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03</a:t>
              </a:r>
            </a:p>
          </p:txBody>
        </p:sp>
        <p:sp>
          <p:nvSpPr>
            <p:cNvPr id="43" name="Chevron 42"/>
            <p:cNvSpPr/>
            <p:nvPr/>
          </p:nvSpPr>
          <p:spPr>
            <a:xfrm>
              <a:off x="7405885" y="4149247"/>
              <a:ext cx="2023972" cy="1401668"/>
            </a:xfrm>
            <a:prstGeom prst="chevron">
              <a:avLst>
                <a:gd name="adj" fmla="val 22476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Lora" pitchFamily="2" charset="0"/>
              </a:endParaRPr>
            </a:p>
          </p:txBody>
        </p:sp>
        <p:sp>
          <p:nvSpPr>
            <p:cNvPr id="44" name="Chevron 43"/>
            <p:cNvSpPr/>
            <p:nvPr/>
          </p:nvSpPr>
          <p:spPr>
            <a:xfrm>
              <a:off x="7405885" y="3329846"/>
              <a:ext cx="2023972" cy="584181"/>
            </a:xfrm>
            <a:prstGeom prst="chevron">
              <a:avLst>
                <a:gd name="adj" fmla="val 3689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Lora" pitchFamily="2" charset="0"/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8010183" y="3329549"/>
              <a:ext cx="815377" cy="58477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04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0503782" y="3355020"/>
              <a:ext cx="505821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Lora" pitchFamily="2" charset="0"/>
                </a:rPr>
                <a:t>01</a:t>
              </a:r>
            </a:p>
          </p:txBody>
        </p:sp>
        <p:sp>
          <p:nvSpPr>
            <p:cNvPr id="59" name="Chevron 58"/>
            <p:cNvSpPr/>
            <p:nvPr/>
          </p:nvSpPr>
          <p:spPr>
            <a:xfrm>
              <a:off x="9744706" y="4149247"/>
              <a:ext cx="2023972" cy="1401668"/>
            </a:xfrm>
            <a:prstGeom prst="chevron">
              <a:avLst>
                <a:gd name="adj" fmla="val 22476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Lora" pitchFamily="2" charset="0"/>
              </a:endParaRPr>
            </a:p>
          </p:txBody>
        </p:sp>
        <p:sp>
          <p:nvSpPr>
            <p:cNvPr id="60" name="Chevron 59"/>
            <p:cNvSpPr/>
            <p:nvPr/>
          </p:nvSpPr>
          <p:spPr>
            <a:xfrm>
              <a:off x="9744706" y="3351120"/>
              <a:ext cx="2023972" cy="584181"/>
            </a:xfrm>
            <a:prstGeom prst="chevron">
              <a:avLst>
                <a:gd name="adj" fmla="val 3689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Lora" pitchFamily="2" charset="0"/>
              </a:endParaRP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10380222" y="3350823"/>
              <a:ext cx="752941" cy="58477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05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7165B7A-CBDE-2219-C5BF-C30048A8FFD7}"/>
                </a:ext>
              </a:extLst>
            </p:cNvPr>
            <p:cNvSpPr txBox="1"/>
            <p:nvPr/>
          </p:nvSpPr>
          <p:spPr>
            <a:xfrm>
              <a:off x="438122" y="1996784"/>
              <a:ext cx="1970777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Development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952D566-461E-462B-C771-2EBC74966D8E}"/>
                </a:ext>
              </a:extLst>
            </p:cNvPr>
            <p:cNvSpPr txBox="1"/>
            <p:nvPr/>
          </p:nvSpPr>
          <p:spPr>
            <a:xfrm>
              <a:off x="2773992" y="1996784"/>
              <a:ext cx="2003931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Employee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04A34E6-59AB-51EA-95DB-1EDBD5B46386}"/>
                </a:ext>
              </a:extLst>
            </p:cNvPr>
            <p:cNvSpPr txBox="1"/>
            <p:nvPr/>
          </p:nvSpPr>
          <p:spPr>
            <a:xfrm>
              <a:off x="5111216" y="1996784"/>
              <a:ext cx="1988822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Marketing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33D3EEB-D1D9-8E91-7A71-F07CE888C311}"/>
                </a:ext>
              </a:extLst>
            </p:cNvPr>
            <p:cNvSpPr txBox="1"/>
            <p:nvPr/>
          </p:nvSpPr>
          <p:spPr>
            <a:xfrm>
              <a:off x="7398439" y="1996784"/>
              <a:ext cx="2038865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Manufacturing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235012-51AC-6978-795A-DEDE651E5B1A}"/>
                </a:ext>
              </a:extLst>
            </p:cNvPr>
            <p:cNvSpPr txBox="1"/>
            <p:nvPr/>
          </p:nvSpPr>
          <p:spPr>
            <a:xfrm>
              <a:off x="9732910" y="1996784"/>
              <a:ext cx="2047564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Finance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93BDC4C-E383-7761-3CBF-CB923B9EE0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71115" y="4529691"/>
              <a:ext cx="609684" cy="60968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BBADAF0-DB7C-A97E-7F02-F54C04C79D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92935" y="4509597"/>
              <a:ext cx="649872" cy="649872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9D6F859-A878-A61F-CC2A-8BE22D6B59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V="1">
              <a:off x="5784602" y="4520239"/>
              <a:ext cx="642050" cy="628588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F513F59-692F-9D78-C6DD-BB6ED0F7D1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02990" y="4514013"/>
              <a:ext cx="641040" cy="64104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6687963-BAA4-CBA1-BA5D-5A40C6953D7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484817" y="4562658"/>
              <a:ext cx="543750" cy="5437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793633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3CBFA02-2149-23AB-BDC5-4664FF6EB028}"/>
              </a:ext>
            </a:extLst>
          </p:cNvPr>
          <p:cNvGrpSpPr/>
          <p:nvPr/>
        </p:nvGrpSpPr>
        <p:grpSpPr>
          <a:xfrm>
            <a:off x="1523998" y="1677208"/>
            <a:ext cx="9144002" cy="4471422"/>
            <a:chOff x="1523999" y="1790096"/>
            <a:chExt cx="9144002" cy="4471422"/>
          </a:xfrm>
        </p:grpSpPr>
        <p:sp>
          <p:nvSpPr>
            <p:cNvPr id="3" name="Rounded Rectangle 2"/>
            <p:cNvSpPr/>
            <p:nvPr/>
          </p:nvSpPr>
          <p:spPr>
            <a:xfrm>
              <a:off x="1523999" y="1790096"/>
              <a:ext cx="3687433" cy="198913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ora" pitchFamily="2" charset="0"/>
              </a:endParaRPr>
            </a:p>
          </p:txBody>
        </p:sp>
        <p:sp>
          <p:nvSpPr>
            <p:cNvPr id="5" name="Pentagon 4"/>
            <p:cNvSpPr/>
            <p:nvPr/>
          </p:nvSpPr>
          <p:spPr>
            <a:xfrm>
              <a:off x="1523999" y="2308940"/>
              <a:ext cx="908363" cy="951442"/>
            </a:xfrm>
            <a:prstGeom prst="homePlat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523999" y="4272388"/>
              <a:ext cx="3687433" cy="198913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13" name="Pentagon 12"/>
            <p:cNvSpPr/>
            <p:nvPr/>
          </p:nvSpPr>
          <p:spPr>
            <a:xfrm>
              <a:off x="1523999" y="4791232"/>
              <a:ext cx="908363" cy="951442"/>
            </a:xfrm>
            <a:prstGeom prst="homePlat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6980568" y="4272388"/>
              <a:ext cx="3687433" cy="198913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5" name="Pentagon 24"/>
            <p:cNvSpPr/>
            <p:nvPr/>
          </p:nvSpPr>
          <p:spPr>
            <a:xfrm flipH="1">
              <a:off x="9759638" y="4791232"/>
              <a:ext cx="908363" cy="951442"/>
            </a:xfrm>
            <a:prstGeom prst="homePlat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6813454" y="1790096"/>
              <a:ext cx="3687433" cy="198913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1" name="Pentagon 30"/>
            <p:cNvSpPr/>
            <p:nvPr/>
          </p:nvSpPr>
          <p:spPr>
            <a:xfrm flipH="1">
              <a:off x="9759638" y="2308940"/>
              <a:ext cx="908363" cy="951442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4599967" y="2191861"/>
              <a:ext cx="1185600" cy="1185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2" name="Oval 1"/>
            <p:cNvSpPr/>
            <p:nvPr/>
          </p:nvSpPr>
          <p:spPr>
            <a:xfrm>
              <a:off x="4735567" y="2327461"/>
              <a:ext cx="914400" cy="914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6369103" y="2191861"/>
              <a:ext cx="1185600" cy="1185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Lora" pitchFamily="2" charset="0"/>
                </a:rPr>
                <a:t>G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6504703" y="2327461"/>
              <a:ext cx="914400" cy="914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7" name="Oval 46"/>
            <p:cNvSpPr/>
            <p:nvPr/>
          </p:nvSpPr>
          <p:spPr>
            <a:xfrm>
              <a:off x="6454467" y="4674153"/>
              <a:ext cx="1185600" cy="1185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8" name="Oval 47"/>
            <p:cNvSpPr/>
            <p:nvPr/>
          </p:nvSpPr>
          <p:spPr>
            <a:xfrm>
              <a:off x="6590067" y="4809753"/>
              <a:ext cx="914400" cy="914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51" name="Oval 50"/>
            <p:cNvSpPr/>
            <p:nvPr/>
          </p:nvSpPr>
          <p:spPr>
            <a:xfrm>
              <a:off x="4464367" y="4674153"/>
              <a:ext cx="1185600" cy="1185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52" name="Oval 51"/>
            <p:cNvSpPr/>
            <p:nvPr/>
          </p:nvSpPr>
          <p:spPr>
            <a:xfrm>
              <a:off x="4599967" y="4809753"/>
              <a:ext cx="914400" cy="914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4725186" y="4974566"/>
              <a:ext cx="663964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02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4833190" y="2492274"/>
              <a:ext cx="719154" cy="58477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01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6624311" y="2492274"/>
              <a:ext cx="675186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03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6712080" y="4974566"/>
              <a:ext cx="670376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Lora" pitchFamily="2" charset="0"/>
                </a:rPr>
                <a:t>04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5190BB8-D199-F919-110B-9A4385AA37FB}"/>
                </a:ext>
              </a:extLst>
            </p:cNvPr>
            <p:cNvSpPr txBox="1"/>
            <p:nvPr/>
          </p:nvSpPr>
          <p:spPr>
            <a:xfrm>
              <a:off x="2467312" y="2407635"/>
              <a:ext cx="1970777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Development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ACCBACB-0A97-BA48-618D-DAF4EEA16A50}"/>
                </a:ext>
              </a:extLst>
            </p:cNvPr>
            <p:cNvSpPr txBox="1"/>
            <p:nvPr/>
          </p:nvSpPr>
          <p:spPr>
            <a:xfrm>
              <a:off x="2409103" y="4889927"/>
              <a:ext cx="2087194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Employee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CF72559-7660-5060-3387-8A42A4772386}"/>
                </a:ext>
              </a:extLst>
            </p:cNvPr>
            <p:cNvSpPr txBox="1"/>
            <p:nvPr/>
          </p:nvSpPr>
          <p:spPr>
            <a:xfrm>
              <a:off x="7779205" y="2407635"/>
              <a:ext cx="1969164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Marketing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1363C98-A091-0728-2804-E7DA67997CFF}"/>
                </a:ext>
              </a:extLst>
            </p:cNvPr>
            <p:cNvSpPr txBox="1"/>
            <p:nvPr/>
          </p:nvSpPr>
          <p:spPr>
            <a:xfrm>
              <a:off x="7744355" y="4889927"/>
              <a:ext cx="2038865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Manufacturing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47B4960C-E3D5-6C59-65CF-AF514F450630}"/>
              </a:ext>
            </a:extLst>
          </p:cNvPr>
          <p:cNvSpPr/>
          <p:nvPr/>
        </p:nvSpPr>
        <p:spPr>
          <a:xfrm>
            <a:off x="-1" y="386818"/>
            <a:ext cx="12192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Lora"/>
              </a:rPr>
              <a:t>Product Strategy Framework Infographics</a:t>
            </a:r>
          </a:p>
        </p:txBody>
      </p:sp>
    </p:spTree>
    <p:extLst>
      <p:ext uri="{BB962C8B-B14F-4D97-AF65-F5344CB8AC3E}">
        <p14:creationId xmlns:p14="http://schemas.microsoft.com/office/powerpoint/2010/main" val="12321315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71DAC2-6185-992B-B7DF-F4B99CF82987}"/>
              </a:ext>
            </a:extLst>
          </p:cNvPr>
          <p:cNvSpPr/>
          <p:nvPr/>
        </p:nvSpPr>
        <p:spPr>
          <a:xfrm>
            <a:off x="-1" y="386818"/>
            <a:ext cx="12192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Lora"/>
              </a:rPr>
              <a:t>Product Strategy Framework Infographics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A8A6F07-03AA-6DB9-2811-78921E58321B}"/>
              </a:ext>
            </a:extLst>
          </p:cNvPr>
          <p:cNvGrpSpPr/>
          <p:nvPr/>
        </p:nvGrpSpPr>
        <p:grpSpPr>
          <a:xfrm>
            <a:off x="662208" y="1551197"/>
            <a:ext cx="10867583" cy="4816591"/>
            <a:chOff x="662208" y="1551197"/>
            <a:chExt cx="10867583" cy="4816591"/>
          </a:xfrm>
        </p:grpSpPr>
        <p:cxnSp>
          <p:nvCxnSpPr>
            <p:cNvPr id="8" name="Straight Connector 7"/>
            <p:cNvCxnSpPr>
              <a:cxnSpLocks/>
            </p:cNvCxnSpPr>
            <p:nvPr/>
          </p:nvCxnSpPr>
          <p:spPr>
            <a:xfrm>
              <a:off x="4539355" y="2746389"/>
              <a:ext cx="1101682" cy="703843"/>
            </a:xfrm>
            <a:prstGeom prst="line">
              <a:avLst/>
            </a:prstGeom>
            <a:ln w="317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cxnSpLocks/>
            </p:cNvCxnSpPr>
            <p:nvPr/>
          </p:nvCxnSpPr>
          <p:spPr>
            <a:xfrm flipV="1">
              <a:off x="4932806" y="4097398"/>
              <a:ext cx="963337" cy="703843"/>
            </a:xfrm>
            <a:prstGeom prst="line">
              <a:avLst/>
            </a:prstGeom>
            <a:ln w="317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cxnSpLocks/>
            </p:cNvCxnSpPr>
            <p:nvPr/>
          </p:nvCxnSpPr>
          <p:spPr>
            <a:xfrm>
              <a:off x="6871078" y="4381901"/>
              <a:ext cx="567862" cy="504763"/>
            </a:xfrm>
            <a:prstGeom prst="line">
              <a:avLst/>
            </a:prstGeom>
            <a:ln w="317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cxnSpLocks/>
            </p:cNvCxnSpPr>
            <p:nvPr/>
          </p:nvCxnSpPr>
          <p:spPr>
            <a:xfrm flipV="1">
              <a:off x="6885666" y="3105614"/>
              <a:ext cx="553274" cy="337456"/>
            </a:xfrm>
            <a:prstGeom prst="line">
              <a:avLst/>
            </a:prstGeom>
            <a:ln w="317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3126283" y="1551197"/>
              <a:ext cx="1955032" cy="1955032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5117184" y="2873579"/>
              <a:ext cx="1955032" cy="195503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3" name="Oval 42"/>
            <p:cNvSpPr/>
            <p:nvPr/>
          </p:nvSpPr>
          <p:spPr>
            <a:xfrm>
              <a:off x="7130864" y="4412756"/>
              <a:ext cx="1955032" cy="195503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47" name="Oval 46"/>
            <p:cNvSpPr/>
            <p:nvPr/>
          </p:nvSpPr>
          <p:spPr>
            <a:xfrm>
              <a:off x="3126283" y="4412756"/>
              <a:ext cx="1955032" cy="195503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51" name="Oval 50"/>
            <p:cNvSpPr/>
            <p:nvPr/>
          </p:nvSpPr>
          <p:spPr>
            <a:xfrm>
              <a:off x="7130864" y="1632077"/>
              <a:ext cx="1955032" cy="195503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ora" pitchFamily="2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62208" y="2151687"/>
              <a:ext cx="2302188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Development</a:t>
              </a:r>
            </a:p>
            <a:p>
              <a:pPr algn="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699809" y="5013246"/>
              <a:ext cx="2226987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Employee</a:t>
              </a:r>
            </a:p>
            <a:p>
              <a:pPr algn="r"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9331094" y="2232567"/>
              <a:ext cx="2198697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Manufacturing</a:t>
              </a:r>
            </a:p>
            <a:p>
              <a:pPr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9372021" y="5013246"/>
              <a:ext cx="2116843" cy="7540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sz="1400" b="1" dirty="0">
                  <a:latin typeface="Lora" pitchFamily="2" charset="0"/>
                </a:rPr>
                <a:t>Marketing</a:t>
              </a:r>
            </a:p>
            <a:p>
              <a:pPr>
                <a:spcBef>
                  <a:spcPts val="600"/>
                </a:spcBef>
              </a:pPr>
              <a:r>
                <a:rPr lang="en-US" sz="1200" dirty="0">
                  <a:latin typeface="Lora" pitchFamily="2" charset="0"/>
                </a:rPr>
                <a:t>Your human capital and talent to achieve the goal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335518" y="3358653"/>
              <a:ext cx="1518364" cy="98488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z="2400" b="1" dirty="0">
                  <a:solidFill>
                    <a:schemeClr val="bg1"/>
                  </a:solidFill>
                  <a:latin typeface="Lora" pitchFamily="2" charset="0"/>
                </a:rPr>
                <a:t>Product</a:t>
              </a: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z="2400" b="1" dirty="0">
                  <a:solidFill>
                    <a:schemeClr val="bg1"/>
                  </a:solidFill>
                  <a:latin typeface="Lora" pitchFamily="2" charset="0"/>
                </a:rPr>
                <a:t> Strategy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17F45B6-70DB-3941-9A45-5E9A8DEC7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81152" y="4967625"/>
              <a:ext cx="845294" cy="845294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37E0F2A-96E7-0BAA-4EDD-F9C956261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V="1">
              <a:off x="7643646" y="4935282"/>
              <a:ext cx="929468" cy="90998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6FA9CE0-AD9B-FE57-4CEC-D30C51487F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57261" y="2082175"/>
              <a:ext cx="893076" cy="89307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FF84225-5427-AB28-04B7-3DA2D93F189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731440" y="2232653"/>
              <a:ext cx="753880" cy="7538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025066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788F7C6-B775-DA86-36F2-09AD733E0602}"/>
              </a:ext>
            </a:extLst>
          </p:cNvPr>
          <p:cNvGrpSpPr/>
          <p:nvPr/>
        </p:nvGrpSpPr>
        <p:grpSpPr>
          <a:xfrm>
            <a:off x="715612" y="1645320"/>
            <a:ext cx="10760776" cy="4234418"/>
            <a:chOff x="763919" y="1376091"/>
            <a:chExt cx="10664162" cy="4196397"/>
          </a:xfrm>
          <a:solidFill>
            <a:schemeClr val="tx1"/>
          </a:solidFill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F0B38EB-F45E-5A3F-6FA6-D8D68FB2FC16}"/>
                </a:ext>
              </a:extLst>
            </p:cNvPr>
            <p:cNvGrpSpPr/>
            <p:nvPr/>
          </p:nvGrpSpPr>
          <p:grpSpPr>
            <a:xfrm>
              <a:off x="763919" y="1376091"/>
              <a:ext cx="10664162" cy="1739342"/>
              <a:chOff x="763919" y="1687222"/>
              <a:chExt cx="10664162" cy="1739342"/>
            </a:xfrm>
            <a:grpFill/>
          </p:grpSpPr>
          <p:grpSp>
            <p:nvGrpSpPr>
              <p:cNvPr id="17669" name="Google Shape;9147;p73">
                <a:extLst>
                  <a:ext uri="{FF2B5EF4-FFF2-40B4-BE49-F238E27FC236}">
                    <a16:creationId xmlns:a16="http://schemas.microsoft.com/office/drawing/2014/main" id="{62ACFF62-C108-172D-D498-C8475087D389}"/>
                  </a:ext>
                </a:extLst>
              </p:cNvPr>
              <p:cNvGrpSpPr/>
              <p:nvPr/>
            </p:nvGrpSpPr>
            <p:grpSpPr>
              <a:xfrm>
                <a:off x="763919" y="1689207"/>
                <a:ext cx="505937" cy="497951"/>
                <a:chOff x="683125" y="1955275"/>
                <a:chExt cx="299325" cy="294600"/>
              </a:xfrm>
              <a:grpFill/>
            </p:grpSpPr>
            <p:sp>
              <p:nvSpPr>
                <p:cNvPr id="17830" name="Google Shape;9148;p73">
                  <a:extLst>
                    <a:ext uri="{FF2B5EF4-FFF2-40B4-BE49-F238E27FC236}">
                      <a16:creationId xmlns:a16="http://schemas.microsoft.com/office/drawing/2014/main" id="{AA7285D6-92D3-19A1-7C47-B9CDE7B007ED}"/>
                    </a:ext>
                  </a:extLst>
                </p:cNvPr>
                <p:cNvSpPr/>
                <p:nvPr/>
              </p:nvSpPr>
              <p:spPr>
                <a:xfrm>
                  <a:off x="876875" y="1989925"/>
                  <a:ext cx="52800" cy="6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2553" extrusionOk="0">
                      <a:moveTo>
                        <a:pt x="1072" y="0"/>
                      </a:moveTo>
                      <a:cubicBezTo>
                        <a:pt x="473" y="0"/>
                        <a:pt x="64" y="473"/>
                        <a:pt x="64" y="1009"/>
                      </a:cubicBezTo>
                      <a:cubicBezTo>
                        <a:pt x="1" y="1229"/>
                        <a:pt x="158" y="1324"/>
                        <a:pt x="379" y="1324"/>
                      </a:cubicBezTo>
                      <a:cubicBezTo>
                        <a:pt x="568" y="1324"/>
                        <a:pt x="725" y="1166"/>
                        <a:pt x="725" y="977"/>
                      </a:cubicBezTo>
                      <a:cubicBezTo>
                        <a:pt x="725" y="788"/>
                        <a:pt x="883" y="631"/>
                        <a:pt x="1072" y="631"/>
                      </a:cubicBezTo>
                      <a:cubicBezTo>
                        <a:pt x="1261" y="631"/>
                        <a:pt x="1418" y="788"/>
                        <a:pt x="1418" y="977"/>
                      </a:cubicBezTo>
                      <a:cubicBezTo>
                        <a:pt x="1418" y="1103"/>
                        <a:pt x="1355" y="1198"/>
                        <a:pt x="1229" y="1292"/>
                      </a:cubicBezTo>
                      <a:cubicBezTo>
                        <a:pt x="914" y="1450"/>
                        <a:pt x="725" y="1796"/>
                        <a:pt x="725" y="2206"/>
                      </a:cubicBezTo>
                      <a:cubicBezTo>
                        <a:pt x="725" y="2395"/>
                        <a:pt x="883" y="2552"/>
                        <a:pt x="1072" y="2552"/>
                      </a:cubicBezTo>
                      <a:cubicBezTo>
                        <a:pt x="1261" y="2552"/>
                        <a:pt x="1418" y="2395"/>
                        <a:pt x="1418" y="2206"/>
                      </a:cubicBezTo>
                      <a:cubicBezTo>
                        <a:pt x="1418" y="2080"/>
                        <a:pt x="1481" y="1954"/>
                        <a:pt x="1544" y="1922"/>
                      </a:cubicBezTo>
                      <a:cubicBezTo>
                        <a:pt x="1891" y="1733"/>
                        <a:pt x="2111" y="1355"/>
                        <a:pt x="2111" y="1009"/>
                      </a:cubicBezTo>
                      <a:cubicBezTo>
                        <a:pt x="2111" y="410"/>
                        <a:pt x="1639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31" name="Google Shape;9149;p73">
                  <a:extLst>
                    <a:ext uri="{FF2B5EF4-FFF2-40B4-BE49-F238E27FC236}">
                      <a16:creationId xmlns:a16="http://schemas.microsoft.com/office/drawing/2014/main" id="{5452C3CE-0956-4E03-108F-CB018DAAB9F3}"/>
                    </a:ext>
                  </a:extLst>
                </p:cNvPr>
                <p:cNvSpPr/>
                <p:nvPr/>
              </p:nvSpPr>
              <p:spPr>
                <a:xfrm>
                  <a:off x="683125" y="2058450"/>
                  <a:ext cx="159900" cy="19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6" h="7657" extrusionOk="0">
                      <a:moveTo>
                        <a:pt x="3245" y="693"/>
                      </a:moveTo>
                      <a:cubicBezTo>
                        <a:pt x="3812" y="693"/>
                        <a:pt x="4285" y="1166"/>
                        <a:pt x="4285" y="1702"/>
                      </a:cubicBezTo>
                      <a:cubicBezTo>
                        <a:pt x="4285" y="2269"/>
                        <a:pt x="3812" y="2710"/>
                        <a:pt x="3245" y="2710"/>
                      </a:cubicBezTo>
                      <a:cubicBezTo>
                        <a:pt x="2647" y="2710"/>
                        <a:pt x="2174" y="2269"/>
                        <a:pt x="2174" y="1702"/>
                      </a:cubicBezTo>
                      <a:cubicBezTo>
                        <a:pt x="2174" y="1166"/>
                        <a:pt x="2678" y="693"/>
                        <a:pt x="3245" y="693"/>
                      </a:cubicBezTo>
                      <a:close/>
                      <a:moveTo>
                        <a:pt x="3245" y="3434"/>
                      </a:moveTo>
                      <a:cubicBezTo>
                        <a:pt x="4569" y="3434"/>
                        <a:pt x="5671" y="4537"/>
                        <a:pt x="5671" y="5892"/>
                      </a:cubicBezTo>
                      <a:lnTo>
                        <a:pt x="5671" y="6994"/>
                      </a:lnTo>
                      <a:lnTo>
                        <a:pt x="788" y="6994"/>
                      </a:lnTo>
                      <a:lnTo>
                        <a:pt x="788" y="5892"/>
                      </a:lnTo>
                      <a:cubicBezTo>
                        <a:pt x="788" y="4537"/>
                        <a:pt x="1891" y="3434"/>
                        <a:pt x="3245" y="3434"/>
                      </a:cubicBezTo>
                      <a:close/>
                      <a:moveTo>
                        <a:pt x="3182" y="0"/>
                      </a:moveTo>
                      <a:cubicBezTo>
                        <a:pt x="2237" y="0"/>
                        <a:pt x="1418" y="788"/>
                        <a:pt x="1418" y="1733"/>
                      </a:cubicBezTo>
                      <a:cubicBezTo>
                        <a:pt x="1418" y="2206"/>
                        <a:pt x="1607" y="2678"/>
                        <a:pt x="1985" y="2993"/>
                      </a:cubicBezTo>
                      <a:cubicBezTo>
                        <a:pt x="819" y="3466"/>
                        <a:pt x="0" y="4569"/>
                        <a:pt x="0" y="5892"/>
                      </a:cubicBezTo>
                      <a:lnTo>
                        <a:pt x="0" y="7309"/>
                      </a:lnTo>
                      <a:cubicBezTo>
                        <a:pt x="126" y="7499"/>
                        <a:pt x="284" y="7656"/>
                        <a:pt x="441" y="7656"/>
                      </a:cubicBezTo>
                      <a:lnTo>
                        <a:pt x="6018" y="7656"/>
                      </a:lnTo>
                      <a:cubicBezTo>
                        <a:pt x="6238" y="7656"/>
                        <a:pt x="6396" y="7499"/>
                        <a:pt x="6396" y="7309"/>
                      </a:cubicBezTo>
                      <a:lnTo>
                        <a:pt x="6396" y="5892"/>
                      </a:lnTo>
                      <a:cubicBezTo>
                        <a:pt x="6396" y="4569"/>
                        <a:pt x="5545" y="3466"/>
                        <a:pt x="4411" y="2993"/>
                      </a:cubicBezTo>
                      <a:cubicBezTo>
                        <a:pt x="4758" y="2647"/>
                        <a:pt x="4978" y="2206"/>
                        <a:pt x="4978" y="1733"/>
                      </a:cubicBezTo>
                      <a:cubicBezTo>
                        <a:pt x="4978" y="788"/>
                        <a:pt x="4190" y="0"/>
                        <a:pt x="318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32" name="Google Shape;9150;p73">
                  <a:extLst>
                    <a:ext uri="{FF2B5EF4-FFF2-40B4-BE49-F238E27FC236}">
                      <a16:creationId xmlns:a16="http://schemas.microsoft.com/office/drawing/2014/main" id="{C2F94820-3E5F-0394-AB83-73638F8458CB}"/>
                    </a:ext>
                  </a:extLst>
                </p:cNvPr>
                <p:cNvSpPr/>
                <p:nvPr/>
              </p:nvSpPr>
              <p:spPr>
                <a:xfrm>
                  <a:off x="824900" y="1955275"/>
                  <a:ext cx="157550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6239" extrusionOk="0">
                      <a:moveTo>
                        <a:pt x="3151" y="662"/>
                      </a:moveTo>
                      <a:cubicBezTo>
                        <a:pt x="4505" y="662"/>
                        <a:pt x="5608" y="1765"/>
                        <a:pt x="5608" y="3119"/>
                      </a:cubicBezTo>
                      <a:cubicBezTo>
                        <a:pt x="5608" y="4442"/>
                        <a:pt x="4505" y="5545"/>
                        <a:pt x="3151" y="5545"/>
                      </a:cubicBezTo>
                      <a:cubicBezTo>
                        <a:pt x="2710" y="5545"/>
                        <a:pt x="2332" y="5451"/>
                        <a:pt x="1954" y="5230"/>
                      </a:cubicBezTo>
                      <a:cubicBezTo>
                        <a:pt x="1890" y="5199"/>
                        <a:pt x="1796" y="5199"/>
                        <a:pt x="1733" y="5199"/>
                      </a:cubicBezTo>
                      <a:lnTo>
                        <a:pt x="945" y="5388"/>
                      </a:lnTo>
                      <a:lnTo>
                        <a:pt x="1166" y="4694"/>
                      </a:lnTo>
                      <a:cubicBezTo>
                        <a:pt x="1229" y="4568"/>
                        <a:pt x="1166" y="4505"/>
                        <a:pt x="1134" y="4411"/>
                      </a:cubicBezTo>
                      <a:cubicBezTo>
                        <a:pt x="914" y="4033"/>
                        <a:pt x="756" y="3592"/>
                        <a:pt x="756" y="3119"/>
                      </a:cubicBezTo>
                      <a:cubicBezTo>
                        <a:pt x="725" y="1733"/>
                        <a:pt x="1827" y="662"/>
                        <a:pt x="3151" y="662"/>
                      </a:cubicBezTo>
                      <a:close/>
                      <a:moveTo>
                        <a:pt x="3182" y="0"/>
                      </a:moveTo>
                      <a:cubicBezTo>
                        <a:pt x="1449" y="0"/>
                        <a:pt x="95" y="1418"/>
                        <a:pt x="95" y="3119"/>
                      </a:cubicBezTo>
                      <a:cubicBezTo>
                        <a:pt x="95" y="3655"/>
                        <a:pt x="189" y="4190"/>
                        <a:pt x="473" y="4663"/>
                      </a:cubicBezTo>
                      <a:lnTo>
                        <a:pt x="32" y="5766"/>
                      </a:lnTo>
                      <a:cubicBezTo>
                        <a:pt x="0" y="5860"/>
                        <a:pt x="32" y="5986"/>
                        <a:pt x="126" y="6112"/>
                      </a:cubicBezTo>
                      <a:cubicBezTo>
                        <a:pt x="189" y="6175"/>
                        <a:pt x="315" y="6238"/>
                        <a:pt x="473" y="6238"/>
                      </a:cubicBezTo>
                      <a:lnTo>
                        <a:pt x="1764" y="5923"/>
                      </a:lnTo>
                      <a:cubicBezTo>
                        <a:pt x="2206" y="6144"/>
                        <a:pt x="2678" y="6238"/>
                        <a:pt x="3182" y="6238"/>
                      </a:cubicBezTo>
                      <a:cubicBezTo>
                        <a:pt x="4915" y="6238"/>
                        <a:pt x="6301" y="4820"/>
                        <a:pt x="6301" y="3119"/>
                      </a:cubicBezTo>
                      <a:cubicBezTo>
                        <a:pt x="6301" y="1386"/>
                        <a:pt x="4883" y="0"/>
                        <a:pt x="318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33" name="Google Shape;9151;p73">
                  <a:extLst>
                    <a:ext uri="{FF2B5EF4-FFF2-40B4-BE49-F238E27FC236}">
                      <a16:creationId xmlns:a16="http://schemas.microsoft.com/office/drawing/2014/main" id="{8888BEF0-B93C-5A46-556B-3EAE5316A40B}"/>
                    </a:ext>
                  </a:extLst>
                </p:cNvPr>
                <p:cNvSpPr/>
                <p:nvPr/>
              </p:nvSpPr>
              <p:spPr>
                <a:xfrm>
                  <a:off x="895000" y="2058450"/>
                  <a:ext cx="173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cubicBezTo>
                        <a:pt x="536" y="725"/>
                        <a:pt x="693" y="567"/>
                        <a:pt x="693" y="378"/>
                      </a:cubicBez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70" name="Google Shape;9152;p73">
                <a:extLst>
                  <a:ext uri="{FF2B5EF4-FFF2-40B4-BE49-F238E27FC236}">
                    <a16:creationId xmlns:a16="http://schemas.microsoft.com/office/drawing/2014/main" id="{ADA50E07-873D-09F5-21FC-D586B60D4AED}"/>
                  </a:ext>
                </a:extLst>
              </p:cNvPr>
              <p:cNvGrpSpPr/>
              <p:nvPr/>
            </p:nvGrpSpPr>
            <p:grpSpPr>
              <a:xfrm>
                <a:off x="765251" y="2280947"/>
                <a:ext cx="503276" cy="500655"/>
                <a:chOff x="685475" y="2318350"/>
                <a:chExt cx="297750" cy="296200"/>
              </a:xfrm>
              <a:grpFill/>
            </p:grpSpPr>
            <p:sp>
              <p:nvSpPr>
                <p:cNvPr id="17827" name="Google Shape;9153;p73">
                  <a:extLst>
                    <a:ext uri="{FF2B5EF4-FFF2-40B4-BE49-F238E27FC236}">
                      <a16:creationId xmlns:a16="http://schemas.microsoft.com/office/drawing/2014/main" id="{AD08CB27-897B-278E-9D9B-B4DBB48462B0}"/>
                    </a:ext>
                  </a:extLst>
                </p:cNvPr>
                <p:cNvSpPr/>
                <p:nvPr/>
              </p:nvSpPr>
              <p:spPr>
                <a:xfrm>
                  <a:off x="685475" y="2371925"/>
                  <a:ext cx="142600" cy="241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04" h="9679" extrusionOk="0">
                      <a:moveTo>
                        <a:pt x="2080" y="662"/>
                      </a:moveTo>
                      <a:cubicBezTo>
                        <a:pt x="2458" y="662"/>
                        <a:pt x="2773" y="977"/>
                        <a:pt x="2773" y="1387"/>
                      </a:cubicBezTo>
                      <a:cubicBezTo>
                        <a:pt x="2773" y="1765"/>
                        <a:pt x="2458" y="2080"/>
                        <a:pt x="2080" y="2080"/>
                      </a:cubicBezTo>
                      <a:cubicBezTo>
                        <a:pt x="1671" y="2080"/>
                        <a:pt x="1356" y="1765"/>
                        <a:pt x="1356" y="1387"/>
                      </a:cubicBezTo>
                      <a:cubicBezTo>
                        <a:pt x="1356" y="977"/>
                        <a:pt x="1734" y="662"/>
                        <a:pt x="2080" y="662"/>
                      </a:cubicBezTo>
                      <a:close/>
                      <a:moveTo>
                        <a:pt x="2962" y="6900"/>
                      </a:moveTo>
                      <a:lnTo>
                        <a:pt x="3120" y="7593"/>
                      </a:lnTo>
                      <a:lnTo>
                        <a:pt x="1135" y="7593"/>
                      </a:lnTo>
                      <a:lnTo>
                        <a:pt x="1293" y="6900"/>
                      </a:lnTo>
                      <a:close/>
                      <a:moveTo>
                        <a:pt x="1742" y="2767"/>
                      </a:moveTo>
                      <a:cubicBezTo>
                        <a:pt x="1866" y="2767"/>
                        <a:pt x="1991" y="2831"/>
                        <a:pt x="2049" y="2962"/>
                      </a:cubicBezTo>
                      <a:lnTo>
                        <a:pt x="2553" y="3938"/>
                      </a:lnTo>
                      <a:cubicBezTo>
                        <a:pt x="2584" y="4064"/>
                        <a:pt x="2742" y="4127"/>
                        <a:pt x="2868" y="4127"/>
                      </a:cubicBezTo>
                      <a:lnTo>
                        <a:pt x="3813" y="4127"/>
                      </a:lnTo>
                      <a:cubicBezTo>
                        <a:pt x="4002" y="4127"/>
                        <a:pt x="4159" y="4285"/>
                        <a:pt x="4159" y="4474"/>
                      </a:cubicBezTo>
                      <a:cubicBezTo>
                        <a:pt x="4159" y="4695"/>
                        <a:pt x="4002" y="4852"/>
                        <a:pt x="3813" y="4852"/>
                      </a:cubicBezTo>
                      <a:lnTo>
                        <a:pt x="2427" y="4852"/>
                      </a:lnTo>
                      <a:cubicBezTo>
                        <a:pt x="2301" y="4852"/>
                        <a:pt x="2175" y="4758"/>
                        <a:pt x="2112" y="4631"/>
                      </a:cubicBezTo>
                      <a:cubicBezTo>
                        <a:pt x="2042" y="4515"/>
                        <a:pt x="1919" y="4450"/>
                        <a:pt x="1784" y="4450"/>
                      </a:cubicBezTo>
                      <a:cubicBezTo>
                        <a:pt x="1737" y="4450"/>
                        <a:pt x="1688" y="4458"/>
                        <a:pt x="1639" y="4474"/>
                      </a:cubicBezTo>
                      <a:cubicBezTo>
                        <a:pt x="1482" y="4568"/>
                        <a:pt x="1387" y="4758"/>
                        <a:pt x="1482" y="4947"/>
                      </a:cubicBezTo>
                      <a:cubicBezTo>
                        <a:pt x="1671" y="5325"/>
                        <a:pt x="2017" y="5545"/>
                        <a:pt x="2427" y="5545"/>
                      </a:cubicBezTo>
                      <a:lnTo>
                        <a:pt x="3813" y="5545"/>
                      </a:lnTo>
                      <a:cubicBezTo>
                        <a:pt x="3970" y="5545"/>
                        <a:pt x="4128" y="5671"/>
                        <a:pt x="4159" y="5829"/>
                      </a:cubicBezTo>
                      <a:lnTo>
                        <a:pt x="4853" y="8570"/>
                      </a:lnTo>
                      <a:cubicBezTo>
                        <a:pt x="4916" y="8790"/>
                        <a:pt x="4790" y="8979"/>
                        <a:pt x="4632" y="9011"/>
                      </a:cubicBezTo>
                      <a:cubicBezTo>
                        <a:pt x="4608" y="9015"/>
                        <a:pt x="4584" y="9017"/>
                        <a:pt x="4560" y="9017"/>
                      </a:cubicBezTo>
                      <a:cubicBezTo>
                        <a:pt x="4403" y="9017"/>
                        <a:pt x="4273" y="8927"/>
                        <a:pt x="4191" y="8790"/>
                      </a:cubicBezTo>
                      <a:lnTo>
                        <a:pt x="3655" y="6522"/>
                      </a:lnTo>
                      <a:cubicBezTo>
                        <a:pt x="3592" y="6364"/>
                        <a:pt x="3498" y="6270"/>
                        <a:pt x="3277" y="6270"/>
                      </a:cubicBezTo>
                      <a:lnTo>
                        <a:pt x="1040" y="6270"/>
                      </a:lnTo>
                      <a:cubicBezTo>
                        <a:pt x="914" y="6270"/>
                        <a:pt x="851" y="6207"/>
                        <a:pt x="757" y="6144"/>
                      </a:cubicBezTo>
                      <a:cubicBezTo>
                        <a:pt x="694" y="5986"/>
                        <a:pt x="694" y="5892"/>
                        <a:pt x="694" y="5797"/>
                      </a:cubicBezTo>
                      <a:lnTo>
                        <a:pt x="1419" y="3025"/>
                      </a:lnTo>
                      <a:cubicBezTo>
                        <a:pt x="1453" y="2855"/>
                        <a:pt x="1597" y="2767"/>
                        <a:pt x="1742" y="2767"/>
                      </a:cubicBezTo>
                      <a:close/>
                      <a:moveTo>
                        <a:pt x="2143" y="0"/>
                      </a:moveTo>
                      <a:cubicBezTo>
                        <a:pt x="1419" y="0"/>
                        <a:pt x="788" y="630"/>
                        <a:pt x="788" y="1387"/>
                      </a:cubicBezTo>
                      <a:cubicBezTo>
                        <a:pt x="788" y="1733"/>
                        <a:pt x="946" y="2080"/>
                        <a:pt x="1135" y="2332"/>
                      </a:cubicBezTo>
                      <a:cubicBezTo>
                        <a:pt x="977" y="2426"/>
                        <a:pt x="851" y="2647"/>
                        <a:pt x="788" y="2867"/>
                      </a:cubicBezTo>
                      <a:lnTo>
                        <a:pt x="64" y="5640"/>
                      </a:lnTo>
                      <a:cubicBezTo>
                        <a:pt x="1" y="5955"/>
                        <a:pt x="64" y="6270"/>
                        <a:pt x="253" y="6522"/>
                      </a:cubicBezTo>
                      <a:cubicBezTo>
                        <a:pt x="347" y="6648"/>
                        <a:pt x="473" y="6774"/>
                        <a:pt x="631" y="6805"/>
                      </a:cubicBezTo>
                      <a:lnTo>
                        <a:pt x="32" y="9263"/>
                      </a:lnTo>
                      <a:cubicBezTo>
                        <a:pt x="1" y="9452"/>
                        <a:pt x="95" y="9609"/>
                        <a:pt x="253" y="9672"/>
                      </a:cubicBezTo>
                      <a:cubicBezTo>
                        <a:pt x="281" y="9676"/>
                        <a:pt x="309" y="9678"/>
                        <a:pt x="335" y="9678"/>
                      </a:cubicBezTo>
                      <a:cubicBezTo>
                        <a:pt x="513" y="9678"/>
                        <a:pt x="639" y="9589"/>
                        <a:pt x="694" y="9452"/>
                      </a:cubicBezTo>
                      <a:lnTo>
                        <a:pt x="977" y="8318"/>
                      </a:lnTo>
                      <a:lnTo>
                        <a:pt x="3372" y="8318"/>
                      </a:lnTo>
                      <a:lnTo>
                        <a:pt x="3529" y="8885"/>
                      </a:lnTo>
                      <a:cubicBezTo>
                        <a:pt x="3661" y="9359"/>
                        <a:pt x="4079" y="9679"/>
                        <a:pt x="4526" y="9679"/>
                      </a:cubicBezTo>
                      <a:cubicBezTo>
                        <a:pt x="4613" y="9679"/>
                        <a:pt x="4702" y="9667"/>
                        <a:pt x="4790" y="9641"/>
                      </a:cubicBezTo>
                      <a:cubicBezTo>
                        <a:pt x="5357" y="9483"/>
                        <a:pt x="5703" y="8916"/>
                        <a:pt x="5546" y="8381"/>
                      </a:cubicBezTo>
                      <a:lnTo>
                        <a:pt x="4821" y="5640"/>
                      </a:lnTo>
                      <a:cubicBezTo>
                        <a:pt x="4790" y="5482"/>
                        <a:pt x="4727" y="5325"/>
                        <a:pt x="4601" y="5199"/>
                      </a:cubicBezTo>
                      <a:cubicBezTo>
                        <a:pt x="4758" y="5010"/>
                        <a:pt x="4884" y="4758"/>
                        <a:pt x="4884" y="4474"/>
                      </a:cubicBezTo>
                      <a:cubicBezTo>
                        <a:pt x="4884" y="3907"/>
                        <a:pt x="4412" y="3466"/>
                        <a:pt x="3844" y="3466"/>
                      </a:cubicBezTo>
                      <a:lnTo>
                        <a:pt x="3088" y="3466"/>
                      </a:lnTo>
                      <a:lnTo>
                        <a:pt x="2710" y="2647"/>
                      </a:lnTo>
                      <a:cubicBezTo>
                        <a:pt x="3183" y="2395"/>
                        <a:pt x="3529" y="1922"/>
                        <a:pt x="3529" y="1387"/>
                      </a:cubicBezTo>
                      <a:cubicBezTo>
                        <a:pt x="3529" y="630"/>
                        <a:pt x="2899" y="0"/>
                        <a:pt x="21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28" name="Google Shape;9154;p73">
                  <a:extLst>
                    <a:ext uri="{FF2B5EF4-FFF2-40B4-BE49-F238E27FC236}">
                      <a16:creationId xmlns:a16="http://schemas.microsoft.com/office/drawing/2014/main" id="{99EC79BC-A273-F927-1147-7EB9EE9A04D2}"/>
                    </a:ext>
                  </a:extLst>
                </p:cNvPr>
                <p:cNvSpPr/>
                <p:nvPr/>
              </p:nvSpPr>
              <p:spPr>
                <a:xfrm>
                  <a:off x="839850" y="2371925"/>
                  <a:ext cx="143375" cy="24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35" h="9705" extrusionOk="0">
                      <a:moveTo>
                        <a:pt x="3624" y="662"/>
                      </a:moveTo>
                      <a:cubicBezTo>
                        <a:pt x="4002" y="662"/>
                        <a:pt x="4317" y="977"/>
                        <a:pt x="4317" y="1355"/>
                      </a:cubicBezTo>
                      <a:cubicBezTo>
                        <a:pt x="4317" y="1765"/>
                        <a:pt x="4002" y="2080"/>
                        <a:pt x="3624" y="2080"/>
                      </a:cubicBezTo>
                      <a:cubicBezTo>
                        <a:pt x="3214" y="2080"/>
                        <a:pt x="2899" y="1765"/>
                        <a:pt x="2899" y="1355"/>
                      </a:cubicBezTo>
                      <a:cubicBezTo>
                        <a:pt x="2899" y="977"/>
                        <a:pt x="3214" y="662"/>
                        <a:pt x="3624" y="662"/>
                      </a:cubicBezTo>
                      <a:close/>
                      <a:moveTo>
                        <a:pt x="4317" y="6900"/>
                      </a:moveTo>
                      <a:lnTo>
                        <a:pt x="4474" y="7593"/>
                      </a:lnTo>
                      <a:lnTo>
                        <a:pt x="2490" y="7593"/>
                      </a:lnTo>
                      <a:lnTo>
                        <a:pt x="2647" y="6900"/>
                      </a:lnTo>
                      <a:close/>
                      <a:moveTo>
                        <a:pt x="3962" y="2731"/>
                      </a:moveTo>
                      <a:cubicBezTo>
                        <a:pt x="4108" y="2731"/>
                        <a:pt x="4250" y="2818"/>
                        <a:pt x="4285" y="2993"/>
                      </a:cubicBezTo>
                      <a:lnTo>
                        <a:pt x="4979" y="5734"/>
                      </a:lnTo>
                      <a:cubicBezTo>
                        <a:pt x="5010" y="6018"/>
                        <a:pt x="4853" y="6207"/>
                        <a:pt x="4632" y="6207"/>
                      </a:cubicBezTo>
                      <a:lnTo>
                        <a:pt x="2395" y="6207"/>
                      </a:lnTo>
                      <a:cubicBezTo>
                        <a:pt x="2238" y="6207"/>
                        <a:pt x="2080" y="6333"/>
                        <a:pt x="2049" y="6490"/>
                      </a:cubicBezTo>
                      <a:lnTo>
                        <a:pt x="1482" y="8727"/>
                      </a:lnTo>
                      <a:cubicBezTo>
                        <a:pt x="1456" y="8883"/>
                        <a:pt x="1323" y="8996"/>
                        <a:pt x="1154" y="8996"/>
                      </a:cubicBezTo>
                      <a:cubicBezTo>
                        <a:pt x="1118" y="8996"/>
                        <a:pt x="1080" y="8990"/>
                        <a:pt x="1040" y="8979"/>
                      </a:cubicBezTo>
                      <a:cubicBezTo>
                        <a:pt x="851" y="8916"/>
                        <a:pt x="725" y="8727"/>
                        <a:pt x="820" y="8538"/>
                      </a:cubicBezTo>
                      <a:lnTo>
                        <a:pt x="1513" y="5766"/>
                      </a:lnTo>
                      <a:cubicBezTo>
                        <a:pt x="1576" y="5608"/>
                        <a:pt x="1671" y="5514"/>
                        <a:pt x="1891" y="5514"/>
                      </a:cubicBezTo>
                      <a:lnTo>
                        <a:pt x="3246" y="5514"/>
                      </a:lnTo>
                      <a:cubicBezTo>
                        <a:pt x="3655" y="5514"/>
                        <a:pt x="4002" y="5262"/>
                        <a:pt x="4222" y="4915"/>
                      </a:cubicBezTo>
                      <a:cubicBezTo>
                        <a:pt x="4285" y="4758"/>
                        <a:pt x="4222" y="4537"/>
                        <a:pt x="4033" y="4442"/>
                      </a:cubicBezTo>
                      <a:cubicBezTo>
                        <a:pt x="3993" y="4426"/>
                        <a:pt x="3948" y="4418"/>
                        <a:pt x="3902" y="4418"/>
                      </a:cubicBezTo>
                      <a:cubicBezTo>
                        <a:pt x="3770" y="4418"/>
                        <a:pt x="3631" y="4483"/>
                        <a:pt x="3561" y="4600"/>
                      </a:cubicBezTo>
                      <a:cubicBezTo>
                        <a:pt x="3529" y="4726"/>
                        <a:pt x="3372" y="4789"/>
                        <a:pt x="3246" y="4789"/>
                      </a:cubicBezTo>
                      <a:lnTo>
                        <a:pt x="1891" y="4789"/>
                      </a:lnTo>
                      <a:cubicBezTo>
                        <a:pt x="1671" y="4789"/>
                        <a:pt x="1513" y="4631"/>
                        <a:pt x="1513" y="4442"/>
                      </a:cubicBezTo>
                      <a:cubicBezTo>
                        <a:pt x="1513" y="4253"/>
                        <a:pt x="1671" y="4096"/>
                        <a:pt x="1891" y="4096"/>
                      </a:cubicBezTo>
                      <a:lnTo>
                        <a:pt x="2836" y="4096"/>
                      </a:lnTo>
                      <a:cubicBezTo>
                        <a:pt x="2931" y="4096"/>
                        <a:pt x="3057" y="4001"/>
                        <a:pt x="3151" y="3907"/>
                      </a:cubicBezTo>
                      <a:cubicBezTo>
                        <a:pt x="3151" y="3844"/>
                        <a:pt x="3655" y="2899"/>
                        <a:pt x="3655" y="2899"/>
                      </a:cubicBezTo>
                      <a:cubicBezTo>
                        <a:pt x="3725" y="2787"/>
                        <a:pt x="3845" y="2731"/>
                        <a:pt x="3962" y="2731"/>
                      </a:cubicBezTo>
                      <a:close/>
                      <a:moveTo>
                        <a:pt x="3529" y="0"/>
                      </a:moveTo>
                      <a:cubicBezTo>
                        <a:pt x="2805" y="0"/>
                        <a:pt x="2175" y="630"/>
                        <a:pt x="2175" y="1355"/>
                      </a:cubicBezTo>
                      <a:cubicBezTo>
                        <a:pt x="2175" y="1922"/>
                        <a:pt x="2490" y="2395"/>
                        <a:pt x="2994" y="2615"/>
                      </a:cubicBezTo>
                      <a:lnTo>
                        <a:pt x="2584" y="3466"/>
                      </a:lnTo>
                      <a:lnTo>
                        <a:pt x="1860" y="3466"/>
                      </a:lnTo>
                      <a:cubicBezTo>
                        <a:pt x="1261" y="3466"/>
                        <a:pt x="820" y="3938"/>
                        <a:pt x="820" y="4474"/>
                      </a:cubicBezTo>
                      <a:cubicBezTo>
                        <a:pt x="820" y="4758"/>
                        <a:pt x="946" y="4978"/>
                        <a:pt x="1103" y="5199"/>
                      </a:cubicBezTo>
                      <a:cubicBezTo>
                        <a:pt x="977" y="5325"/>
                        <a:pt x="914" y="5451"/>
                        <a:pt x="851" y="5608"/>
                      </a:cubicBezTo>
                      <a:lnTo>
                        <a:pt x="158" y="8381"/>
                      </a:lnTo>
                      <a:cubicBezTo>
                        <a:pt x="1" y="8916"/>
                        <a:pt x="347" y="9483"/>
                        <a:pt x="914" y="9641"/>
                      </a:cubicBezTo>
                      <a:cubicBezTo>
                        <a:pt x="1002" y="9667"/>
                        <a:pt x="1091" y="9679"/>
                        <a:pt x="1178" y="9679"/>
                      </a:cubicBezTo>
                      <a:cubicBezTo>
                        <a:pt x="1624" y="9679"/>
                        <a:pt x="2038" y="9359"/>
                        <a:pt x="2143" y="8885"/>
                      </a:cubicBezTo>
                      <a:lnTo>
                        <a:pt x="2332" y="8286"/>
                      </a:lnTo>
                      <a:lnTo>
                        <a:pt x="4695" y="8286"/>
                      </a:lnTo>
                      <a:lnTo>
                        <a:pt x="4947" y="9452"/>
                      </a:lnTo>
                      <a:cubicBezTo>
                        <a:pt x="4995" y="9597"/>
                        <a:pt x="5118" y="9704"/>
                        <a:pt x="5257" y="9704"/>
                      </a:cubicBezTo>
                      <a:cubicBezTo>
                        <a:pt x="5300" y="9704"/>
                        <a:pt x="5344" y="9694"/>
                        <a:pt x="5388" y="9672"/>
                      </a:cubicBezTo>
                      <a:cubicBezTo>
                        <a:pt x="5577" y="9641"/>
                        <a:pt x="5703" y="9452"/>
                        <a:pt x="5609" y="9231"/>
                      </a:cubicBezTo>
                      <a:lnTo>
                        <a:pt x="5042" y="6805"/>
                      </a:lnTo>
                      <a:cubicBezTo>
                        <a:pt x="5514" y="6616"/>
                        <a:pt x="5735" y="6144"/>
                        <a:pt x="5640" y="5640"/>
                      </a:cubicBezTo>
                      <a:lnTo>
                        <a:pt x="4916" y="2867"/>
                      </a:lnTo>
                      <a:cubicBezTo>
                        <a:pt x="4884" y="2647"/>
                        <a:pt x="4758" y="2489"/>
                        <a:pt x="4569" y="2332"/>
                      </a:cubicBezTo>
                      <a:cubicBezTo>
                        <a:pt x="4790" y="2080"/>
                        <a:pt x="4916" y="1733"/>
                        <a:pt x="4916" y="1355"/>
                      </a:cubicBezTo>
                      <a:cubicBezTo>
                        <a:pt x="4916" y="630"/>
                        <a:pt x="4285" y="0"/>
                        <a:pt x="352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29" name="Google Shape;9155;p73">
                  <a:extLst>
                    <a:ext uri="{FF2B5EF4-FFF2-40B4-BE49-F238E27FC236}">
                      <a16:creationId xmlns:a16="http://schemas.microsoft.com/office/drawing/2014/main" id="{A481F08F-CBBE-2F0B-8722-AF2111AD10A4}"/>
                    </a:ext>
                  </a:extLst>
                </p:cNvPr>
                <p:cNvSpPr/>
                <p:nvPr/>
              </p:nvSpPr>
              <p:spPr>
                <a:xfrm>
                  <a:off x="772900" y="2318350"/>
                  <a:ext cx="122125" cy="10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4203" extrusionOk="0">
                      <a:moveTo>
                        <a:pt x="3844" y="631"/>
                      </a:moveTo>
                      <a:cubicBezTo>
                        <a:pt x="4034" y="631"/>
                        <a:pt x="4223" y="789"/>
                        <a:pt x="4223" y="978"/>
                      </a:cubicBezTo>
                      <a:lnTo>
                        <a:pt x="4223" y="1734"/>
                      </a:lnTo>
                      <a:cubicBezTo>
                        <a:pt x="4223" y="1923"/>
                        <a:pt x="4034" y="2112"/>
                        <a:pt x="3844" y="2112"/>
                      </a:cubicBezTo>
                      <a:cubicBezTo>
                        <a:pt x="3655" y="2143"/>
                        <a:pt x="3498" y="2301"/>
                        <a:pt x="3498" y="2458"/>
                      </a:cubicBezTo>
                      <a:lnTo>
                        <a:pt x="3498" y="2994"/>
                      </a:lnTo>
                      <a:lnTo>
                        <a:pt x="2679" y="2206"/>
                      </a:lnTo>
                      <a:cubicBezTo>
                        <a:pt x="2584" y="2143"/>
                        <a:pt x="2521" y="2112"/>
                        <a:pt x="2427" y="2112"/>
                      </a:cubicBezTo>
                      <a:lnTo>
                        <a:pt x="1009" y="2112"/>
                      </a:lnTo>
                      <a:cubicBezTo>
                        <a:pt x="820" y="2112"/>
                        <a:pt x="662" y="1923"/>
                        <a:pt x="662" y="1734"/>
                      </a:cubicBezTo>
                      <a:lnTo>
                        <a:pt x="662" y="978"/>
                      </a:lnTo>
                      <a:cubicBezTo>
                        <a:pt x="662" y="789"/>
                        <a:pt x="820" y="631"/>
                        <a:pt x="1009" y="631"/>
                      </a:cubicBezTo>
                      <a:close/>
                      <a:moveTo>
                        <a:pt x="1009" y="1"/>
                      </a:moveTo>
                      <a:cubicBezTo>
                        <a:pt x="442" y="1"/>
                        <a:pt x="1" y="474"/>
                        <a:pt x="1" y="1041"/>
                      </a:cubicBezTo>
                      <a:lnTo>
                        <a:pt x="1" y="1765"/>
                      </a:lnTo>
                      <a:cubicBezTo>
                        <a:pt x="1" y="2364"/>
                        <a:pt x="473" y="2805"/>
                        <a:pt x="1009" y="2805"/>
                      </a:cubicBezTo>
                      <a:lnTo>
                        <a:pt x="2269" y="2805"/>
                      </a:lnTo>
                      <a:lnTo>
                        <a:pt x="3592" y="4097"/>
                      </a:lnTo>
                      <a:cubicBezTo>
                        <a:pt x="3663" y="4167"/>
                        <a:pt x="3770" y="4203"/>
                        <a:pt x="3872" y="4203"/>
                      </a:cubicBezTo>
                      <a:cubicBezTo>
                        <a:pt x="3906" y="4203"/>
                        <a:pt x="3939" y="4199"/>
                        <a:pt x="3970" y="4191"/>
                      </a:cubicBezTo>
                      <a:cubicBezTo>
                        <a:pt x="4097" y="4160"/>
                        <a:pt x="4160" y="4002"/>
                        <a:pt x="4160" y="3876"/>
                      </a:cubicBezTo>
                      <a:lnTo>
                        <a:pt x="4160" y="2773"/>
                      </a:lnTo>
                      <a:cubicBezTo>
                        <a:pt x="4569" y="2616"/>
                        <a:pt x="4884" y="2238"/>
                        <a:pt x="4884" y="1765"/>
                      </a:cubicBezTo>
                      <a:lnTo>
                        <a:pt x="4884" y="1041"/>
                      </a:lnTo>
                      <a:cubicBezTo>
                        <a:pt x="4884" y="442"/>
                        <a:pt x="4412" y="1"/>
                        <a:pt x="384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71" name="Google Shape;9156;p73">
                <a:extLst>
                  <a:ext uri="{FF2B5EF4-FFF2-40B4-BE49-F238E27FC236}">
                    <a16:creationId xmlns:a16="http://schemas.microsoft.com/office/drawing/2014/main" id="{5F11252F-8BD4-926D-0585-A932B4A66C7D}"/>
                  </a:ext>
                </a:extLst>
              </p:cNvPr>
              <p:cNvSpPr/>
              <p:nvPr/>
            </p:nvSpPr>
            <p:spPr>
              <a:xfrm>
                <a:off x="767248" y="2924655"/>
                <a:ext cx="499261" cy="500571"/>
              </a:xfrm>
              <a:custGeom>
                <a:avLst/>
                <a:gdLst/>
                <a:ahLst/>
                <a:cxnLst/>
                <a:rect l="l" t="t" r="r" b="b"/>
                <a:pathLst>
                  <a:path w="11815" h="11846" extrusionOk="0">
                    <a:moveTo>
                      <a:pt x="5829" y="693"/>
                    </a:moveTo>
                    <a:cubicBezTo>
                      <a:pt x="6238" y="693"/>
                      <a:pt x="6553" y="1008"/>
                      <a:pt x="6553" y="1418"/>
                    </a:cubicBezTo>
                    <a:cubicBezTo>
                      <a:pt x="6553" y="1796"/>
                      <a:pt x="6238" y="2111"/>
                      <a:pt x="5829" y="2111"/>
                    </a:cubicBezTo>
                    <a:cubicBezTo>
                      <a:pt x="5451" y="2111"/>
                      <a:pt x="5136" y="1796"/>
                      <a:pt x="5136" y="1418"/>
                    </a:cubicBezTo>
                    <a:cubicBezTo>
                      <a:pt x="5136" y="1008"/>
                      <a:pt x="5482" y="693"/>
                      <a:pt x="5829" y="693"/>
                    </a:cubicBezTo>
                    <a:close/>
                    <a:moveTo>
                      <a:pt x="5829" y="2773"/>
                    </a:moveTo>
                    <a:cubicBezTo>
                      <a:pt x="6774" y="2773"/>
                      <a:pt x="7562" y="3560"/>
                      <a:pt x="7562" y="4568"/>
                    </a:cubicBezTo>
                    <a:lnTo>
                      <a:pt x="7562" y="4915"/>
                    </a:lnTo>
                    <a:lnTo>
                      <a:pt x="4096" y="4915"/>
                    </a:lnTo>
                    <a:lnTo>
                      <a:pt x="4096" y="4568"/>
                    </a:lnTo>
                    <a:cubicBezTo>
                      <a:pt x="4096" y="3560"/>
                      <a:pt x="4884" y="2773"/>
                      <a:pt x="5829" y="2773"/>
                    </a:cubicBezTo>
                    <a:close/>
                    <a:moveTo>
                      <a:pt x="2363" y="6963"/>
                    </a:moveTo>
                    <a:cubicBezTo>
                      <a:pt x="2773" y="6963"/>
                      <a:pt x="3088" y="7278"/>
                      <a:pt x="3088" y="7656"/>
                    </a:cubicBezTo>
                    <a:cubicBezTo>
                      <a:pt x="3088" y="8065"/>
                      <a:pt x="2773" y="8380"/>
                      <a:pt x="2363" y="8380"/>
                    </a:cubicBezTo>
                    <a:cubicBezTo>
                      <a:pt x="1985" y="8380"/>
                      <a:pt x="1670" y="8065"/>
                      <a:pt x="1670" y="7656"/>
                    </a:cubicBezTo>
                    <a:cubicBezTo>
                      <a:pt x="1670" y="7278"/>
                      <a:pt x="1985" y="6963"/>
                      <a:pt x="2363" y="6963"/>
                    </a:cubicBezTo>
                    <a:close/>
                    <a:moveTo>
                      <a:pt x="9357" y="6963"/>
                    </a:moveTo>
                    <a:cubicBezTo>
                      <a:pt x="9735" y="6963"/>
                      <a:pt x="10050" y="7278"/>
                      <a:pt x="10050" y="7656"/>
                    </a:cubicBezTo>
                    <a:cubicBezTo>
                      <a:pt x="10050" y="8065"/>
                      <a:pt x="9735" y="8380"/>
                      <a:pt x="9357" y="8380"/>
                    </a:cubicBezTo>
                    <a:cubicBezTo>
                      <a:pt x="8948" y="8380"/>
                      <a:pt x="8633" y="8065"/>
                      <a:pt x="8633" y="7656"/>
                    </a:cubicBezTo>
                    <a:cubicBezTo>
                      <a:pt x="8633" y="7278"/>
                      <a:pt x="8948" y="6963"/>
                      <a:pt x="9357" y="6963"/>
                    </a:cubicBezTo>
                    <a:close/>
                    <a:moveTo>
                      <a:pt x="2363" y="9042"/>
                    </a:moveTo>
                    <a:cubicBezTo>
                      <a:pt x="3308" y="9042"/>
                      <a:pt x="4096" y="9830"/>
                      <a:pt x="4096" y="10806"/>
                    </a:cubicBezTo>
                    <a:lnTo>
                      <a:pt x="4096" y="11184"/>
                    </a:lnTo>
                    <a:lnTo>
                      <a:pt x="630" y="11184"/>
                    </a:lnTo>
                    <a:lnTo>
                      <a:pt x="630" y="10806"/>
                    </a:lnTo>
                    <a:cubicBezTo>
                      <a:pt x="630" y="9830"/>
                      <a:pt x="1418" y="9042"/>
                      <a:pt x="2363" y="9042"/>
                    </a:cubicBezTo>
                    <a:close/>
                    <a:moveTo>
                      <a:pt x="9357" y="9042"/>
                    </a:moveTo>
                    <a:cubicBezTo>
                      <a:pt x="10302" y="9042"/>
                      <a:pt x="11090" y="9830"/>
                      <a:pt x="11090" y="10806"/>
                    </a:cubicBezTo>
                    <a:lnTo>
                      <a:pt x="11090" y="11184"/>
                    </a:lnTo>
                    <a:lnTo>
                      <a:pt x="7625" y="11184"/>
                    </a:lnTo>
                    <a:lnTo>
                      <a:pt x="7625" y="10806"/>
                    </a:lnTo>
                    <a:cubicBezTo>
                      <a:pt x="7625" y="9830"/>
                      <a:pt x="8412" y="9042"/>
                      <a:pt x="9357" y="9042"/>
                    </a:cubicBezTo>
                    <a:close/>
                    <a:moveTo>
                      <a:pt x="5892" y="0"/>
                    </a:moveTo>
                    <a:cubicBezTo>
                      <a:pt x="5136" y="0"/>
                      <a:pt x="4506" y="630"/>
                      <a:pt x="4506" y="1355"/>
                    </a:cubicBezTo>
                    <a:cubicBezTo>
                      <a:pt x="4506" y="1733"/>
                      <a:pt x="4632" y="2016"/>
                      <a:pt x="4852" y="2300"/>
                    </a:cubicBezTo>
                    <a:cubicBezTo>
                      <a:pt x="4033" y="2710"/>
                      <a:pt x="3466" y="3529"/>
                      <a:pt x="3466" y="4505"/>
                    </a:cubicBezTo>
                    <a:lnTo>
                      <a:pt x="3466" y="5230"/>
                    </a:lnTo>
                    <a:cubicBezTo>
                      <a:pt x="3466" y="5419"/>
                      <a:pt x="3623" y="5577"/>
                      <a:pt x="3844" y="5577"/>
                    </a:cubicBezTo>
                    <a:lnTo>
                      <a:pt x="5577" y="5577"/>
                    </a:lnTo>
                    <a:lnTo>
                      <a:pt x="5577" y="7152"/>
                    </a:lnTo>
                    <a:lnTo>
                      <a:pt x="3875" y="8822"/>
                    </a:lnTo>
                    <a:cubicBezTo>
                      <a:pt x="3749" y="8696"/>
                      <a:pt x="3592" y="8601"/>
                      <a:pt x="3434" y="8569"/>
                    </a:cubicBezTo>
                    <a:cubicBezTo>
                      <a:pt x="3686" y="8349"/>
                      <a:pt x="3781" y="8034"/>
                      <a:pt x="3781" y="7624"/>
                    </a:cubicBezTo>
                    <a:cubicBezTo>
                      <a:pt x="3781" y="6868"/>
                      <a:pt x="3151" y="6238"/>
                      <a:pt x="2426" y="6238"/>
                    </a:cubicBezTo>
                    <a:cubicBezTo>
                      <a:pt x="1670" y="6238"/>
                      <a:pt x="1040" y="6868"/>
                      <a:pt x="1040" y="7624"/>
                    </a:cubicBezTo>
                    <a:cubicBezTo>
                      <a:pt x="1040" y="7971"/>
                      <a:pt x="1166" y="8286"/>
                      <a:pt x="1387" y="8569"/>
                    </a:cubicBezTo>
                    <a:cubicBezTo>
                      <a:pt x="567" y="8979"/>
                      <a:pt x="0" y="9798"/>
                      <a:pt x="0" y="10775"/>
                    </a:cubicBezTo>
                    <a:lnTo>
                      <a:pt x="0" y="11499"/>
                    </a:lnTo>
                    <a:cubicBezTo>
                      <a:pt x="0" y="11688"/>
                      <a:pt x="158" y="11846"/>
                      <a:pt x="378" y="11846"/>
                    </a:cubicBezTo>
                    <a:lnTo>
                      <a:pt x="4474" y="11846"/>
                    </a:lnTo>
                    <a:cubicBezTo>
                      <a:pt x="4663" y="11846"/>
                      <a:pt x="4821" y="11688"/>
                      <a:pt x="4821" y="11499"/>
                    </a:cubicBezTo>
                    <a:lnTo>
                      <a:pt x="4821" y="10775"/>
                    </a:lnTo>
                    <a:cubicBezTo>
                      <a:pt x="4821" y="10239"/>
                      <a:pt x="4632" y="9704"/>
                      <a:pt x="4348" y="9326"/>
                    </a:cubicBezTo>
                    <a:lnTo>
                      <a:pt x="5860" y="7782"/>
                    </a:lnTo>
                    <a:lnTo>
                      <a:pt x="7404" y="9326"/>
                    </a:lnTo>
                    <a:cubicBezTo>
                      <a:pt x="7089" y="9704"/>
                      <a:pt x="6931" y="10239"/>
                      <a:pt x="6931" y="10775"/>
                    </a:cubicBezTo>
                    <a:lnTo>
                      <a:pt x="6931" y="11499"/>
                    </a:lnTo>
                    <a:cubicBezTo>
                      <a:pt x="6931" y="11688"/>
                      <a:pt x="7089" y="11846"/>
                      <a:pt x="7309" y="11846"/>
                    </a:cubicBezTo>
                    <a:lnTo>
                      <a:pt x="11468" y="11846"/>
                    </a:lnTo>
                    <a:cubicBezTo>
                      <a:pt x="11657" y="11846"/>
                      <a:pt x="11815" y="11688"/>
                      <a:pt x="11815" y="11499"/>
                    </a:cubicBezTo>
                    <a:lnTo>
                      <a:pt x="11815" y="10775"/>
                    </a:lnTo>
                    <a:cubicBezTo>
                      <a:pt x="11783" y="9830"/>
                      <a:pt x="11185" y="8979"/>
                      <a:pt x="10365" y="8569"/>
                    </a:cubicBezTo>
                    <a:cubicBezTo>
                      <a:pt x="10586" y="8349"/>
                      <a:pt x="10712" y="8034"/>
                      <a:pt x="10712" y="7624"/>
                    </a:cubicBezTo>
                    <a:cubicBezTo>
                      <a:pt x="10712" y="6868"/>
                      <a:pt x="10082" y="6238"/>
                      <a:pt x="9357" y="6238"/>
                    </a:cubicBezTo>
                    <a:cubicBezTo>
                      <a:pt x="8601" y="6238"/>
                      <a:pt x="7971" y="6868"/>
                      <a:pt x="7971" y="7624"/>
                    </a:cubicBezTo>
                    <a:cubicBezTo>
                      <a:pt x="7971" y="7971"/>
                      <a:pt x="8097" y="8286"/>
                      <a:pt x="8318" y="8569"/>
                    </a:cubicBezTo>
                    <a:cubicBezTo>
                      <a:pt x="8160" y="8664"/>
                      <a:pt x="8034" y="8727"/>
                      <a:pt x="7877" y="8822"/>
                    </a:cubicBezTo>
                    <a:lnTo>
                      <a:pt x="6207" y="7152"/>
                    </a:lnTo>
                    <a:lnTo>
                      <a:pt x="6207" y="5577"/>
                    </a:lnTo>
                    <a:lnTo>
                      <a:pt x="7940" y="5577"/>
                    </a:lnTo>
                    <a:cubicBezTo>
                      <a:pt x="8129" y="5577"/>
                      <a:pt x="8286" y="5419"/>
                      <a:pt x="8286" y="5230"/>
                    </a:cubicBezTo>
                    <a:lnTo>
                      <a:pt x="8286" y="4505"/>
                    </a:lnTo>
                    <a:cubicBezTo>
                      <a:pt x="8286" y="3529"/>
                      <a:pt x="7688" y="2710"/>
                      <a:pt x="6900" y="2300"/>
                    </a:cubicBezTo>
                    <a:cubicBezTo>
                      <a:pt x="7152" y="2080"/>
                      <a:pt x="7246" y="1764"/>
                      <a:pt x="7246" y="1355"/>
                    </a:cubicBezTo>
                    <a:cubicBezTo>
                      <a:pt x="7246" y="630"/>
                      <a:pt x="6616" y="0"/>
                      <a:pt x="58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72" name="Google Shape;9157;p73">
                <a:extLst>
                  <a:ext uri="{FF2B5EF4-FFF2-40B4-BE49-F238E27FC236}">
                    <a16:creationId xmlns:a16="http://schemas.microsoft.com/office/drawing/2014/main" id="{363F3E0D-5C97-F223-E256-2E3FB6F70ECE}"/>
                  </a:ext>
                </a:extLst>
              </p:cNvPr>
              <p:cNvGrpSpPr/>
              <p:nvPr/>
            </p:nvGrpSpPr>
            <p:grpSpPr>
              <a:xfrm>
                <a:off x="3957191" y="1688870"/>
                <a:ext cx="443398" cy="498627"/>
                <a:chOff x="2523000" y="1954875"/>
                <a:chExt cx="262325" cy="295000"/>
              </a:xfrm>
              <a:grpFill/>
            </p:grpSpPr>
            <p:sp>
              <p:nvSpPr>
                <p:cNvPr id="17825" name="Google Shape;9158;p73">
                  <a:extLst>
                    <a:ext uri="{FF2B5EF4-FFF2-40B4-BE49-F238E27FC236}">
                      <a16:creationId xmlns:a16="http://schemas.microsoft.com/office/drawing/2014/main" id="{58E6720D-2442-CD14-5A3C-60A1FEDBD4BA}"/>
                    </a:ext>
                  </a:extLst>
                </p:cNvPr>
                <p:cNvSpPr/>
                <p:nvPr/>
              </p:nvSpPr>
              <p:spPr>
                <a:xfrm>
                  <a:off x="2523000" y="1954875"/>
                  <a:ext cx="262325" cy="29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93" h="11800" extrusionOk="0">
                      <a:moveTo>
                        <a:pt x="5294" y="709"/>
                      </a:moveTo>
                      <a:cubicBezTo>
                        <a:pt x="6350" y="1316"/>
                        <a:pt x="7422" y="1602"/>
                        <a:pt x="8487" y="1602"/>
                      </a:cubicBezTo>
                      <a:cubicBezTo>
                        <a:pt x="8915" y="1602"/>
                        <a:pt x="9343" y="1556"/>
                        <a:pt x="9767" y="1465"/>
                      </a:cubicBezTo>
                      <a:lnTo>
                        <a:pt x="9767" y="5026"/>
                      </a:lnTo>
                      <a:cubicBezTo>
                        <a:pt x="9767" y="7798"/>
                        <a:pt x="7940" y="10287"/>
                        <a:pt x="5294" y="11137"/>
                      </a:cubicBezTo>
                      <a:cubicBezTo>
                        <a:pt x="2647" y="10350"/>
                        <a:pt x="789" y="7798"/>
                        <a:pt x="789" y="5026"/>
                      </a:cubicBezTo>
                      <a:lnTo>
                        <a:pt x="789" y="1465"/>
                      </a:lnTo>
                      <a:cubicBezTo>
                        <a:pt x="1222" y="1556"/>
                        <a:pt x="1654" y="1602"/>
                        <a:pt x="2084" y="1602"/>
                      </a:cubicBezTo>
                      <a:cubicBezTo>
                        <a:pt x="3153" y="1602"/>
                        <a:pt x="4215" y="1316"/>
                        <a:pt x="5294" y="709"/>
                      </a:cubicBezTo>
                      <a:close/>
                      <a:moveTo>
                        <a:pt x="5266" y="0"/>
                      </a:moveTo>
                      <a:cubicBezTo>
                        <a:pt x="5207" y="0"/>
                        <a:pt x="5152" y="16"/>
                        <a:pt x="5105" y="48"/>
                      </a:cubicBezTo>
                      <a:cubicBezTo>
                        <a:pt x="4065" y="646"/>
                        <a:pt x="3057" y="930"/>
                        <a:pt x="2017" y="930"/>
                      </a:cubicBezTo>
                      <a:cubicBezTo>
                        <a:pt x="1513" y="930"/>
                        <a:pt x="1009" y="835"/>
                        <a:pt x="473" y="678"/>
                      </a:cubicBezTo>
                      <a:cubicBezTo>
                        <a:pt x="440" y="669"/>
                        <a:pt x="408" y="665"/>
                        <a:pt x="378" y="665"/>
                      </a:cubicBezTo>
                      <a:cubicBezTo>
                        <a:pt x="297" y="665"/>
                        <a:pt x="228" y="695"/>
                        <a:pt x="158" y="741"/>
                      </a:cubicBezTo>
                      <a:cubicBezTo>
                        <a:pt x="95" y="804"/>
                        <a:pt x="1" y="898"/>
                        <a:pt x="1" y="993"/>
                      </a:cubicBezTo>
                      <a:lnTo>
                        <a:pt x="1" y="4994"/>
                      </a:lnTo>
                      <a:cubicBezTo>
                        <a:pt x="127" y="8176"/>
                        <a:pt x="2206" y="10917"/>
                        <a:pt x="5199" y="11799"/>
                      </a:cubicBezTo>
                      <a:lnTo>
                        <a:pt x="5357" y="11799"/>
                      </a:lnTo>
                      <a:cubicBezTo>
                        <a:pt x="8350" y="10917"/>
                        <a:pt x="10492" y="8176"/>
                        <a:pt x="10492" y="5026"/>
                      </a:cubicBezTo>
                      <a:lnTo>
                        <a:pt x="10492" y="1056"/>
                      </a:lnTo>
                      <a:cubicBezTo>
                        <a:pt x="10492" y="930"/>
                        <a:pt x="10429" y="835"/>
                        <a:pt x="10335" y="772"/>
                      </a:cubicBezTo>
                      <a:cubicBezTo>
                        <a:pt x="10282" y="720"/>
                        <a:pt x="10230" y="697"/>
                        <a:pt x="10173" y="697"/>
                      </a:cubicBezTo>
                      <a:cubicBezTo>
                        <a:pt x="10126" y="697"/>
                        <a:pt x="10076" y="713"/>
                        <a:pt x="10019" y="741"/>
                      </a:cubicBezTo>
                      <a:cubicBezTo>
                        <a:pt x="9509" y="876"/>
                        <a:pt x="9006" y="946"/>
                        <a:pt x="8504" y="946"/>
                      </a:cubicBezTo>
                      <a:cubicBezTo>
                        <a:pt x="7490" y="946"/>
                        <a:pt x="6485" y="659"/>
                        <a:pt x="5451" y="48"/>
                      </a:cubicBezTo>
                      <a:cubicBezTo>
                        <a:pt x="5388" y="16"/>
                        <a:pt x="5325" y="0"/>
                        <a:pt x="526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26" name="Google Shape;9159;p73">
                  <a:extLst>
                    <a:ext uri="{FF2B5EF4-FFF2-40B4-BE49-F238E27FC236}">
                      <a16:creationId xmlns:a16="http://schemas.microsoft.com/office/drawing/2014/main" id="{56B41E84-E4AC-AC4E-59E4-598515AB9BE8}"/>
                    </a:ext>
                  </a:extLst>
                </p:cNvPr>
                <p:cNvSpPr/>
                <p:nvPr/>
              </p:nvSpPr>
              <p:spPr>
                <a:xfrm>
                  <a:off x="2595475" y="2024575"/>
                  <a:ext cx="122100" cy="13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5546" extrusionOk="0">
                      <a:moveTo>
                        <a:pt x="2426" y="694"/>
                      </a:moveTo>
                      <a:cubicBezTo>
                        <a:pt x="2836" y="694"/>
                        <a:pt x="3151" y="1009"/>
                        <a:pt x="3151" y="1418"/>
                      </a:cubicBezTo>
                      <a:cubicBezTo>
                        <a:pt x="3151" y="1796"/>
                        <a:pt x="2836" y="2111"/>
                        <a:pt x="2426" y="2111"/>
                      </a:cubicBezTo>
                      <a:cubicBezTo>
                        <a:pt x="2048" y="2111"/>
                        <a:pt x="1733" y="1796"/>
                        <a:pt x="1733" y="1418"/>
                      </a:cubicBezTo>
                      <a:cubicBezTo>
                        <a:pt x="1733" y="1009"/>
                        <a:pt x="2048" y="694"/>
                        <a:pt x="2426" y="694"/>
                      </a:cubicBezTo>
                      <a:close/>
                      <a:moveTo>
                        <a:pt x="2426" y="2742"/>
                      </a:moveTo>
                      <a:cubicBezTo>
                        <a:pt x="3371" y="2742"/>
                        <a:pt x="4159" y="3529"/>
                        <a:pt x="4159" y="4474"/>
                      </a:cubicBezTo>
                      <a:lnTo>
                        <a:pt x="4159" y="4821"/>
                      </a:lnTo>
                      <a:lnTo>
                        <a:pt x="693" y="4821"/>
                      </a:lnTo>
                      <a:lnTo>
                        <a:pt x="693" y="4474"/>
                      </a:lnTo>
                      <a:cubicBezTo>
                        <a:pt x="693" y="3529"/>
                        <a:pt x="1481" y="2742"/>
                        <a:pt x="2426" y="2742"/>
                      </a:cubicBezTo>
                      <a:close/>
                      <a:moveTo>
                        <a:pt x="2458" y="1"/>
                      </a:moveTo>
                      <a:cubicBezTo>
                        <a:pt x="1733" y="1"/>
                        <a:pt x="1103" y="599"/>
                        <a:pt x="1103" y="1355"/>
                      </a:cubicBezTo>
                      <a:cubicBezTo>
                        <a:pt x="1103" y="1733"/>
                        <a:pt x="1198" y="2048"/>
                        <a:pt x="1450" y="2269"/>
                      </a:cubicBezTo>
                      <a:cubicBezTo>
                        <a:pt x="630" y="2647"/>
                        <a:pt x="63" y="3498"/>
                        <a:pt x="63" y="4474"/>
                      </a:cubicBezTo>
                      <a:lnTo>
                        <a:pt x="63" y="5199"/>
                      </a:lnTo>
                      <a:cubicBezTo>
                        <a:pt x="0" y="5388"/>
                        <a:pt x="158" y="5546"/>
                        <a:pt x="347" y="5546"/>
                      </a:cubicBezTo>
                      <a:lnTo>
                        <a:pt x="4506" y="5546"/>
                      </a:lnTo>
                      <a:cubicBezTo>
                        <a:pt x="4726" y="5546"/>
                        <a:pt x="4884" y="5388"/>
                        <a:pt x="4884" y="5199"/>
                      </a:cubicBezTo>
                      <a:lnTo>
                        <a:pt x="4884" y="4474"/>
                      </a:lnTo>
                      <a:cubicBezTo>
                        <a:pt x="4884" y="3498"/>
                        <a:pt x="4317" y="2647"/>
                        <a:pt x="3497" y="2269"/>
                      </a:cubicBezTo>
                      <a:cubicBezTo>
                        <a:pt x="3718" y="2048"/>
                        <a:pt x="3844" y="1702"/>
                        <a:pt x="3844" y="1355"/>
                      </a:cubicBezTo>
                      <a:cubicBezTo>
                        <a:pt x="3844" y="599"/>
                        <a:pt x="3214" y="1"/>
                        <a:pt x="245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73" name="Google Shape;9160;p73">
                <a:extLst>
                  <a:ext uri="{FF2B5EF4-FFF2-40B4-BE49-F238E27FC236}">
                    <a16:creationId xmlns:a16="http://schemas.microsoft.com/office/drawing/2014/main" id="{DDDEC3AB-4DD6-28DD-5E1B-2FBA6C86583C}"/>
                  </a:ext>
                </a:extLst>
              </p:cNvPr>
              <p:cNvGrpSpPr/>
              <p:nvPr/>
            </p:nvGrpSpPr>
            <p:grpSpPr>
              <a:xfrm>
                <a:off x="3927252" y="2281623"/>
                <a:ext cx="503276" cy="499303"/>
                <a:chOff x="2508825" y="2318350"/>
                <a:chExt cx="297750" cy="295400"/>
              </a:xfrm>
              <a:grpFill/>
            </p:grpSpPr>
            <p:sp>
              <p:nvSpPr>
                <p:cNvPr id="17823" name="Google Shape;9161;p73">
                  <a:extLst>
                    <a:ext uri="{FF2B5EF4-FFF2-40B4-BE49-F238E27FC236}">
                      <a16:creationId xmlns:a16="http://schemas.microsoft.com/office/drawing/2014/main" id="{50128753-877F-2990-CD62-366FD6C43D40}"/>
                    </a:ext>
                  </a:extLst>
                </p:cNvPr>
                <p:cNvSpPr/>
                <p:nvPr/>
              </p:nvSpPr>
              <p:spPr>
                <a:xfrm>
                  <a:off x="2508825" y="2318350"/>
                  <a:ext cx="297750" cy="29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11816" extrusionOk="0">
                      <a:moveTo>
                        <a:pt x="5892" y="694"/>
                      </a:moveTo>
                      <a:cubicBezTo>
                        <a:pt x="7625" y="694"/>
                        <a:pt x="9043" y="2112"/>
                        <a:pt x="9043" y="3845"/>
                      </a:cubicBezTo>
                      <a:cubicBezTo>
                        <a:pt x="9043" y="5483"/>
                        <a:pt x="7751" y="6838"/>
                        <a:pt x="6081" y="6932"/>
                      </a:cubicBezTo>
                      <a:cubicBezTo>
                        <a:pt x="6018" y="6932"/>
                        <a:pt x="5987" y="6901"/>
                        <a:pt x="5924" y="6869"/>
                      </a:cubicBezTo>
                      <a:lnTo>
                        <a:pt x="5766" y="6711"/>
                      </a:lnTo>
                      <a:cubicBezTo>
                        <a:pt x="5297" y="6298"/>
                        <a:pt x="4683" y="6101"/>
                        <a:pt x="4072" y="6101"/>
                      </a:cubicBezTo>
                      <a:cubicBezTo>
                        <a:pt x="3985" y="6101"/>
                        <a:pt x="3899" y="6105"/>
                        <a:pt x="3813" y="6113"/>
                      </a:cubicBezTo>
                      <a:cubicBezTo>
                        <a:pt x="3151" y="5577"/>
                        <a:pt x="2773" y="4727"/>
                        <a:pt x="2773" y="3845"/>
                      </a:cubicBezTo>
                      <a:cubicBezTo>
                        <a:pt x="2773" y="2112"/>
                        <a:pt x="4191" y="694"/>
                        <a:pt x="5892" y="694"/>
                      </a:cubicBezTo>
                      <a:close/>
                      <a:moveTo>
                        <a:pt x="4171" y="6822"/>
                      </a:moveTo>
                      <a:cubicBezTo>
                        <a:pt x="4577" y="6822"/>
                        <a:pt x="4979" y="6964"/>
                        <a:pt x="5294" y="7247"/>
                      </a:cubicBezTo>
                      <a:cubicBezTo>
                        <a:pt x="5420" y="7373"/>
                        <a:pt x="5735" y="7657"/>
                        <a:pt x="5892" y="7657"/>
                      </a:cubicBezTo>
                      <a:lnTo>
                        <a:pt x="7972" y="7657"/>
                      </a:lnTo>
                      <a:cubicBezTo>
                        <a:pt x="8192" y="7657"/>
                        <a:pt x="8350" y="7814"/>
                        <a:pt x="8350" y="8003"/>
                      </a:cubicBezTo>
                      <a:cubicBezTo>
                        <a:pt x="8350" y="8192"/>
                        <a:pt x="8192" y="8350"/>
                        <a:pt x="7972" y="8350"/>
                      </a:cubicBezTo>
                      <a:lnTo>
                        <a:pt x="5514" y="8350"/>
                      </a:lnTo>
                      <a:cubicBezTo>
                        <a:pt x="5294" y="8350"/>
                        <a:pt x="5136" y="8507"/>
                        <a:pt x="5136" y="8728"/>
                      </a:cubicBezTo>
                      <a:cubicBezTo>
                        <a:pt x="5136" y="8917"/>
                        <a:pt x="5294" y="9074"/>
                        <a:pt x="5514" y="9074"/>
                      </a:cubicBezTo>
                      <a:lnTo>
                        <a:pt x="8224" y="9074"/>
                      </a:lnTo>
                      <a:cubicBezTo>
                        <a:pt x="8507" y="9074"/>
                        <a:pt x="8759" y="8948"/>
                        <a:pt x="8980" y="8759"/>
                      </a:cubicBezTo>
                      <a:lnTo>
                        <a:pt x="10492" y="7090"/>
                      </a:lnTo>
                      <a:cubicBezTo>
                        <a:pt x="10568" y="7033"/>
                        <a:pt x="10666" y="6987"/>
                        <a:pt x="10766" y="6987"/>
                      </a:cubicBezTo>
                      <a:cubicBezTo>
                        <a:pt x="10833" y="6987"/>
                        <a:pt x="10902" y="7008"/>
                        <a:pt x="10965" y="7058"/>
                      </a:cubicBezTo>
                      <a:cubicBezTo>
                        <a:pt x="11122" y="7184"/>
                        <a:pt x="11185" y="7373"/>
                        <a:pt x="11059" y="7531"/>
                      </a:cubicBezTo>
                      <a:lnTo>
                        <a:pt x="9389" y="9767"/>
                      </a:lnTo>
                      <a:cubicBezTo>
                        <a:pt x="9074" y="10209"/>
                        <a:pt x="8570" y="10492"/>
                        <a:pt x="8035" y="10492"/>
                      </a:cubicBezTo>
                      <a:lnTo>
                        <a:pt x="2773" y="10492"/>
                      </a:lnTo>
                      <a:lnTo>
                        <a:pt x="2773" y="7468"/>
                      </a:lnTo>
                      <a:lnTo>
                        <a:pt x="3025" y="7247"/>
                      </a:lnTo>
                      <a:cubicBezTo>
                        <a:pt x="3356" y="6964"/>
                        <a:pt x="3766" y="6822"/>
                        <a:pt x="4171" y="6822"/>
                      </a:cubicBezTo>
                      <a:close/>
                      <a:moveTo>
                        <a:pt x="1734" y="6932"/>
                      </a:moveTo>
                      <a:cubicBezTo>
                        <a:pt x="1923" y="6932"/>
                        <a:pt x="2080" y="7090"/>
                        <a:pt x="2080" y="7310"/>
                      </a:cubicBezTo>
                      <a:lnTo>
                        <a:pt x="2080" y="10807"/>
                      </a:lnTo>
                      <a:cubicBezTo>
                        <a:pt x="2080" y="10996"/>
                        <a:pt x="1923" y="11154"/>
                        <a:pt x="1734" y="11154"/>
                      </a:cubicBezTo>
                      <a:lnTo>
                        <a:pt x="662" y="11154"/>
                      </a:lnTo>
                      <a:lnTo>
                        <a:pt x="662" y="6932"/>
                      </a:lnTo>
                      <a:close/>
                      <a:moveTo>
                        <a:pt x="5924" y="1"/>
                      </a:moveTo>
                      <a:cubicBezTo>
                        <a:pt x="3844" y="1"/>
                        <a:pt x="2112" y="1734"/>
                        <a:pt x="2112" y="3845"/>
                      </a:cubicBezTo>
                      <a:cubicBezTo>
                        <a:pt x="2112" y="4790"/>
                        <a:pt x="2458" y="5672"/>
                        <a:pt x="3088" y="6396"/>
                      </a:cubicBezTo>
                      <a:cubicBezTo>
                        <a:pt x="2931" y="6459"/>
                        <a:pt x="2773" y="6585"/>
                        <a:pt x="2616" y="6711"/>
                      </a:cubicBezTo>
                      <a:cubicBezTo>
                        <a:pt x="2427" y="6428"/>
                        <a:pt x="2112" y="6270"/>
                        <a:pt x="1765" y="6270"/>
                      </a:cubicBezTo>
                      <a:lnTo>
                        <a:pt x="347" y="6270"/>
                      </a:lnTo>
                      <a:cubicBezTo>
                        <a:pt x="158" y="6270"/>
                        <a:pt x="1" y="6428"/>
                        <a:pt x="1" y="6585"/>
                      </a:cubicBezTo>
                      <a:lnTo>
                        <a:pt x="1" y="11469"/>
                      </a:lnTo>
                      <a:cubicBezTo>
                        <a:pt x="1" y="11658"/>
                        <a:pt x="158" y="11815"/>
                        <a:pt x="347" y="11815"/>
                      </a:cubicBezTo>
                      <a:lnTo>
                        <a:pt x="1765" y="11815"/>
                      </a:lnTo>
                      <a:cubicBezTo>
                        <a:pt x="2238" y="11815"/>
                        <a:pt x="2584" y="11563"/>
                        <a:pt x="2742" y="11122"/>
                      </a:cubicBezTo>
                      <a:lnTo>
                        <a:pt x="8035" y="11122"/>
                      </a:lnTo>
                      <a:cubicBezTo>
                        <a:pt x="8759" y="11122"/>
                        <a:pt x="9515" y="10776"/>
                        <a:pt x="9956" y="10146"/>
                      </a:cubicBezTo>
                      <a:lnTo>
                        <a:pt x="11595" y="7877"/>
                      </a:lnTo>
                      <a:cubicBezTo>
                        <a:pt x="11910" y="7468"/>
                        <a:pt x="11878" y="6838"/>
                        <a:pt x="11437" y="6459"/>
                      </a:cubicBezTo>
                      <a:cubicBezTo>
                        <a:pt x="11249" y="6301"/>
                        <a:pt x="11015" y="6221"/>
                        <a:pt x="10780" y="6221"/>
                      </a:cubicBezTo>
                      <a:cubicBezTo>
                        <a:pt x="10503" y="6221"/>
                        <a:pt x="10224" y="6332"/>
                        <a:pt x="10019" y="6554"/>
                      </a:cubicBezTo>
                      <a:lnTo>
                        <a:pt x="9011" y="7657"/>
                      </a:lnTo>
                      <a:cubicBezTo>
                        <a:pt x="8885" y="7247"/>
                        <a:pt x="8539" y="6932"/>
                        <a:pt x="8098" y="6932"/>
                      </a:cubicBezTo>
                      <a:cubicBezTo>
                        <a:pt x="8287" y="6838"/>
                        <a:pt x="8444" y="6680"/>
                        <a:pt x="8602" y="6522"/>
                      </a:cubicBezTo>
                      <a:cubicBezTo>
                        <a:pt x="9358" y="5798"/>
                        <a:pt x="9767" y="4821"/>
                        <a:pt x="9767" y="3845"/>
                      </a:cubicBezTo>
                      <a:cubicBezTo>
                        <a:pt x="9767" y="1734"/>
                        <a:pt x="8035" y="1"/>
                        <a:pt x="592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24" name="Google Shape;9162;p73">
                  <a:extLst>
                    <a:ext uri="{FF2B5EF4-FFF2-40B4-BE49-F238E27FC236}">
                      <a16:creationId xmlns:a16="http://schemas.microsoft.com/office/drawing/2014/main" id="{199DD43B-4983-B300-3852-0F14FD959B25}"/>
                    </a:ext>
                  </a:extLst>
                </p:cNvPr>
                <p:cNvSpPr/>
                <p:nvPr/>
              </p:nvSpPr>
              <p:spPr>
                <a:xfrm>
                  <a:off x="2629350" y="2353025"/>
                  <a:ext cx="54350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4" h="4852" extrusionOk="0">
                      <a:moveTo>
                        <a:pt x="1071" y="0"/>
                      </a:moveTo>
                      <a:cubicBezTo>
                        <a:pt x="882" y="0"/>
                        <a:pt x="725" y="158"/>
                        <a:pt x="725" y="347"/>
                      </a:cubicBezTo>
                      <a:lnTo>
                        <a:pt x="725" y="756"/>
                      </a:lnTo>
                      <a:cubicBezTo>
                        <a:pt x="315" y="914"/>
                        <a:pt x="63" y="1292"/>
                        <a:pt x="63" y="1733"/>
                      </a:cubicBezTo>
                      <a:cubicBezTo>
                        <a:pt x="0" y="2332"/>
                        <a:pt x="473" y="2804"/>
                        <a:pt x="1071" y="2804"/>
                      </a:cubicBezTo>
                      <a:cubicBezTo>
                        <a:pt x="1260" y="2804"/>
                        <a:pt x="1418" y="2962"/>
                        <a:pt x="1418" y="3151"/>
                      </a:cubicBezTo>
                      <a:cubicBezTo>
                        <a:pt x="1418" y="3308"/>
                        <a:pt x="1355" y="3434"/>
                        <a:pt x="1229" y="3466"/>
                      </a:cubicBezTo>
                      <a:cubicBezTo>
                        <a:pt x="1185" y="3492"/>
                        <a:pt x="1140" y="3503"/>
                        <a:pt x="1093" y="3503"/>
                      </a:cubicBezTo>
                      <a:cubicBezTo>
                        <a:pt x="970" y="3503"/>
                        <a:pt x="839" y="3422"/>
                        <a:pt x="725" y="3308"/>
                      </a:cubicBezTo>
                      <a:cubicBezTo>
                        <a:pt x="662" y="3245"/>
                        <a:pt x="575" y="3214"/>
                        <a:pt x="488" y="3214"/>
                      </a:cubicBezTo>
                      <a:cubicBezTo>
                        <a:pt x="402" y="3214"/>
                        <a:pt x="315" y="3245"/>
                        <a:pt x="252" y="3308"/>
                      </a:cubicBezTo>
                      <a:cubicBezTo>
                        <a:pt x="126" y="3434"/>
                        <a:pt x="126" y="3655"/>
                        <a:pt x="252" y="3781"/>
                      </a:cubicBezTo>
                      <a:cubicBezTo>
                        <a:pt x="410" y="3938"/>
                        <a:pt x="567" y="4064"/>
                        <a:pt x="756" y="4096"/>
                      </a:cubicBezTo>
                      <a:lnTo>
                        <a:pt x="756" y="4505"/>
                      </a:lnTo>
                      <a:cubicBezTo>
                        <a:pt x="756" y="4694"/>
                        <a:pt x="914" y="4852"/>
                        <a:pt x="1103" y="4852"/>
                      </a:cubicBezTo>
                      <a:cubicBezTo>
                        <a:pt x="1323" y="4852"/>
                        <a:pt x="1481" y="4694"/>
                        <a:pt x="1481" y="4505"/>
                      </a:cubicBezTo>
                      <a:lnTo>
                        <a:pt x="1481" y="4096"/>
                      </a:lnTo>
                      <a:cubicBezTo>
                        <a:pt x="1481" y="4096"/>
                        <a:pt x="1512" y="4096"/>
                        <a:pt x="1512" y="4064"/>
                      </a:cubicBezTo>
                      <a:cubicBezTo>
                        <a:pt x="1890" y="3907"/>
                        <a:pt x="2142" y="3497"/>
                        <a:pt x="2142" y="3119"/>
                      </a:cubicBezTo>
                      <a:cubicBezTo>
                        <a:pt x="2142" y="2521"/>
                        <a:pt x="1670" y="2079"/>
                        <a:pt x="1103" y="2079"/>
                      </a:cubicBezTo>
                      <a:cubicBezTo>
                        <a:pt x="914" y="2079"/>
                        <a:pt x="756" y="1922"/>
                        <a:pt x="756" y="1733"/>
                      </a:cubicBezTo>
                      <a:cubicBezTo>
                        <a:pt x="756" y="1575"/>
                        <a:pt x="851" y="1449"/>
                        <a:pt x="1008" y="1418"/>
                      </a:cubicBezTo>
                      <a:cubicBezTo>
                        <a:pt x="1047" y="1405"/>
                        <a:pt x="1085" y="1399"/>
                        <a:pt x="1124" y="1399"/>
                      </a:cubicBezTo>
                      <a:cubicBezTo>
                        <a:pt x="1273" y="1399"/>
                        <a:pt x="1418" y="1494"/>
                        <a:pt x="1544" y="1670"/>
                      </a:cubicBezTo>
                      <a:cubicBezTo>
                        <a:pt x="1610" y="1753"/>
                        <a:pt x="1703" y="1792"/>
                        <a:pt x="1795" y="1792"/>
                      </a:cubicBezTo>
                      <a:cubicBezTo>
                        <a:pt x="1876" y="1792"/>
                        <a:pt x="1957" y="1761"/>
                        <a:pt x="2016" y="1701"/>
                      </a:cubicBezTo>
                      <a:cubicBezTo>
                        <a:pt x="2174" y="1575"/>
                        <a:pt x="2174" y="1323"/>
                        <a:pt x="2048" y="1229"/>
                      </a:cubicBezTo>
                      <a:cubicBezTo>
                        <a:pt x="1859" y="977"/>
                        <a:pt x="1670" y="819"/>
                        <a:pt x="1418" y="756"/>
                      </a:cubicBezTo>
                      <a:lnTo>
                        <a:pt x="1418" y="347"/>
                      </a:ln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74" name="Google Shape;9163;p73">
                <a:extLst>
                  <a:ext uri="{FF2B5EF4-FFF2-40B4-BE49-F238E27FC236}">
                    <a16:creationId xmlns:a16="http://schemas.microsoft.com/office/drawing/2014/main" id="{6CF9E815-79F8-4616-9D5D-FE86B76A0383}"/>
                  </a:ext>
                </a:extLst>
              </p:cNvPr>
              <p:cNvSpPr/>
              <p:nvPr/>
            </p:nvSpPr>
            <p:spPr>
              <a:xfrm>
                <a:off x="3928551" y="2924655"/>
                <a:ext cx="500612" cy="500571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11846" extrusionOk="0">
                    <a:moveTo>
                      <a:pt x="10744" y="3718"/>
                    </a:moveTo>
                    <a:lnTo>
                      <a:pt x="10428" y="4348"/>
                    </a:lnTo>
                    <a:cubicBezTo>
                      <a:pt x="10397" y="4442"/>
                      <a:pt x="10397" y="4568"/>
                      <a:pt x="10428" y="4663"/>
                    </a:cubicBezTo>
                    <a:lnTo>
                      <a:pt x="10744" y="5293"/>
                    </a:lnTo>
                    <a:lnTo>
                      <a:pt x="9483" y="4915"/>
                    </a:lnTo>
                    <a:lnTo>
                      <a:pt x="9105" y="4505"/>
                    </a:lnTo>
                    <a:lnTo>
                      <a:pt x="9483" y="4127"/>
                    </a:lnTo>
                    <a:lnTo>
                      <a:pt x="10744" y="3718"/>
                    </a:lnTo>
                    <a:close/>
                    <a:moveTo>
                      <a:pt x="4443" y="3497"/>
                    </a:moveTo>
                    <a:cubicBezTo>
                      <a:pt x="4884" y="3497"/>
                      <a:pt x="5262" y="3781"/>
                      <a:pt x="5419" y="4190"/>
                    </a:cubicBezTo>
                    <a:lnTo>
                      <a:pt x="4443" y="4190"/>
                    </a:lnTo>
                    <a:cubicBezTo>
                      <a:pt x="4253" y="4190"/>
                      <a:pt x="4096" y="4348"/>
                      <a:pt x="4096" y="4568"/>
                    </a:cubicBezTo>
                    <a:cubicBezTo>
                      <a:pt x="4096" y="4663"/>
                      <a:pt x="4253" y="4820"/>
                      <a:pt x="4443" y="4820"/>
                    </a:cubicBezTo>
                    <a:lnTo>
                      <a:pt x="5419" y="4820"/>
                    </a:lnTo>
                    <a:cubicBezTo>
                      <a:pt x="5262" y="5230"/>
                      <a:pt x="4915" y="5545"/>
                      <a:pt x="4443" y="5545"/>
                    </a:cubicBezTo>
                    <a:cubicBezTo>
                      <a:pt x="3844" y="5545"/>
                      <a:pt x="3434" y="5072"/>
                      <a:pt x="3434" y="4505"/>
                    </a:cubicBezTo>
                    <a:cubicBezTo>
                      <a:pt x="3434" y="3970"/>
                      <a:pt x="3907" y="3497"/>
                      <a:pt x="4443" y="3497"/>
                    </a:cubicBezTo>
                    <a:close/>
                    <a:moveTo>
                      <a:pt x="4443" y="2080"/>
                    </a:moveTo>
                    <a:cubicBezTo>
                      <a:pt x="5671" y="2080"/>
                      <a:pt x="6679" y="2993"/>
                      <a:pt x="6837" y="4159"/>
                    </a:cubicBezTo>
                    <a:lnTo>
                      <a:pt x="6144" y="4159"/>
                    </a:lnTo>
                    <a:cubicBezTo>
                      <a:pt x="5986" y="3371"/>
                      <a:pt x="5262" y="2773"/>
                      <a:pt x="4443" y="2773"/>
                    </a:cubicBezTo>
                    <a:cubicBezTo>
                      <a:pt x="3497" y="2773"/>
                      <a:pt x="2710" y="3560"/>
                      <a:pt x="2710" y="4505"/>
                    </a:cubicBezTo>
                    <a:cubicBezTo>
                      <a:pt x="2710" y="5451"/>
                      <a:pt x="3497" y="6238"/>
                      <a:pt x="4443" y="6238"/>
                    </a:cubicBezTo>
                    <a:cubicBezTo>
                      <a:pt x="5262" y="6238"/>
                      <a:pt x="5986" y="5671"/>
                      <a:pt x="6144" y="4883"/>
                    </a:cubicBezTo>
                    <a:lnTo>
                      <a:pt x="6837" y="4883"/>
                    </a:lnTo>
                    <a:cubicBezTo>
                      <a:pt x="6679" y="6049"/>
                      <a:pt x="5671" y="6963"/>
                      <a:pt x="4443" y="6963"/>
                    </a:cubicBezTo>
                    <a:cubicBezTo>
                      <a:pt x="3119" y="6963"/>
                      <a:pt x="2017" y="5860"/>
                      <a:pt x="2017" y="4505"/>
                    </a:cubicBezTo>
                    <a:cubicBezTo>
                      <a:pt x="2017" y="3182"/>
                      <a:pt x="3119" y="2080"/>
                      <a:pt x="4443" y="2080"/>
                    </a:cubicBezTo>
                    <a:close/>
                    <a:moveTo>
                      <a:pt x="4474" y="662"/>
                    </a:moveTo>
                    <a:cubicBezTo>
                      <a:pt x="6459" y="662"/>
                      <a:pt x="8097" y="2206"/>
                      <a:pt x="8255" y="4127"/>
                    </a:cubicBezTo>
                    <a:lnTo>
                      <a:pt x="7562" y="4127"/>
                    </a:lnTo>
                    <a:cubicBezTo>
                      <a:pt x="7372" y="2584"/>
                      <a:pt x="6049" y="1355"/>
                      <a:pt x="4443" y="1355"/>
                    </a:cubicBezTo>
                    <a:cubicBezTo>
                      <a:pt x="2710" y="1355"/>
                      <a:pt x="1324" y="2773"/>
                      <a:pt x="1324" y="4474"/>
                    </a:cubicBezTo>
                    <a:cubicBezTo>
                      <a:pt x="1324" y="6175"/>
                      <a:pt x="2741" y="7593"/>
                      <a:pt x="4443" y="7593"/>
                    </a:cubicBezTo>
                    <a:cubicBezTo>
                      <a:pt x="6049" y="7593"/>
                      <a:pt x="7372" y="6364"/>
                      <a:pt x="7562" y="4820"/>
                    </a:cubicBezTo>
                    <a:lnTo>
                      <a:pt x="8255" y="4820"/>
                    </a:lnTo>
                    <a:cubicBezTo>
                      <a:pt x="8097" y="6774"/>
                      <a:pt x="6459" y="8286"/>
                      <a:pt x="4474" y="8286"/>
                    </a:cubicBezTo>
                    <a:cubicBezTo>
                      <a:pt x="2395" y="8286"/>
                      <a:pt x="662" y="6616"/>
                      <a:pt x="662" y="4474"/>
                    </a:cubicBezTo>
                    <a:cubicBezTo>
                      <a:pt x="662" y="2363"/>
                      <a:pt x="2363" y="662"/>
                      <a:pt x="4474" y="662"/>
                    </a:cubicBezTo>
                    <a:close/>
                    <a:moveTo>
                      <a:pt x="5734" y="8822"/>
                    </a:moveTo>
                    <a:lnTo>
                      <a:pt x="6049" y="9767"/>
                    </a:lnTo>
                    <a:lnTo>
                      <a:pt x="2836" y="9767"/>
                    </a:lnTo>
                    <a:lnTo>
                      <a:pt x="3151" y="8822"/>
                    </a:lnTo>
                    <a:cubicBezTo>
                      <a:pt x="3529" y="8916"/>
                      <a:pt x="4001" y="9011"/>
                      <a:pt x="4443" y="9011"/>
                    </a:cubicBezTo>
                    <a:cubicBezTo>
                      <a:pt x="4884" y="9011"/>
                      <a:pt x="5356" y="8916"/>
                      <a:pt x="5734" y="8822"/>
                    </a:cubicBezTo>
                    <a:close/>
                    <a:moveTo>
                      <a:pt x="6522" y="10428"/>
                    </a:moveTo>
                    <a:cubicBezTo>
                      <a:pt x="6963" y="10428"/>
                      <a:pt x="7372" y="10680"/>
                      <a:pt x="7530" y="11121"/>
                    </a:cubicBezTo>
                    <a:lnTo>
                      <a:pt x="1418" y="11121"/>
                    </a:lnTo>
                    <a:cubicBezTo>
                      <a:pt x="1576" y="10743"/>
                      <a:pt x="1922" y="10428"/>
                      <a:pt x="2395" y="10428"/>
                    </a:cubicBezTo>
                    <a:close/>
                    <a:moveTo>
                      <a:pt x="4474" y="0"/>
                    </a:moveTo>
                    <a:cubicBezTo>
                      <a:pt x="1985" y="0"/>
                      <a:pt x="0" y="1985"/>
                      <a:pt x="0" y="4474"/>
                    </a:cubicBezTo>
                    <a:cubicBezTo>
                      <a:pt x="0" y="6238"/>
                      <a:pt x="1040" y="7813"/>
                      <a:pt x="2552" y="8538"/>
                    </a:cubicBezTo>
                    <a:lnTo>
                      <a:pt x="2143" y="9767"/>
                    </a:lnTo>
                    <a:cubicBezTo>
                      <a:pt x="1324" y="9861"/>
                      <a:pt x="693" y="10586"/>
                      <a:pt x="693" y="11499"/>
                    </a:cubicBezTo>
                    <a:cubicBezTo>
                      <a:pt x="693" y="11688"/>
                      <a:pt x="851" y="11846"/>
                      <a:pt x="1040" y="11846"/>
                    </a:cubicBezTo>
                    <a:lnTo>
                      <a:pt x="7971" y="11846"/>
                    </a:lnTo>
                    <a:cubicBezTo>
                      <a:pt x="8192" y="11846"/>
                      <a:pt x="8349" y="11688"/>
                      <a:pt x="8349" y="11499"/>
                    </a:cubicBezTo>
                    <a:cubicBezTo>
                      <a:pt x="8349" y="10617"/>
                      <a:pt x="7719" y="9924"/>
                      <a:pt x="6900" y="9767"/>
                    </a:cubicBezTo>
                    <a:lnTo>
                      <a:pt x="6490" y="8538"/>
                    </a:lnTo>
                    <a:cubicBezTo>
                      <a:pt x="7782" y="7908"/>
                      <a:pt x="8727" y="6679"/>
                      <a:pt x="8979" y="5230"/>
                    </a:cubicBezTo>
                    <a:lnTo>
                      <a:pt x="9137" y="5388"/>
                    </a:lnTo>
                    <a:cubicBezTo>
                      <a:pt x="9168" y="5419"/>
                      <a:pt x="9200" y="5451"/>
                      <a:pt x="9263" y="5451"/>
                    </a:cubicBezTo>
                    <a:lnTo>
                      <a:pt x="11374" y="6175"/>
                    </a:lnTo>
                    <a:cubicBezTo>
                      <a:pt x="11403" y="6183"/>
                      <a:pt x="11435" y="6186"/>
                      <a:pt x="11466" y="6186"/>
                    </a:cubicBezTo>
                    <a:cubicBezTo>
                      <a:pt x="11569" y="6186"/>
                      <a:pt x="11672" y="6145"/>
                      <a:pt x="11720" y="6049"/>
                    </a:cubicBezTo>
                    <a:cubicBezTo>
                      <a:pt x="11815" y="5923"/>
                      <a:pt x="11846" y="5766"/>
                      <a:pt x="11783" y="5671"/>
                    </a:cubicBezTo>
                    <a:lnTo>
                      <a:pt x="11153" y="4442"/>
                    </a:lnTo>
                    <a:lnTo>
                      <a:pt x="11783" y="3214"/>
                    </a:lnTo>
                    <a:cubicBezTo>
                      <a:pt x="11815" y="3151"/>
                      <a:pt x="11783" y="2993"/>
                      <a:pt x="11689" y="2899"/>
                    </a:cubicBezTo>
                    <a:cubicBezTo>
                      <a:pt x="11641" y="2802"/>
                      <a:pt x="11519" y="2761"/>
                      <a:pt x="11422" y="2761"/>
                    </a:cubicBezTo>
                    <a:cubicBezTo>
                      <a:pt x="11392" y="2761"/>
                      <a:pt x="11364" y="2765"/>
                      <a:pt x="11342" y="2773"/>
                    </a:cubicBezTo>
                    <a:lnTo>
                      <a:pt x="9200" y="3497"/>
                    </a:lnTo>
                    <a:cubicBezTo>
                      <a:pt x="9168" y="3497"/>
                      <a:pt x="9105" y="3529"/>
                      <a:pt x="9105" y="3560"/>
                    </a:cubicBezTo>
                    <a:lnTo>
                      <a:pt x="8916" y="3718"/>
                    </a:lnTo>
                    <a:cubicBezTo>
                      <a:pt x="8570" y="1607"/>
                      <a:pt x="6742" y="0"/>
                      <a:pt x="44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75" name="Google Shape;9164;p73">
                <a:extLst>
                  <a:ext uri="{FF2B5EF4-FFF2-40B4-BE49-F238E27FC236}">
                    <a16:creationId xmlns:a16="http://schemas.microsoft.com/office/drawing/2014/main" id="{632955CF-48E1-3C12-4D6E-5C181D5F83E0}"/>
                  </a:ext>
                </a:extLst>
              </p:cNvPr>
              <p:cNvGrpSpPr/>
              <p:nvPr/>
            </p:nvGrpSpPr>
            <p:grpSpPr>
              <a:xfrm>
                <a:off x="7113533" y="1688554"/>
                <a:ext cx="497951" cy="499261"/>
                <a:chOff x="4321150" y="1946600"/>
                <a:chExt cx="294600" cy="295375"/>
              </a:xfrm>
              <a:grpFill/>
            </p:grpSpPr>
            <p:sp>
              <p:nvSpPr>
                <p:cNvPr id="17820" name="Google Shape;9165;p73">
                  <a:extLst>
                    <a:ext uri="{FF2B5EF4-FFF2-40B4-BE49-F238E27FC236}">
                      <a16:creationId xmlns:a16="http://schemas.microsoft.com/office/drawing/2014/main" id="{FDE9F7E7-11D2-6171-07EF-1340AC89381B}"/>
                    </a:ext>
                  </a:extLst>
                </p:cNvPr>
                <p:cNvSpPr/>
                <p:nvPr/>
              </p:nvSpPr>
              <p:spPr>
                <a:xfrm>
                  <a:off x="4321150" y="1946600"/>
                  <a:ext cx="294600" cy="29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4" h="11815" extrusionOk="0">
                      <a:moveTo>
                        <a:pt x="9043" y="662"/>
                      </a:moveTo>
                      <a:lnTo>
                        <a:pt x="9043" y="2080"/>
                      </a:lnTo>
                      <a:lnTo>
                        <a:pt x="2742" y="2080"/>
                      </a:lnTo>
                      <a:lnTo>
                        <a:pt x="2742" y="662"/>
                      </a:lnTo>
                      <a:close/>
                      <a:moveTo>
                        <a:pt x="10775" y="2742"/>
                      </a:moveTo>
                      <a:cubicBezTo>
                        <a:pt x="10996" y="2742"/>
                        <a:pt x="11153" y="2899"/>
                        <a:pt x="11153" y="3120"/>
                      </a:cubicBezTo>
                      <a:lnTo>
                        <a:pt x="11153" y="6554"/>
                      </a:lnTo>
                      <a:cubicBezTo>
                        <a:pt x="11153" y="6774"/>
                        <a:pt x="10996" y="6932"/>
                        <a:pt x="10775" y="6932"/>
                      </a:cubicBezTo>
                      <a:lnTo>
                        <a:pt x="9767" y="6932"/>
                      </a:lnTo>
                      <a:lnTo>
                        <a:pt x="9767" y="4474"/>
                      </a:lnTo>
                      <a:cubicBezTo>
                        <a:pt x="9767" y="4285"/>
                        <a:pt x="9610" y="4128"/>
                        <a:pt x="9421" y="4128"/>
                      </a:cubicBezTo>
                      <a:lnTo>
                        <a:pt x="2427" y="4128"/>
                      </a:lnTo>
                      <a:cubicBezTo>
                        <a:pt x="2238" y="4128"/>
                        <a:pt x="2080" y="4285"/>
                        <a:pt x="2080" y="4474"/>
                      </a:cubicBezTo>
                      <a:lnTo>
                        <a:pt x="2080" y="6932"/>
                      </a:lnTo>
                      <a:lnTo>
                        <a:pt x="1009" y="6932"/>
                      </a:lnTo>
                      <a:cubicBezTo>
                        <a:pt x="820" y="6932"/>
                        <a:pt x="662" y="6774"/>
                        <a:pt x="662" y="6554"/>
                      </a:cubicBezTo>
                      <a:lnTo>
                        <a:pt x="662" y="3120"/>
                      </a:lnTo>
                      <a:cubicBezTo>
                        <a:pt x="662" y="2899"/>
                        <a:pt x="820" y="2742"/>
                        <a:pt x="1009" y="2742"/>
                      </a:cubicBezTo>
                      <a:close/>
                      <a:moveTo>
                        <a:pt x="9011" y="4821"/>
                      </a:moveTo>
                      <a:lnTo>
                        <a:pt x="9011" y="11090"/>
                      </a:lnTo>
                      <a:lnTo>
                        <a:pt x="2710" y="11090"/>
                      </a:lnTo>
                      <a:lnTo>
                        <a:pt x="2710" y="4821"/>
                      </a:lnTo>
                      <a:close/>
                      <a:moveTo>
                        <a:pt x="2395" y="1"/>
                      </a:moveTo>
                      <a:cubicBezTo>
                        <a:pt x="2206" y="1"/>
                        <a:pt x="2049" y="158"/>
                        <a:pt x="2049" y="347"/>
                      </a:cubicBezTo>
                      <a:lnTo>
                        <a:pt x="2049" y="2112"/>
                      </a:lnTo>
                      <a:lnTo>
                        <a:pt x="1009" y="2112"/>
                      </a:lnTo>
                      <a:cubicBezTo>
                        <a:pt x="442" y="2112"/>
                        <a:pt x="1" y="2584"/>
                        <a:pt x="1" y="3151"/>
                      </a:cubicBezTo>
                      <a:lnTo>
                        <a:pt x="1" y="6617"/>
                      </a:lnTo>
                      <a:cubicBezTo>
                        <a:pt x="1" y="7215"/>
                        <a:pt x="473" y="7625"/>
                        <a:pt x="1009" y="7625"/>
                      </a:cubicBezTo>
                      <a:lnTo>
                        <a:pt x="2049" y="7625"/>
                      </a:lnTo>
                      <a:lnTo>
                        <a:pt x="2049" y="11468"/>
                      </a:lnTo>
                      <a:cubicBezTo>
                        <a:pt x="2049" y="11657"/>
                        <a:pt x="2206" y="11815"/>
                        <a:pt x="2395" y="11815"/>
                      </a:cubicBezTo>
                      <a:lnTo>
                        <a:pt x="9358" y="11815"/>
                      </a:lnTo>
                      <a:cubicBezTo>
                        <a:pt x="9578" y="11815"/>
                        <a:pt x="9736" y="11657"/>
                        <a:pt x="9736" y="11468"/>
                      </a:cubicBezTo>
                      <a:lnTo>
                        <a:pt x="9736" y="7625"/>
                      </a:lnTo>
                      <a:lnTo>
                        <a:pt x="10744" y="7625"/>
                      </a:lnTo>
                      <a:cubicBezTo>
                        <a:pt x="11343" y="7625"/>
                        <a:pt x="11784" y="7152"/>
                        <a:pt x="11784" y="6617"/>
                      </a:cubicBezTo>
                      <a:lnTo>
                        <a:pt x="11784" y="3151"/>
                      </a:lnTo>
                      <a:cubicBezTo>
                        <a:pt x="11784" y="2553"/>
                        <a:pt x="11311" y="2112"/>
                        <a:pt x="10744" y="2112"/>
                      </a:cubicBezTo>
                      <a:lnTo>
                        <a:pt x="9736" y="2112"/>
                      </a:lnTo>
                      <a:lnTo>
                        <a:pt x="9736" y="347"/>
                      </a:lnTo>
                      <a:cubicBezTo>
                        <a:pt x="9736" y="158"/>
                        <a:pt x="9578" y="1"/>
                        <a:pt x="935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21" name="Google Shape;9166;p73">
                  <a:extLst>
                    <a:ext uri="{FF2B5EF4-FFF2-40B4-BE49-F238E27FC236}">
                      <a16:creationId xmlns:a16="http://schemas.microsoft.com/office/drawing/2014/main" id="{60BC8646-A153-8FE6-985B-35ACB313EDEE}"/>
                    </a:ext>
                  </a:extLst>
                </p:cNvPr>
                <p:cNvSpPr/>
                <p:nvPr/>
              </p:nvSpPr>
              <p:spPr>
                <a:xfrm>
                  <a:off x="4564525" y="2031675"/>
                  <a:ext cx="173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25" extrusionOk="0">
                      <a:moveTo>
                        <a:pt x="347" y="0"/>
                      </a:moveTo>
                      <a:cubicBezTo>
                        <a:pt x="158" y="0"/>
                        <a:pt x="1" y="189"/>
                        <a:pt x="1" y="378"/>
                      </a:cubicBezTo>
                      <a:cubicBezTo>
                        <a:pt x="1" y="599"/>
                        <a:pt x="158" y="725"/>
                        <a:pt x="347" y="725"/>
                      </a:cubicBezTo>
                      <a:cubicBezTo>
                        <a:pt x="536" y="725"/>
                        <a:pt x="694" y="567"/>
                        <a:pt x="694" y="378"/>
                      </a:cubicBezTo>
                      <a:cubicBezTo>
                        <a:pt x="694" y="189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22" name="Google Shape;9167;p73">
                  <a:extLst>
                    <a:ext uri="{FF2B5EF4-FFF2-40B4-BE49-F238E27FC236}">
                      <a16:creationId xmlns:a16="http://schemas.microsoft.com/office/drawing/2014/main" id="{3C2FAD50-9CFB-C4B6-20FE-FD02ECED10CA}"/>
                    </a:ext>
                  </a:extLst>
                </p:cNvPr>
                <p:cNvSpPr/>
                <p:nvPr/>
              </p:nvSpPr>
              <p:spPr>
                <a:xfrm>
                  <a:off x="4414100" y="2084450"/>
                  <a:ext cx="106350" cy="12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4" h="4884" extrusionOk="0">
                      <a:moveTo>
                        <a:pt x="2174" y="693"/>
                      </a:moveTo>
                      <a:cubicBezTo>
                        <a:pt x="2584" y="693"/>
                        <a:pt x="2899" y="1008"/>
                        <a:pt x="2899" y="1418"/>
                      </a:cubicBezTo>
                      <a:cubicBezTo>
                        <a:pt x="2899" y="1796"/>
                        <a:pt x="2584" y="2111"/>
                        <a:pt x="2174" y="2111"/>
                      </a:cubicBezTo>
                      <a:cubicBezTo>
                        <a:pt x="1796" y="2111"/>
                        <a:pt x="1481" y="1796"/>
                        <a:pt x="1481" y="1418"/>
                      </a:cubicBezTo>
                      <a:cubicBezTo>
                        <a:pt x="1481" y="1008"/>
                        <a:pt x="1796" y="693"/>
                        <a:pt x="2174" y="693"/>
                      </a:cubicBezTo>
                      <a:close/>
                      <a:moveTo>
                        <a:pt x="2174" y="2804"/>
                      </a:moveTo>
                      <a:cubicBezTo>
                        <a:pt x="2930" y="2804"/>
                        <a:pt x="3592" y="3403"/>
                        <a:pt x="3592" y="4190"/>
                      </a:cubicBezTo>
                      <a:lnTo>
                        <a:pt x="756" y="4190"/>
                      </a:lnTo>
                      <a:cubicBezTo>
                        <a:pt x="756" y="3403"/>
                        <a:pt x="1387" y="2804"/>
                        <a:pt x="2174" y="2804"/>
                      </a:cubicBezTo>
                      <a:close/>
                      <a:moveTo>
                        <a:pt x="2143" y="0"/>
                      </a:moveTo>
                      <a:cubicBezTo>
                        <a:pt x="1387" y="0"/>
                        <a:pt x="725" y="630"/>
                        <a:pt x="725" y="1386"/>
                      </a:cubicBezTo>
                      <a:cubicBezTo>
                        <a:pt x="725" y="1733"/>
                        <a:pt x="882" y="2079"/>
                        <a:pt x="1103" y="2331"/>
                      </a:cubicBezTo>
                      <a:cubicBezTo>
                        <a:pt x="473" y="2678"/>
                        <a:pt x="0" y="3340"/>
                        <a:pt x="0" y="4159"/>
                      </a:cubicBezTo>
                      <a:lnTo>
                        <a:pt x="0" y="4537"/>
                      </a:lnTo>
                      <a:cubicBezTo>
                        <a:pt x="63" y="4726"/>
                        <a:pt x="221" y="4883"/>
                        <a:pt x="410" y="4883"/>
                      </a:cubicBezTo>
                      <a:lnTo>
                        <a:pt x="3907" y="4883"/>
                      </a:lnTo>
                      <a:cubicBezTo>
                        <a:pt x="4127" y="4883"/>
                        <a:pt x="4253" y="4726"/>
                        <a:pt x="4253" y="4537"/>
                      </a:cubicBezTo>
                      <a:lnTo>
                        <a:pt x="4253" y="4159"/>
                      </a:lnTo>
                      <a:cubicBezTo>
                        <a:pt x="4253" y="3371"/>
                        <a:pt x="3844" y="2709"/>
                        <a:pt x="3151" y="2331"/>
                      </a:cubicBezTo>
                      <a:cubicBezTo>
                        <a:pt x="3403" y="2048"/>
                        <a:pt x="3560" y="1733"/>
                        <a:pt x="3560" y="1386"/>
                      </a:cubicBezTo>
                      <a:cubicBezTo>
                        <a:pt x="3560" y="599"/>
                        <a:pt x="2930" y="0"/>
                        <a:pt x="21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76" name="Google Shape;9168;p73">
                <a:extLst>
                  <a:ext uri="{FF2B5EF4-FFF2-40B4-BE49-F238E27FC236}">
                    <a16:creationId xmlns:a16="http://schemas.microsoft.com/office/drawing/2014/main" id="{C4B78967-F10C-A41C-3A2B-D0F2DA6C15D9}"/>
                  </a:ext>
                </a:extLst>
              </p:cNvPr>
              <p:cNvSpPr/>
              <p:nvPr/>
            </p:nvSpPr>
            <p:spPr>
              <a:xfrm>
                <a:off x="7108806" y="2297591"/>
                <a:ext cx="507290" cy="467358"/>
              </a:xfrm>
              <a:custGeom>
                <a:avLst/>
                <a:gdLst/>
                <a:ahLst/>
                <a:cxnLst/>
                <a:rect l="l" t="t" r="r" b="b"/>
                <a:pathLst>
                  <a:path w="12005" h="11060" extrusionOk="0">
                    <a:moveTo>
                      <a:pt x="2049" y="2049"/>
                    </a:moveTo>
                    <a:cubicBezTo>
                      <a:pt x="2238" y="2049"/>
                      <a:pt x="2395" y="2206"/>
                      <a:pt x="2395" y="2395"/>
                    </a:cubicBezTo>
                    <a:cubicBezTo>
                      <a:pt x="2395" y="2584"/>
                      <a:pt x="2238" y="2742"/>
                      <a:pt x="2049" y="2742"/>
                    </a:cubicBezTo>
                    <a:cubicBezTo>
                      <a:pt x="1860" y="2742"/>
                      <a:pt x="1702" y="2584"/>
                      <a:pt x="1702" y="2395"/>
                    </a:cubicBezTo>
                    <a:cubicBezTo>
                      <a:pt x="1734" y="2206"/>
                      <a:pt x="1860" y="2049"/>
                      <a:pt x="2049" y="2049"/>
                    </a:cubicBezTo>
                    <a:close/>
                    <a:moveTo>
                      <a:pt x="9736" y="2049"/>
                    </a:moveTo>
                    <a:cubicBezTo>
                      <a:pt x="9925" y="2049"/>
                      <a:pt x="10082" y="2206"/>
                      <a:pt x="10082" y="2395"/>
                    </a:cubicBezTo>
                    <a:cubicBezTo>
                      <a:pt x="10082" y="2584"/>
                      <a:pt x="9925" y="2742"/>
                      <a:pt x="9736" y="2742"/>
                    </a:cubicBezTo>
                    <a:cubicBezTo>
                      <a:pt x="9515" y="2742"/>
                      <a:pt x="9358" y="2584"/>
                      <a:pt x="9358" y="2395"/>
                    </a:cubicBezTo>
                    <a:cubicBezTo>
                      <a:pt x="9358" y="2206"/>
                      <a:pt x="9515" y="2049"/>
                      <a:pt x="9736" y="2049"/>
                    </a:cubicBezTo>
                    <a:close/>
                    <a:moveTo>
                      <a:pt x="2049" y="3719"/>
                    </a:moveTo>
                    <a:lnTo>
                      <a:pt x="3151" y="5514"/>
                    </a:lnTo>
                    <a:lnTo>
                      <a:pt x="946" y="5514"/>
                    </a:lnTo>
                    <a:lnTo>
                      <a:pt x="2049" y="3719"/>
                    </a:lnTo>
                    <a:close/>
                    <a:moveTo>
                      <a:pt x="9736" y="3719"/>
                    </a:moveTo>
                    <a:lnTo>
                      <a:pt x="10838" y="5514"/>
                    </a:lnTo>
                    <a:lnTo>
                      <a:pt x="8633" y="5514"/>
                    </a:lnTo>
                    <a:lnTo>
                      <a:pt x="9736" y="3719"/>
                    </a:lnTo>
                    <a:close/>
                    <a:moveTo>
                      <a:pt x="3435" y="6207"/>
                    </a:moveTo>
                    <a:cubicBezTo>
                      <a:pt x="3466" y="6964"/>
                      <a:pt x="2836" y="7594"/>
                      <a:pt x="2049" y="7594"/>
                    </a:cubicBezTo>
                    <a:cubicBezTo>
                      <a:pt x="1292" y="7594"/>
                      <a:pt x="662" y="6964"/>
                      <a:pt x="662" y="6207"/>
                    </a:cubicBezTo>
                    <a:close/>
                    <a:moveTo>
                      <a:pt x="11090" y="6207"/>
                    </a:moveTo>
                    <a:cubicBezTo>
                      <a:pt x="11090" y="6964"/>
                      <a:pt x="10460" y="7594"/>
                      <a:pt x="9736" y="7594"/>
                    </a:cubicBezTo>
                    <a:cubicBezTo>
                      <a:pt x="8980" y="7594"/>
                      <a:pt x="8350" y="6964"/>
                      <a:pt x="8350" y="6207"/>
                    </a:cubicBezTo>
                    <a:close/>
                    <a:moveTo>
                      <a:pt x="5892" y="663"/>
                    </a:moveTo>
                    <a:cubicBezTo>
                      <a:pt x="6113" y="663"/>
                      <a:pt x="6270" y="820"/>
                      <a:pt x="6270" y="1009"/>
                    </a:cubicBezTo>
                    <a:lnTo>
                      <a:pt x="6270" y="8980"/>
                    </a:lnTo>
                    <a:lnTo>
                      <a:pt x="5546" y="8980"/>
                    </a:lnTo>
                    <a:lnTo>
                      <a:pt x="5546" y="1009"/>
                    </a:lnTo>
                    <a:cubicBezTo>
                      <a:pt x="5546" y="820"/>
                      <a:pt x="5703" y="663"/>
                      <a:pt x="5892" y="663"/>
                    </a:cubicBezTo>
                    <a:close/>
                    <a:moveTo>
                      <a:pt x="8003" y="9673"/>
                    </a:moveTo>
                    <a:cubicBezTo>
                      <a:pt x="8192" y="9673"/>
                      <a:pt x="8350" y="9830"/>
                      <a:pt x="8350" y="10020"/>
                    </a:cubicBezTo>
                    <a:lnTo>
                      <a:pt x="8350" y="10398"/>
                    </a:lnTo>
                    <a:lnTo>
                      <a:pt x="3466" y="10398"/>
                    </a:lnTo>
                    <a:lnTo>
                      <a:pt x="3466" y="10020"/>
                    </a:lnTo>
                    <a:cubicBezTo>
                      <a:pt x="3466" y="9830"/>
                      <a:pt x="3624" y="9673"/>
                      <a:pt x="3813" y="9673"/>
                    </a:cubicBezTo>
                    <a:close/>
                    <a:moveTo>
                      <a:pt x="5955" y="1"/>
                    </a:moveTo>
                    <a:cubicBezTo>
                      <a:pt x="5357" y="1"/>
                      <a:pt x="4916" y="474"/>
                      <a:pt x="4916" y="1009"/>
                    </a:cubicBezTo>
                    <a:lnTo>
                      <a:pt x="4916" y="1167"/>
                    </a:lnTo>
                    <a:cubicBezTo>
                      <a:pt x="3970" y="1671"/>
                      <a:pt x="3655" y="1891"/>
                      <a:pt x="3057" y="1954"/>
                    </a:cubicBezTo>
                    <a:cubicBezTo>
                      <a:pt x="2899" y="1608"/>
                      <a:pt x="2553" y="1324"/>
                      <a:pt x="2112" y="1324"/>
                    </a:cubicBezTo>
                    <a:cubicBezTo>
                      <a:pt x="1734" y="1324"/>
                      <a:pt x="1387" y="1576"/>
                      <a:pt x="1166" y="1923"/>
                    </a:cubicBezTo>
                    <a:cubicBezTo>
                      <a:pt x="946" y="1891"/>
                      <a:pt x="694" y="1797"/>
                      <a:pt x="505" y="1734"/>
                    </a:cubicBezTo>
                    <a:cubicBezTo>
                      <a:pt x="454" y="1708"/>
                      <a:pt x="404" y="1697"/>
                      <a:pt x="355" y="1697"/>
                    </a:cubicBezTo>
                    <a:cubicBezTo>
                      <a:pt x="224" y="1697"/>
                      <a:pt x="110" y="1784"/>
                      <a:pt x="64" y="1923"/>
                    </a:cubicBezTo>
                    <a:cubicBezTo>
                      <a:pt x="1" y="2112"/>
                      <a:pt x="64" y="2301"/>
                      <a:pt x="284" y="2364"/>
                    </a:cubicBezTo>
                    <a:cubicBezTo>
                      <a:pt x="536" y="2458"/>
                      <a:pt x="820" y="2553"/>
                      <a:pt x="1135" y="2616"/>
                    </a:cubicBezTo>
                    <a:cubicBezTo>
                      <a:pt x="1229" y="2899"/>
                      <a:pt x="1387" y="3151"/>
                      <a:pt x="1607" y="3277"/>
                    </a:cubicBezTo>
                    <a:lnTo>
                      <a:pt x="127" y="5703"/>
                    </a:lnTo>
                    <a:cubicBezTo>
                      <a:pt x="64" y="5735"/>
                      <a:pt x="64" y="5829"/>
                      <a:pt x="64" y="5892"/>
                    </a:cubicBezTo>
                    <a:lnTo>
                      <a:pt x="64" y="6239"/>
                    </a:lnTo>
                    <a:cubicBezTo>
                      <a:pt x="64" y="7405"/>
                      <a:pt x="1009" y="8350"/>
                      <a:pt x="2175" y="8350"/>
                    </a:cubicBezTo>
                    <a:cubicBezTo>
                      <a:pt x="3309" y="8350"/>
                      <a:pt x="4254" y="7405"/>
                      <a:pt x="4254" y="6239"/>
                    </a:cubicBezTo>
                    <a:lnTo>
                      <a:pt x="4254" y="5892"/>
                    </a:lnTo>
                    <a:cubicBezTo>
                      <a:pt x="4254" y="5829"/>
                      <a:pt x="4254" y="5766"/>
                      <a:pt x="4222" y="5703"/>
                    </a:cubicBezTo>
                    <a:lnTo>
                      <a:pt x="2710" y="3277"/>
                    </a:lnTo>
                    <a:cubicBezTo>
                      <a:pt x="2962" y="3183"/>
                      <a:pt x="3120" y="2931"/>
                      <a:pt x="3183" y="2647"/>
                    </a:cubicBezTo>
                    <a:cubicBezTo>
                      <a:pt x="3844" y="2553"/>
                      <a:pt x="4222" y="2332"/>
                      <a:pt x="4947" y="1954"/>
                    </a:cubicBezTo>
                    <a:lnTo>
                      <a:pt x="4947" y="8980"/>
                    </a:lnTo>
                    <a:lnTo>
                      <a:pt x="3939" y="8980"/>
                    </a:lnTo>
                    <a:cubicBezTo>
                      <a:pt x="3340" y="8980"/>
                      <a:pt x="2899" y="9421"/>
                      <a:pt x="2899" y="9988"/>
                    </a:cubicBezTo>
                    <a:lnTo>
                      <a:pt x="2899" y="10713"/>
                    </a:lnTo>
                    <a:cubicBezTo>
                      <a:pt x="2899" y="10902"/>
                      <a:pt x="3057" y="11059"/>
                      <a:pt x="3246" y="11059"/>
                    </a:cubicBezTo>
                    <a:lnTo>
                      <a:pt x="8822" y="11059"/>
                    </a:lnTo>
                    <a:cubicBezTo>
                      <a:pt x="9011" y="11059"/>
                      <a:pt x="9169" y="10902"/>
                      <a:pt x="9169" y="10713"/>
                    </a:cubicBezTo>
                    <a:lnTo>
                      <a:pt x="9169" y="9988"/>
                    </a:lnTo>
                    <a:cubicBezTo>
                      <a:pt x="9169" y="9389"/>
                      <a:pt x="8696" y="8980"/>
                      <a:pt x="8129" y="8980"/>
                    </a:cubicBezTo>
                    <a:lnTo>
                      <a:pt x="7089" y="8980"/>
                    </a:lnTo>
                    <a:lnTo>
                      <a:pt x="7089" y="1954"/>
                    </a:lnTo>
                    <a:cubicBezTo>
                      <a:pt x="7814" y="2332"/>
                      <a:pt x="8224" y="2553"/>
                      <a:pt x="8885" y="2647"/>
                    </a:cubicBezTo>
                    <a:cubicBezTo>
                      <a:pt x="8980" y="2931"/>
                      <a:pt x="9137" y="3120"/>
                      <a:pt x="9358" y="3277"/>
                    </a:cubicBezTo>
                    <a:lnTo>
                      <a:pt x="7877" y="5703"/>
                    </a:lnTo>
                    <a:cubicBezTo>
                      <a:pt x="7814" y="5735"/>
                      <a:pt x="7814" y="5829"/>
                      <a:pt x="7814" y="5892"/>
                    </a:cubicBezTo>
                    <a:lnTo>
                      <a:pt x="7814" y="6239"/>
                    </a:lnTo>
                    <a:cubicBezTo>
                      <a:pt x="7814" y="7405"/>
                      <a:pt x="8759" y="8350"/>
                      <a:pt x="9925" y="8350"/>
                    </a:cubicBezTo>
                    <a:cubicBezTo>
                      <a:pt x="11059" y="8350"/>
                      <a:pt x="12004" y="7405"/>
                      <a:pt x="12004" y="6239"/>
                    </a:cubicBezTo>
                    <a:lnTo>
                      <a:pt x="12004" y="5892"/>
                    </a:lnTo>
                    <a:cubicBezTo>
                      <a:pt x="12004" y="5829"/>
                      <a:pt x="12004" y="5766"/>
                      <a:pt x="11973" y="5703"/>
                    </a:cubicBezTo>
                    <a:lnTo>
                      <a:pt x="10460" y="3277"/>
                    </a:lnTo>
                    <a:cubicBezTo>
                      <a:pt x="10523" y="3151"/>
                      <a:pt x="10681" y="2899"/>
                      <a:pt x="10744" y="2616"/>
                    </a:cubicBezTo>
                    <a:cubicBezTo>
                      <a:pt x="11027" y="2553"/>
                      <a:pt x="11343" y="2458"/>
                      <a:pt x="11626" y="2364"/>
                    </a:cubicBezTo>
                    <a:cubicBezTo>
                      <a:pt x="11815" y="2269"/>
                      <a:pt x="11878" y="2080"/>
                      <a:pt x="11815" y="1923"/>
                    </a:cubicBezTo>
                    <a:cubicBezTo>
                      <a:pt x="11746" y="1784"/>
                      <a:pt x="11626" y="1697"/>
                      <a:pt x="11505" y="1697"/>
                    </a:cubicBezTo>
                    <a:cubicBezTo>
                      <a:pt x="11461" y="1697"/>
                      <a:pt x="11416" y="1708"/>
                      <a:pt x="11374" y="1734"/>
                    </a:cubicBezTo>
                    <a:cubicBezTo>
                      <a:pt x="11122" y="1797"/>
                      <a:pt x="10933" y="1891"/>
                      <a:pt x="10712" y="1923"/>
                    </a:cubicBezTo>
                    <a:cubicBezTo>
                      <a:pt x="10555" y="1576"/>
                      <a:pt x="10208" y="1324"/>
                      <a:pt x="9767" y="1324"/>
                    </a:cubicBezTo>
                    <a:cubicBezTo>
                      <a:pt x="9326" y="1324"/>
                      <a:pt x="8980" y="1576"/>
                      <a:pt x="8822" y="1954"/>
                    </a:cubicBezTo>
                    <a:cubicBezTo>
                      <a:pt x="8224" y="1828"/>
                      <a:pt x="7908" y="1639"/>
                      <a:pt x="6963" y="1167"/>
                    </a:cubicBezTo>
                    <a:lnTo>
                      <a:pt x="6963" y="1009"/>
                    </a:lnTo>
                    <a:cubicBezTo>
                      <a:pt x="6963" y="411"/>
                      <a:pt x="6491" y="1"/>
                      <a:pt x="595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77" name="Google Shape;9169;p73">
                <a:extLst>
                  <a:ext uri="{FF2B5EF4-FFF2-40B4-BE49-F238E27FC236}">
                    <a16:creationId xmlns:a16="http://schemas.microsoft.com/office/drawing/2014/main" id="{538D2A0E-FF94-8C60-10F3-247ED579D427}"/>
                  </a:ext>
                </a:extLst>
              </p:cNvPr>
              <p:cNvSpPr/>
              <p:nvPr/>
            </p:nvSpPr>
            <p:spPr>
              <a:xfrm>
                <a:off x="7109482" y="2925310"/>
                <a:ext cx="505937" cy="499261"/>
              </a:xfrm>
              <a:custGeom>
                <a:avLst/>
                <a:gdLst/>
                <a:ahLst/>
                <a:cxnLst/>
                <a:rect l="l" t="t" r="r" b="b"/>
                <a:pathLst>
                  <a:path w="11973" h="11815" extrusionOk="0">
                    <a:moveTo>
                      <a:pt x="5986" y="631"/>
                    </a:moveTo>
                    <a:cubicBezTo>
                      <a:pt x="6396" y="631"/>
                      <a:pt x="6711" y="946"/>
                      <a:pt x="6711" y="1324"/>
                    </a:cubicBezTo>
                    <a:cubicBezTo>
                      <a:pt x="6711" y="1733"/>
                      <a:pt x="6396" y="2048"/>
                      <a:pt x="5986" y="2048"/>
                    </a:cubicBezTo>
                    <a:cubicBezTo>
                      <a:pt x="5608" y="2048"/>
                      <a:pt x="5293" y="1733"/>
                      <a:pt x="5293" y="1324"/>
                    </a:cubicBezTo>
                    <a:cubicBezTo>
                      <a:pt x="5293" y="946"/>
                      <a:pt x="5608" y="631"/>
                      <a:pt x="5986" y="631"/>
                    </a:cubicBezTo>
                    <a:close/>
                    <a:moveTo>
                      <a:pt x="5986" y="2710"/>
                    </a:moveTo>
                    <a:cubicBezTo>
                      <a:pt x="6931" y="2710"/>
                      <a:pt x="7719" y="3498"/>
                      <a:pt x="7719" y="4443"/>
                    </a:cubicBezTo>
                    <a:lnTo>
                      <a:pt x="7719" y="4789"/>
                    </a:lnTo>
                    <a:lnTo>
                      <a:pt x="4253" y="4789"/>
                    </a:lnTo>
                    <a:lnTo>
                      <a:pt x="4253" y="4443"/>
                    </a:lnTo>
                    <a:cubicBezTo>
                      <a:pt x="4253" y="3498"/>
                      <a:pt x="5041" y="2710"/>
                      <a:pt x="5986" y="2710"/>
                    </a:cubicBezTo>
                    <a:close/>
                    <a:moveTo>
                      <a:pt x="3245" y="6900"/>
                    </a:moveTo>
                    <a:cubicBezTo>
                      <a:pt x="3623" y="6900"/>
                      <a:pt x="3938" y="7215"/>
                      <a:pt x="3938" y="7593"/>
                    </a:cubicBezTo>
                    <a:cubicBezTo>
                      <a:pt x="3938" y="8003"/>
                      <a:pt x="3623" y="8318"/>
                      <a:pt x="3245" y="8318"/>
                    </a:cubicBezTo>
                    <a:cubicBezTo>
                      <a:pt x="2836" y="8255"/>
                      <a:pt x="2521" y="7940"/>
                      <a:pt x="2521" y="7593"/>
                    </a:cubicBezTo>
                    <a:cubicBezTo>
                      <a:pt x="2521" y="7215"/>
                      <a:pt x="2836" y="6900"/>
                      <a:pt x="3245" y="6900"/>
                    </a:cubicBezTo>
                    <a:close/>
                    <a:moveTo>
                      <a:pt x="8759" y="6900"/>
                    </a:moveTo>
                    <a:cubicBezTo>
                      <a:pt x="9137" y="6900"/>
                      <a:pt x="9452" y="7215"/>
                      <a:pt x="9452" y="7593"/>
                    </a:cubicBezTo>
                    <a:cubicBezTo>
                      <a:pt x="9452" y="8003"/>
                      <a:pt x="9137" y="8318"/>
                      <a:pt x="8759" y="8318"/>
                    </a:cubicBezTo>
                    <a:cubicBezTo>
                      <a:pt x="8349" y="8318"/>
                      <a:pt x="8034" y="7940"/>
                      <a:pt x="8034" y="7593"/>
                    </a:cubicBezTo>
                    <a:cubicBezTo>
                      <a:pt x="8034" y="7215"/>
                      <a:pt x="8349" y="6900"/>
                      <a:pt x="8759" y="6900"/>
                    </a:cubicBezTo>
                    <a:close/>
                    <a:moveTo>
                      <a:pt x="10365" y="5545"/>
                    </a:moveTo>
                    <a:cubicBezTo>
                      <a:pt x="10523" y="5545"/>
                      <a:pt x="10680" y="5672"/>
                      <a:pt x="10712" y="5829"/>
                    </a:cubicBezTo>
                    <a:lnTo>
                      <a:pt x="11216" y="8570"/>
                    </a:lnTo>
                    <a:cubicBezTo>
                      <a:pt x="11247" y="8790"/>
                      <a:pt x="11027" y="8980"/>
                      <a:pt x="10838" y="8980"/>
                    </a:cubicBezTo>
                    <a:lnTo>
                      <a:pt x="10460" y="8980"/>
                    </a:lnTo>
                    <a:cubicBezTo>
                      <a:pt x="10239" y="8790"/>
                      <a:pt x="10019" y="8633"/>
                      <a:pt x="9767" y="8507"/>
                    </a:cubicBezTo>
                    <a:cubicBezTo>
                      <a:pt x="10019" y="8255"/>
                      <a:pt x="10145" y="7940"/>
                      <a:pt x="10145" y="7562"/>
                    </a:cubicBezTo>
                    <a:cubicBezTo>
                      <a:pt x="10145" y="6806"/>
                      <a:pt x="9515" y="6176"/>
                      <a:pt x="8759" y="6176"/>
                    </a:cubicBezTo>
                    <a:cubicBezTo>
                      <a:pt x="8002" y="6176"/>
                      <a:pt x="7372" y="6806"/>
                      <a:pt x="7372" y="7562"/>
                    </a:cubicBezTo>
                    <a:cubicBezTo>
                      <a:pt x="7372" y="7908"/>
                      <a:pt x="7498" y="8223"/>
                      <a:pt x="7719" y="8507"/>
                    </a:cubicBezTo>
                    <a:cubicBezTo>
                      <a:pt x="7498" y="8633"/>
                      <a:pt x="7246" y="8790"/>
                      <a:pt x="7057" y="8980"/>
                    </a:cubicBezTo>
                    <a:lnTo>
                      <a:pt x="4883" y="8980"/>
                    </a:lnTo>
                    <a:cubicBezTo>
                      <a:pt x="4694" y="8790"/>
                      <a:pt x="4442" y="8633"/>
                      <a:pt x="4222" y="8507"/>
                    </a:cubicBezTo>
                    <a:cubicBezTo>
                      <a:pt x="4474" y="8255"/>
                      <a:pt x="4568" y="7940"/>
                      <a:pt x="4568" y="7562"/>
                    </a:cubicBezTo>
                    <a:cubicBezTo>
                      <a:pt x="4568" y="6806"/>
                      <a:pt x="3938" y="6176"/>
                      <a:pt x="3214" y="6176"/>
                    </a:cubicBezTo>
                    <a:cubicBezTo>
                      <a:pt x="2458" y="6176"/>
                      <a:pt x="1828" y="6806"/>
                      <a:pt x="1828" y="7562"/>
                    </a:cubicBezTo>
                    <a:cubicBezTo>
                      <a:pt x="1828" y="7908"/>
                      <a:pt x="1954" y="8223"/>
                      <a:pt x="2174" y="8507"/>
                    </a:cubicBezTo>
                    <a:cubicBezTo>
                      <a:pt x="1922" y="8633"/>
                      <a:pt x="1701" y="8790"/>
                      <a:pt x="1512" y="8980"/>
                    </a:cubicBezTo>
                    <a:lnTo>
                      <a:pt x="1103" y="8980"/>
                    </a:lnTo>
                    <a:cubicBezTo>
                      <a:pt x="882" y="8980"/>
                      <a:pt x="725" y="8790"/>
                      <a:pt x="756" y="8570"/>
                    </a:cubicBezTo>
                    <a:lnTo>
                      <a:pt x="1260" y="5829"/>
                    </a:lnTo>
                    <a:cubicBezTo>
                      <a:pt x="1323" y="5672"/>
                      <a:pt x="1418" y="5545"/>
                      <a:pt x="1638" y="5545"/>
                    </a:cubicBezTo>
                    <a:close/>
                    <a:moveTo>
                      <a:pt x="3214" y="8948"/>
                    </a:moveTo>
                    <a:cubicBezTo>
                      <a:pt x="4127" y="8948"/>
                      <a:pt x="4915" y="9736"/>
                      <a:pt x="4915" y="10712"/>
                    </a:cubicBezTo>
                    <a:lnTo>
                      <a:pt x="4915" y="11059"/>
                    </a:lnTo>
                    <a:lnTo>
                      <a:pt x="1481" y="11059"/>
                    </a:lnTo>
                    <a:lnTo>
                      <a:pt x="1481" y="10712"/>
                    </a:lnTo>
                    <a:cubicBezTo>
                      <a:pt x="1481" y="9736"/>
                      <a:pt x="2269" y="8948"/>
                      <a:pt x="3214" y="8948"/>
                    </a:cubicBezTo>
                    <a:close/>
                    <a:moveTo>
                      <a:pt x="8759" y="8948"/>
                    </a:moveTo>
                    <a:cubicBezTo>
                      <a:pt x="9704" y="8948"/>
                      <a:pt x="10491" y="9736"/>
                      <a:pt x="10491" y="10712"/>
                    </a:cubicBezTo>
                    <a:lnTo>
                      <a:pt x="10491" y="11059"/>
                    </a:lnTo>
                    <a:lnTo>
                      <a:pt x="7026" y="11059"/>
                    </a:lnTo>
                    <a:lnTo>
                      <a:pt x="7026" y="10712"/>
                    </a:lnTo>
                    <a:cubicBezTo>
                      <a:pt x="7026" y="9736"/>
                      <a:pt x="7813" y="8948"/>
                      <a:pt x="8759" y="8948"/>
                    </a:cubicBezTo>
                    <a:close/>
                    <a:moveTo>
                      <a:pt x="5986" y="1"/>
                    </a:moveTo>
                    <a:cubicBezTo>
                      <a:pt x="5262" y="1"/>
                      <a:pt x="4631" y="631"/>
                      <a:pt x="4631" y="1387"/>
                    </a:cubicBezTo>
                    <a:cubicBezTo>
                      <a:pt x="4631" y="1733"/>
                      <a:pt x="4726" y="2048"/>
                      <a:pt x="4978" y="2269"/>
                    </a:cubicBezTo>
                    <a:cubicBezTo>
                      <a:pt x="4127" y="2679"/>
                      <a:pt x="3592" y="3498"/>
                      <a:pt x="3592" y="4474"/>
                    </a:cubicBezTo>
                    <a:lnTo>
                      <a:pt x="3592" y="4852"/>
                    </a:lnTo>
                    <a:lnTo>
                      <a:pt x="1670" y="4852"/>
                    </a:lnTo>
                    <a:cubicBezTo>
                      <a:pt x="1166" y="4852"/>
                      <a:pt x="725" y="5199"/>
                      <a:pt x="630" y="5703"/>
                    </a:cubicBezTo>
                    <a:lnTo>
                      <a:pt x="126" y="8475"/>
                    </a:lnTo>
                    <a:cubicBezTo>
                      <a:pt x="0" y="9043"/>
                      <a:pt x="473" y="9610"/>
                      <a:pt x="1071" y="9673"/>
                    </a:cubicBezTo>
                    <a:cubicBezTo>
                      <a:pt x="914" y="9988"/>
                      <a:pt x="819" y="10366"/>
                      <a:pt x="819" y="10744"/>
                    </a:cubicBezTo>
                    <a:lnTo>
                      <a:pt x="819" y="11468"/>
                    </a:lnTo>
                    <a:cubicBezTo>
                      <a:pt x="819" y="11657"/>
                      <a:pt x="977" y="11815"/>
                      <a:pt x="1197" y="11815"/>
                    </a:cubicBezTo>
                    <a:lnTo>
                      <a:pt x="5356" y="11815"/>
                    </a:lnTo>
                    <a:cubicBezTo>
                      <a:pt x="5545" y="11815"/>
                      <a:pt x="5703" y="11657"/>
                      <a:pt x="5703" y="11468"/>
                    </a:cubicBezTo>
                    <a:lnTo>
                      <a:pt x="5703" y="10744"/>
                    </a:lnTo>
                    <a:cubicBezTo>
                      <a:pt x="5703" y="10366"/>
                      <a:pt x="5640" y="9988"/>
                      <a:pt x="5482" y="9673"/>
                    </a:cubicBezTo>
                    <a:lnTo>
                      <a:pt x="6648" y="9673"/>
                    </a:lnTo>
                    <a:cubicBezTo>
                      <a:pt x="6490" y="9988"/>
                      <a:pt x="6427" y="10366"/>
                      <a:pt x="6427" y="10744"/>
                    </a:cubicBezTo>
                    <a:lnTo>
                      <a:pt x="6427" y="11468"/>
                    </a:lnTo>
                    <a:cubicBezTo>
                      <a:pt x="6427" y="11657"/>
                      <a:pt x="6585" y="11815"/>
                      <a:pt x="6774" y="11815"/>
                    </a:cubicBezTo>
                    <a:lnTo>
                      <a:pt x="10838" y="11815"/>
                    </a:lnTo>
                    <a:cubicBezTo>
                      <a:pt x="11027" y="11815"/>
                      <a:pt x="11184" y="11657"/>
                      <a:pt x="11184" y="11468"/>
                    </a:cubicBezTo>
                    <a:lnTo>
                      <a:pt x="11184" y="10744"/>
                    </a:lnTo>
                    <a:cubicBezTo>
                      <a:pt x="11184" y="10366"/>
                      <a:pt x="11121" y="9988"/>
                      <a:pt x="10964" y="9673"/>
                    </a:cubicBezTo>
                    <a:cubicBezTo>
                      <a:pt x="11563" y="9610"/>
                      <a:pt x="11972" y="9043"/>
                      <a:pt x="11878" y="8475"/>
                    </a:cubicBezTo>
                    <a:lnTo>
                      <a:pt x="11342" y="5703"/>
                    </a:lnTo>
                    <a:cubicBezTo>
                      <a:pt x="11279" y="5199"/>
                      <a:pt x="10838" y="4852"/>
                      <a:pt x="10334" y="4852"/>
                    </a:cubicBezTo>
                    <a:lnTo>
                      <a:pt x="8412" y="4852"/>
                    </a:lnTo>
                    <a:lnTo>
                      <a:pt x="8412" y="4474"/>
                    </a:lnTo>
                    <a:cubicBezTo>
                      <a:pt x="8412" y="3498"/>
                      <a:pt x="7845" y="2679"/>
                      <a:pt x="7026" y="2269"/>
                    </a:cubicBezTo>
                    <a:cubicBezTo>
                      <a:pt x="7246" y="2048"/>
                      <a:pt x="7372" y="1733"/>
                      <a:pt x="7372" y="1387"/>
                    </a:cubicBezTo>
                    <a:cubicBezTo>
                      <a:pt x="7372" y="631"/>
                      <a:pt x="6742" y="1"/>
                      <a:pt x="598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78" name="Google Shape;9170;p73">
                <a:extLst>
                  <a:ext uri="{FF2B5EF4-FFF2-40B4-BE49-F238E27FC236}">
                    <a16:creationId xmlns:a16="http://schemas.microsoft.com/office/drawing/2014/main" id="{49180716-CEA7-5E21-1801-E8F8985F9560}"/>
                  </a:ext>
                </a:extLst>
              </p:cNvPr>
              <p:cNvSpPr/>
              <p:nvPr/>
            </p:nvSpPr>
            <p:spPr>
              <a:xfrm>
                <a:off x="10369466" y="1689879"/>
                <a:ext cx="320895" cy="496599"/>
              </a:xfrm>
              <a:custGeom>
                <a:avLst/>
                <a:gdLst/>
                <a:ahLst/>
                <a:cxnLst/>
                <a:rect l="l" t="t" r="r" b="b"/>
                <a:pathLst>
                  <a:path w="7594" h="11752" extrusionOk="0">
                    <a:moveTo>
                      <a:pt x="6585" y="662"/>
                    </a:moveTo>
                    <a:cubicBezTo>
                      <a:pt x="6774" y="662"/>
                      <a:pt x="6932" y="819"/>
                      <a:pt x="6932" y="1008"/>
                    </a:cubicBezTo>
                    <a:cubicBezTo>
                      <a:pt x="6932" y="1197"/>
                      <a:pt x="6774" y="1355"/>
                      <a:pt x="6585" y="1355"/>
                    </a:cubicBezTo>
                    <a:lnTo>
                      <a:pt x="1040" y="1355"/>
                    </a:lnTo>
                    <a:cubicBezTo>
                      <a:pt x="820" y="1355"/>
                      <a:pt x="662" y="1197"/>
                      <a:pt x="662" y="1008"/>
                    </a:cubicBezTo>
                    <a:cubicBezTo>
                      <a:pt x="662" y="819"/>
                      <a:pt x="820" y="662"/>
                      <a:pt x="1040" y="662"/>
                    </a:cubicBezTo>
                    <a:close/>
                    <a:moveTo>
                      <a:pt x="6175" y="2048"/>
                    </a:moveTo>
                    <a:lnTo>
                      <a:pt x="6175" y="2867"/>
                    </a:lnTo>
                    <a:cubicBezTo>
                      <a:pt x="5435" y="3277"/>
                      <a:pt x="4600" y="3481"/>
                      <a:pt x="3765" y="3481"/>
                    </a:cubicBezTo>
                    <a:cubicBezTo>
                      <a:pt x="2930" y="3481"/>
                      <a:pt x="2096" y="3277"/>
                      <a:pt x="1355" y="2867"/>
                    </a:cubicBezTo>
                    <a:lnTo>
                      <a:pt x="1355" y="2048"/>
                    </a:lnTo>
                    <a:close/>
                    <a:moveTo>
                      <a:pt x="1418" y="3686"/>
                    </a:moveTo>
                    <a:lnTo>
                      <a:pt x="1418" y="3686"/>
                    </a:lnTo>
                    <a:cubicBezTo>
                      <a:pt x="2174" y="4001"/>
                      <a:pt x="2962" y="4190"/>
                      <a:pt x="3781" y="4190"/>
                    </a:cubicBezTo>
                    <a:cubicBezTo>
                      <a:pt x="4600" y="4190"/>
                      <a:pt x="5388" y="4033"/>
                      <a:pt x="6144" y="3686"/>
                    </a:cubicBezTo>
                    <a:lnTo>
                      <a:pt x="6144" y="3686"/>
                    </a:lnTo>
                    <a:cubicBezTo>
                      <a:pt x="5860" y="4757"/>
                      <a:pt x="4915" y="5545"/>
                      <a:pt x="3781" y="5545"/>
                    </a:cubicBezTo>
                    <a:cubicBezTo>
                      <a:pt x="2647" y="5545"/>
                      <a:pt x="1702" y="4757"/>
                      <a:pt x="1418" y="3686"/>
                    </a:cubicBezTo>
                    <a:close/>
                    <a:moveTo>
                      <a:pt x="3435" y="6238"/>
                    </a:moveTo>
                    <a:lnTo>
                      <a:pt x="3435" y="7813"/>
                    </a:lnTo>
                    <a:lnTo>
                      <a:pt x="1544" y="9704"/>
                    </a:lnTo>
                    <a:lnTo>
                      <a:pt x="1355" y="9704"/>
                    </a:lnTo>
                    <a:lnTo>
                      <a:pt x="1355" y="8695"/>
                    </a:lnTo>
                    <a:cubicBezTo>
                      <a:pt x="1355" y="7467"/>
                      <a:pt x="2237" y="6427"/>
                      <a:pt x="3435" y="6238"/>
                    </a:cubicBezTo>
                    <a:close/>
                    <a:moveTo>
                      <a:pt x="3781" y="8443"/>
                    </a:moveTo>
                    <a:lnTo>
                      <a:pt x="5041" y="9704"/>
                    </a:lnTo>
                    <a:lnTo>
                      <a:pt x="2552" y="9704"/>
                    </a:lnTo>
                    <a:lnTo>
                      <a:pt x="3781" y="8443"/>
                    </a:lnTo>
                    <a:close/>
                    <a:moveTo>
                      <a:pt x="4128" y="6238"/>
                    </a:moveTo>
                    <a:cubicBezTo>
                      <a:pt x="5325" y="6396"/>
                      <a:pt x="6207" y="7435"/>
                      <a:pt x="6207" y="8695"/>
                    </a:cubicBezTo>
                    <a:lnTo>
                      <a:pt x="6207" y="9704"/>
                    </a:lnTo>
                    <a:lnTo>
                      <a:pt x="6018" y="9704"/>
                    </a:lnTo>
                    <a:lnTo>
                      <a:pt x="4128" y="7813"/>
                    </a:lnTo>
                    <a:lnTo>
                      <a:pt x="4128" y="6238"/>
                    </a:lnTo>
                    <a:close/>
                    <a:moveTo>
                      <a:pt x="6553" y="10397"/>
                    </a:moveTo>
                    <a:cubicBezTo>
                      <a:pt x="6743" y="10428"/>
                      <a:pt x="6900" y="10586"/>
                      <a:pt x="6900" y="10743"/>
                    </a:cubicBezTo>
                    <a:cubicBezTo>
                      <a:pt x="6900" y="10932"/>
                      <a:pt x="6743" y="11090"/>
                      <a:pt x="6553" y="11090"/>
                    </a:cubicBezTo>
                    <a:lnTo>
                      <a:pt x="977" y="11090"/>
                    </a:lnTo>
                    <a:cubicBezTo>
                      <a:pt x="788" y="11090"/>
                      <a:pt x="631" y="10932"/>
                      <a:pt x="631" y="10743"/>
                    </a:cubicBezTo>
                    <a:cubicBezTo>
                      <a:pt x="631" y="10554"/>
                      <a:pt x="788" y="10397"/>
                      <a:pt x="977" y="10397"/>
                    </a:cubicBezTo>
                    <a:close/>
                    <a:moveTo>
                      <a:pt x="1009" y="0"/>
                    </a:moveTo>
                    <a:cubicBezTo>
                      <a:pt x="442" y="0"/>
                      <a:pt x="0" y="473"/>
                      <a:pt x="0" y="1008"/>
                    </a:cubicBezTo>
                    <a:cubicBezTo>
                      <a:pt x="0" y="1449"/>
                      <a:pt x="284" y="1827"/>
                      <a:pt x="694" y="1985"/>
                    </a:cubicBezTo>
                    <a:lnTo>
                      <a:pt x="694" y="3088"/>
                    </a:lnTo>
                    <a:cubicBezTo>
                      <a:pt x="694" y="4316"/>
                      <a:pt x="1387" y="5356"/>
                      <a:pt x="2395" y="5860"/>
                    </a:cubicBezTo>
                    <a:cubicBezTo>
                      <a:pt x="1387" y="6364"/>
                      <a:pt x="694" y="7435"/>
                      <a:pt x="694" y="8664"/>
                    </a:cubicBezTo>
                    <a:lnTo>
                      <a:pt x="694" y="9767"/>
                    </a:lnTo>
                    <a:cubicBezTo>
                      <a:pt x="316" y="9924"/>
                      <a:pt x="0" y="10271"/>
                      <a:pt x="0" y="10743"/>
                    </a:cubicBezTo>
                    <a:cubicBezTo>
                      <a:pt x="0" y="11342"/>
                      <a:pt x="473" y="11751"/>
                      <a:pt x="1009" y="11751"/>
                    </a:cubicBezTo>
                    <a:lnTo>
                      <a:pt x="6585" y="11751"/>
                    </a:lnTo>
                    <a:cubicBezTo>
                      <a:pt x="7152" y="11751"/>
                      <a:pt x="7593" y="11279"/>
                      <a:pt x="7593" y="10743"/>
                    </a:cubicBezTo>
                    <a:cubicBezTo>
                      <a:pt x="7593" y="10302"/>
                      <a:pt x="7310" y="9924"/>
                      <a:pt x="6900" y="9767"/>
                    </a:cubicBezTo>
                    <a:lnTo>
                      <a:pt x="6900" y="8664"/>
                    </a:lnTo>
                    <a:cubicBezTo>
                      <a:pt x="6900" y="7435"/>
                      <a:pt x="6207" y="6364"/>
                      <a:pt x="5199" y="5860"/>
                    </a:cubicBezTo>
                    <a:cubicBezTo>
                      <a:pt x="6207" y="5387"/>
                      <a:pt x="6900" y="4316"/>
                      <a:pt x="6900" y="3088"/>
                    </a:cubicBezTo>
                    <a:lnTo>
                      <a:pt x="6900" y="1985"/>
                    </a:lnTo>
                    <a:cubicBezTo>
                      <a:pt x="7278" y="1827"/>
                      <a:pt x="7593" y="1481"/>
                      <a:pt x="7593" y="1008"/>
                    </a:cubicBezTo>
                    <a:cubicBezTo>
                      <a:pt x="7593" y="410"/>
                      <a:pt x="7121" y="0"/>
                      <a:pt x="658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79" name="Google Shape;9171;p73">
                <a:extLst>
                  <a:ext uri="{FF2B5EF4-FFF2-40B4-BE49-F238E27FC236}">
                    <a16:creationId xmlns:a16="http://schemas.microsoft.com/office/drawing/2014/main" id="{B7562C5E-05F1-AD25-6E20-B52B235BAF7B}"/>
                  </a:ext>
                </a:extLst>
              </p:cNvPr>
              <p:cNvSpPr/>
              <p:nvPr/>
            </p:nvSpPr>
            <p:spPr>
              <a:xfrm>
                <a:off x="1401076" y="1687873"/>
                <a:ext cx="503233" cy="500612"/>
              </a:xfrm>
              <a:custGeom>
                <a:avLst/>
                <a:gdLst/>
                <a:ahLst/>
                <a:cxnLst/>
                <a:rect l="l" t="t" r="r" b="b"/>
                <a:pathLst>
                  <a:path w="11909" h="11847" extrusionOk="0">
                    <a:moveTo>
                      <a:pt x="3560" y="2647"/>
                    </a:moveTo>
                    <a:lnTo>
                      <a:pt x="3560" y="3561"/>
                    </a:lnTo>
                    <a:lnTo>
                      <a:pt x="2615" y="3561"/>
                    </a:lnTo>
                    <a:lnTo>
                      <a:pt x="3560" y="2647"/>
                    </a:lnTo>
                    <a:close/>
                    <a:moveTo>
                      <a:pt x="6616" y="4222"/>
                    </a:moveTo>
                    <a:cubicBezTo>
                      <a:pt x="7971" y="4285"/>
                      <a:pt x="9074" y="5325"/>
                      <a:pt x="9074" y="6680"/>
                    </a:cubicBezTo>
                    <a:cubicBezTo>
                      <a:pt x="9074" y="8003"/>
                      <a:pt x="7971" y="9106"/>
                      <a:pt x="6616" y="9106"/>
                    </a:cubicBezTo>
                    <a:cubicBezTo>
                      <a:pt x="5293" y="9106"/>
                      <a:pt x="4190" y="8003"/>
                      <a:pt x="4190" y="6680"/>
                    </a:cubicBezTo>
                    <a:cubicBezTo>
                      <a:pt x="4190" y="5325"/>
                      <a:pt x="5293" y="4222"/>
                      <a:pt x="6616" y="4222"/>
                    </a:cubicBezTo>
                    <a:close/>
                    <a:moveTo>
                      <a:pt x="7687" y="757"/>
                    </a:moveTo>
                    <a:lnTo>
                      <a:pt x="7687" y="1513"/>
                    </a:lnTo>
                    <a:lnTo>
                      <a:pt x="3875" y="1513"/>
                    </a:lnTo>
                    <a:cubicBezTo>
                      <a:pt x="3781" y="1513"/>
                      <a:pt x="3655" y="1544"/>
                      <a:pt x="3623" y="1639"/>
                    </a:cubicBezTo>
                    <a:lnTo>
                      <a:pt x="1512" y="3718"/>
                    </a:lnTo>
                    <a:cubicBezTo>
                      <a:pt x="1418" y="3813"/>
                      <a:pt x="1386" y="3876"/>
                      <a:pt x="1386" y="3939"/>
                    </a:cubicBezTo>
                    <a:lnTo>
                      <a:pt x="1386" y="9862"/>
                    </a:lnTo>
                    <a:lnTo>
                      <a:pt x="662" y="9862"/>
                    </a:lnTo>
                    <a:lnTo>
                      <a:pt x="662" y="757"/>
                    </a:lnTo>
                    <a:close/>
                    <a:moveTo>
                      <a:pt x="8380" y="2175"/>
                    </a:moveTo>
                    <a:lnTo>
                      <a:pt x="8380" y="4128"/>
                    </a:lnTo>
                    <a:cubicBezTo>
                      <a:pt x="7876" y="3813"/>
                      <a:pt x="7278" y="3592"/>
                      <a:pt x="6648" y="3592"/>
                    </a:cubicBezTo>
                    <a:cubicBezTo>
                      <a:pt x="4915" y="3592"/>
                      <a:pt x="3560" y="5010"/>
                      <a:pt x="3560" y="6711"/>
                    </a:cubicBezTo>
                    <a:cubicBezTo>
                      <a:pt x="3560" y="8444"/>
                      <a:pt x="4946" y="9830"/>
                      <a:pt x="6648" y="9830"/>
                    </a:cubicBezTo>
                    <a:cubicBezTo>
                      <a:pt x="7120" y="9830"/>
                      <a:pt x="7593" y="9704"/>
                      <a:pt x="8002" y="9515"/>
                    </a:cubicBezTo>
                    <a:lnTo>
                      <a:pt x="8380" y="9893"/>
                    </a:lnTo>
                    <a:lnTo>
                      <a:pt x="8380" y="10492"/>
                    </a:lnTo>
                    <a:lnTo>
                      <a:pt x="2079" y="10492"/>
                    </a:lnTo>
                    <a:lnTo>
                      <a:pt x="2079" y="4285"/>
                    </a:lnTo>
                    <a:lnTo>
                      <a:pt x="3875" y="4285"/>
                    </a:lnTo>
                    <a:cubicBezTo>
                      <a:pt x="4064" y="4285"/>
                      <a:pt x="4222" y="4128"/>
                      <a:pt x="4222" y="3907"/>
                    </a:cubicBezTo>
                    <a:lnTo>
                      <a:pt x="4222" y="2175"/>
                    </a:lnTo>
                    <a:close/>
                    <a:moveTo>
                      <a:pt x="9074" y="8633"/>
                    </a:moveTo>
                    <a:lnTo>
                      <a:pt x="11027" y="10618"/>
                    </a:lnTo>
                    <a:cubicBezTo>
                      <a:pt x="11153" y="10744"/>
                      <a:pt x="11153" y="10964"/>
                      <a:pt x="11027" y="11090"/>
                    </a:cubicBezTo>
                    <a:cubicBezTo>
                      <a:pt x="10964" y="11153"/>
                      <a:pt x="10877" y="11185"/>
                      <a:pt x="10791" y="11185"/>
                    </a:cubicBezTo>
                    <a:cubicBezTo>
                      <a:pt x="10704" y="11185"/>
                      <a:pt x="10617" y="11153"/>
                      <a:pt x="10554" y="11090"/>
                    </a:cubicBezTo>
                    <a:lnTo>
                      <a:pt x="8601" y="9106"/>
                    </a:lnTo>
                    <a:cubicBezTo>
                      <a:pt x="8790" y="9011"/>
                      <a:pt x="8948" y="8791"/>
                      <a:pt x="9074" y="8633"/>
                    </a:cubicBezTo>
                    <a:close/>
                    <a:moveTo>
                      <a:pt x="347" y="1"/>
                    </a:moveTo>
                    <a:cubicBezTo>
                      <a:pt x="158" y="1"/>
                      <a:pt x="0" y="190"/>
                      <a:pt x="0" y="379"/>
                    </a:cubicBezTo>
                    <a:lnTo>
                      <a:pt x="0" y="10145"/>
                    </a:lnTo>
                    <a:cubicBezTo>
                      <a:pt x="0" y="10334"/>
                      <a:pt x="158" y="10492"/>
                      <a:pt x="347" y="10492"/>
                    </a:cubicBezTo>
                    <a:lnTo>
                      <a:pt x="1386" y="10492"/>
                    </a:lnTo>
                    <a:lnTo>
                      <a:pt x="1386" y="10838"/>
                    </a:lnTo>
                    <a:cubicBezTo>
                      <a:pt x="1386" y="11059"/>
                      <a:pt x="1544" y="11216"/>
                      <a:pt x="1733" y="11216"/>
                    </a:cubicBezTo>
                    <a:lnTo>
                      <a:pt x="8695" y="11216"/>
                    </a:lnTo>
                    <a:cubicBezTo>
                      <a:pt x="8916" y="11216"/>
                      <a:pt x="9074" y="11059"/>
                      <a:pt x="9074" y="10838"/>
                    </a:cubicBezTo>
                    <a:lnTo>
                      <a:pt x="9074" y="10586"/>
                    </a:lnTo>
                    <a:lnTo>
                      <a:pt x="10050" y="11563"/>
                    </a:lnTo>
                    <a:cubicBezTo>
                      <a:pt x="10239" y="11752"/>
                      <a:pt x="10507" y="11847"/>
                      <a:pt x="10775" y="11847"/>
                    </a:cubicBezTo>
                    <a:cubicBezTo>
                      <a:pt x="11043" y="11847"/>
                      <a:pt x="11310" y="11752"/>
                      <a:pt x="11499" y="11563"/>
                    </a:cubicBezTo>
                    <a:cubicBezTo>
                      <a:pt x="11909" y="11153"/>
                      <a:pt x="11909" y="10492"/>
                      <a:pt x="11499" y="10114"/>
                    </a:cubicBezTo>
                    <a:lnTo>
                      <a:pt x="9420" y="8003"/>
                    </a:lnTo>
                    <a:cubicBezTo>
                      <a:pt x="9609" y="7625"/>
                      <a:pt x="9735" y="7152"/>
                      <a:pt x="9735" y="6680"/>
                    </a:cubicBezTo>
                    <a:cubicBezTo>
                      <a:pt x="9735" y="5924"/>
                      <a:pt x="9452" y="5262"/>
                      <a:pt x="9011" y="4695"/>
                    </a:cubicBezTo>
                    <a:lnTo>
                      <a:pt x="9011" y="1828"/>
                    </a:lnTo>
                    <a:cubicBezTo>
                      <a:pt x="9011" y="1639"/>
                      <a:pt x="8853" y="1481"/>
                      <a:pt x="8664" y="1481"/>
                    </a:cubicBezTo>
                    <a:lnTo>
                      <a:pt x="8317" y="1481"/>
                    </a:lnTo>
                    <a:lnTo>
                      <a:pt x="8317" y="379"/>
                    </a:lnTo>
                    <a:cubicBezTo>
                      <a:pt x="8317" y="190"/>
                      <a:pt x="8160" y="1"/>
                      <a:pt x="79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80" name="Google Shape;9172;p73">
                <a:extLst>
                  <a:ext uri="{FF2B5EF4-FFF2-40B4-BE49-F238E27FC236}">
                    <a16:creationId xmlns:a16="http://schemas.microsoft.com/office/drawing/2014/main" id="{E7B7509D-C007-E594-CC03-2DC5EC58C591}"/>
                  </a:ext>
                </a:extLst>
              </p:cNvPr>
              <p:cNvGrpSpPr/>
              <p:nvPr/>
            </p:nvGrpSpPr>
            <p:grpSpPr>
              <a:xfrm>
                <a:off x="1400413" y="2281623"/>
                <a:ext cx="504585" cy="499303"/>
                <a:chOff x="1049375" y="2318350"/>
                <a:chExt cx="298525" cy="295400"/>
              </a:xfrm>
              <a:grpFill/>
            </p:grpSpPr>
            <p:sp>
              <p:nvSpPr>
                <p:cNvPr id="17816" name="Google Shape;9173;p73">
                  <a:extLst>
                    <a:ext uri="{FF2B5EF4-FFF2-40B4-BE49-F238E27FC236}">
                      <a16:creationId xmlns:a16="http://schemas.microsoft.com/office/drawing/2014/main" id="{D066B87F-BBD1-EEB8-4446-D6F701508A7F}"/>
                    </a:ext>
                  </a:extLst>
                </p:cNvPr>
                <p:cNvSpPr/>
                <p:nvPr/>
              </p:nvSpPr>
              <p:spPr>
                <a:xfrm>
                  <a:off x="1101350" y="2492325"/>
                  <a:ext cx="70125" cy="5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2021" extrusionOk="0">
                      <a:moveTo>
                        <a:pt x="2473" y="0"/>
                      </a:moveTo>
                      <a:cubicBezTo>
                        <a:pt x="2377" y="0"/>
                        <a:pt x="2273" y="32"/>
                        <a:pt x="2206" y="99"/>
                      </a:cubicBezTo>
                      <a:lnTo>
                        <a:pt x="1072" y="1233"/>
                      </a:lnTo>
                      <a:lnTo>
                        <a:pt x="599" y="761"/>
                      </a:lnTo>
                      <a:cubicBezTo>
                        <a:pt x="536" y="713"/>
                        <a:pt x="449" y="690"/>
                        <a:pt x="363" y="690"/>
                      </a:cubicBezTo>
                      <a:cubicBezTo>
                        <a:pt x="276" y="690"/>
                        <a:pt x="189" y="713"/>
                        <a:pt x="126" y="761"/>
                      </a:cubicBezTo>
                      <a:cubicBezTo>
                        <a:pt x="0" y="887"/>
                        <a:pt x="0" y="1139"/>
                        <a:pt x="126" y="1233"/>
                      </a:cubicBezTo>
                      <a:lnTo>
                        <a:pt x="820" y="1958"/>
                      </a:lnTo>
                      <a:cubicBezTo>
                        <a:pt x="914" y="2021"/>
                        <a:pt x="977" y="2021"/>
                        <a:pt x="1072" y="2021"/>
                      </a:cubicBezTo>
                      <a:cubicBezTo>
                        <a:pt x="1135" y="2021"/>
                        <a:pt x="1261" y="1989"/>
                        <a:pt x="1292" y="1926"/>
                      </a:cubicBezTo>
                      <a:lnTo>
                        <a:pt x="2678" y="540"/>
                      </a:lnTo>
                      <a:cubicBezTo>
                        <a:pt x="2804" y="414"/>
                        <a:pt x="2804" y="162"/>
                        <a:pt x="2678" y="68"/>
                      </a:cubicBezTo>
                      <a:cubicBezTo>
                        <a:pt x="2634" y="24"/>
                        <a:pt x="2557" y="0"/>
                        <a:pt x="247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17" name="Google Shape;9174;p73">
                  <a:extLst>
                    <a:ext uri="{FF2B5EF4-FFF2-40B4-BE49-F238E27FC236}">
                      <a16:creationId xmlns:a16="http://schemas.microsoft.com/office/drawing/2014/main" id="{9203B9CD-1F02-0C94-3E71-A1D56C5921EF}"/>
                    </a:ext>
                  </a:extLst>
                </p:cNvPr>
                <p:cNvSpPr/>
                <p:nvPr/>
              </p:nvSpPr>
              <p:spPr>
                <a:xfrm>
                  <a:off x="1101350" y="2440525"/>
                  <a:ext cx="70125" cy="5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2046" extrusionOk="0">
                      <a:moveTo>
                        <a:pt x="2469" y="1"/>
                      </a:moveTo>
                      <a:cubicBezTo>
                        <a:pt x="2374" y="1"/>
                        <a:pt x="2272" y="40"/>
                        <a:pt x="2206" y="123"/>
                      </a:cubicBezTo>
                      <a:lnTo>
                        <a:pt x="1072" y="1257"/>
                      </a:lnTo>
                      <a:lnTo>
                        <a:pt x="599" y="785"/>
                      </a:lnTo>
                      <a:cubicBezTo>
                        <a:pt x="536" y="738"/>
                        <a:pt x="449" y="714"/>
                        <a:pt x="363" y="714"/>
                      </a:cubicBezTo>
                      <a:cubicBezTo>
                        <a:pt x="276" y="714"/>
                        <a:pt x="189" y="738"/>
                        <a:pt x="126" y="785"/>
                      </a:cubicBezTo>
                      <a:cubicBezTo>
                        <a:pt x="0" y="911"/>
                        <a:pt x="0" y="1163"/>
                        <a:pt x="126" y="1257"/>
                      </a:cubicBezTo>
                      <a:lnTo>
                        <a:pt x="820" y="1982"/>
                      </a:lnTo>
                      <a:cubicBezTo>
                        <a:pt x="914" y="2045"/>
                        <a:pt x="977" y="2045"/>
                        <a:pt x="1072" y="2045"/>
                      </a:cubicBezTo>
                      <a:cubicBezTo>
                        <a:pt x="1135" y="2045"/>
                        <a:pt x="1261" y="2014"/>
                        <a:pt x="1292" y="1951"/>
                      </a:cubicBezTo>
                      <a:lnTo>
                        <a:pt x="2678" y="564"/>
                      </a:lnTo>
                      <a:cubicBezTo>
                        <a:pt x="2804" y="438"/>
                        <a:pt x="2804" y="186"/>
                        <a:pt x="2678" y="92"/>
                      </a:cubicBezTo>
                      <a:cubicBezTo>
                        <a:pt x="2634" y="32"/>
                        <a:pt x="2554" y="1"/>
                        <a:pt x="246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18" name="Google Shape;9175;p73">
                  <a:extLst>
                    <a:ext uri="{FF2B5EF4-FFF2-40B4-BE49-F238E27FC236}">
                      <a16:creationId xmlns:a16="http://schemas.microsoft.com/office/drawing/2014/main" id="{58D810BE-4F5C-28AB-E4B9-536B0F92AF8D}"/>
                    </a:ext>
                  </a:extLst>
                </p:cNvPr>
                <p:cNvSpPr/>
                <p:nvPr/>
              </p:nvSpPr>
              <p:spPr>
                <a:xfrm>
                  <a:off x="1101350" y="2388550"/>
                  <a:ext cx="70125" cy="5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2045" extrusionOk="0">
                      <a:moveTo>
                        <a:pt x="2469" y="1"/>
                      </a:moveTo>
                      <a:cubicBezTo>
                        <a:pt x="2374" y="1"/>
                        <a:pt x="2272" y="40"/>
                        <a:pt x="2206" y="123"/>
                      </a:cubicBezTo>
                      <a:lnTo>
                        <a:pt x="1072" y="1257"/>
                      </a:lnTo>
                      <a:lnTo>
                        <a:pt x="599" y="785"/>
                      </a:lnTo>
                      <a:cubicBezTo>
                        <a:pt x="536" y="722"/>
                        <a:pt x="449" y="690"/>
                        <a:pt x="363" y="690"/>
                      </a:cubicBezTo>
                      <a:cubicBezTo>
                        <a:pt x="276" y="690"/>
                        <a:pt x="189" y="722"/>
                        <a:pt x="126" y="785"/>
                      </a:cubicBezTo>
                      <a:cubicBezTo>
                        <a:pt x="0" y="911"/>
                        <a:pt x="0" y="1131"/>
                        <a:pt x="126" y="1257"/>
                      </a:cubicBezTo>
                      <a:lnTo>
                        <a:pt x="820" y="1982"/>
                      </a:lnTo>
                      <a:cubicBezTo>
                        <a:pt x="914" y="2045"/>
                        <a:pt x="977" y="2045"/>
                        <a:pt x="1072" y="2045"/>
                      </a:cubicBezTo>
                      <a:cubicBezTo>
                        <a:pt x="1135" y="2045"/>
                        <a:pt x="1261" y="2013"/>
                        <a:pt x="1292" y="1919"/>
                      </a:cubicBezTo>
                      <a:lnTo>
                        <a:pt x="2678" y="532"/>
                      </a:lnTo>
                      <a:cubicBezTo>
                        <a:pt x="2804" y="438"/>
                        <a:pt x="2804" y="186"/>
                        <a:pt x="2678" y="91"/>
                      </a:cubicBezTo>
                      <a:cubicBezTo>
                        <a:pt x="2634" y="32"/>
                        <a:pt x="2554" y="1"/>
                        <a:pt x="246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19" name="Google Shape;9176;p73">
                  <a:extLst>
                    <a:ext uri="{FF2B5EF4-FFF2-40B4-BE49-F238E27FC236}">
                      <a16:creationId xmlns:a16="http://schemas.microsoft.com/office/drawing/2014/main" id="{3E84E2D0-0638-5A88-98BE-CC51082D20C2}"/>
                    </a:ext>
                  </a:extLst>
                </p:cNvPr>
                <p:cNvSpPr/>
                <p:nvPr/>
              </p:nvSpPr>
              <p:spPr>
                <a:xfrm>
                  <a:off x="1049375" y="2318350"/>
                  <a:ext cx="298525" cy="29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1" h="11816" extrusionOk="0">
                      <a:moveTo>
                        <a:pt x="6963" y="1198"/>
                      </a:moveTo>
                      <a:lnTo>
                        <a:pt x="7876" y="2143"/>
                      </a:lnTo>
                      <a:lnTo>
                        <a:pt x="6963" y="2143"/>
                      </a:lnTo>
                      <a:lnTo>
                        <a:pt x="6963" y="1198"/>
                      </a:lnTo>
                      <a:close/>
                      <a:moveTo>
                        <a:pt x="10286" y="3498"/>
                      </a:moveTo>
                      <a:cubicBezTo>
                        <a:pt x="10373" y="3498"/>
                        <a:pt x="10460" y="3530"/>
                        <a:pt x="10523" y="3593"/>
                      </a:cubicBezTo>
                      <a:lnTo>
                        <a:pt x="10995" y="4065"/>
                      </a:lnTo>
                      <a:cubicBezTo>
                        <a:pt x="11184" y="4223"/>
                        <a:pt x="11184" y="4475"/>
                        <a:pt x="11027" y="4569"/>
                      </a:cubicBezTo>
                      <a:lnTo>
                        <a:pt x="10806" y="4821"/>
                      </a:lnTo>
                      <a:lnTo>
                        <a:pt x="9798" y="3845"/>
                      </a:lnTo>
                      <a:lnTo>
                        <a:pt x="10050" y="3593"/>
                      </a:lnTo>
                      <a:cubicBezTo>
                        <a:pt x="10113" y="3530"/>
                        <a:pt x="10200" y="3498"/>
                        <a:pt x="10286" y="3498"/>
                      </a:cubicBezTo>
                      <a:close/>
                      <a:moveTo>
                        <a:pt x="9294" y="4349"/>
                      </a:moveTo>
                      <a:lnTo>
                        <a:pt x="10271" y="5325"/>
                      </a:lnTo>
                      <a:lnTo>
                        <a:pt x="7845" y="7783"/>
                      </a:lnTo>
                      <a:lnTo>
                        <a:pt x="6868" y="6774"/>
                      </a:lnTo>
                      <a:lnTo>
                        <a:pt x="9294" y="4349"/>
                      </a:lnTo>
                      <a:close/>
                      <a:moveTo>
                        <a:pt x="6585" y="7499"/>
                      </a:moveTo>
                      <a:lnTo>
                        <a:pt x="7183" y="8098"/>
                      </a:lnTo>
                      <a:lnTo>
                        <a:pt x="6427" y="8255"/>
                      </a:lnTo>
                      <a:lnTo>
                        <a:pt x="6585" y="7499"/>
                      </a:lnTo>
                      <a:close/>
                      <a:moveTo>
                        <a:pt x="6994" y="10398"/>
                      </a:moveTo>
                      <a:lnTo>
                        <a:pt x="6994" y="10776"/>
                      </a:lnTo>
                      <a:cubicBezTo>
                        <a:pt x="6994" y="10870"/>
                        <a:pt x="7057" y="10996"/>
                        <a:pt x="7089" y="11122"/>
                      </a:cubicBezTo>
                      <a:lnTo>
                        <a:pt x="1071" y="11122"/>
                      </a:lnTo>
                      <a:cubicBezTo>
                        <a:pt x="882" y="11122"/>
                        <a:pt x="693" y="10965"/>
                        <a:pt x="693" y="10776"/>
                      </a:cubicBezTo>
                      <a:lnTo>
                        <a:pt x="693" y="10398"/>
                      </a:lnTo>
                      <a:close/>
                      <a:moveTo>
                        <a:pt x="6270" y="663"/>
                      </a:moveTo>
                      <a:lnTo>
                        <a:pt x="6270" y="2458"/>
                      </a:lnTo>
                      <a:cubicBezTo>
                        <a:pt x="6270" y="2647"/>
                        <a:pt x="6427" y="2805"/>
                        <a:pt x="6616" y="2805"/>
                      </a:cubicBezTo>
                      <a:lnTo>
                        <a:pt x="8349" y="2805"/>
                      </a:lnTo>
                      <a:lnTo>
                        <a:pt x="8349" y="4286"/>
                      </a:lnTo>
                      <a:lnTo>
                        <a:pt x="6112" y="6554"/>
                      </a:lnTo>
                      <a:cubicBezTo>
                        <a:pt x="6081" y="6585"/>
                        <a:pt x="6018" y="6680"/>
                        <a:pt x="6018" y="6711"/>
                      </a:cubicBezTo>
                      <a:lnTo>
                        <a:pt x="5608" y="8633"/>
                      </a:lnTo>
                      <a:cubicBezTo>
                        <a:pt x="5545" y="8759"/>
                        <a:pt x="5608" y="8885"/>
                        <a:pt x="5671" y="8948"/>
                      </a:cubicBezTo>
                      <a:cubicBezTo>
                        <a:pt x="5742" y="9019"/>
                        <a:pt x="5813" y="9055"/>
                        <a:pt x="5897" y="9055"/>
                      </a:cubicBezTo>
                      <a:cubicBezTo>
                        <a:pt x="5925" y="9055"/>
                        <a:pt x="5955" y="9051"/>
                        <a:pt x="5986" y="9043"/>
                      </a:cubicBezTo>
                      <a:lnTo>
                        <a:pt x="7908" y="8602"/>
                      </a:lnTo>
                      <a:cubicBezTo>
                        <a:pt x="8002" y="8602"/>
                        <a:pt x="8034" y="8570"/>
                        <a:pt x="8065" y="8507"/>
                      </a:cubicBezTo>
                      <a:lnTo>
                        <a:pt x="8349" y="8255"/>
                      </a:lnTo>
                      <a:lnTo>
                        <a:pt x="8349" y="10807"/>
                      </a:lnTo>
                      <a:lnTo>
                        <a:pt x="8380" y="10807"/>
                      </a:lnTo>
                      <a:cubicBezTo>
                        <a:pt x="8380" y="10996"/>
                        <a:pt x="8223" y="11154"/>
                        <a:pt x="8034" y="11154"/>
                      </a:cubicBezTo>
                      <a:cubicBezTo>
                        <a:pt x="7845" y="11154"/>
                        <a:pt x="7687" y="10996"/>
                        <a:pt x="7687" y="10807"/>
                      </a:cubicBezTo>
                      <a:lnTo>
                        <a:pt x="7687" y="10083"/>
                      </a:lnTo>
                      <a:cubicBezTo>
                        <a:pt x="7687" y="9893"/>
                        <a:pt x="7530" y="9736"/>
                        <a:pt x="7309" y="9736"/>
                      </a:cubicBezTo>
                      <a:lnTo>
                        <a:pt x="1386" y="9736"/>
                      </a:lnTo>
                      <a:lnTo>
                        <a:pt x="1386" y="663"/>
                      </a:lnTo>
                      <a:close/>
                      <a:moveTo>
                        <a:pt x="1071" y="1"/>
                      </a:moveTo>
                      <a:cubicBezTo>
                        <a:pt x="882" y="1"/>
                        <a:pt x="693" y="158"/>
                        <a:pt x="693" y="379"/>
                      </a:cubicBezTo>
                      <a:lnTo>
                        <a:pt x="693" y="9736"/>
                      </a:lnTo>
                      <a:lnTo>
                        <a:pt x="347" y="9736"/>
                      </a:lnTo>
                      <a:cubicBezTo>
                        <a:pt x="158" y="9736"/>
                        <a:pt x="0" y="9893"/>
                        <a:pt x="0" y="10083"/>
                      </a:cubicBezTo>
                      <a:lnTo>
                        <a:pt x="0" y="10807"/>
                      </a:lnTo>
                      <a:cubicBezTo>
                        <a:pt x="0" y="11406"/>
                        <a:pt x="473" y="11815"/>
                        <a:pt x="1008" y="11815"/>
                      </a:cubicBezTo>
                      <a:lnTo>
                        <a:pt x="8002" y="11815"/>
                      </a:lnTo>
                      <a:cubicBezTo>
                        <a:pt x="8569" y="11815"/>
                        <a:pt x="9011" y="11343"/>
                        <a:pt x="9011" y="10807"/>
                      </a:cubicBezTo>
                      <a:lnTo>
                        <a:pt x="9011" y="7562"/>
                      </a:lnTo>
                      <a:lnTo>
                        <a:pt x="11499" y="5105"/>
                      </a:lnTo>
                      <a:cubicBezTo>
                        <a:pt x="11940" y="4664"/>
                        <a:pt x="11940" y="4034"/>
                        <a:pt x="11531" y="3593"/>
                      </a:cubicBezTo>
                      <a:lnTo>
                        <a:pt x="11058" y="3120"/>
                      </a:lnTo>
                      <a:cubicBezTo>
                        <a:pt x="10869" y="2931"/>
                        <a:pt x="10609" y="2836"/>
                        <a:pt x="10346" y="2836"/>
                      </a:cubicBezTo>
                      <a:cubicBezTo>
                        <a:pt x="10082" y="2836"/>
                        <a:pt x="9814" y="2931"/>
                        <a:pt x="9609" y="3120"/>
                      </a:cubicBezTo>
                      <a:lnTo>
                        <a:pt x="9105" y="3624"/>
                      </a:lnTo>
                      <a:lnTo>
                        <a:pt x="9105" y="2490"/>
                      </a:lnTo>
                      <a:cubicBezTo>
                        <a:pt x="9105" y="2427"/>
                        <a:pt x="9074" y="2332"/>
                        <a:pt x="8979" y="2269"/>
                      </a:cubicBezTo>
                      <a:lnTo>
                        <a:pt x="6900" y="127"/>
                      </a:lnTo>
                      <a:cubicBezTo>
                        <a:pt x="6805" y="64"/>
                        <a:pt x="6742" y="1"/>
                        <a:pt x="66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81" name="Google Shape;9177;p73">
                <a:extLst>
                  <a:ext uri="{FF2B5EF4-FFF2-40B4-BE49-F238E27FC236}">
                    <a16:creationId xmlns:a16="http://schemas.microsoft.com/office/drawing/2014/main" id="{9C392A5D-EDE3-F460-F38B-C2E0AC6A9B3F}"/>
                  </a:ext>
                </a:extLst>
              </p:cNvPr>
              <p:cNvGrpSpPr/>
              <p:nvPr/>
            </p:nvGrpSpPr>
            <p:grpSpPr>
              <a:xfrm>
                <a:off x="1401090" y="2923331"/>
                <a:ext cx="503233" cy="503233"/>
                <a:chOff x="1049375" y="2680675"/>
                <a:chExt cx="297725" cy="297725"/>
              </a:xfrm>
              <a:grpFill/>
            </p:grpSpPr>
            <p:sp>
              <p:nvSpPr>
                <p:cNvPr id="17814" name="Google Shape;9178;p73">
                  <a:extLst>
                    <a:ext uri="{FF2B5EF4-FFF2-40B4-BE49-F238E27FC236}">
                      <a16:creationId xmlns:a16="http://schemas.microsoft.com/office/drawing/2014/main" id="{22B28EC9-05C7-90F7-A476-E7AA62E66B4D}"/>
                    </a:ext>
                  </a:extLst>
                </p:cNvPr>
                <p:cNvSpPr/>
                <p:nvPr/>
              </p:nvSpPr>
              <p:spPr>
                <a:xfrm>
                  <a:off x="1113175" y="2752350"/>
                  <a:ext cx="161475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9" h="6239" extrusionOk="0">
                      <a:moveTo>
                        <a:pt x="3403" y="2079"/>
                      </a:moveTo>
                      <a:cubicBezTo>
                        <a:pt x="3781" y="2079"/>
                        <a:pt x="4096" y="2394"/>
                        <a:pt x="4096" y="2773"/>
                      </a:cubicBezTo>
                      <a:cubicBezTo>
                        <a:pt x="4096" y="3182"/>
                        <a:pt x="3781" y="3497"/>
                        <a:pt x="3403" y="3497"/>
                      </a:cubicBezTo>
                      <a:cubicBezTo>
                        <a:pt x="2993" y="3434"/>
                        <a:pt x="2678" y="3119"/>
                        <a:pt x="2678" y="2773"/>
                      </a:cubicBezTo>
                      <a:cubicBezTo>
                        <a:pt x="2678" y="2394"/>
                        <a:pt x="2993" y="2079"/>
                        <a:pt x="3403" y="2079"/>
                      </a:cubicBezTo>
                      <a:close/>
                      <a:moveTo>
                        <a:pt x="3371" y="693"/>
                      </a:moveTo>
                      <a:cubicBezTo>
                        <a:pt x="4694" y="693"/>
                        <a:pt x="5765" y="1796"/>
                        <a:pt x="5765" y="3119"/>
                      </a:cubicBezTo>
                      <a:cubicBezTo>
                        <a:pt x="5765" y="3686"/>
                        <a:pt x="5545" y="4222"/>
                        <a:pt x="5198" y="4663"/>
                      </a:cubicBezTo>
                      <a:cubicBezTo>
                        <a:pt x="5072" y="4442"/>
                        <a:pt x="4915" y="4190"/>
                        <a:pt x="4694" y="4001"/>
                      </a:cubicBezTo>
                      <a:cubicBezTo>
                        <a:pt x="4568" y="3907"/>
                        <a:pt x="4442" y="3812"/>
                        <a:pt x="4348" y="3749"/>
                      </a:cubicBezTo>
                      <a:cubicBezTo>
                        <a:pt x="4568" y="3529"/>
                        <a:pt x="4726" y="3182"/>
                        <a:pt x="4726" y="2804"/>
                      </a:cubicBezTo>
                      <a:cubicBezTo>
                        <a:pt x="4726" y="2079"/>
                        <a:pt x="4096" y="1449"/>
                        <a:pt x="3340" y="1449"/>
                      </a:cubicBezTo>
                      <a:cubicBezTo>
                        <a:pt x="2615" y="1449"/>
                        <a:pt x="1985" y="2079"/>
                        <a:pt x="1985" y="2804"/>
                      </a:cubicBezTo>
                      <a:cubicBezTo>
                        <a:pt x="1985" y="3182"/>
                        <a:pt x="2142" y="3529"/>
                        <a:pt x="2363" y="3749"/>
                      </a:cubicBezTo>
                      <a:lnTo>
                        <a:pt x="2016" y="4001"/>
                      </a:lnTo>
                      <a:cubicBezTo>
                        <a:pt x="1827" y="4190"/>
                        <a:pt x="1607" y="4442"/>
                        <a:pt x="1512" y="4663"/>
                      </a:cubicBezTo>
                      <a:cubicBezTo>
                        <a:pt x="1040" y="4064"/>
                        <a:pt x="882" y="3434"/>
                        <a:pt x="945" y="2773"/>
                      </a:cubicBezTo>
                      <a:cubicBezTo>
                        <a:pt x="1103" y="1670"/>
                        <a:pt x="2111" y="693"/>
                        <a:pt x="3371" y="693"/>
                      </a:cubicBezTo>
                      <a:close/>
                      <a:moveTo>
                        <a:pt x="3371" y="4159"/>
                      </a:moveTo>
                      <a:cubicBezTo>
                        <a:pt x="4001" y="4159"/>
                        <a:pt x="4505" y="4600"/>
                        <a:pt x="4694" y="5135"/>
                      </a:cubicBezTo>
                      <a:cubicBezTo>
                        <a:pt x="4316" y="5387"/>
                        <a:pt x="3875" y="5545"/>
                        <a:pt x="3371" y="5545"/>
                      </a:cubicBezTo>
                      <a:cubicBezTo>
                        <a:pt x="2898" y="5545"/>
                        <a:pt x="2426" y="5387"/>
                        <a:pt x="2016" y="5135"/>
                      </a:cubicBezTo>
                      <a:cubicBezTo>
                        <a:pt x="2174" y="4537"/>
                        <a:pt x="2741" y="4159"/>
                        <a:pt x="3371" y="4159"/>
                      </a:cubicBezTo>
                      <a:close/>
                      <a:moveTo>
                        <a:pt x="3308" y="0"/>
                      </a:moveTo>
                      <a:cubicBezTo>
                        <a:pt x="1701" y="0"/>
                        <a:pt x="441" y="1229"/>
                        <a:pt x="252" y="2710"/>
                      </a:cubicBezTo>
                      <a:cubicBezTo>
                        <a:pt x="0" y="4600"/>
                        <a:pt x="1512" y="6238"/>
                        <a:pt x="3371" y="6238"/>
                      </a:cubicBezTo>
                      <a:cubicBezTo>
                        <a:pt x="5104" y="6238"/>
                        <a:pt x="6459" y="4820"/>
                        <a:pt x="6459" y="3119"/>
                      </a:cubicBezTo>
                      <a:cubicBezTo>
                        <a:pt x="6459" y="1386"/>
                        <a:pt x="5041" y="0"/>
                        <a:pt x="33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15" name="Google Shape;9179;p73">
                  <a:extLst>
                    <a:ext uri="{FF2B5EF4-FFF2-40B4-BE49-F238E27FC236}">
                      <a16:creationId xmlns:a16="http://schemas.microsoft.com/office/drawing/2014/main" id="{B50A64B9-8F4B-3A90-7B66-9878D6902722}"/>
                    </a:ext>
                  </a:extLst>
                </p:cNvPr>
                <p:cNvSpPr/>
                <p:nvPr/>
              </p:nvSpPr>
              <p:spPr>
                <a:xfrm>
                  <a:off x="1049375" y="2680675"/>
                  <a:ext cx="297725" cy="29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9" h="11909" extrusionOk="0">
                      <a:moveTo>
                        <a:pt x="6270" y="1512"/>
                      </a:moveTo>
                      <a:cubicBezTo>
                        <a:pt x="8475" y="1670"/>
                        <a:pt x="10239" y="3434"/>
                        <a:pt x="10397" y="5640"/>
                      </a:cubicBezTo>
                      <a:lnTo>
                        <a:pt x="10082" y="5640"/>
                      </a:lnTo>
                      <a:cubicBezTo>
                        <a:pt x="9893" y="5640"/>
                        <a:pt x="9735" y="5797"/>
                        <a:pt x="9735" y="5986"/>
                      </a:cubicBezTo>
                      <a:cubicBezTo>
                        <a:pt x="9735" y="6207"/>
                        <a:pt x="9893" y="6364"/>
                        <a:pt x="10082" y="6364"/>
                      </a:cubicBezTo>
                      <a:lnTo>
                        <a:pt x="10397" y="6364"/>
                      </a:lnTo>
                      <a:cubicBezTo>
                        <a:pt x="10239" y="8569"/>
                        <a:pt x="8475" y="10334"/>
                        <a:pt x="6270" y="10491"/>
                      </a:cubicBezTo>
                      <a:lnTo>
                        <a:pt x="6270" y="10176"/>
                      </a:lnTo>
                      <a:cubicBezTo>
                        <a:pt x="6270" y="9987"/>
                        <a:pt x="6112" y="9830"/>
                        <a:pt x="5923" y="9830"/>
                      </a:cubicBezTo>
                      <a:cubicBezTo>
                        <a:pt x="5703" y="9830"/>
                        <a:pt x="5545" y="9987"/>
                        <a:pt x="5545" y="10176"/>
                      </a:cubicBezTo>
                      <a:lnTo>
                        <a:pt x="5545" y="10491"/>
                      </a:lnTo>
                      <a:cubicBezTo>
                        <a:pt x="3340" y="10334"/>
                        <a:pt x="1575" y="8569"/>
                        <a:pt x="1418" y="6364"/>
                      </a:cubicBezTo>
                      <a:lnTo>
                        <a:pt x="1733" y="6364"/>
                      </a:lnTo>
                      <a:cubicBezTo>
                        <a:pt x="1922" y="6364"/>
                        <a:pt x="2079" y="6207"/>
                        <a:pt x="2079" y="5986"/>
                      </a:cubicBezTo>
                      <a:cubicBezTo>
                        <a:pt x="2142" y="5797"/>
                        <a:pt x="1985" y="5640"/>
                        <a:pt x="1764" y="5640"/>
                      </a:cubicBezTo>
                      <a:lnTo>
                        <a:pt x="1418" y="5640"/>
                      </a:lnTo>
                      <a:cubicBezTo>
                        <a:pt x="1575" y="3434"/>
                        <a:pt x="3340" y="1670"/>
                        <a:pt x="5545" y="1512"/>
                      </a:cubicBezTo>
                      <a:lnTo>
                        <a:pt x="5545" y="1827"/>
                      </a:lnTo>
                      <a:cubicBezTo>
                        <a:pt x="5545" y="2016"/>
                        <a:pt x="5703" y="2174"/>
                        <a:pt x="5923" y="2174"/>
                      </a:cubicBezTo>
                      <a:cubicBezTo>
                        <a:pt x="6112" y="2174"/>
                        <a:pt x="6270" y="2016"/>
                        <a:pt x="6270" y="1827"/>
                      </a:cubicBezTo>
                      <a:lnTo>
                        <a:pt x="6270" y="1512"/>
                      </a:lnTo>
                      <a:close/>
                      <a:moveTo>
                        <a:pt x="5955" y="0"/>
                      </a:moveTo>
                      <a:cubicBezTo>
                        <a:pt x="5766" y="0"/>
                        <a:pt x="5608" y="158"/>
                        <a:pt x="5608" y="347"/>
                      </a:cubicBezTo>
                      <a:lnTo>
                        <a:pt x="5608" y="756"/>
                      </a:lnTo>
                      <a:cubicBezTo>
                        <a:pt x="2993" y="914"/>
                        <a:pt x="914" y="2993"/>
                        <a:pt x="756" y="5608"/>
                      </a:cubicBezTo>
                      <a:lnTo>
                        <a:pt x="347" y="5608"/>
                      </a:lnTo>
                      <a:cubicBezTo>
                        <a:pt x="158" y="5608"/>
                        <a:pt x="0" y="5766"/>
                        <a:pt x="0" y="5955"/>
                      </a:cubicBezTo>
                      <a:cubicBezTo>
                        <a:pt x="0" y="6144"/>
                        <a:pt x="158" y="6301"/>
                        <a:pt x="347" y="6301"/>
                      </a:cubicBezTo>
                      <a:lnTo>
                        <a:pt x="756" y="6301"/>
                      </a:lnTo>
                      <a:cubicBezTo>
                        <a:pt x="914" y="8916"/>
                        <a:pt x="2993" y="10995"/>
                        <a:pt x="5608" y="11153"/>
                      </a:cubicBezTo>
                      <a:lnTo>
                        <a:pt x="5608" y="11562"/>
                      </a:lnTo>
                      <a:cubicBezTo>
                        <a:pt x="5608" y="11751"/>
                        <a:pt x="5766" y="11909"/>
                        <a:pt x="5955" y="11909"/>
                      </a:cubicBezTo>
                      <a:cubicBezTo>
                        <a:pt x="6144" y="11909"/>
                        <a:pt x="6301" y="11751"/>
                        <a:pt x="6301" y="11562"/>
                      </a:cubicBezTo>
                      <a:lnTo>
                        <a:pt x="6301" y="11153"/>
                      </a:lnTo>
                      <a:cubicBezTo>
                        <a:pt x="8916" y="10995"/>
                        <a:pt x="10995" y="8916"/>
                        <a:pt x="11153" y="6301"/>
                      </a:cubicBezTo>
                      <a:lnTo>
                        <a:pt x="11531" y="6301"/>
                      </a:lnTo>
                      <a:cubicBezTo>
                        <a:pt x="11751" y="6301"/>
                        <a:pt x="11909" y="6144"/>
                        <a:pt x="11909" y="5955"/>
                      </a:cubicBezTo>
                      <a:cubicBezTo>
                        <a:pt x="11909" y="5766"/>
                        <a:pt x="11751" y="5608"/>
                        <a:pt x="11531" y="5608"/>
                      </a:cubicBezTo>
                      <a:lnTo>
                        <a:pt x="11153" y="5608"/>
                      </a:lnTo>
                      <a:cubicBezTo>
                        <a:pt x="10995" y="2993"/>
                        <a:pt x="8916" y="914"/>
                        <a:pt x="6301" y="756"/>
                      </a:cubicBezTo>
                      <a:lnTo>
                        <a:pt x="6301" y="347"/>
                      </a:lnTo>
                      <a:cubicBezTo>
                        <a:pt x="6301" y="158"/>
                        <a:pt x="6144" y="0"/>
                        <a:pt x="59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82" name="Google Shape;9180;p73">
                <a:extLst>
                  <a:ext uri="{FF2B5EF4-FFF2-40B4-BE49-F238E27FC236}">
                    <a16:creationId xmlns:a16="http://schemas.microsoft.com/office/drawing/2014/main" id="{85825ABF-39E7-2034-3F46-2C6FC8EB5729}"/>
                  </a:ext>
                </a:extLst>
              </p:cNvPr>
              <p:cNvGrpSpPr/>
              <p:nvPr/>
            </p:nvGrpSpPr>
            <p:grpSpPr>
              <a:xfrm>
                <a:off x="4571962" y="1688532"/>
                <a:ext cx="499261" cy="499303"/>
                <a:chOff x="2872725" y="1954475"/>
                <a:chExt cx="295375" cy="295400"/>
              </a:xfrm>
              <a:grpFill/>
            </p:grpSpPr>
            <p:sp>
              <p:nvSpPr>
                <p:cNvPr id="17811" name="Google Shape;9181;p73">
                  <a:extLst>
                    <a:ext uri="{FF2B5EF4-FFF2-40B4-BE49-F238E27FC236}">
                      <a16:creationId xmlns:a16="http://schemas.microsoft.com/office/drawing/2014/main" id="{A6D438DA-2628-C80C-D206-3B12A4B68E5C}"/>
                    </a:ext>
                  </a:extLst>
                </p:cNvPr>
                <p:cNvSpPr/>
                <p:nvPr/>
              </p:nvSpPr>
              <p:spPr>
                <a:xfrm>
                  <a:off x="2959350" y="1954475"/>
                  <a:ext cx="122100" cy="13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5578" extrusionOk="0">
                      <a:moveTo>
                        <a:pt x="2395" y="694"/>
                      </a:moveTo>
                      <a:cubicBezTo>
                        <a:pt x="2805" y="694"/>
                        <a:pt x="3120" y="1009"/>
                        <a:pt x="3120" y="1418"/>
                      </a:cubicBezTo>
                      <a:cubicBezTo>
                        <a:pt x="3120" y="1797"/>
                        <a:pt x="2805" y="2112"/>
                        <a:pt x="2395" y="2112"/>
                      </a:cubicBezTo>
                      <a:cubicBezTo>
                        <a:pt x="2017" y="2112"/>
                        <a:pt x="1702" y="1797"/>
                        <a:pt x="1702" y="1418"/>
                      </a:cubicBezTo>
                      <a:cubicBezTo>
                        <a:pt x="1733" y="1009"/>
                        <a:pt x="2048" y="694"/>
                        <a:pt x="2395" y="694"/>
                      </a:cubicBezTo>
                      <a:close/>
                      <a:moveTo>
                        <a:pt x="2395" y="2742"/>
                      </a:moveTo>
                      <a:cubicBezTo>
                        <a:pt x="3340" y="2742"/>
                        <a:pt x="4128" y="3529"/>
                        <a:pt x="4128" y="4537"/>
                      </a:cubicBezTo>
                      <a:lnTo>
                        <a:pt x="4128" y="4884"/>
                      </a:lnTo>
                      <a:lnTo>
                        <a:pt x="662" y="4884"/>
                      </a:lnTo>
                      <a:lnTo>
                        <a:pt x="662" y="4537"/>
                      </a:lnTo>
                      <a:cubicBezTo>
                        <a:pt x="662" y="3529"/>
                        <a:pt x="1450" y="2742"/>
                        <a:pt x="2395" y="2742"/>
                      </a:cubicBezTo>
                      <a:close/>
                      <a:moveTo>
                        <a:pt x="2490" y="1"/>
                      </a:moveTo>
                      <a:cubicBezTo>
                        <a:pt x="1733" y="1"/>
                        <a:pt x="1103" y="631"/>
                        <a:pt x="1103" y="1387"/>
                      </a:cubicBezTo>
                      <a:cubicBezTo>
                        <a:pt x="1103" y="1734"/>
                        <a:pt x="1229" y="2049"/>
                        <a:pt x="1450" y="2332"/>
                      </a:cubicBezTo>
                      <a:cubicBezTo>
                        <a:pt x="568" y="2710"/>
                        <a:pt x="1" y="3529"/>
                        <a:pt x="1" y="4537"/>
                      </a:cubicBezTo>
                      <a:lnTo>
                        <a:pt x="1" y="5231"/>
                      </a:lnTo>
                      <a:cubicBezTo>
                        <a:pt x="1" y="5420"/>
                        <a:pt x="158" y="5577"/>
                        <a:pt x="347" y="5577"/>
                      </a:cubicBezTo>
                      <a:lnTo>
                        <a:pt x="4537" y="5577"/>
                      </a:lnTo>
                      <a:cubicBezTo>
                        <a:pt x="4726" y="5577"/>
                        <a:pt x="4884" y="5420"/>
                        <a:pt x="4884" y="5231"/>
                      </a:cubicBezTo>
                      <a:lnTo>
                        <a:pt x="4884" y="4537"/>
                      </a:lnTo>
                      <a:cubicBezTo>
                        <a:pt x="4884" y="3529"/>
                        <a:pt x="4317" y="2710"/>
                        <a:pt x="3498" y="2332"/>
                      </a:cubicBezTo>
                      <a:cubicBezTo>
                        <a:pt x="3750" y="2080"/>
                        <a:pt x="3844" y="1765"/>
                        <a:pt x="3844" y="1387"/>
                      </a:cubicBezTo>
                      <a:cubicBezTo>
                        <a:pt x="3844" y="631"/>
                        <a:pt x="3214" y="1"/>
                        <a:pt x="249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12" name="Google Shape;9182;p73">
                  <a:extLst>
                    <a:ext uri="{FF2B5EF4-FFF2-40B4-BE49-F238E27FC236}">
                      <a16:creationId xmlns:a16="http://schemas.microsoft.com/office/drawing/2014/main" id="{FE446367-D440-7C9D-8075-2ECD5390FA34}"/>
                    </a:ext>
                  </a:extLst>
                </p:cNvPr>
                <p:cNvSpPr/>
                <p:nvPr/>
              </p:nvSpPr>
              <p:spPr>
                <a:xfrm>
                  <a:off x="2906575" y="2146650"/>
                  <a:ext cx="191425" cy="6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7" h="2774" extrusionOk="0">
                      <a:moveTo>
                        <a:pt x="1419" y="694"/>
                      </a:moveTo>
                      <a:lnTo>
                        <a:pt x="1419" y="2080"/>
                      </a:lnTo>
                      <a:lnTo>
                        <a:pt x="694" y="2080"/>
                      </a:lnTo>
                      <a:lnTo>
                        <a:pt x="694" y="694"/>
                      </a:lnTo>
                      <a:close/>
                      <a:moveTo>
                        <a:pt x="2773" y="694"/>
                      </a:moveTo>
                      <a:lnTo>
                        <a:pt x="2773" y="2080"/>
                      </a:lnTo>
                      <a:lnTo>
                        <a:pt x="2080" y="2080"/>
                      </a:lnTo>
                      <a:lnTo>
                        <a:pt x="2080" y="694"/>
                      </a:lnTo>
                      <a:close/>
                      <a:moveTo>
                        <a:pt x="4159" y="694"/>
                      </a:moveTo>
                      <a:lnTo>
                        <a:pt x="4159" y="2080"/>
                      </a:lnTo>
                      <a:lnTo>
                        <a:pt x="3466" y="2080"/>
                      </a:lnTo>
                      <a:lnTo>
                        <a:pt x="3466" y="694"/>
                      </a:lnTo>
                      <a:close/>
                      <a:moveTo>
                        <a:pt x="6995" y="694"/>
                      </a:moveTo>
                      <a:lnTo>
                        <a:pt x="6995" y="2080"/>
                      </a:lnTo>
                      <a:lnTo>
                        <a:pt x="4884" y="2080"/>
                      </a:lnTo>
                      <a:lnTo>
                        <a:pt x="4884" y="694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2427"/>
                      </a:lnTo>
                      <a:cubicBezTo>
                        <a:pt x="1" y="2616"/>
                        <a:pt x="158" y="2773"/>
                        <a:pt x="347" y="2773"/>
                      </a:cubicBezTo>
                      <a:lnTo>
                        <a:pt x="7310" y="2773"/>
                      </a:lnTo>
                      <a:cubicBezTo>
                        <a:pt x="7499" y="2773"/>
                        <a:pt x="7657" y="2616"/>
                        <a:pt x="7657" y="2427"/>
                      </a:cubicBezTo>
                      <a:lnTo>
                        <a:pt x="7657" y="347"/>
                      </a:lnTo>
                      <a:cubicBezTo>
                        <a:pt x="7657" y="127"/>
                        <a:pt x="7499" y="1"/>
                        <a:pt x="731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13" name="Google Shape;9183;p73">
                  <a:extLst>
                    <a:ext uri="{FF2B5EF4-FFF2-40B4-BE49-F238E27FC236}">
                      <a16:creationId xmlns:a16="http://schemas.microsoft.com/office/drawing/2014/main" id="{69A071B6-F865-959F-5756-9AAB03734A7D}"/>
                    </a:ext>
                  </a:extLst>
                </p:cNvPr>
                <p:cNvSpPr/>
                <p:nvPr/>
              </p:nvSpPr>
              <p:spPr>
                <a:xfrm>
                  <a:off x="2872725" y="2112000"/>
                  <a:ext cx="295375" cy="137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5515" extrusionOk="0">
                      <a:moveTo>
                        <a:pt x="11121" y="2080"/>
                      </a:moveTo>
                      <a:lnTo>
                        <a:pt x="11121" y="3466"/>
                      </a:lnTo>
                      <a:lnTo>
                        <a:pt x="10397" y="3466"/>
                      </a:lnTo>
                      <a:lnTo>
                        <a:pt x="10397" y="2080"/>
                      </a:lnTo>
                      <a:close/>
                      <a:moveTo>
                        <a:pt x="9389" y="662"/>
                      </a:moveTo>
                      <a:cubicBezTo>
                        <a:pt x="9578" y="662"/>
                        <a:pt x="9735" y="820"/>
                        <a:pt x="9735" y="1009"/>
                      </a:cubicBezTo>
                      <a:lnTo>
                        <a:pt x="9735" y="4474"/>
                      </a:lnTo>
                      <a:cubicBezTo>
                        <a:pt x="9735" y="4663"/>
                        <a:pt x="9578" y="4852"/>
                        <a:pt x="9389" y="4852"/>
                      </a:cubicBezTo>
                      <a:lnTo>
                        <a:pt x="1040" y="4852"/>
                      </a:lnTo>
                      <a:cubicBezTo>
                        <a:pt x="819" y="4852"/>
                        <a:pt x="662" y="4663"/>
                        <a:pt x="662" y="4474"/>
                      </a:cubicBezTo>
                      <a:lnTo>
                        <a:pt x="662" y="1009"/>
                      </a:lnTo>
                      <a:cubicBezTo>
                        <a:pt x="662" y="820"/>
                        <a:pt x="819" y="662"/>
                        <a:pt x="1040" y="662"/>
                      </a:cubicBezTo>
                      <a:close/>
                      <a:moveTo>
                        <a:pt x="1040" y="1"/>
                      </a:moveTo>
                      <a:cubicBezTo>
                        <a:pt x="441" y="1"/>
                        <a:pt x="0" y="473"/>
                        <a:pt x="0" y="1009"/>
                      </a:cubicBezTo>
                      <a:lnTo>
                        <a:pt x="0" y="4474"/>
                      </a:lnTo>
                      <a:cubicBezTo>
                        <a:pt x="0" y="5073"/>
                        <a:pt x="473" y="5514"/>
                        <a:pt x="1040" y="5514"/>
                      </a:cubicBezTo>
                      <a:lnTo>
                        <a:pt x="9357" y="5514"/>
                      </a:lnTo>
                      <a:cubicBezTo>
                        <a:pt x="9956" y="5514"/>
                        <a:pt x="10397" y="5041"/>
                        <a:pt x="10397" y="4474"/>
                      </a:cubicBezTo>
                      <a:lnTo>
                        <a:pt x="10397" y="4128"/>
                      </a:lnTo>
                      <a:lnTo>
                        <a:pt x="11436" y="4128"/>
                      </a:lnTo>
                      <a:cubicBezTo>
                        <a:pt x="11625" y="4128"/>
                        <a:pt x="11783" y="3970"/>
                        <a:pt x="11783" y="3781"/>
                      </a:cubicBezTo>
                      <a:lnTo>
                        <a:pt x="11783" y="1702"/>
                      </a:lnTo>
                      <a:cubicBezTo>
                        <a:pt x="11814" y="1513"/>
                        <a:pt x="11657" y="1387"/>
                        <a:pt x="11468" y="1387"/>
                      </a:cubicBezTo>
                      <a:lnTo>
                        <a:pt x="10397" y="1387"/>
                      </a:lnTo>
                      <a:lnTo>
                        <a:pt x="10397" y="1009"/>
                      </a:lnTo>
                      <a:cubicBezTo>
                        <a:pt x="10397" y="442"/>
                        <a:pt x="9924" y="1"/>
                        <a:pt x="935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83" name="Google Shape;9184;p73">
                <a:extLst>
                  <a:ext uri="{FF2B5EF4-FFF2-40B4-BE49-F238E27FC236}">
                    <a16:creationId xmlns:a16="http://schemas.microsoft.com/office/drawing/2014/main" id="{C8A50F2D-CF9F-8DB4-9678-E646D6A0D2DE}"/>
                  </a:ext>
                </a:extLst>
              </p:cNvPr>
              <p:cNvGrpSpPr/>
              <p:nvPr/>
            </p:nvGrpSpPr>
            <p:grpSpPr>
              <a:xfrm>
                <a:off x="4602577" y="2280292"/>
                <a:ext cx="438032" cy="501965"/>
                <a:chOff x="2890050" y="2318350"/>
                <a:chExt cx="259150" cy="296975"/>
              </a:xfrm>
              <a:grpFill/>
            </p:grpSpPr>
            <p:sp>
              <p:nvSpPr>
                <p:cNvPr id="17809" name="Google Shape;9185;p73">
                  <a:extLst>
                    <a:ext uri="{FF2B5EF4-FFF2-40B4-BE49-F238E27FC236}">
                      <a16:creationId xmlns:a16="http://schemas.microsoft.com/office/drawing/2014/main" id="{C421F685-F7E0-67EC-8F97-62B8C8D430A1}"/>
                    </a:ext>
                  </a:extLst>
                </p:cNvPr>
                <p:cNvSpPr/>
                <p:nvPr/>
              </p:nvSpPr>
              <p:spPr>
                <a:xfrm>
                  <a:off x="2936525" y="2353025"/>
                  <a:ext cx="160700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28" h="6239" extrusionOk="0">
                      <a:moveTo>
                        <a:pt x="3371" y="2048"/>
                      </a:moveTo>
                      <a:cubicBezTo>
                        <a:pt x="3749" y="2048"/>
                        <a:pt x="4064" y="2363"/>
                        <a:pt x="4064" y="2773"/>
                      </a:cubicBezTo>
                      <a:cubicBezTo>
                        <a:pt x="4064" y="3151"/>
                        <a:pt x="3749" y="3466"/>
                        <a:pt x="3371" y="3466"/>
                      </a:cubicBezTo>
                      <a:cubicBezTo>
                        <a:pt x="2961" y="3466"/>
                        <a:pt x="2646" y="3151"/>
                        <a:pt x="2646" y="2773"/>
                      </a:cubicBezTo>
                      <a:cubicBezTo>
                        <a:pt x="2646" y="2363"/>
                        <a:pt x="2961" y="2048"/>
                        <a:pt x="3371" y="2048"/>
                      </a:cubicBezTo>
                      <a:close/>
                      <a:moveTo>
                        <a:pt x="3308" y="662"/>
                      </a:moveTo>
                      <a:cubicBezTo>
                        <a:pt x="4663" y="662"/>
                        <a:pt x="5734" y="1764"/>
                        <a:pt x="5734" y="3119"/>
                      </a:cubicBezTo>
                      <a:cubicBezTo>
                        <a:pt x="5734" y="3655"/>
                        <a:pt x="5513" y="4159"/>
                        <a:pt x="5167" y="4663"/>
                      </a:cubicBezTo>
                      <a:cubicBezTo>
                        <a:pt x="4978" y="4253"/>
                        <a:pt x="4694" y="3938"/>
                        <a:pt x="4316" y="3686"/>
                      </a:cubicBezTo>
                      <a:cubicBezTo>
                        <a:pt x="4537" y="3466"/>
                        <a:pt x="4694" y="3119"/>
                        <a:pt x="4694" y="2741"/>
                      </a:cubicBezTo>
                      <a:cubicBezTo>
                        <a:pt x="4694" y="2016"/>
                        <a:pt x="4064" y="1386"/>
                        <a:pt x="3308" y="1386"/>
                      </a:cubicBezTo>
                      <a:cubicBezTo>
                        <a:pt x="2583" y="1386"/>
                        <a:pt x="1953" y="2016"/>
                        <a:pt x="1953" y="2741"/>
                      </a:cubicBezTo>
                      <a:cubicBezTo>
                        <a:pt x="1953" y="3119"/>
                        <a:pt x="2111" y="3466"/>
                        <a:pt x="2331" y="3686"/>
                      </a:cubicBezTo>
                      <a:cubicBezTo>
                        <a:pt x="1953" y="3907"/>
                        <a:pt x="1670" y="4253"/>
                        <a:pt x="1481" y="4663"/>
                      </a:cubicBezTo>
                      <a:cubicBezTo>
                        <a:pt x="1008" y="4096"/>
                        <a:pt x="851" y="3434"/>
                        <a:pt x="914" y="2773"/>
                      </a:cubicBezTo>
                      <a:cubicBezTo>
                        <a:pt x="1071" y="1670"/>
                        <a:pt x="2048" y="662"/>
                        <a:pt x="3308" y="662"/>
                      </a:cubicBezTo>
                      <a:close/>
                      <a:moveTo>
                        <a:pt x="3308" y="4190"/>
                      </a:moveTo>
                      <a:cubicBezTo>
                        <a:pt x="3938" y="4190"/>
                        <a:pt x="4442" y="4600"/>
                        <a:pt x="4663" y="5167"/>
                      </a:cubicBezTo>
                      <a:cubicBezTo>
                        <a:pt x="4253" y="5387"/>
                        <a:pt x="3844" y="5545"/>
                        <a:pt x="3308" y="5545"/>
                      </a:cubicBezTo>
                      <a:cubicBezTo>
                        <a:pt x="2835" y="5545"/>
                        <a:pt x="2363" y="5387"/>
                        <a:pt x="1985" y="5167"/>
                      </a:cubicBezTo>
                      <a:cubicBezTo>
                        <a:pt x="2142" y="4568"/>
                        <a:pt x="2678" y="4190"/>
                        <a:pt x="3308" y="4190"/>
                      </a:cubicBezTo>
                      <a:close/>
                      <a:moveTo>
                        <a:pt x="3308" y="0"/>
                      </a:moveTo>
                      <a:cubicBezTo>
                        <a:pt x="1701" y="0"/>
                        <a:pt x="410" y="1229"/>
                        <a:pt x="252" y="2678"/>
                      </a:cubicBezTo>
                      <a:cubicBezTo>
                        <a:pt x="0" y="4600"/>
                        <a:pt x="1481" y="6238"/>
                        <a:pt x="3308" y="6238"/>
                      </a:cubicBezTo>
                      <a:cubicBezTo>
                        <a:pt x="5041" y="6238"/>
                        <a:pt x="6427" y="4820"/>
                        <a:pt x="6427" y="3119"/>
                      </a:cubicBezTo>
                      <a:cubicBezTo>
                        <a:pt x="6427" y="1386"/>
                        <a:pt x="5009" y="0"/>
                        <a:pt x="33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10" name="Google Shape;9186;p73">
                  <a:extLst>
                    <a:ext uri="{FF2B5EF4-FFF2-40B4-BE49-F238E27FC236}">
                      <a16:creationId xmlns:a16="http://schemas.microsoft.com/office/drawing/2014/main" id="{3C1663A0-D951-719B-BE2F-6A83A8E09B7A}"/>
                    </a:ext>
                  </a:extLst>
                </p:cNvPr>
                <p:cNvSpPr/>
                <p:nvPr/>
              </p:nvSpPr>
              <p:spPr>
                <a:xfrm>
                  <a:off x="2890050" y="2318350"/>
                  <a:ext cx="259150" cy="29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66" h="11879" extrusionOk="0">
                      <a:moveTo>
                        <a:pt x="5167" y="694"/>
                      </a:moveTo>
                      <a:cubicBezTo>
                        <a:pt x="7309" y="694"/>
                        <a:pt x="9011" y="2427"/>
                        <a:pt x="9011" y="4506"/>
                      </a:cubicBezTo>
                      <a:cubicBezTo>
                        <a:pt x="9011" y="5640"/>
                        <a:pt x="8475" y="6711"/>
                        <a:pt x="7656" y="7405"/>
                      </a:cubicBezTo>
                      <a:lnTo>
                        <a:pt x="5167" y="9547"/>
                      </a:lnTo>
                      <a:lnTo>
                        <a:pt x="2710" y="7405"/>
                      </a:lnTo>
                      <a:cubicBezTo>
                        <a:pt x="1796" y="6585"/>
                        <a:pt x="1229" y="5420"/>
                        <a:pt x="1386" y="4034"/>
                      </a:cubicBezTo>
                      <a:cubicBezTo>
                        <a:pt x="1575" y="2206"/>
                        <a:pt x="3151" y="694"/>
                        <a:pt x="5167" y="694"/>
                      </a:cubicBezTo>
                      <a:close/>
                      <a:moveTo>
                        <a:pt x="8475" y="8980"/>
                      </a:moveTo>
                      <a:lnTo>
                        <a:pt x="9546" y="11122"/>
                      </a:lnTo>
                      <a:lnTo>
                        <a:pt x="977" y="11122"/>
                      </a:lnTo>
                      <a:lnTo>
                        <a:pt x="2017" y="8980"/>
                      </a:lnTo>
                      <a:lnTo>
                        <a:pt x="3529" y="8980"/>
                      </a:lnTo>
                      <a:lnTo>
                        <a:pt x="4978" y="10240"/>
                      </a:lnTo>
                      <a:cubicBezTo>
                        <a:pt x="5073" y="10272"/>
                        <a:pt x="5136" y="10335"/>
                        <a:pt x="5230" y="10335"/>
                      </a:cubicBezTo>
                      <a:cubicBezTo>
                        <a:pt x="5293" y="10335"/>
                        <a:pt x="5388" y="10272"/>
                        <a:pt x="5451" y="10240"/>
                      </a:cubicBezTo>
                      <a:lnTo>
                        <a:pt x="6900" y="8980"/>
                      </a:lnTo>
                      <a:close/>
                      <a:moveTo>
                        <a:pt x="5107" y="1"/>
                      </a:moveTo>
                      <a:cubicBezTo>
                        <a:pt x="2772" y="1"/>
                        <a:pt x="912" y="1815"/>
                        <a:pt x="662" y="3939"/>
                      </a:cubicBezTo>
                      <a:cubicBezTo>
                        <a:pt x="441" y="5483"/>
                        <a:pt x="1040" y="6932"/>
                        <a:pt x="2174" y="7940"/>
                      </a:cubicBezTo>
                      <a:lnTo>
                        <a:pt x="2615" y="8318"/>
                      </a:lnTo>
                      <a:lnTo>
                        <a:pt x="1638" y="8318"/>
                      </a:lnTo>
                      <a:cubicBezTo>
                        <a:pt x="1575" y="8318"/>
                        <a:pt x="1481" y="8413"/>
                        <a:pt x="1449" y="8507"/>
                      </a:cubicBezTo>
                      <a:lnTo>
                        <a:pt x="63" y="11343"/>
                      </a:lnTo>
                      <a:cubicBezTo>
                        <a:pt x="0" y="11469"/>
                        <a:pt x="0" y="11595"/>
                        <a:pt x="63" y="11721"/>
                      </a:cubicBezTo>
                      <a:cubicBezTo>
                        <a:pt x="126" y="11815"/>
                        <a:pt x="221" y="11878"/>
                        <a:pt x="347" y="11878"/>
                      </a:cubicBezTo>
                      <a:lnTo>
                        <a:pt x="10019" y="11878"/>
                      </a:lnTo>
                      <a:cubicBezTo>
                        <a:pt x="10145" y="11878"/>
                        <a:pt x="10271" y="11784"/>
                        <a:pt x="10302" y="11721"/>
                      </a:cubicBezTo>
                      <a:cubicBezTo>
                        <a:pt x="10365" y="11595"/>
                        <a:pt x="10365" y="11469"/>
                        <a:pt x="10302" y="11343"/>
                      </a:cubicBezTo>
                      <a:lnTo>
                        <a:pt x="8916" y="8507"/>
                      </a:lnTo>
                      <a:cubicBezTo>
                        <a:pt x="8885" y="8413"/>
                        <a:pt x="8727" y="8318"/>
                        <a:pt x="8601" y="8318"/>
                      </a:cubicBezTo>
                      <a:lnTo>
                        <a:pt x="7624" y="8318"/>
                      </a:lnTo>
                      <a:lnTo>
                        <a:pt x="8065" y="7940"/>
                      </a:lnTo>
                      <a:cubicBezTo>
                        <a:pt x="9042" y="7090"/>
                        <a:pt x="9641" y="5829"/>
                        <a:pt x="9641" y="4506"/>
                      </a:cubicBezTo>
                      <a:cubicBezTo>
                        <a:pt x="9641" y="2049"/>
                        <a:pt x="7656" y="1"/>
                        <a:pt x="5167" y="1"/>
                      </a:cubicBezTo>
                      <a:cubicBezTo>
                        <a:pt x="5147" y="1"/>
                        <a:pt x="5127" y="1"/>
                        <a:pt x="510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84" name="Google Shape;9187;p73">
                <a:extLst>
                  <a:ext uri="{FF2B5EF4-FFF2-40B4-BE49-F238E27FC236}">
                    <a16:creationId xmlns:a16="http://schemas.microsoft.com/office/drawing/2014/main" id="{B3F317AC-55C1-DCA2-31E6-87062C0E776E}"/>
                  </a:ext>
                </a:extLst>
              </p:cNvPr>
              <p:cNvSpPr/>
              <p:nvPr/>
            </p:nvSpPr>
            <p:spPr>
              <a:xfrm>
                <a:off x="4659775" y="2923979"/>
                <a:ext cx="323559" cy="501923"/>
              </a:xfrm>
              <a:custGeom>
                <a:avLst/>
                <a:gdLst/>
                <a:ahLst/>
                <a:cxnLst/>
                <a:rect l="l" t="t" r="r" b="b"/>
                <a:pathLst>
                  <a:path w="7657" h="11878" extrusionOk="0">
                    <a:moveTo>
                      <a:pt x="3813" y="1387"/>
                    </a:moveTo>
                    <a:cubicBezTo>
                      <a:pt x="4254" y="1387"/>
                      <a:pt x="4664" y="1670"/>
                      <a:pt x="4821" y="2112"/>
                    </a:cubicBezTo>
                    <a:lnTo>
                      <a:pt x="2836" y="2112"/>
                    </a:lnTo>
                    <a:cubicBezTo>
                      <a:pt x="2994" y="1702"/>
                      <a:pt x="3372" y="1387"/>
                      <a:pt x="3813" y="1387"/>
                    </a:cubicBezTo>
                    <a:close/>
                    <a:moveTo>
                      <a:pt x="4947" y="2805"/>
                    </a:moveTo>
                    <a:cubicBezTo>
                      <a:pt x="5199" y="2805"/>
                      <a:pt x="5357" y="3057"/>
                      <a:pt x="5294" y="3277"/>
                    </a:cubicBezTo>
                    <a:lnTo>
                      <a:pt x="4947" y="4222"/>
                    </a:lnTo>
                    <a:lnTo>
                      <a:pt x="2679" y="4222"/>
                    </a:lnTo>
                    <a:lnTo>
                      <a:pt x="2364" y="3277"/>
                    </a:lnTo>
                    <a:cubicBezTo>
                      <a:pt x="2332" y="3025"/>
                      <a:pt x="2490" y="2805"/>
                      <a:pt x="2710" y="2805"/>
                    </a:cubicBezTo>
                    <a:close/>
                    <a:moveTo>
                      <a:pt x="4916" y="4852"/>
                    </a:moveTo>
                    <a:lnTo>
                      <a:pt x="5514" y="8381"/>
                    </a:lnTo>
                    <a:lnTo>
                      <a:pt x="2175" y="8381"/>
                    </a:lnTo>
                    <a:lnTo>
                      <a:pt x="2773" y="4852"/>
                    </a:lnTo>
                    <a:close/>
                    <a:moveTo>
                      <a:pt x="5955" y="9074"/>
                    </a:moveTo>
                    <a:cubicBezTo>
                      <a:pt x="6144" y="9074"/>
                      <a:pt x="6302" y="9232"/>
                      <a:pt x="6302" y="9421"/>
                    </a:cubicBezTo>
                    <a:lnTo>
                      <a:pt x="6302" y="9799"/>
                    </a:lnTo>
                    <a:lnTo>
                      <a:pt x="1450" y="9799"/>
                    </a:lnTo>
                    <a:lnTo>
                      <a:pt x="1450" y="9421"/>
                    </a:lnTo>
                    <a:cubicBezTo>
                      <a:pt x="1419" y="9232"/>
                      <a:pt x="1576" y="9074"/>
                      <a:pt x="1765" y="9074"/>
                    </a:cubicBezTo>
                    <a:close/>
                    <a:moveTo>
                      <a:pt x="6648" y="10460"/>
                    </a:moveTo>
                    <a:cubicBezTo>
                      <a:pt x="6806" y="10460"/>
                      <a:pt x="6964" y="10618"/>
                      <a:pt x="6964" y="10807"/>
                    </a:cubicBezTo>
                    <a:lnTo>
                      <a:pt x="6964" y="11153"/>
                    </a:lnTo>
                    <a:lnTo>
                      <a:pt x="757" y="11153"/>
                    </a:lnTo>
                    <a:lnTo>
                      <a:pt x="757" y="10807"/>
                    </a:lnTo>
                    <a:cubicBezTo>
                      <a:pt x="757" y="10618"/>
                      <a:pt x="915" y="10460"/>
                      <a:pt x="1104" y="10460"/>
                    </a:cubicBezTo>
                    <a:close/>
                    <a:moveTo>
                      <a:pt x="3782" y="1"/>
                    </a:moveTo>
                    <a:cubicBezTo>
                      <a:pt x="3592" y="1"/>
                      <a:pt x="3435" y="158"/>
                      <a:pt x="3435" y="379"/>
                    </a:cubicBezTo>
                    <a:lnTo>
                      <a:pt x="3435" y="757"/>
                    </a:lnTo>
                    <a:cubicBezTo>
                      <a:pt x="2679" y="914"/>
                      <a:pt x="2143" y="1544"/>
                      <a:pt x="2049" y="2301"/>
                    </a:cubicBezTo>
                    <a:cubicBezTo>
                      <a:pt x="1702" y="2521"/>
                      <a:pt x="1545" y="3025"/>
                      <a:pt x="1671" y="3466"/>
                    </a:cubicBezTo>
                    <a:lnTo>
                      <a:pt x="1891" y="4191"/>
                    </a:lnTo>
                    <a:lnTo>
                      <a:pt x="1702" y="4191"/>
                    </a:lnTo>
                    <a:cubicBezTo>
                      <a:pt x="1513" y="4191"/>
                      <a:pt x="1356" y="4348"/>
                      <a:pt x="1356" y="4537"/>
                    </a:cubicBezTo>
                    <a:cubicBezTo>
                      <a:pt x="1356" y="4758"/>
                      <a:pt x="1513" y="4915"/>
                      <a:pt x="1702" y="4915"/>
                    </a:cubicBezTo>
                    <a:lnTo>
                      <a:pt x="1986" y="4915"/>
                    </a:lnTo>
                    <a:lnTo>
                      <a:pt x="1387" y="8444"/>
                    </a:lnTo>
                    <a:cubicBezTo>
                      <a:pt x="1009" y="8570"/>
                      <a:pt x="726" y="8948"/>
                      <a:pt x="726" y="9421"/>
                    </a:cubicBezTo>
                    <a:lnTo>
                      <a:pt x="726" y="9830"/>
                    </a:lnTo>
                    <a:cubicBezTo>
                      <a:pt x="316" y="9988"/>
                      <a:pt x="1" y="10334"/>
                      <a:pt x="1" y="10807"/>
                    </a:cubicBezTo>
                    <a:lnTo>
                      <a:pt x="1" y="11531"/>
                    </a:lnTo>
                    <a:cubicBezTo>
                      <a:pt x="1" y="11720"/>
                      <a:pt x="158" y="11878"/>
                      <a:pt x="347" y="11878"/>
                    </a:cubicBezTo>
                    <a:lnTo>
                      <a:pt x="7279" y="11878"/>
                    </a:lnTo>
                    <a:cubicBezTo>
                      <a:pt x="7499" y="11878"/>
                      <a:pt x="7657" y="11720"/>
                      <a:pt x="7657" y="11531"/>
                    </a:cubicBezTo>
                    <a:lnTo>
                      <a:pt x="7657" y="10807"/>
                    </a:lnTo>
                    <a:cubicBezTo>
                      <a:pt x="7657" y="10366"/>
                      <a:pt x="7373" y="9988"/>
                      <a:pt x="6932" y="9830"/>
                    </a:cubicBezTo>
                    <a:lnTo>
                      <a:pt x="6932" y="9421"/>
                    </a:lnTo>
                    <a:cubicBezTo>
                      <a:pt x="6932" y="8948"/>
                      <a:pt x="6617" y="8570"/>
                      <a:pt x="6176" y="8444"/>
                    </a:cubicBezTo>
                    <a:lnTo>
                      <a:pt x="5609" y="4915"/>
                    </a:lnTo>
                    <a:lnTo>
                      <a:pt x="5861" y="4915"/>
                    </a:lnTo>
                    <a:cubicBezTo>
                      <a:pt x="6081" y="4915"/>
                      <a:pt x="6207" y="4758"/>
                      <a:pt x="6207" y="4537"/>
                    </a:cubicBezTo>
                    <a:cubicBezTo>
                      <a:pt x="6207" y="4348"/>
                      <a:pt x="6081" y="4191"/>
                      <a:pt x="5861" y="4191"/>
                    </a:cubicBezTo>
                    <a:lnTo>
                      <a:pt x="5672" y="4191"/>
                    </a:lnTo>
                    <a:lnTo>
                      <a:pt x="5924" y="3466"/>
                    </a:lnTo>
                    <a:cubicBezTo>
                      <a:pt x="6081" y="3025"/>
                      <a:pt x="5861" y="2584"/>
                      <a:pt x="5514" y="2301"/>
                    </a:cubicBezTo>
                    <a:cubicBezTo>
                      <a:pt x="5451" y="1513"/>
                      <a:pt x="4884" y="914"/>
                      <a:pt x="4128" y="757"/>
                    </a:cubicBezTo>
                    <a:lnTo>
                      <a:pt x="4128" y="379"/>
                    </a:lnTo>
                    <a:cubicBezTo>
                      <a:pt x="4128" y="158"/>
                      <a:pt x="3971" y="1"/>
                      <a:pt x="37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85" name="Google Shape;9188;p73">
                <a:extLst>
                  <a:ext uri="{FF2B5EF4-FFF2-40B4-BE49-F238E27FC236}">
                    <a16:creationId xmlns:a16="http://schemas.microsoft.com/office/drawing/2014/main" id="{4A041CA6-466D-A5DC-F156-8A1F69E6C097}"/>
                  </a:ext>
                </a:extLst>
              </p:cNvPr>
              <p:cNvGrpSpPr/>
              <p:nvPr/>
            </p:nvGrpSpPr>
            <p:grpSpPr>
              <a:xfrm>
                <a:off x="7744368" y="1689229"/>
                <a:ext cx="497908" cy="497908"/>
                <a:chOff x="4685050" y="1945825"/>
                <a:chExt cx="294575" cy="294575"/>
              </a:xfrm>
              <a:grpFill/>
            </p:grpSpPr>
            <p:sp>
              <p:nvSpPr>
                <p:cNvPr id="17804" name="Google Shape;9189;p73">
                  <a:extLst>
                    <a:ext uri="{FF2B5EF4-FFF2-40B4-BE49-F238E27FC236}">
                      <a16:creationId xmlns:a16="http://schemas.microsoft.com/office/drawing/2014/main" id="{23869CD7-5EBE-147C-B3BC-7015A85CA954}"/>
                    </a:ext>
                  </a:extLst>
                </p:cNvPr>
                <p:cNvSpPr/>
                <p:nvPr/>
              </p:nvSpPr>
              <p:spPr>
                <a:xfrm>
                  <a:off x="4720475" y="2086025"/>
                  <a:ext cx="104775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4852" extrusionOk="0">
                      <a:moveTo>
                        <a:pt x="2017" y="693"/>
                      </a:moveTo>
                      <a:cubicBezTo>
                        <a:pt x="2427" y="693"/>
                        <a:pt x="2742" y="1008"/>
                        <a:pt x="2742" y="1386"/>
                      </a:cubicBezTo>
                      <a:cubicBezTo>
                        <a:pt x="2742" y="1796"/>
                        <a:pt x="2427" y="2111"/>
                        <a:pt x="2017" y="2111"/>
                      </a:cubicBezTo>
                      <a:cubicBezTo>
                        <a:pt x="1639" y="2111"/>
                        <a:pt x="1324" y="1796"/>
                        <a:pt x="1324" y="1386"/>
                      </a:cubicBezTo>
                      <a:cubicBezTo>
                        <a:pt x="1324" y="1008"/>
                        <a:pt x="1639" y="693"/>
                        <a:pt x="2017" y="693"/>
                      </a:cubicBezTo>
                      <a:close/>
                      <a:moveTo>
                        <a:pt x="2017" y="2772"/>
                      </a:moveTo>
                      <a:cubicBezTo>
                        <a:pt x="2773" y="2772"/>
                        <a:pt x="3403" y="3403"/>
                        <a:pt x="3403" y="4127"/>
                      </a:cubicBezTo>
                      <a:lnTo>
                        <a:pt x="631" y="4127"/>
                      </a:lnTo>
                      <a:cubicBezTo>
                        <a:pt x="631" y="3403"/>
                        <a:pt x="1261" y="2772"/>
                        <a:pt x="2017" y="2772"/>
                      </a:cubicBezTo>
                      <a:close/>
                      <a:moveTo>
                        <a:pt x="2049" y="0"/>
                      </a:moveTo>
                      <a:cubicBezTo>
                        <a:pt x="1324" y="0"/>
                        <a:pt x="694" y="630"/>
                        <a:pt x="694" y="1386"/>
                      </a:cubicBezTo>
                      <a:cubicBezTo>
                        <a:pt x="694" y="1733"/>
                        <a:pt x="851" y="2111"/>
                        <a:pt x="1072" y="2331"/>
                      </a:cubicBezTo>
                      <a:cubicBezTo>
                        <a:pt x="442" y="2678"/>
                        <a:pt x="1" y="3340"/>
                        <a:pt x="1" y="4127"/>
                      </a:cubicBezTo>
                      <a:lnTo>
                        <a:pt x="1" y="4505"/>
                      </a:lnTo>
                      <a:cubicBezTo>
                        <a:pt x="1" y="4694"/>
                        <a:pt x="158" y="4852"/>
                        <a:pt x="379" y="4852"/>
                      </a:cubicBezTo>
                      <a:lnTo>
                        <a:pt x="3844" y="4852"/>
                      </a:lnTo>
                      <a:cubicBezTo>
                        <a:pt x="4033" y="4852"/>
                        <a:pt x="4191" y="4694"/>
                        <a:pt x="4191" y="4505"/>
                      </a:cubicBezTo>
                      <a:lnTo>
                        <a:pt x="4191" y="4127"/>
                      </a:lnTo>
                      <a:cubicBezTo>
                        <a:pt x="4096" y="3340"/>
                        <a:pt x="3687" y="2678"/>
                        <a:pt x="3057" y="2331"/>
                      </a:cubicBezTo>
                      <a:cubicBezTo>
                        <a:pt x="3277" y="2111"/>
                        <a:pt x="3435" y="1733"/>
                        <a:pt x="3435" y="1386"/>
                      </a:cubicBezTo>
                      <a:cubicBezTo>
                        <a:pt x="3435" y="630"/>
                        <a:pt x="2805" y="0"/>
                        <a:pt x="204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5" name="Google Shape;9190;p73">
                  <a:extLst>
                    <a:ext uri="{FF2B5EF4-FFF2-40B4-BE49-F238E27FC236}">
                      <a16:creationId xmlns:a16="http://schemas.microsoft.com/office/drawing/2014/main" id="{C0F8D9FE-21D7-7D40-EE5D-830D24E1C3BC}"/>
                    </a:ext>
                  </a:extLst>
                </p:cNvPr>
                <p:cNvSpPr/>
                <p:nvPr/>
              </p:nvSpPr>
              <p:spPr>
                <a:xfrm>
                  <a:off x="4685050" y="1945825"/>
                  <a:ext cx="294575" cy="29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3" h="11783" extrusionOk="0">
                      <a:moveTo>
                        <a:pt x="6900" y="693"/>
                      </a:moveTo>
                      <a:lnTo>
                        <a:pt x="6900" y="1418"/>
                      </a:lnTo>
                      <a:lnTo>
                        <a:pt x="4820" y="1418"/>
                      </a:lnTo>
                      <a:lnTo>
                        <a:pt x="4820" y="693"/>
                      </a:lnTo>
                      <a:close/>
                      <a:moveTo>
                        <a:pt x="7215" y="2111"/>
                      </a:moveTo>
                      <a:cubicBezTo>
                        <a:pt x="7404" y="2111"/>
                        <a:pt x="7561" y="2269"/>
                        <a:pt x="7561" y="2458"/>
                      </a:cubicBezTo>
                      <a:cubicBezTo>
                        <a:pt x="7561" y="2678"/>
                        <a:pt x="7404" y="2836"/>
                        <a:pt x="7215" y="2836"/>
                      </a:cubicBezTo>
                      <a:lnTo>
                        <a:pt x="4474" y="2836"/>
                      </a:lnTo>
                      <a:cubicBezTo>
                        <a:pt x="4253" y="2836"/>
                        <a:pt x="4096" y="2678"/>
                        <a:pt x="4096" y="2458"/>
                      </a:cubicBezTo>
                      <a:cubicBezTo>
                        <a:pt x="4096" y="2269"/>
                        <a:pt x="4316" y="2111"/>
                        <a:pt x="4474" y="2111"/>
                      </a:cubicBezTo>
                      <a:close/>
                      <a:moveTo>
                        <a:pt x="6900" y="3497"/>
                      </a:moveTo>
                      <a:lnTo>
                        <a:pt x="6900" y="4568"/>
                      </a:lnTo>
                      <a:cubicBezTo>
                        <a:pt x="6900" y="4757"/>
                        <a:pt x="6742" y="4915"/>
                        <a:pt x="6553" y="4915"/>
                      </a:cubicBezTo>
                      <a:lnTo>
                        <a:pt x="5167" y="4915"/>
                      </a:lnTo>
                      <a:cubicBezTo>
                        <a:pt x="4978" y="4915"/>
                        <a:pt x="4820" y="4757"/>
                        <a:pt x="4820" y="4568"/>
                      </a:cubicBezTo>
                      <a:lnTo>
                        <a:pt x="4820" y="3497"/>
                      </a:lnTo>
                      <a:close/>
                      <a:moveTo>
                        <a:pt x="10775" y="4883"/>
                      </a:moveTo>
                      <a:cubicBezTo>
                        <a:pt x="10964" y="4883"/>
                        <a:pt x="11121" y="5041"/>
                        <a:pt x="11121" y="5230"/>
                      </a:cubicBezTo>
                      <a:lnTo>
                        <a:pt x="11121" y="10775"/>
                      </a:lnTo>
                      <a:cubicBezTo>
                        <a:pt x="11121" y="10964"/>
                        <a:pt x="10964" y="11121"/>
                        <a:pt x="10775" y="11121"/>
                      </a:cubicBezTo>
                      <a:lnTo>
                        <a:pt x="1008" y="11121"/>
                      </a:lnTo>
                      <a:cubicBezTo>
                        <a:pt x="788" y="11121"/>
                        <a:pt x="630" y="10964"/>
                        <a:pt x="630" y="10775"/>
                      </a:cubicBezTo>
                      <a:lnTo>
                        <a:pt x="630" y="5230"/>
                      </a:lnTo>
                      <a:cubicBezTo>
                        <a:pt x="630" y="5041"/>
                        <a:pt x="788" y="4883"/>
                        <a:pt x="1008" y="4883"/>
                      </a:cubicBezTo>
                      <a:lnTo>
                        <a:pt x="4190" y="4883"/>
                      </a:lnTo>
                      <a:cubicBezTo>
                        <a:pt x="4348" y="5261"/>
                        <a:pt x="4694" y="5577"/>
                        <a:pt x="5167" y="5577"/>
                      </a:cubicBezTo>
                      <a:lnTo>
                        <a:pt x="6553" y="5577"/>
                      </a:lnTo>
                      <a:cubicBezTo>
                        <a:pt x="6994" y="5577"/>
                        <a:pt x="7372" y="5293"/>
                        <a:pt x="7530" y="4883"/>
                      </a:cubicBezTo>
                      <a:close/>
                      <a:moveTo>
                        <a:pt x="4505" y="0"/>
                      </a:moveTo>
                      <a:cubicBezTo>
                        <a:pt x="4316" y="0"/>
                        <a:pt x="4159" y="158"/>
                        <a:pt x="4159" y="347"/>
                      </a:cubicBezTo>
                      <a:lnTo>
                        <a:pt x="4159" y="1449"/>
                      </a:lnTo>
                      <a:cubicBezTo>
                        <a:pt x="3749" y="1607"/>
                        <a:pt x="3434" y="1953"/>
                        <a:pt x="3434" y="2426"/>
                      </a:cubicBezTo>
                      <a:cubicBezTo>
                        <a:pt x="3434" y="2867"/>
                        <a:pt x="3718" y="3245"/>
                        <a:pt x="4159" y="3403"/>
                      </a:cubicBezTo>
                      <a:lnTo>
                        <a:pt x="4159" y="4190"/>
                      </a:lnTo>
                      <a:lnTo>
                        <a:pt x="1040" y="4190"/>
                      </a:lnTo>
                      <a:cubicBezTo>
                        <a:pt x="441" y="4190"/>
                        <a:pt x="0" y="4663"/>
                        <a:pt x="0" y="5230"/>
                      </a:cubicBezTo>
                      <a:lnTo>
                        <a:pt x="0" y="10775"/>
                      </a:lnTo>
                      <a:cubicBezTo>
                        <a:pt x="0" y="11373"/>
                        <a:pt x="473" y="11783"/>
                        <a:pt x="1040" y="11783"/>
                      </a:cubicBezTo>
                      <a:lnTo>
                        <a:pt x="10775" y="11783"/>
                      </a:lnTo>
                      <a:cubicBezTo>
                        <a:pt x="11342" y="11783"/>
                        <a:pt x="11783" y="11310"/>
                        <a:pt x="11783" y="10775"/>
                      </a:cubicBezTo>
                      <a:lnTo>
                        <a:pt x="11783" y="5230"/>
                      </a:lnTo>
                      <a:cubicBezTo>
                        <a:pt x="11783" y="4663"/>
                        <a:pt x="11342" y="4190"/>
                        <a:pt x="10775" y="4190"/>
                      </a:cubicBezTo>
                      <a:lnTo>
                        <a:pt x="7624" y="4190"/>
                      </a:lnTo>
                      <a:lnTo>
                        <a:pt x="7624" y="3403"/>
                      </a:lnTo>
                      <a:cubicBezTo>
                        <a:pt x="8002" y="3245"/>
                        <a:pt x="8317" y="2899"/>
                        <a:pt x="8317" y="2426"/>
                      </a:cubicBezTo>
                      <a:cubicBezTo>
                        <a:pt x="8317" y="1985"/>
                        <a:pt x="8034" y="1607"/>
                        <a:pt x="7624" y="1449"/>
                      </a:cubicBezTo>
                      <a:lnTo>
                        <a:pt x="7624" y="347"/>
                      </a:lnTo>
                      <a:cubicBezTo>
                        <a:pt x="7624" y="158"/>
                        <a:pt x="7467" y="0"/>
                        <a:pt x="724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6" name="Google Shape;9191;p73">
                  <a:extLst>
                    <a:ext uri="{FF2B5EF4-FFF2-40B4-BE49-F238E27FC236}">
                      <a16:creationId xmlns:a16="http://schemas.microsoft.com/office/drawing/2014/main" id="{DB8F0F58-24B7-E672-140B-C976BD876E0E}"/>
                    </a:ext>
                  </a:extLst>
                </p:cNvPr>
                <p:cNvSpPr/>
                <p:nvPr/>
              </p:nvSpPr>
              <p:spPr>
                <a:xfrm>
                  <a:off x="4840200" y="2103350"/>
                  <a:ext cx="10477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3844" y="693"/>
                      </a:lnTo>
                      <a:cubicBezTo>
                        <a:pt x="4033" y="693"/>
                        <a:pt x="4191" y="536"/>
                        <a:pt x="4191" y="347"/>
                      </a:cubicBezTo>
                      <a:cubicBezTo>
                        <a:pt x="4191" y="158"/>
                        <a:pt x="4033" y="0"/>
                        <a:pt x="38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7" name="Google Shape;9192;p73">
                  <a:extLst>
                    <a:ext uri="{FF2B5EF4-FFF2-40B4-BE49-F238E27FC236}">
                      <a16:creationId xmlns:a16="http://schemas.microsoft.com/office/drawing/2014/main" id="{D365CA78-01DE-0539-6937-068C281E9DBD}"/>
                    </a:ext>
                  </a:extLst>
                </p:cNvPr>
                <p:cNvSpPr/>
                <p:nvPr/>
              </p:nvSpPr>
              <p:spPr>
                <a:xfrm>
                  <a:off x="4840200" y="2137200"/>
                  <a:ext cx="1047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lnTo>
                        <a:pt x="3844" y="725"/>
                      </a:lnTo>
                      <a:cubicBezTo>
                        <a:pt x="4033" y="725"/>
                        <a:pt x="4191" y="568"/>
                        <a:pt x="4191" y="379"/>
                      </a:cubicBezTo>
                      <a:cubicBezTo>
                        <a:pt x="4191" y="158"/>
                        <a:pt x="4033" y="1"/>
                        <a:pt x="384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8" name="Google Shape;9193;p73">
                  <a:extLst>
                    <a:ext uri="{FF2B5EF4-FFF2-40B4-BE49-F238E27FC236}">
                      <a16:creationId xmlns:a16="http://schemas.microsoft.com/office/drawing/2014/main" id="{92CAAA88-FAB1-0F47-8C02-5701AF71B020}"/>
                    </a:ext>
                  </a:extLst>
                </p:cNvPr>
                <p:cNvSpPr/>
                <p:nvPr/>
              </p:nvSpPr>
              <p:spPr>
                <a:xfrm>
                  <a:off x="4840200" y="2171875"/>
                  <a:ext cx="1047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3844" y="725"/>
                      </a:lnTo>
                      <a:cubicBezTo>
                        <a:pt x="4033" y="725"/>
                        <a:pt x="4191" y="567"/>
                        <a:pt x="4191" y="347"/>
                      </a:cubicBezTo>
                      <a:cubicBezTo>
                        <a:pt x="4191" y="158"/>
                        <a:pt x="4033" y="0"/>
                        <a:pt x="38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86" name="Google Shape;9194;p73">
                <a:extLst>
                  <a:ext uri="{FF2B5EF4-FFF2-40B4-BE49-F238E27FC236}">
                    <a16:creationId xmlns:a16="http://schemas.microsoft.com/office/drawing/2014/main" id="{30B65611-99EA-10D9-D997-4C48DC3F10C2}"/>
                  </a:ext>
                </a:extLst>
              </p:cNvPr>
              <p:cNvSpPr/>
              <p:nvPr/>
            </p:nvSpPr>
            <p:spPr>
              <a:xfrm>
                <a:off x="7743630" y="2282294"/>
                <a:ext cx="499261" cy="497951"/>
              </a:xfrm>
              <a:custGeom>
                <a:avLst/>
                <a:gdLst/>
                <a:ahLst/>
                <a:cxnLst/>
                <a:rect l="l" t="t" r="r" b="b"/>
                <a:pathLst>
                  <a:path w="11815" h="11784" extrusionOk="0">
                    <a:moveTo>
                      <a:pt x="5923" y="2080"/>
                    </a:moveTo>
                    <a:cubicBezTo>
                      <a:pt x="6459" y="2080"/>
                      <a:pt x="6932" y="2552"/>
                      <a:pt x="6932" y="3119"/>
                    </a:cubicBezTo>
                    <a:lnTo>
                      <a:pt x="6932" y="3466"/>
                    </a:lnTo>
                    <a:lnTo>
                      <a:pt x="4884" y="3466"/>
                    </a:lnTo>
                    <a:lnTo>
                      <a:pt x="4884" y="3119"/>
                    </a:lnTo>
                    <a:cubicBezTo>
                      <a:pt x="4884" y="2521"/>
                      <a:pt x="5356" y="2080"/>
                      <a:pt x="5923" y="2080"/>
                    </a:cubicBezTo>
                    <a:close/>
                    <a:moveTo>
                      <a:pt x="5923" y="662"/>
                    </a:moveTo>
                    <a:cubicBezTo>
                      <a:pt x="7247" y="662"/>
                      <a:pt x="8349" y="1765"/>
                      <a:pt x="8349" y="3119"/>
                    </a:cubicBezTo>
                    <a:lnTo>
                      <a:pt x="8349" y="3466"/>
                    </a:lnTo>
                    <a:lnTo>
                      <a:pt x="7656" y="3466"/>
                    </a:lnTo>
                    <a:lnTo>
                      <a:pt x="7656" y="3119"/>
                    </a:lnTo>
                    <a:cubicBezTo>
                      <a:pt x="7656" y="2174"/>
                      <a:pt x="6869" y="1387"/>
                      <a:pt x="5923" y="1387"/>
                    </a:cubicBezTo>
                    <a:cubicBezTo>
                      <a:pt x="4978" y="1387"/>
                      <a:pt x="4191" y="2174"/>
                      <a:pt x="4191" y="3119"/>
                    </a:cubicBezTo>
                    <a:lnTo>
                      <a:pt x="4191" y="3466"/>
                    </a:lnTo>
                    <a:lnTo>
                      <a:pt x="3466" y="3466"/>
                    </a:lnTo>
                    <a:lnTo>
                      <a:pt x="3466" y="3119"/>
                    </a:lnTo>
                    <a:cubicBezTo>
                      <a:pt x="3466" y="1765"/>
                      <a:pt x="4569" y="662"/>
                      <a:pt x="5923" y="662"/>
                    </a:cubicBezTo>
                    <a:close/>
                    <a:moveTo>
                      <a:pt x="1387" y="4191"/>
                    </a:moveTo>
                    <a:lnTo>
                      <a:pt x="1387" y="6742"/>
                    </a:lnTo>
                    <a:cubicBezTo>
                      <a:pt x="946" y="6490"/>
                      <a:pt x="662" y="6018"/>
                      <a:pt x="662" y="5545"/>
                    </a:cubicBezTo>
                    <a:lnTo>
                      <a:pt x="662" y="4537"/>
                    </a:lnTo>
                    <a:cubicBezTo>
                      <a:pt x="662" y="4348"/>
                      <a:pt x="820" y="4191"/>
                      <a:pt x="1040" y="4191"/>
                    </a:cubicBezTo>
                    <a:close/>
                    <a:moveTo>
                      <a:pt x="10775" y="4128"/>
                    </a:moveTo>
                    <a:cubicBezTo>
                      <a:pt x="10996" y="4128"/>
                      <a:pt x="11153" y="4285"/>
                      <a:pt x="11153" y="4506"/>
                    </a:cubicBezTo>
                    <a:lnTo>
                      <a:pt x="11153" y="5545"/>
                    </a:lnTo>
                    <a:cubicBezTo>
                      <a:pt x="11153" y="6081"/>
                      <a:pt x="10870" y="6490"/>
                      <a:pt x="10429" y="6742"/>
                    </a:cubicBezTo>
                    <a:lnTo>
                      <a:pt x="10429" y="4128"/>
                    </a:lnTo>
                    <a:close/>
                    <a:moveTo>
                      <a:pt x="8349" y="4191"/>
                    </a:moveTo>
                    <a:lnTo>
                      <a:pt x="8349" y="6931"/>
                    </a:lnTo>
                    <a:lnTo>
                      <a:pt x="3498" y="6931"/>
                    </a:lnTo>
                    <a:lnTo>
                      <a:pt x="3498" y="4191"/>
                    </a:lnTo>
                    <a:close/>
                    <a:moveTo>
                      <a:pt x="6270" y="7593"/>
                    </a:moveTo>
                    <a:lnTo>
                      <a:pt x="6270" y="7971"/>
                    </a:lnTo>
                    <a:cubicBezTo>
                      <a:pt x="6270" y="8160"/>
                      <a:pt x="6112" y="8318"/>
                      <a:pt x="5923" y="8318"/>
                    </a:cubicBezTo>
                    <a:cubicBezTo>
                      <a:pt x="5703" y="8318"/>
                      <a:pt x="5545" y="8160"/>
                      <a:pt x="5545" y="7971"/>
                    </a:cubicBezTo>
                    <a:lnTo>
                      <a:pt x="5545" y="7593"/>
                    </a:lnTo>
                    <a:close/>
                    <a:moveTo>
                      <a:pt x="662" y="7089"/>
                    </a:moveTo>
                    <a:cubicBezTo>
                      <a:pt x="883" y="7278"/>
                      <a:pt x="1103" y="7404"/>
                      <a:pt x="1387" y="7467"/>
                    </a:cubicBezTo>
                    <a:lnTo>
                      <a:pt x="1387" y="11153"/>
                    </a:lnTo>
                    <a:lnTo>
                      <a:pt x="1040" y="11153"/>
                    </a:lnTo>
                    <a:cubicBezTo>
                      <a:pt x="820" y="11153"/>
                      <a:pt x="662" y="10996"/>
                      <a:pt x="662" y="10807"/>
                    </a:cubicBezTo>
                    <a:lnTo>
                      <a:pt x="662" y="7089"/>
                    </a:lnTo>
                    <a:close/>
                    <a:moveTo>
                      <a:pt x="2804" y="4191"/>
                    </a:moveTo>
                    <a:lnTo>
                      <a:pt x="2804" y="11153"/>
                    </a:lnTo>
                    <a:lnTo>
                      <a:pt x="2080" y="11153"/>
                    </a:lnTo>
                    <a:lnTo>
                      <a:pt x="2080" y="4191"/>
                    </a:lnTo>
                    <a:close/>
                    <a:moveTo>
                      <a:pt x="8318" y="7656"/>
                    </a:moveTo>
                    <a:lnTo>
                      <a:pt x="8318" y="11153"/>
                    </a:lnTo>
                    <a:lnTo>
                      <a:pt x="3498" y="11153"/>
                    </a:lnTo>
                    <a:lnTo>
                      <a:pt x="3498" y="7656"/>
                    </a:lnTo>
                    <a:lnTo>
                      <a:pt x="4884" y="7656"/>
                    </a:lnTo>
                    <a:lnTo>
                      <a:pt x="4884" y="8003"/>
                    </a:lnTo>
                    <a:cubicBezTo>
                      <a:pt x="4884" y="8601"/>
                      <a:pt x="5356" y="9011"/>
                      <a:pt x="5923" y="9011"/>
                    </a:cubicBezTo>
                    <a:cubicBezTo>
                      <a:pt x="6459" y="9011"/>
                      <a:pt x="6932" y="8538"/>
                      <a:pt x="6932" y="8003"/>
                    </a:cubicBezTo>
                    <a:lnTo>
                      <a:pt x="6932" y="7656"/>
                    </a:lnTo>
                    <a:close/>
                    <a:moveTo>
                      <a:pt x="9767" y="4191"/>
                    </a:moveTo>
                    <a:lnTo>
                      <a:pt x="9767" y="11153"/>
                    </a:lnTo>
                    <a:lnTo>
                      <a:pt x="9074" y="11153"/>
                    </a:lnTo>
                    <a:lnTo>
                      <a:pt x="9074" y="4191"/>
                    </a:lnTo>
                    <a:close/>
                    <a:moveTo>
                      <a:pt x="11153" y="7120"/>
                    </a:moveTo>
                    <a:lnTo>
                      <a:pt x="11153" y="10807"/>
                    </a:lnTo>
                    <a:cubicBezTo>
                      <a:pt x="11153" y="10996"/>
                      <a:pt x="10996" y="11153"/>
                      <a:pt x="10807" y="11153"/>
                    </a:cubicBezTo>
                    <a:lnTo>
                      <a:pt x="10429" y="11153"/>
                    </a:lnTo>
                    <a:lnTo>
                      <a:pt x="10429" y="7530"/>
                    </a:lnTo>
                    <a:cubicBezTo>
                      <a:pt x="10712" y="7436"/>
                      <a:pt x="10964" y="7278"/>
                      <a:pt x="11153" y="7120"/>
                    </a:cubicBezTo>
                    <a:close/>
                    <a:moveTo>
                      <a:pt x="5923" y="0"/>
                    </a:moveTo>
                    <a:cubicBezTo>
                      <a:pt x="4191" y="0"/>
                      <a:pt x="2804" y="1418"/>
                      <a:pt x="2804" y="3119"/>
                    </a:cubicBezTo>
                    <a:lnTo>
                      <a:pt x="2804" y="3466"/>
                    </a:lnTo>
                    <a:lnTo>
                      <a:pt x="1040" y="3466"/>
                    </a:lnTo>
                    <a:cubicBezTo>
                      <a:pt x="442" y="3466"/>
                      <a:pt x="1" y="3939"/>
                      <a:pt x="1" y="4474"/>
                    </a:cubicBezTo>
                    <a:lnTo>
                      <a:pt x="1" y="5514"/>
                    </a:lnTo>
                    <a:lnTo>
                      <a:pt x="1" y="10744"/>
                    </a:lnTo>
                    <a:cubicBezTo>
                      <a:pt x="1" y="11342"/>
                      <a:pt x="473" y="11783"/>
                      <a:pt x="1040" y="11783"/>
                    </a:cubicBezTo>
                    <a:lnTo>
                      <a:pt x="10807" y="11783"/>
                    </a:lnTo>
                    <a:cubicBezTo>
                      <a:pt x="11374" y="11783"/>
                      <a:pt x="11815" y="11311"/>
                      <a:pt x="11815" y="10744"/>
                    </a:cubicBezTo>
                    <a:lnTo>
                      <a:pt x="11815" y="5514"/>
                    </a:lnTo>
                    <a:lnTo>
                      <a:pt x="11815" y="4474"/>
                    </a:lnTo>
                    <a:cubicBezTo>
                      <a:pt x="11815" y="3939"/>
                      <a:pt x="11374" y="3466"/>
                      <a:pt x="10807" y="3466"/>
                    </a:cubicBezTo>
                    <a:lnTo>
                      <a:pt x="9011" y="3466"/>
                    </a:lnTo>
                    <a:lnTo>
                      <a:pt x="9011" y="3119"/>
                    </a:lnTo>
                    <a:cubicBezTo>
                      <a:pt x="9011" y="1387"/>
                      <a:pt x="7593" y="0"/>
                      <a:pt x="592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87" name="Google Shape;9195;p73">
                <a:extLst>
                  <a:ext uri="{FF2B5EF4-FFF2-40B4-BE49-F238E27FC236}">
                    <a16:creationId xmlns:a16="http://schemas.microsoft.com/office/drawing/2014/main" id="{0913EBB4-4091-56EB-E986-AFCB8B39DE20}"/>
                  </a:ext>
                </a:extLst>
              </p:cNvPr>
              <p:cNvSpPr/>
              <p:nvPr/>
            </p:nvSpPr>
            <p:spPr>
              <a:xfrm>
                <a:off x="7773590" y="2923979"/>
                <a:ext cx="439341" cy="501923"/>
              </a:xfrm>
              <a:custGeom>
                <a:avLst/>
                <a:gdLst/>
                <a:ahLst/>
                <a:cxnLst/>
                <a:rect l="l" t="t" r="r" b="b"/>
                <a:pathLst>
                  <a:path w="10397" h="11878" extrusionOk="0">
                    <a:moveTo>
                      <a:pt x="5135" y="725"/>
                    </a:moveTo>
                    <a:cubicBezTo>
                      <a:pt x="6868" y="725"/>
                      <a:pt x="8254" y="2142"/>
                      <a:pt x="8254" y="3844"/>
                    </a:cubicBezTo>
                    <a:lnTo>
                      <a:pt x="8254" y="5923"/>
                    </a:lnTo>
                    <a:cubicBezTo>
                      <a:pt x="8254" y="6112"/>
                      <a:pt x="8097" y="6270"/>
                      <a:pt x="7908" y="6270"/>
                    </a:cubicBezTo>
                    <a:lnTo>
                      <a:pt x="7498" y="6270"/>
                    </a:lnTo>
                    <a:cubicBezTo>
                      <a:pt x="7561" y="6144"/>
                      <a:pt x="7561" y="6049"/>
                      <a:pt x="7561" y="5923"/>
                    </a:cubicBezTo>
                    <a:lnTo>
                      <a:pt x="7561" y="3844"/>
                    </a:lnTo>
                    <a:cubicBezTo>
                      <a:pt x="7561" y="3623"/>
                      <a:pt x="7404" y="3466"/>
                      <a:pt x="7183" y="3466"/>
                    </a:cubicBezTo>
                    <a:lnTo>
                      <a:pt x="6490" y="3466"/>
                    </a:lnTo>
                    <a:cubicBezTo>
                      <a:pt x="5892" y="3466"/>
                      <a:pt x="5450" y="2993"/>
                      <a:pt x="5450" y="2458"/>
                    </a:cubicBezTo>
                    <a:lnTo>
                      <a:pt x="5450" y="1733"/>
                    </a:lnTo>
                    <a:cubicBezTo>
                      <a:pt x="5450" y="1544"/>
                      <a:pt x="5293" y="1386"/>
                      <a:pt x="5104" y="1386"/>
                    </a:cubicBezTo>
                    <a:cubicBezTo>
                      <a:pt x="4915" y="1386"/>
                      <a:pt x="4757" y="1544"/>
                      <a:pt x="4757" y="1733"/>
                    </a:cubicBezTo>
                    <a:lnTo>
                      <a:pt x="4757" y="2458"/>
                    </a:lnTo>
                    <a:cubicBezTo>
                      <a:pt x="4757" y="3056"/>
                      <a:pt x="4285" y="3466"/>
                      <a:pt x="3718" y="3466"/>
                    </a:cubicBezTo>
                    <a:lnTo>
                      <a:pt x="3088" y="3466"/>
                    </a:lnTo>
                    <a:cubicBezTo>
                      <a:pt x="2899" y="3466"/>
                      <a:pt x="2741" y="3623"/>
                      <a:pt x="2741" y="3844"/>
                    </a:cubicBezTo>
                    <a:lnTo>
                      <a:pt x="2741" y="5923"/>
                    </a:lnTo>
                    <a:cubicBezTo>
                      <a:pt x="2741" y="6049"/>
                      <a:pt x="2741" y="6144"/>
                      <a:pt x="2773" y="6270"/>
                    </a:cubicBezTo>
                    <a:lnTo>
                      <a:pt x="2395" y="6270"/>
                    </a:lnTo>
                    <a:cubicBezTo>
                      <a:pt x="2205" y="6270"/>
                      <a:pt x="2048" y="6112"/>
                      <a:pt x="2048" y="5923"/>
                    </a:cubicBezTo>
                    <a:lnTo>
                      <a:pt x="2048" y="3844"/>
                    </a:lnTo>
                    <a:cubicBezTo>
                      <a:pt x="2048" y="2111"/>
                      <a:pt x="3466" y="725"/>
                      <a:pt x="5135" y="725"/>
                    </a:cubicBezTo>
                    <a:close/>
                    <a:moveTo>
                      <a:pt x="5230" y="3466"/>
                    </a:moveTo>
                    <a:cubicBezTo>
                      <a:pt x="5545" y="3907"/>
                      <a:pt x="6049" y="4190"/>
                      <a:pt x="6585" y="4190"/>
                    </a:cubicBezTo>
                    <a:lnTo>
                      <a:pt x="6963" y="4190"/>
                    </a:lnTo>
                    <a:lnTo>
                      <a:pt x="6963" y="5955"/>
                    </a:lnTo>
                    <a:lnTo>
                      <a:pt x="6931" y="5955"/>
                    </a:lnTo>
                    <a:cubicBezTo>
                      <a:pt x="6931" y="6553"/>
                      <a:pt x="6459" y="6994"/>
                      <a:pt x="5892" y="6994"/>
                    </a:cubicBezTo>
                    <a:lnTo>
                      <a:pt x="4505" y="6994"/>
                    </a:lnTo>
                    <a:cubicBezTo>
                      <a:pt x="3938" y="6994"/>
                      <a:pt x="3497" y="6522"/>
                      <a:pt x="3497" y="5955"/>
                    </a:cubicBezTo>
                    <a:lnTo>
                      <a:pt x="3497" y="4190"/>
                    </a:lnTo>
                    <a:lnTo>
                      <a:pt x="3844" y="4190"/>
                    </a:lnTo>
                    <a:cubicBezTo>
                      <a:pt x="4379" y="4190"/>
                      <a:pt x="4915" y="3907"/>
                      <a:pt x="5230" y="3466"/>
                    </a:cubicBezTo>
                    <a:close/>
                    <a:moveTo>
                      <a:pt x="6301" y="7624"/>
                    </a:moveTo>
                    <a:cubicBezTo>
                      <a:pt x="6396" y="8034"/>
                      <a:pt x="6805" y="8349"/>
                      <a:pt x="7278" y="8349"/>
                    </a:cubicBezTo>
                    <a:lnTo>
                      <a:pt x="7624" y="8349"/>
                    </a:lnTo>
                    <a:lnTo>
                      <a:pt x="7624" y="9200"/>
                    </a:lnTo>
                    <a:cubicBezTo>
                      <a:pt x="6852" y="9546"/>
                      <a:pt x="6025" y="9719"/>
                      <a:pt x="5198" y="9719"/>
                    </a:cubicBezTo>
                    <a:cubicBezTo>
                      <a:pt x="4371" y="9719"/>
                      <a:pt x="3544" y="9546"/>
                      <a:pt x="2773" y="9200"/>
                    </a:cubicBezTo>
                    <a:lnTo>
                      <a:pt x="2773" y="8349"/>
                    </a:lnTo>
                    <a:lnTo>
                      <a:pt x="3119" y="8349"/>
                    </a:lnTo>
                    <a:cubicBezTo>
                      <a:pt x="3560" y="8349"/>
                      <a:pt x="3970" y="8034"/>
                      <a:pt x="4127" y="7624"/>
                    </a:cubicBezTo>
                    <a:cubicBezTo>
                      <a:pt x="4253" y="7656"/>
                      <a:pt x="4411" y="7656"/>
                      <a:pt x="4505" y="7656"/>
                    </a:cubicBezTo>
                    <a:lnTo>
                      <a:pt x="5892" y="7656"/>
                    </a:lnTo>
                    <a:cubicBezTo>
                      <a:pt x="6018" y="7656"/>
                      <a:pt x="6175" y="7656"/>
                      <a:pt x="6301" y="7624"/>
                    </a:cubicBezTo>
                    <a:close/>
                    <a:moveTo>
                      <a:pt x="2079" y="8349"/>
                    </a:moveTo>
                    <a:lnTo>
                      <a:pt x="2079" y="11153"/>
                    </a:lnTo>
                    <a:lnTo>
                      <a:pt x="693" y="11153"/>
                    </a:lnTo>
                    <a:lnTo>
                      <a:pt x="693" y="9389"/>
                    </a:lnTo>
                    <a:cubicBezTo>
                      <a:pt x="693" y="8790"/>
                      <a:pt x="1166" y="8349"/>
                      <a:pt x="1733" y="8349"/>
                    </a:cubicBezTo>
                    <a:close/>
                    <a:moveTo>
                      <a:pt x="7656" y="9924"/>
                    </a:moveTo>
                    <a:lnTo>
                      <a:pt x="7656" y="11153"/>
                    </a:lnTo>
                    <a:lnTo>
                      <a:pt x="2773" y="11153"/>
                    </a:lnTo>
                    <a:lnTo>
                      <a:pt x="2773" y="9924"/>
                    </a:lnTo>
                    <a:cubicBezTo>
                      <a:pt x="3560" y="10239"/>
                      <a:pt x="4411" y="10397"/>
                      <a:pt x="5230" y="10397"/>
                    </a:cubicBezTo>
                    <a:cubicBezTo>
                      <a:pt x="6049" y="10397"/>
                      <a:pt x="6868" y="10239"/>
                      <a:pt x="7656" y="9924"/>
                    </a:cubicBezTo>
                    <a:close/>
                    <a:moveTo>
                      <a:pt x="8664" y="8349"/>
                    </a:moveTo>
                    <a:cubicBezTo>
                      <a:pt x="9231" y="8349"/>
                      <a:pt x="9672" y="8821"/>
                      <a:pt x="9672" y="9389"/>
                    </a:cubicBezTo>
                    <a:lnTo>
                      <a:pt x="9672" y="11153"/>
                    </a:lnTo>
                    <a:lnTo>
                      <a:pt x="8286" y="11153"/>
                    </a:lnTo>
                    <a:lnTo>
                      <a:pt x="8286" y="8349"/>
                    </a:lnTo>
                    <a:close/>
                    <a:moveTo>
                      <a:pt x="5198" y="0"/>
                    </a:moveTo>
                    <a:cubicBezTo>
                      <a:pt x="3088" y="0"/>
                      <a:pt x="1355" y="1701"/>
                      <a:pt x="1355" y="3844"/>
                    </a:cubicBezTo>
                    <a:lnTo>
                      <a:pt x="1355" y="5923"/>
                    </a:lnTo>
                    <a:cubicBezTo>
                      <a:pt x="1355" y="6522"/>
                      <a:pt x="1827" y="6931"/>
                      <a:pt x="2395" y="6931"/>
                    </a:cubicBezTo>
                    <a:lnTo>
                      <a:pt x="3088" y="6931"/>
                    </a:lnTo>
                    <a:cubicBezTo>
                      <a:pt x="3182" y="7057"/>
                      <a:pt x="3308" y="7183"/>
                      <a:pt x="3466" y="7309"/>
                    </a:cubicBezTo>
                    <a:cubicBezTo>
                      <a:pt x="3466" y="7530"/>
                      <a:pt x="3308" y="7687"/>
                      <a:pt x="3088" y="7687"/>
                    </a:cubicBezTo>
                    <a:lnTo>
                      <a:pt x="1733" y="7687"/>
                    </a:lnTo>
                    <a:cubicBezTo>
                      <a:pt x="788" y="7687"/>
                      <a:pt x="0" y="8475"/>
                      <a:pt x="0" y="9420"/>
                    </a:cubicBezTo>
                    <a:lnTo>
                      <a:pt x="0" y="11499"/>
                    </a:lnTo>
                    <a:cubicBezTo>
                      <a:pt x="0" y="11720"/>
                      <a:pt x="158" y="11877"/>
                      <a:pt x="347" y="11877"/>
                    </a:cubicBezTo>
                    <a:lnTo>
                      <a:pt x="10019" y="11877"/>
                    </a:lnTo>
                    <a:cubicBezTo>
                      <a:pt x="10239" y="11877"/>
                      <a:pt x="10397" y="11720"/>
                      <a:pt x="10397" y="11499"/>
                    </a:cubicBezTo>
                    <a:lnTo>
                      <a:pt x="10397" y="9420"/>
                    </a:lnTo>
                    <a:cubicBezTo>
                      <a:pt x="10397" y="8475"/>
                      <a:pt x="9609" y="7687"/>
                      <a:pt x="8664" y="7687"/>
                    </a:cubicBezTo>
                    <a:lnTo>
                      <a:pt x="7278" y="7687"/>
                    </a:lnTo>
                    <a:cubicBezTo>
                      <a:pt x="7089" y="7687"/>
                      <a:pt x="6931" y="7530"/>
                      <a:pt x="6931" y="7341"/>
                    </a:cubicBezTo>
                    <a:cubicBezTo>
                      <a:pt x="7026" y="7246"/>
                      <a:pt x="7152" y="7152"/>
                      <a:pt x="7278" y="6994"/>
                    </a:cubicBezTo>
                    <a:lnTo>
                      <a:pt x="7971" y="6994"/>
                    </a:lnTo>
                    <a:cubicBezTo>
                      <a:pt x="8569" y="6994"/>
                      <a:pt x="9011" y="6522"/>
                      <a:pt x="9011" y="5955"/>
                    </a:cubicBezTo>
                    <a:lnTo>
                      <a:pt x="9011" y="3844"/>
                    </a:lnTo>
                    <a:cubicBezTo>
                      <a:pt x="9011" y="1733"/>
                      <a:pt x="7309" y="0"/>
                      <a:pt x="519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88" name="Google Shape;9196;p73">
                <a:extLst>
                  <a:ext uri="{FF2B5EF4-FFF2-40B4-BE49-F238E27FC236}">
                    <a16:creationId xmlns:a16="http://schemas.microsoft.com/office/drawing/2014/main" id="{7A830820-7BB6-0E77-AF78-ACCCEC6B3CE7}"/>
                  </a:ext>
                </a:extLst>
              </p:cNvPr>
              <p:cNvGrpSpPr/>
              <p:nvPr/>
            </p:nvGrpSpPr>
            <p:grpSpPr>
              <a:xfrm>
                <a:off x="10280367" y="2282300"/>
                <a:ext cx="499261" cy="497951"/>
                <a:chOff x="6131900" y="2301825"/>
                <a:chExt cx="295375" cy="294600"/>
              </a:xfrm>
              <a:grpFill/>
            </p:grpSpPr>
            <p:sp>
              <p:nvSpPr>
                <p:cNvPr id="17800" name="Google Shape;9197;p73">
                  <a:extLst>
                    <a:ext uri="{FF2B5EF4-FFF2-40B4-BE49-F238E27FC236}">
                      <a16:creationId xmlns:a16="http://schemas.microsoft.com/office/drawing/2014/main" id="{D605DBE8-2D91-4C05-148F-3BB361487085}"/>
                    </a:ext>
                  </a:extLst>
                </p:cNvPr>
                <p:cNvSpPr/>
                <p:nvPr/>
              </p:nvSpPr>
              <p:spPr>
                <a:xfrm>
                  <a:off x="6131900" y="2301825"/>
                  <a:ext cx="295375" cy="29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11784" extrusionOk="0">
                      <a:moveTo>
                        <a:pt x="3813" y="630"/>
                      </a:moveTo>
                      <a:cubicBezTo>
                        <a:pt x="4002" y="630"/>
                        <a:pt x="4159" y="788"/>
                        <a:pt x="4159" y="977"/>
                      </a:cubicBezTo>
                      <a:lnTo>
                        <a:pt x="4159" y="1355"/>
                      </a:lnTo>
                      <a:lnTo>
                        <a:pt x="1387" y="1355"/>
                      </a:lnTo>
                      <a:lnTo>
                        <a:pt x="1387" y="977"/>
                      </a:lnTo>
                      <a:lnTo>
                        <a:pt x="1355" y="977"/>
                      </a:lnTo>
                      <a:cubicBezTo>
                        <a:pt x="1355" y="788"/>
                        <a:pt x="1513" y="630"/>
                        <a:pt x="1733" y="630"/>
                      </a:cubicBezTo>
                      <a:close/>
                      <a:moveTo>
                        <a:pt x="10114" y="1355"/>
                      </a:moveTo>
                      <a:cubicBezTo>
                        <a:pt x="10303" y="1355"/>
                        <a:pt x="10460" y="1513"/>
                        <a:pt x="10460" y="1702"/>
                      </a:cubicBezTo>
                      <a:lnTo>
                        <a:pt x="10460" y="3434"/>
                      </a:lnTo>
                      <a:lnTo>
                        <a:pt x="7688" y="3434"/>
                      </a:lnTo>
                      <a:cubicBezTo>
                        <a:pt x="7656" y="3277"/>
                        <a:pt x="7656" y="1859"/>
                        <a:pt x="7656" y="1702"/>
                      </a:cubicBezTo>
                      <a:cubicBezTo>
                        <a:pt x="7656" y="1513"/>
                        <a:pt x="7814" y="1355"/>
                        <a:pt x="8034" y="1355"/>
                      </a:cubicBezTo>
                      <a:close/>
                      <a:moveTo>
                        <a:pt x="4128" y="2048"/>
                      </a:moveTo>
                      <a:lnTo>
                        <a:pt x="4128" y="4821"/>
                      </a:lnTo>
                      <a:lnTo>
                        <a:pt x="1355" y="4821"/>
                      </a:lnTo>
                      <a:lnTo>
                        <a:pt x="1355" y="2048"/>
                      </a:lnTo>
                      <a:close/>
                      <a:moveTo>
                        <a:pt x="6617" y="2048"/>
                      </a:moveTo>
                      <a:cubicBezTo>
                        <a:pt x="6806" y="2048"/>
                        <a:pt x="6963" y="2206"/>
                        <a:pt x="6963" y="2395"/>
                      </a:cubicBezTo>
                      <a:lnTo>
                        <a:pt x="6963" y="4852"/>
                      </a:lnTo>
                      <a:lnTo>
                        <a:pt x="4821" y="4852"/>
                      </a:lnTo>
                      <a:lnTo>
                        <a:pt x="4821" y="2395"/>
                      </a:lnTo>
                      <a:cubicBezTo>
                        <a:pt x="4821" y="2206"/>
                        <a:pt x="4978" y="2048"/>
                        <a:pt x="5167" y="2048"/>
                      </a:cubicBezTo>
                      <a:close/>
                      <a:moveTo>
                        <a:pt x="10429" y="4127"/>
                      </a:moveTo>
                      <a:lnTo>
                        <a:pt x="10429" y="4852"/>
                      </a:lnTo>
                      <a:lnTo>
                        <a:pt x="7656" y="4852"/>
                      </a:lnTo>
                      <a:lnTo>
                        <a:pt x="7656" y="4127"/>
                      </a:lnTo>
                      <a:close/>
                      <a:moveTo>
                        <a:pt x="10775" y="5514"/>
                      </a:moveTo>
                      <a:cubicBezTo>
                        <a:pt x="10964" y="5514"/>
                        <a:pt x="11122" y="5671"/>
                        <a:pt x="11122" y="5860"/>
                      </a:cubicBezTo>
                      <a:lnTo>
                        <a:pt x="11122" y="10744"/>
                      </a:lnTo>
                      <a:cubicBezTo>
                        <a:pt x="11122" y="10964"/>
                        <a:pt x="10964" y="11122"/>
                        <a:pt x="10775" y="11122"/>
                      </a:cubicBezTo>
                      <a:lnTo>
                        <a:pt x="1009" y="11122"/>
                      </a:lnTo>
                      <a:cubicBezTo>
                        <a:pt x="820" y="11122"/>
                        <a:pt x="662" y="10964"/>
                        <a:pt x="662" y="10744"/>
                      </a:cubicBezTo>
                      <a:lnTo>
                        <a:pt x="662" y="5860"/>
                      </a:lnTo>
                      <a:cubicBezTo>
                        <a:pt x="662" y="5671"/>
                        <a:pt x="820" y="5514"/>
                        <a:pt x="1009" y="5514"/>
                      </a:cubicBezTo>
                      <a:close/>
                      <a:moveTo>
                        <a:pt x="1733" y="0"/>
                      </a:moveTo>
                      <a:cubicBezTo>
                        <a:pt x="1135" y="0"/>
                        <a:pt x="694" y="473"/>
                        <a:pt x="694" y="1040"/>
                      </a:cubicBezTo>
                      <a:lnTo>
                        <a:pt x="694" y="4884"/>
                      </a:lnTo>
                      <a:cubicBezTo>
                        <a:pt x="316" y="5041"/>
                        <a:pt x="1" y="5388"/>
                        <a:pt x="1" y="5860"/>
                      </a:cubicBezTo>
                      <a:lnTo>
                        <a:pt x="1" y="10744"/>
                      </a:lnTo>
                      <a:cubicBezTo>
                        <a:pt x="1" y="11342"/>
                        <a:pt x="473" y="11783"/>
                        <a:pt x="1009" y="11783"/>
                      </a:cubicBezTo>
                      <a:lnTo>
                        <a:pt x="10775" y="11783"/>
                      </a:lnTo>
                      <a:cubicBezTo>
                        <a:pt x="11374" y="11783"/>
                        <a:pt x="11815" y="11311"/>
                        <a:pt x="11815" y="10744"/>
                      </a:cubicBezTo>
                      <a:lnTo>
                        <a:pt x="11815" y="5860"/>
                      </a:lnTo>
                      <a:cubicBezTo>
                        <a:pt x="11815" y="5388"/>
                        <a:pt x="11531" y="5010"/>
                        <a:pt x="11122" y="4884"/>
                      </a:cubicBezTo>
                      <a:lnTo>
                        <a:pt x="11122" y="1702"/>
                      </a:lnTo>
                      <a:cubicBezTo>
                        <a:pt x="11122" y="1103"/>
                        <a:pt x="10649" y="662"/>
                        <a:pt x="10114" y="662"/>
                      </a:cubicBezTo>
                      <a:lnTo>
                        <a:pt x="8034" y="662"/>
                      </a:lnTo>
                      <a:cubicBezTo>
                        <a:pt x="7530" y="662"/>
                        <a:pt x="7152" y="977"/>
                        <a:pt x="7026" y="1418"/>
                      </a:cubicBezTo>
                      <a:cubicBezTo>
                        <a:pt x="6932" y="1387"/>
                        <a:pt x="6806" y="1355"/>
                        <a:pt x="6648" y="1355"/>
                      </a:cubicBezTo>
                      <a:lnTo>
                        <a:pt x="5230" y="1355"/>
                      </a:lnTo>
                      <a:cubicBezTo>
                        <a:pt x="5104" y="1355"/>
                        <a:pt x="4978" y="1387"/>
                        <a:pt x="4884" y="1418"/>
                      </a:cubicBezTo>
                      <a:lnTo>
                        <a:pt x="4884" y="1040"/>
                      </a:lnTo>
                      <a:cubicBezTo>
                        <a:pt x="4884" y="441"/>
                        <a:pt x="4380" y="0"/>
                        <a:pt x="38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1" name="Google Shape;9198;p73">
                  <a:extLst>
                    <a:ext uri="{FF2B5EF4-FFF2-40B4-BE49-F238E27FC236}">
                      <a16:creationId xmlns:a16="http://schemas.microsoft.com/office/drawing/2014/main" id="{9D0919B2-F457-A7D1-B1E8-885BFC2D8245}"/>
                    </a:ext>
                  </a:extLst>
                </p:cNvPr>
                <p:cNvSpPr/>
                <p:nvPr/>
              </p:nvSpPr>
              <p:spPr>
                <a:xfrm>
                  <a:off x="6218550" y="2456200"/>
                  <a:ext cx="1221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049" extrusionOk="0">
                      <a:moveTo>
                        <a:pt x="3844" y="725"/>
                      </a:moveTo>
                      <a:cubicBezTo>
                        <a:pt x="4033" y="725"/>
                        <a:pt x="4190" y="882"/>
                        <a:pt x="4190" y="1071"/>
                      </a:cubicBezTo>
                      <a:cubicBezTo>
                        <a:pt x="4190" y="1260"/>
                        <a:pt x="4033" y="1418"/>
                        <a:pt x="3844" y="1418"/>
                      </a:cubicBezTo>
                      <a:lnTo>
                        <a:pt x="1008" y="1418"/>
                      </a:lnTo>
                      <a:cubicBezTo>
                        <a:pt x="819" y="1418"/>
                        <a:pt x="662" y="1260"/>
                        <a:pt x="662" y="1071"/>
                      </a:cubicBezTo>
                      <a:cubicBezTo>
                        <a:pt x="662" y="882"/>
                        <a:pt x="819" y="725"/>
                        <a:pt x="1008" y="725"/>
                      </a:cubicBezTo>
                      <a:close/>
                      <a:moveTo>
                        <a:pt x="1008" y="0"/>
                      </a:moveTo>
                      <a:cubicBezTo>
                        <a:pt x="410" y="0"/>
                        <a:pt x="0" y="473"/>
                        <a:pt x="0" y="1040"/>
                      </a:cubicBezTo>
                      <a:cubicBezTo>
                        <a:pt x="0" y="1639"/>
                        <a:pt x="473" y="2048"/>
                        <a:pt x="1008" y="2048"/>
                      </a:cubicBezTo>
                      <a:lnTo>
                        <a:pt x="3844" y="2048"/>
                      </a:lnTo>
                      <a:cubicBezTo>
                        <a:pt x="4442" y="2048"/>
                        <a:pt x="4883" y="1576"/>
                        <a:pt x="4883" y="1040"/>
                      </a:cubicBezTo>
                      <a:cubicBezTo>
                        <a:pt x="4852" y="473"/>
                        <a:pt x="4411" y="0"/>
                        <a:pt x="38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2" name="Google Shape;9199;p73">
                  <a:extLst>
                    <a:ext uri="{FF2B5EF4-FFF2-40B4-BE49-F238E27FC236}">
                      <a16:creationId xmlns:a16="http://schemas.microsoft.com/office/drawing/2014/main" id="{8401C5CE-1D05-4067-3756-C02C95CEACF3}"/>
                    </a:ext>
                  </a:extLst>
                </p:cNvPr>
                <p:cNvSpPr/>
                <p:nvPr/>
              </p:nvSpPr>
              <p:spPr>
                <a:xfrm>
                  <a:off x="6340625" y="2353025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1040" y="725"/>
                      </a:lnTo>
                      <a:cubicBezTo>
                        <a:pt x="1261" y="725"/>
                        <a:pt x="1418" y="567"/>
                        <a:pt x="1418" y="347"/>
                      </a:cubicBezTo>
                      <a:cubicBezTo>
                        <a:pt x="1355" y="158"/>
                        <a:pt x="1198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3" name="Google Shape;9200;p73">
                  <a:extLst>
                    <a:ext uri="{FF2B5EF4-FFF2-40B4-BE49-F238E27FC236}">
                      <a16:creationId xmlns:a16="http://schemas.microsoft.com/office/drawing/2014/main" id="{857908A3-309F-6083-EC61-E82E8EE4DDE8}"/>
                    </a:ext>
                  </a:extLst>
                </p:cNvPr>
                <p:cNvSpPr/>
                <p:nvPr/>
              </p:nvSpPr>
              <p:spPr>
                <a:xfrm>
                  <a:off x="6183100" y="2369550"/>
                  <a:ext cx="354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lnTo>
                        <a:pt x="1040" y="725"/>
                      </a:lnTo>
                      <a:cubicBezTo>
                        <a:pt x="1261" y="725"/>
                        <a:pt x="1418" y="568"/>
                        <a:pt x="1418" y="379"/>
                      </a:cubicBezTo>
                      <a:cubicBezTo>
                        <a:pt x="1418" y="158"/>
                        <a:pt x="1261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89" name="Google Shape;9201;p73">
                <a:extLst>
                  <a:ext uri="{FF2B5EF4-FFF2-40B4-BE49-F238E27FC236}">
                    <a16:creationId xmlns:a16="http://schemas.microsoft.com/office/drawing/2014/main" id="{1387A87B-73CA-352A-F258-948A7F29DBE4}"/>
                  </a:ext>
                </a:extLst>
              </p:cNvPr>
              <p:cNvGrpSpPr/>
              <p:nvPr/>
            </p:nvGrpSpPr>
            <p:grpSpPr>
              <a:xfrm>
                <a:off x="2036574" y="1687877"/>
                <a:ext cx="503276" cy="500612"/>
                <a:chOff x="1412450" y="1954475"/>
                <a:chExt cx="297750" cy="296175"/>
              </a:xfrm>
              <a:grpFill/>
            </p:grpSpPr>
            <p:sp>
              <p:nvSpPr>
                <p:cNvPr id="17798" name="Google Shape;9202;p73">
                  <a:extLst>
                    <a:ext uri="{FF2B5EF4-FFF2-40B4-BE49-F238E27FC236}">
                      <a16:creationId xmlns:a16="http://schemas.microsoft.com/office/drawing/2014/main" id="{F7E0F87E-81C1-811A-8898-60478222D4AA}"/>
                    </a:ext>
                  </a:extLst>
                </p:cNvPr>
                <p:cNvSpPr/>
                <p:nvPr/>
              </p:nvSpPr>
              <p:spPr>
                <a:xfrm>
                  <a:off x="1483350" y="2023800"/>
                  <a:ext cx="155975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39" h="6239" extrusionOk="0">
                      <a:moveTo>
                        <a:pt x="3119" y="2079"/>
                      </a:moveTo>
                      <a:cubicBezTo>
                        <a:pt x="3529" y="2079"/>
                        <a:pt x="3844" y="2395"/>
                        <a:pt x="3844" y="2773"/>
                      </a:cubicBezTo>
                      <a:cubicBezTo>
                        <a:pt x="3844" y="3182"/>
                        <a:pt x="3529" y="3497"/>
                        <a:pt x="3119" y="3497"/>
                      </a:cubicBezTo>
                      <a:cubicBezTo>
                        <a:pt x="2741" y="3497"/>
                        <a:pt x="2426" y="3182"/>
                        <a:pt x="2426" y="2773"/>
                      </a:cubicBezTo>
                      <a:cubicBezTo>
                        <a:pt x="2426" y="2395"/>
                        <a:pt x="2741" y="2079"/>
                        <a:pt x="3119" y="2079"/>
                      </a:cubicBezTo>
                      <a:close/>
                      <a:moveTo>
                        <a:pt x="3119" y="725"/>
                      </a:moveTo>
                      <a:cubicBezTo>
                        <a:pt x="4474" y="725"/>
                        <a:pt x="5577" y="1827"/>
                        <a:pt x="5577" y="3182"/>
                      </a:cubicBezTo>
                      <a:cubicBezTo>
                        <a:pt x="5577" y="3686"/>
                        <a:pt x="5388" y="4159"/>
                        <a:pt x="5136" y="4537"/>
                      </a:cubicBezTo>
                      <a:cubicBezTo>
                        <a:pt x="4884" y="4190"/>
                        <a:pt x="4537" y="3907"/>
                        <a:pt x="4191" y="3718"/>
                      </a:cubicBezTo>
                      <a:cubicBezTo>
                        <a:pt x="4411" y="3497"/>
                        <a:pt x="4537" y="3182"/>
                        <a:pt x="4537" y="2804"/>
                      </a:cubicBezTo>
                      <a:cubicBezTo>
                        <a:pt x="4537" y="2079"/>
                        <a:pt x="3907" y="1449"/>
                        <a:pt x="3151" y="1449"/>
                      </a:cubicBezTo>
                      <a:cubicBezTo>
                        <a:pt x="2426" y="1449"/>
                        <a:pt x="1796" y="2079"/>
                        <a:pt x="1796" y="2804"/>
                      </a:cubicBezTo>
                      <a:cubicBezTo>
                        <a:pt x="1796" y="3182"/>
                        <a:pt x="1891" y="3497"/>
                        <a:pt x="2143" y="3718"/>
                      </a:cubicBezTo>
                      <a:cubicBezTo>
                        <a:pt x="1733" y="3907"/>
                        <a:pt x="1418" y="4190"/>
                        <a:pt x="1198" y="4537"/>
                      </a:cubicBezTo>
                      <a:cubicBezTo>
                        <a:pt x="914" y="4159"/>
                        <a:pt x="756" y="3686"/>
                        <a:pt x="756" y="3182"/>
                      </a:cubicBezTo>
                      <a:cubicBezTo>
                        <a:pt x="662" y="1796"/>
                        <a:pt x="1796" y="725"/>
                        <a:pt x="3119" y="725"/>
                      </a:cubicBezTo>
                      <a:close/>
                      <a:moveTo>
                        <a:pt x="3119" y="4190"/>
                      </a:moveTo>
                      <a:cubicBezTo>
                        <a:pt x="3749" y="4190"/>
                        <a:pt x="4317" y="4505"/>
                        <a:pt x="4632" y="5041"/>
                      </a:cubicBezTo>
                      <a:cubicBezTo>
                        <a:pt x="4222" y="5387"/>
                        <a:pt x="3686" y="5577"/>
                        <a:pt x="3119" y="5577"/>
                      </a:cubicBezTo>
                      <a:cubicBezTo>
                        <a:pt x="2584" y="5577"/>
                        <a:pt x="2017" y="5387"/>
                        <a:pt x="1639" y="5041"/>
                      </a:cubicBezTo>
                      <a:cubicBezTo>
                        <a:pt x="1954" y="4505"/>
                        <a:pt x="2489" y="4190"/>
                        <a:pt x="3119" y="4190"/>
                      </a:cubicBezTo>
                      <a:close/>
                      <a:moveTo>
                        <a:pt x="3119" y="0"/>
                      </a:moveTo>
                      <a:cubicBezTo>
                        <a:pt x="1387" y="0"/>
                        <a:pt x="0" y="1418"/>
                        <a:pt x="0" y="3119"/>
                      </a:cubicBezTo>
                      <a:cubicBezTo>
                        <a:pt x="0" y="4852"/>
                        <a:pt x="1387" y="6238"/>
                        <a:pt x="3119" y="6238"/>
                      </a:cubicBezTo>
                      <a:cubicBezTo>
                        <a:pt x="4852" y="6238"/>
                        <a:pt x="6238" y="4820"/>
                        <a:pt x="6238" y="3119"/>
                      </a:cubicBezTo>
                      <a:cubicBezTo>
                        <a:pt x="6238" y="1386"/>
                        <a:pt x="4821" y="0"/>
                        <a:pt x="31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9" name="Google Shape;9203;p73">
                  <a:extLst>
                    <a:ext uri="{FF2B5EF4-FFF2-40B4-BE49-F238E27FC236}">
                      <a16:creationId xmlns:a16="http://schemas.microsoft.com/office/drawing/2014/main" id="{C96C9B9A-ABD3-5E2A-FF8B-7DDB43400319}"/>
                    </a:ext>
                  </a:extLst>
                </p:cNvPr>
                <p:cNvSpPr/>
                <p:nvPr/>
              </p:nvSpPr>
              <p:spPr>
                <a:xfrm>
                  <a:off x="1412450" y="1954475"/>
                  <a:ext cx="297750" cy="29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11847" extrusionOk="0">
                      <a:moveTo>
                        <a:pt x="6365" y="662"/>
                      </a:moveTo>
                      <a:lnTo>
                        <a:pt x="6522" y="1513"/>
                      </a:lnTo>
                      <a:cubicBezTo>
                        <a:pt x="6554" y="1702"/>
                        <a:pt x="6617" y="1765"/>
                        <a:pt x="6774" y="1797"/>
                      </a:cubicBezTo>
                      <a:cubicBezTo>
                        <a:pt x="7342" y="1923"/>
                        <a:pt x="7814" y="2112"/>
                        <a:pt x="8287" y="2427"/>
                      </a:cubicBezTo>
                      <a:cubicBezTo>
                        <a:pt x="8350" y="2474"/>
                        <a:pt x="8421" y="2498"/>
                        <a:pt x="8488" y="2498"/>
                      </a:cubicBezTo>
                      <a:cubicBezTo>
                        <a:pt x="8554" y="2498"/>
                        <a:pt x="8618" y="2474"/>
                        <a:pt x="8665" y="2427"/>
                      </a:cubicBezTo>
                      <a:lnTo>
                        <a:pt x="9389" y="1923"/>
                      </a:lnTo>
                      <a:lnTo>
                        <a:pt x="9925" y="2490"/>
                      </a:lnTo>
                      <a:lnTo>
                        <a:pt x="9421" y="3183"/>
                      </a:lnTo>
                      <a:cubicBezTo>
                        <a:pt x="9358" y="3309"/>
                        <a:pt x="9358" y="3466"/>
                        <a:pt x="9421" y="3592"/>
                      </a:cubicBezTo>
                      <a:cubicBezTo>
                        <a:pt x="9736" y="4065"/>
                        <a:pt x="9925" y="4537"/>
                        <a:pt x="10051" y="5073"/>
                      </a:cubicBezTo>
                      <a:cubicBezTo>
                        <a:pt x="10082" y="5231"/>
                        <a:pt x="10209" y="5294"/>
                        <a:pt x="10335" y="5357"/>
                      </a:cubicBezTo>
                      <a:lnTo>
                        <a:pt x="11185" y="5514"/>
                      </a:lnTo>
                      <a:lnTo>
                        <a:pt x="11185" y="6302"/>
                      </a:lnTo>
                      <a:lnTo>
                        <a:pt x="10335" y="6459"/>
                      </a:lnTo>
                      <a:cubicBezTo>
                        <a:pt x="10177" y="6491"/>
                        <a:pt x="10082" y="6585"/>
                        <a:pt x="10051" y="6743"/>
                      </a:cubicBezTo>
                      <a:cubicBezTo>
                        <a:pt x="9925" y="7278"/>
                        <a:pt x="9736" y="7751"/>
                        <a:pt x="9421" y="8224"/>
                      </a:cubicBezTo>
                      <a:cubicBezTo>
                        <a:pt x="9358" y="8350"/>
                        <a:pt x="9358" y="8507"/>
                        <a:pt x="9421" y="8633"/>
                      </a:cubicBezTo>
                      <a:lnTo>
                        <a:pt x="9925" y="9326"/>
                      </a:lnTo>
                      <a:lnTo>
                        <a:pt x="9389" y="9893"/>
                      </a:lnTo>
                      <a:lnTo>
                        <a:pt x="8665" y="9358"/>
                      </a:lnTo>
                      <a:cubicBezTo>
                        <a:pt x="8618" y="9326"/>
                        <a:pt x="8554" y="9310"/>
                        <a:pt x="8488" y="9310"/>
                      </a:cubicBezTo>
                      <a:cubicBezTo>
                        <a:pt x="8421" y="9310"/>
                        <a:pt x="8350" y="9326"/>
                        <a:pt x="8287" y="9358"/>
                      </a:cubicBezTo>
                      <a:cubicBezTo>
                        <a:pt x="7814" y="9673"/>
                        <a:pt x="7342" y="9893"/>
                        <a:pt x="6774" y="9988"/>
                      </a:cubicBezTo>
                      <a:cubicBezTo>
                        <a:pt x="6617" y="10051"/>
                        <a:pt x="6554" y="10145"/>
                        <a:pt x="6522" y="10271"/>
                      </a:cubicBezTo>
                      <a:lnTo>
                        <a:pt x="6365" y="11153"/>
                      </a:lnTo>
                      <a:lnTo>
                        <a:pt x="5577" y="11153"/>
                      </a:lnTo>
                      <a:lnTo>
                        <a:pt x="5420" y="10271"/>
                      </a:lnTo>
                      <a:cubicBezTo>
                        <a:pt x="5357" y="10114"/>
                        <a:pt x="5294" y="10051"/>
                        <a:pt x="5136" y="9988"/>
                      </a:cubicBezTo>
                      <a:cubicBezTo>
                        <a:pt x="4569" y="9893"/>
                        <a:pt x="4097" y="9673"/>
                        <a:pt x="3624" y="9358"/>
                      </a:cubicBezTo>
                      <a:cubicBezTo>
                        <a:pt x="3561" y="9326"/>
                        <a:pt x="3498" y="9310"/>
                        <a:pt x="3435" y="9310"/>
                      </a:cubicBezTo>
                      <a:cubicBezTo>
                        <a:pt x="3372" y="9310"/>
                        <a:pt x="3309" y="9326"/>
                        <a:pt x="3246" y="9358"/>
                      </a:cubicBezTo>
                      <a:lnTo>
                        <a:pt x="2521" y="9893"/>
                      </a:lnTo>
                      <a:lnTo>
                        <a:pt x="1986" y="9326"/>
                      </a:lnTo>
                      <a:lnTo>
                        <a:pt x="2490" y="8633"/>
                      </a:lnTo>
                      <a:cubicBezTo>
                        <a:pt x="2584" y="8507"/>
                        <a:pt x="2584" y="8350"/>
                        <a:pt x="2490" y="8224"/>
                      </a:cubicBezTo>
                      <a:cubicBezTo>
                        <a:pt x="2175" y="7751"/>
                        <a:pt x="1986" y="7278"/>
                        <a:pt x="1860" y="6743"/>
                      </a:cubicBezTo>
                      <a:cubicBezTo>
                        <a:pt x="1828" y="6585"/>
                        <a:pt x="1702" y="6491"/>
                        <a:pt x="1576" y="6459"/>
                      </a:cubicBezTo>
                      <a:lnTo>
                        <a:pt x="726" y="6302"/>
                      </a:lnTo>
                      <a:lnTo>
                        <a:pt x="726" y="5514"/>
                      </a:lnTo>
                      <a:lnTo>
                        <a:pt x="1576" y="5357"/>
                      </a:lnTo>
                      <a:cubicBezTo>
                        <a:pt x="1734" y="5325"/>
                        <a:pt x="1828" y="5231"/>
                        <a:pt x="1860" y="5073"/>
                      </a:cubicBezTo>
                      <a:cubicBezTo>
                        <a:pt x="1986" y="4506"/>
                        <a:pt x="2175" y="4065"/>
                        <a:pt x="2490" y="3592"/>
                      </a:cubicBezTo>
                      <a:cubicBezTo>
                        <a:pt x="2584" y="3466"/>
                        <a:pt x="2584" y="3309"/>
                        <a:pt x="2490" y="3183"/>
                      </a:cubicBezTo>
                      <a:lnTo>
                        <a:pt x="1986" y="2490"/>
                      </a:lnTo>
                      <a:lnTo>
                        <a:pt x="2521" y="1923"/>
                      </a:lnTo>
                      <a:lnTo>
                        <a:pt x="3246" y="2427"/>
                      </a:lnTo>
                      <a:cubicBezTo>
                        <a:pt x="3309" y="2474"/>
                        <a:pt x="3372" y="2498"/>
                        <a:pt x="3435" y="2498"/>
                      </a:cubicBezTo>
                      <a:cubicBezTo>
                        <a:pt x="3498" y="2498"/>
                        <a:pt x="3561" y="2474"/>
                        <a:pt x="3624" y="2427"/>
                      </a:cubicBezTo>
                      <a:cubicBezTo>
                        <a:pt x="4097" y="2112"/>
                        <a:pt x="4569" y="1923"/>
                        <a:pt x="5136" y="1797"/>
                      </a:cubicBezTo>
                      <a:cubicBezTo>
                        <a:pt x="5294" y="1765"/>
                        <a:pt x="5357" y="1639"/>
                        <a:pt x="5420" y="1513"/>
                      </a:cubicBezTo>
                      <a:lnTo>
                        <a:pt x="5577" y="662"/>
                      </a:lnTo>
                      <a:close/>
                      <a:moveTo>
                        <a:pt x="5262" y="1"/>
                      </a:moveTo>
                      <a:cubicBezTo>
                        <a:pt x="5073" y="1"/>
                        <a:pt x="4916" y="127"/>
                        <a:pt x="4884" y="284"/>
                      </a:cubicBezTo>
                      <a:lnTo>
                        <a:pt x="4727" y="1166"/>
                      </a:lnTo>
                      <a:cubicBezTo>
                        <a:pt x="4254" y="1292"/>
                        <a:pt x="3813" y="1481"/>
                        <a:pt x="3435" y="1734"/>
                      </a:cubicBezTo>
                      <a:lnTo>
                        <a:pt x="2679" y="1229"/>
                      </a:lnTo>
                      <a:cubicBezTo>
                        <a:pt x="2610" y="1174"/>
                        <a:pt x="2541" y="1149"/>
                        <a:pt x="2474" y="1149"/>
                      </a:cubicBezTo>
                      <a:cubicBezTo>
                        <a:pt x="2389" y="1149"/>
                        <a:pt x="2309" y="1190"/>
                        <a:pt x="2238" y="1261"/>
                      </a:cubicBezTo>
                      <a:lnTo>
                        <a:pt x="1261" y="2238"/>
                      </a:lnTo>
                      <a:cubicBezTo>
                        <a:pt x="1135" y="2364"/>
                        <a:pt x="1135" y="2553"/>
                        <a:pt x="1230" y="2679"/>
                      </a:cubicBezTo>
                      <a:lnTo>
                        <a:pt x="1734" y="3435"/>
                      </a:lnTo>
                      <a:cubicBezTo>
                        <a:pt x="1513" y="3813"/>
                        <a:pt x="1324" y="4254"/>
                        <a:pt x="1198" y="4726"/>
                      </a:cubicBezTo>
                      <a:lnTo>
                        <a:pt x="284" y="4884"/>
                      </a:lnTo>
                      <a:cubicBezTo>
                        <a:pt x="127" y="4915"/>
                        <a:pt x="1" y="5042"/>
                        <a:pt x="1" y="5231"/>
                      </a:cubicBezTo>
                      <a:lnTo>
                        <a:pt x="1" y="6617"/>
                      </a:lnTo>
                      <a:cubicBezTo>
                        <a:pt x="64" y="6774"/>
                        <a:pt x="158" y="6932"/>
                        <a:pt x="316" y="6963"/>
                      </a:cubicBezTo>
                      <a:lnTo>
                        <a:pt x="1230" y="7121"/>
                      </a:lnTo>
                      <a:cubicBezTo>
                        <a:pt x="1356" y="7593"/>
                        <a:pt x="1545" y="8034"/>
                        <a:pt x="1797" y="8413"/>
                      </a:cubicBezTo>
                      <a:lnTo>
                        <a:pt x="1261" y="9169"/>
                      </a:lnTo>
                      <a:cubicBezTo>
                        <a:pt x="1167" y="9295"/>
                        <a:pt x="1198" y="9484"/>
                        <a:pt x="1324" y="9610"/>
                      </a:cubicBezTo>
                      <a:lnTo>
                        <a:pt x="2301" y="10586"/>
                      </a:lnTo>
                      <a:cubicBezTo>
                        <a:pt x="2368" y="10654"/>
                        <a:pt x="2454" y="10685"/>
                        <a:pt x="2533" y="10685"/>
                      </a:cubicBezTo>
                      <a:cubicBezTo>
                        <a:pt x="2602" y="10685"/>
                        <a:pt x="2666" y="10662"/>
                        <a:pt x="2710" y="10618"/>
                      </a:cubicBezTo>
                      <a:lnTo>
                        <a:pt x="3466" y="10114"/>
                      </a:lnTo>
                      <a:cubicBezTo>
                        <a:pt x="3876" y="10366"/>
                        <a:pt x="4286" y="10555"/>
                        <a:pt x="4790" y="10681"/>
                      </a:cubicBezTo>
                      <a:lnTo>
                        <a:pt x="4947" y="11563"/>
                      </a:lnTo>
                      <a:cubicBezTo>
                        <a:pt x="4979" y="11721"/>
                        <a:pt x="5105" y="11847"/>
                        <a:pt x="5294" y="11847"/>
                      </a:cubicBezTo>
                      <a:lnTo>
                        <a:pt x="6680" y="11847"/>
                      </a:lnTo>
                      <a:cubicBezTo>
                        <a:pt x="6837" y="11847"/>
                        <a:pt x="6995" y="11721"/>
                        <a:pt x="7027" y="11563"/>
                      </a:cubicBezTo>
                      <a:lnTo>
                        <a:pt x="7184" y="10681"/>
                      </a:lnTo>
                      <a:cubicBezTo>
                        <a:pt x="7657" y="10555"/>
                        <a:pt x="8098" y="10366"/>
                        <a:pt x="8476" y="10114"/>
                      </a:cubicBezTo>
                      <a:lnTo>
                        <a:pt x="9232" y="10618"/>
                      </a:lnTo>
                      <a:cubicBezTo>
                        <a:pt x="9301" y="10673"/>
                        <a:pt x="9370" y="10698"/>
                        <a:pt x="9436" y="10698"/>
                      </a:cubicBezTo>
                      <a:cubicBezTo>
                        <a:pt x="9521" y="10698"/>
                        <a:pt x="9602" y="10657"/>
                        <a:pt x="9673" y="10586"/>
                      </a:cubicBezTo>
                      <a:lnTo>
                        <a:pt x="10650" y="9610"/>
                      </a:lnTo>
                      <a:cubicBezTo>
                        <a:pt x="10776" y="9484"/>
                        <a:pt x="10776" y="9295"/>
                        <a:pt x="10681" y="9169"/>
                      </a:cubicBezTo>
                      <a:lnTo>
                        <a:pt x="10177" y="8413"/>
                      </a:lnTo>
                      <a:cubicBezTo>
                        <a:pt x="10398" y="8034"/>
                        <a:pt x="10618" y="7593"/>
                        <a:pt x="10713" y="7121"/>
                      </a:cubicBezTo>
                      <a:lnTo>
                        <a:pt x="11626" y="6963"/>
                      </a:lnTo>
                      <a:cubicBezTo>
                        <a:pt x="11784" y="6932"/>
                        <a:pt x="11910" y="6806"/>
                        <a:pt x="11910" y="6617"/>
                      </a:cubicBezTo>
                      <a:lnTo>
                        <a:pt x="11910" y="5231"/>
                      </a:lnTo>
                      <a:cubicBezTo>
                        <a:pt x="11910" y="5073"/>
                        <a:pt x="11784" y="4915"/>
                        <a:pt x="11626" y="4884"/>
                      </a:cubicBezTo>
                      <a:lnTo>
                        <a:pt x="10713" y="4726"/>
                      </a:lnTo>
                      <a:cubicBezTo>
                        <a:pt x="10618" y="4254"/>
                        <a:pt x="10398" y="3813"/>
                        <a:pt x="10177" y="3403"/>
                      </a:cubicBezTo>
                      <a:lnTo>
                        <a:pt x="10681" y="2679"/>
                      </a:lnTo>
                      <a:cubicBezTo>
                        <a:pt x="10807" y="2553"/>
                        <a:pt x="10776" y="2364"/>
                        <a:pt x="10650" y="2238"/>
                      </a:cubicBezTo>
                      <a:lnTo>
                        <a:pt x="9673" y="1261"/>
                      </a:lnTo>
                      <a:cubicBezTo>
                        <a:pt x="9605" y="1193"/>
                        <a:pt x="9520" y="1162"/>
                        <a:pt x="9435" y="1162"/>
                      </a:cubicBezTo>
                      <a:cubicBezTo>
                        <a:pt x="9362" y="1162"/>
                        <a:pt x="9290" y="1186"/>
                        <a:pt x="9232" y="1229"/>
                      </a:cubicBezTo>
                      <a:lnTo>
                        <a:pt x="8476" y="1734"/>
                      </a:lnTo>
                      <a:cubicBezTo>
                        <a:pt x="8098" y="1481"/>
                        <a:pt x="7657" y="1292"/>
                        <a:pt x="7184" y="1166"/>
                      </a:cubicBezTo>
                      <a:lnTo>
                        <a:pt x="6995" y="284"/>
                      </a:lnTo>
                      <a:cubicBezTo>
                        <a:pt x="6932" y="127"/>
                        <a:pt x="6837" y="1"/>
                        <a:pt x="661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90" name="Google Shape;9204;p73">
                <a:extLst>
                  <a:ext uri="{FF2B5EF4-FFF2-40B4-BE49-F238E27FC236}">
                    <a16:creationId xmlns:a16="http://schemas.microsoft.com/office/drawing/2014/main" id="{900A24A2-F68C-BF82-E986-CDC53962C43F}"/>
                  </a:ext>
                </a:extLst>
              </p:cNvPr>
              <p:cNvSpPr/>
              <p:nvPr/>
            </p:nvSpPr>
            <p:spPr>
              <a:xfrm>
                <a:off x="2038541" y="2283625"/>
                <a:ext cx="499303" cy="495289"/>
              </a:xfrm>
              <a:custGeom>
                <a:avLst/>
                <a:gdLst/>
                <a:ahLst/>
                <a:cxnLst/>
                <a:rect l="l" t="t" r="r" b="b"/>
                <a:pathLst>
                  <a:path w="11816" h="11721" extrusionOk="0">
                    <a:moveTo>
                      <a:pt x="2395" y="631"/>
                    </a:moveTo>
                    <a:cubicBezTo>
                      <a:pt x="2584" y="631"/>
                      <a:pt x="2742" y="789"/>
                      <a:pt x="2742" y="978"/>
                    </a:cubicBezTo>
                    <a:cubicBezTo>
                      <a:pt x="2742" y="1167"/>
                      <a:pt x="2584" y="1324"/>
                      <a:pt x="2395" y="1324"/>
                    </a:cubicBezTo>
                    <a:lnTo>
                      <a:pt x="1009" y="1324"/>
                    </a:lnTo>
                    <a:cubicBezTo>
                      <a:pt x="820" y="1324"/>
                      <a:pt x="663" y="1167"/>
                      <a:pt x="663" y="978"/>
                    </a:cubicBezTo>
                    <a:cubicBezTo>
                      <a:pt x="663" y="789"/>
                      <a:pt x="820" y="631"/>
                      <a:pt x="1009" y="631"/>
                    </a:cubicBezTo>
                    <a:close/>
                    <a:moveTo>
                      <a:pt x="6554" y="631"/>
                    </a:moveTo>
                    <a:cubicBezTo>
                      <a:pt x="6774" y="631"/>
                      <a:pt x="6932" y="789"/>
                      <a:pt x="6932" y="978"/>
                    </a:cubicBezTo>
                    <a:cubicBezTo>
                      <a:pt x="6932" y="1167"/>
                      <a:pt x="6774" y="1324"/>
                      <a:pt x="6554" y="1324"/>
                    </a:cubicBezTo>
                    <a:lnTo>
                      <a:pt x="5199" y="1324"/>
                    </a:lnTo>
                    <a:cubicBezTo>
                      <a:pt x="4979" y="1324"/>
                      <a:pt x="4821" y="1167"/>
                      <a:pt x="4821" y="978"/>
                    </a:cubicBezTo>
                    <a:cubicBezTo>
                      <a:pt x="4821" y="789"/>
                      <a:pt x="4979" y="631"/>
                      <a:pt x="5199" y="631"/>
                    </a:cubicBezTo>
                    <a:close/>
                    <a:moveTo>
                      <a:pt x="10776" y="631"/>
                    </a:moveTo>
                    <a:cubicBezTo>
                      <a:pt x="10965" y="631"/>
                      <a:pt x="11122" y="789"/>
                      <a:pt x="11122" y="978"/>
                    </a:cubicBezTo>
                    <a:cubicBezTo>
                      <a:pt x="11122" y="1167"/>
                      <a:pt x="10965" y="1324"/>
                      <a:pt x="10776" y="1324"/>
                    </a:cubicBezTo>
                    <a:lnTo>
                      <a:pt x="9389" y="1324"/>
                    </a:lnTo>
                    <a:cubicBezTo>
                      <a:pt x="9200" y="1324"/>
                      <a:pt x="9043" y="1167"/>
                      <a:pt x="9043" y="978"/>
                    </a:cubicBezTo>
                    <a:cubicBezTo>
                      <a:pt x="9043" y="789"/>
                      <a:pt x="9200" y="631"/>
                      <a:pt x="9389" y="631"/>
                    </a:cubicBezTo>
                    <a:close/>
                    <a:moveTo>
                      <a:pt x="7279" y="4790"/>
                    </a:moveTo>
                    <a:cubicBezTo>
                      <a:pt x="7468" y="4790"/>
                      <a:pt x="7625" y="4947"/>
                      <a:pt x="7625" y="5136"/>
                    </a:cubicBezTo>
                    <a:lnTo>
                      <a:pt x="7625" y="6554"/>
                    </a:lnTo>
                    <a:cubicBezTo>
                      <a:pt x="7625" y="6775"/>
                      <a:pt x="7468" y="6932"/>
                      <a:pt x="7279" y="6932"/>
                    </a:cubicBezTo>
                    <a:lnTo>
                      <a:pt x="4506" y="6932"/>
                    </a:lnTo>
                    <a:cubicBezTo>
                      <a:pt x="4317" y="6932"/>
                      <a:pt x="4160" y="6775"/>
                      <a:pt x="4160" y="6554"/>
                    </a:cubicBezTo>
                    <a:lnTo>
                      <a:pt x="4160" y="5136"/>
                    </a:lnTo>
                    <a:cubicBezTo>
                      <a:pt x="4160" y="4947"/>
                      <a:pt x="4317" y="4790"/>
                      <a:pt x="4506" y="4790"/>
                    </a:cubicBezTo>
                    <a:close/>
                    <a:moveTo>
                      <a:pt x="2395" y="10398"/>
                    </a:moveTo>
                    <a:cubicBezTo>
                      <a:pt x="2584" y="10398"/>
                      <a:pt x="2742" y="10555"/>
                      <a:pt x="2742" y="10744"/>
                    </a:cubicBezTo>
                    <a:cubicBezTo>
                      <a:pt x="2742" y="10933"/>
                      <a:pt x="2584" y="11091"/>
                      <a:pt x="2395" y="11091"/>
                    </a:cubicBezTo>
                    <a:lnTo>
                      <a:pt x="1009" y="11091"/>
                    </a:lnTo>
                    <a:cubicBezTo>
                      <a:pt x="820" y="11091"/>
                      <a:pt x="663" y="10933"/>
                      <a:pt x="663" y="10744"/>
                    </a:cubicBezTo>
                    <a:cubicBezTo>
                      <a:pt x="663" y="10555"/>
                      <a:pt x="820" y="10398"/>
                      <a:pt x="1009" y="10398"/>
                    </a:cubicBezTo>
                    <a:close/>
                    <a:moveTo>
                      <a:pt x="6585" y="10398"/>
                    </a:moveTo>
                    <a:cubicBezTo>
                      <a:pt x="6806" y="10398"/>
                      <a:pt x="6964" y="10555"/>
                      <a:pt x="6964" y="10744"/>
                    </a:cubicBezTo>
                    <a:cubicBezTo>
                      <a:pt x="6964" y="10933"/>
                      <a:pt x="6806" y="11091"/>
                      <a:pt x="6585" y="11091"/>
                    </a:cubicBezTo>
                    <a:lnTo>
                      <a:pt x="5231" y="11091"/>
                    </a:lnTo>
                    <a:cubicBezTo>
                      <a:pt x="5010" y="11091"/>
                      <a:pt x="4853" y="10933"/>
                      <a:pt x="4853" y="10744"/>
                    </a:cubicBezTo>
                    <a:cubicBezTo>
                      <a:pt x="4853" y="10555"/>
                      <a:pt x="5010" y="10398"/>
                      <a:pt x="5231" y="10398"/>
                    </a:cubicBezTo>
                    <a:close/>
                    <a:moveTo>
                      <a:pt x="10776" y="10398"/>
                    </a:moveTo>
                    <a:cubicBezTo>
                      <a:pt x="10965" y="10398"/>
                      <a:pt x="11122" y="10555"/>
                      <a:pt x="11122" y="10744"/>
                    </a:cubicBezTo>
                    <a:cubicBezTo>
                      <a:pt x="11122" y="10933"/>
                      <a:pt x="10965" y="11091"/>
                      <a:pt x="10776" y="11091"/>
                    </a:cubicBezTo>
                    <a:lnTo>
                      <a:pt x="9389" y="11091"/>
                    </a:lnTo>
                    <a:cubicBezTo>
                      <a:pt x="9200" y="11091"/>
                      <a:pt x="9043" y="10933"/>
                      <a:pt x="9043" y="10744"/>
                    </a:cubicBezTo>
                    <a:cubicBezTo>
                      <a:pt x="9043" y="10555"/>
                      <a:pt x="9200" y="10398"/>
                      <a:pt x="9389" y="10398"/>
                    </a:cubicBezTo>
                    <a:close/>
                    <a:moveTo>
                      <a:pt x="1009" y="1"/>
                    </a:moveTo>
                    <a:cubicBezTo>
                      <a:pt x="410" y="1"/>
                      <a:pt x="1" y="474"/>
                      <a:pt x="1" y="1009"/>
                    </a:cubicBezTo>
                    <a:cubicBezTo>
                      <a:pt x="1" y="1608"/>
                      <a:pt x="473" y="2049"/>
                      <a:pt x="1009" y="2049"/>
                    </a:cubicBezTo>
                    <a:lnTo>
                      <a:pt x="1356" y="2049"/>
                    </a:lnTo>
                    <a:lnTo>
                      <a:pt x="1356" y="2395"/>
                    </a:lnTo>
                    <a:cubicBezTo>
                      <a:pt x="1356" y="2994"/>
                      <a:pt x="1828" y="3403"/>
                      <a:pt x="2395" y="3403"/>
                    </a:cubicBezTo>
                    <a:lnTo>
                      <a:pt x="5546" y="3403"/>
                    </a:lnTo>
                    <a:lnTo>
                      <a:pt x="5546" y="4128"/>
                    </a:lnTo>
                    <a:lnTo>
                      <a:pt x="4506" y="4128"/>
                    </a:lnTo>
                    <a:cubicBezTo>
                      <a:pt x="3939" y="4128"/>
                      <a:pt x="3466" y="4601"/>
                      <a:pt x="3466" y="5136"/>
                    </a:cubicBezTo>
                    <a:lnTo>
                      <a:pt x="3466" y="6554"/>
                    </a:lnTo>
                    <a:cubicBezTo>
                      <a:pt x="3466" y="7153"/>
                      <a:pt x="3939" y="7594"/>
                      <a:pt x="4506" y="7594"/>
                    </a:cubicBezTo>
                    <a:lnTo>
                      <a:pt x="5546" y="7594"/>
                    </a:lnTo>
                    <a:lnTo>
                      <a:pt x="5546" y="8287"/>
                    </a:lnTo>
                    <a:lnTo>
                      <a:pt x="2395" y="8287"/>
                    </a:lnTo>
                    <a:cubicBezTo>
                      <a:pt x="1797" y="8287"/>
                      <a:pt x="1356" y="8759"/>
                      <a:pt x="1356" y="9326"/>
                    </a:cubicBezTo>
                    <a:lnTo>
                      <a:pt x="1356" y="9673"/>
                    </a:lnTo>
                    <a:lnTo>
                      <a:pt x="1009" y="9673"/>
                    </a:lnTo>
                    <a:cubicBezTo>
                      <a:pt x="410" y="9673"/>
                      <a:pt x="1" y="10146"/>
                      <a:pt x="1" y="10713"/>
                    </a:cubicBezTo>
                    <a:cubicBezTo>
                      <a:pt x="1" y="11280"/>
                      <a:pt x="473" y="11721"/>
                      <a:pt x="1009" y="11721"/>
                    </a:cubicBezTo>
                    <a:lnTo>
                      <a:pt x="2395" y="11721"/>
                    </a:lnTo>
                    <a:cubicBezTo>
                      <a:pt x="2994" y="11721"/>
                      <a:pt x="3403" y="11248"/>
                      <a:pt x="3403" y="10713"/>
                    </a:cubicBezTo>
                    <a:cubicBezTo>
                      <a:pt x="3403" y="10114"/>
                      <a:pt x="2931" y="9673"/>
                      <a:pt x="2395" y="9673"/>
                    </a:cubicBezTo>
                    <a:lnTo>
                      <a:pt x="2049" y="9673"/>
                    </a:lnTo>
                    <a:lnTo>
                      <a:pt x="2049" y="9326"/>
                    </a:lnTo>
                    <a:cubicBezTo>
                      <a:pt x="2049" y="9137"/>
                      <a:pt x="2206" y="8980"/>
                      <a:pt x="2395" y="8980"/>
                    </a:cubicBezTo>
                    <a:lnTo>
                      <a:pt x="5546" y="8980"/>
                    </a:lnTo>
                    <a:lnTo>
                      <a:pt x="5546" y="9673"/>
                    </a:lnTo>
                    <a:lnTo>
                      <a:pt x="5199" y="9673"/>
                    </a:lnTo>
                    <a:cubicBezTo>
                      <a:pt x="4601" y="9673"/>
                      <a:pt x="4160" y="10146"/>
                      <a:pt x="4160" y="10713"/>
                    </a:cubicBezTo>
                    <a:cubicBezTo>
                      <a:pt x="4160" y="11280"/>
                      <a:pt x="4632" y="11721"/>
                      <a:pt x="5199" y="11721"/>
                    </a:cubicBezTo>
                    <a:lnTo>
                      <a:pt x="6554" y="11721"/>
                    </a:lnTo>
                    <a:cubicBezTo>
                      <a:pt x="7153" y="11721"/>
                      <a:pt x="7594" y="11248"/>
                      <a:pt x="7594" y="10713"/>
                    </a:cubicBezTo>
                    <a:cubicBezTo>
                      <a:pt x="7594" y="10114"/>
                      <a:pt x="7121" y="9673"/>
                      <a:pt x="6554" y="9673"/>
                    </a:cubicBezTo>
                    <a:lnTo>
                      <a:pt x="6207" y="9673"/>
                    </a:lnTo>
                    <a:lnTo>
                      <a:pt x="6207" y="8980"/>
                    </a:lnTo>
                    <a:lnTo>
                      <a:pt x="9358" y="8980"/>
                    </a:lnTo>
                    <a:cubicBezTo>
                      <a:pt x="9547" y="8980"/>
                      <a:pt x="9704" y="9137"/>
                      <a:pt x="9704" y="9326"/>
                    </a:cubicBezTo>
                    <a:lnTo>
                      <a:pt x="9704" y="9673"/>
                    </a:lnTo>
                    <a:lnTo>
                      <a:pt x="9358" y="9673"/>
                    </a:lnTo>
                    <a:cubicBezTo>
                      <a:pt x="8759" y="9673"/>
                      <a:pt x="8350" y="10146"/>
                      <a:pt x="8350" y="10713"/>
                    </a:cubicBezTo>
                    <a:cubicBezTo>
                      <a:pt x="8350" y="11280"/>
                      <a:pt x="8791" y="11721"/>
                      <a:pt x="9358" y="11721"/>
                    </a:cubicBezTo>
                    <a:lnTo>
                      <a:pt x="10744" y="11721"/>
                    </a:lnTo>
                    <a:cubicBezTo>
                      <a:pt x="11311" y="11721"/>
                      <a:pt x="11752" y="11248"/>
                      <a:pt x="11752" y="10713"/>
                    </a:cubicBezTo>
                    <a:cubicBezTo>
                      <a:pt x="11752" y="10114"/>
                      <a:pt x="11280" y="9673"/>
                      <a:pt x="10744" y="9673"/>
                    </a:cubicBezTo>
                    <a:lnTo>
                      <a:pt x="10366" y="9673"/>
                    </a:lnTo>
                    <a:lnTo>
                      <a:pt x="10366" y="9326"/>
                    </a:lnTo>
                    <a:cubicBezTo>
                      <a:pt x="10366" y="8728"/>
                      <a:pt x="9925" y="8287"/>
                      <a:pt x="9358" y="8287"/>
                    </a:cubicBezTo>
                    <a:lnTo>
                      <a:pt x="6207" y="8287"/>
                    </a:lnTo>
                    <a:lnTo>
                      <a:pt x="6207" y="7594"/>
                    </a:lnTo>
                    <a:lnTo>
                      <a:pt x="7216" y="7594"/>
                    </a:lnTo>
                    <a:cubicBezTo>
                      <a:pt x="7814" y="7594"/>
                      <a:pt x="8287" y="7121"/>
                      <a:pt x="8287" y="6554"/>
                    </a:cubicBezTo>
                    <a:lnTo>
                      <a:pt x="8287" y="5136"/>
                    </a:lnTo>
                    <a:cubicBezTo>
                      <a:pt x="8287" y="4569"/>
                      <a:pt x="7814" y="4128"/>
                      <a:pt x="7216" y="4128"/>
                    </a:cubicBezTo>
                    <a:lnTo>
                      <a:pt x="6207" y="4128"/>
                    </a:lnTo>
                    <a:lnTo>
                      <a:pt x="6207" y="3403"/>
                    </a:lnTo>
                    <a:lnTo>
                      <a:pt x="9389" y="3403"/>
                    </a:lnTo>
                    <a:cubicBezTo>
                      <a:pt x="9988" y="3403"/>
                      <a:pt x="10429" y="2931"/>
                      <a:pt x="10429" y="2395"/>
                    </a:cubicBezTo>
                    <a:lnTo>
                      <a:pt x="10429" y="2049"/>
                    </a:lnTo>
                    <a:lnTo>
                      <a:pt x="10776" y="2049"/>
                    </a:lnTo>
                    <a:cubicBezTo>
                      <a:pt x="11374" y="2049"/>
                      <a:pt x="11815" y="1576"/>
                      <a:pt x="11815" y="1009"/>
                    </a:cubicBezTo>
                    <a:cubicBezTo>
                      <a:pt x="11815" y="411"/>
                      <a:pt x="11343" y="1"/>
                      <a:pt x="10776" y="1"/>
                    </a:cubicBezTo>
                    <a:lnTo>
                      <a:pt x="9389" y="1"/>
                    </a:lnTo>
                    <a:cubicBezTo>
                      <a:pt x="8822" y="1"/>
                      <a:pt x="8381" y="474"/>
                      <a:pt x="8381" y="1009"/>
                    </a:cubicBezTo>
                    <a:cubicBezTo>
                      <a:pt x="8381" y="1608"/>
                      <a:pt x="8854" y="2049"/>
                      <a:pt x="9389" y="2049"/>
                    </a:cubicBezTo>
                    <a:lnTo>
                      <a:pt x="9767" y="2049"/>
                    </a:lnTo>
                    <a:lnTo>
                      <a:pt x="9767" y="2395"/>
                    </a:lnTo>
                    <a:cubicBezTo>
                      <a:pt x="9767" y="2584"/>
                      <a:pt x="9610" y="2742"/>
                      <a:pt x="9389" y="2742"/>
                    </a:cubicBezTo>
                    <a:lnTo>
                      <a:pt x="6239" y="2742"/>
                    </a:lnTo>
                    <a:lnTo>
                      <a:pt x="6239" y="2049"/>
                    </a:lnTo>
                    <a:lnTo>
                      <a:pt x="6617" y="2049"/>
                    </a:lnTo>
                    <a:cubicBezTo>
                      <a:pt x="7184" y="2049"/>
                      <a:pt x="7625" y="1576"/>
                      <a:pt x="7625" y="1009"/>
                    </a:cubicBezTo>
                    <a:cubicBezTo>
                      <a:pt x="7625" y="411"/>
                      <a:pt x="7153" y="1"/>
                      <a:pt x="6617" y="1"/>
                    </a:cubicBezTo>
                    <a:lnTo>
                      <a:pt x="5231" y="1"/>
                    </a:lnTo>
                    <a:cubicBezTo>
                      <a:pt x="4632" y="1"/>
                      <a:pt x="4191" y="474"/>
                      <a:pt x="4191" y="1009"/>
                    </a:cubicBezTo>
                    <a:cubicBezTo>
                      <a:pt x="4191" y="1608"/>
                      <a:pt x="4664" y="2049"/>
                      <a:pt x="5231" y="2049"/>
                    </a:cubicBezTo>
                    <a:lnTo>
                      <a:pt x="5577" y="2049"/>
                    </a:lnTo>
                    <a:lnTo>
                      <a:pt x="5577" y="2742"/>
                    </a:lnTo>
                    <a:lnTo>
                      <a:pt x="2427" y="2742"/>
                    </a:lnTo>
                    <a:cubicBezTo>
                      <a:pt x="2238" y="2742"/>
                      <a:pt x="2080" y="2584"/>
                      <a:pt x="2080" y="2395"/>
                    </a:cubicBezTo>
                    <a:lnTo>
                      <a:pt x="2080" y="2049"/>
                    </a:lnTo>
                    <a:lnTo>
                      <a:pt x="2427" y="2049"/>
                    </a:lnTo>
                    <a:cubicBezTo>
                      <a:pt x="3025" y="2049"/>
                      <a:pt x="3466" y="1576"/>
                      <a:pt x="3466" y="1009"/>
                    </a:cubicBezTo>
                    <a:cubicBezTo>
                      <a:pt x="3466" y="411"/>
                      <a:pt x="2994" y="1"/>
                      <a:pt x="242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91" name="Google Shape;9205;p73">
                <a:extLst>
                  <a:ext uri="{FF2B5EF4-FFF2-40B4-BE49-F238E27FC236}">
                    <a16:creationId xmlns:a16="http://schemas.microsoft.com/office/drawing/2014/main" id="{7A9BFFDA-D51E-F8D4-97E6-6A807C828885}"/>
                  </a:ext>
                </a:extLst>
              </p:cNvPr>
              <p:cNvGrpSpPr/>
              <p:nvPr/>
            </p:nvGrpSpPr>
            <p:grpSpPr>
              <a:xfrm>
                <a:off x="2036574" y="2923500"/>
                <a:ext cx="503276" cy="502894"/>
                <a:chOff x="1413250" y="2680675"/>
                <a:chExt cx="297750" cy="297525"/>
              </a:xfrm>
              <a:grpFill/>
            </p:grpSpPr>
            <p:sp>
              <p:nvSpPr>
                <p:cNvPr id="17794" name="Google Shape;9206;p73">
                  <a:extLst>
                    <a:ext uri="{FF2B5EF4-FFF2-40B4-BE49-F238E27FC236}">
                      <a16:creationId xmlns:a16="http://schemas.microsoft.com/office/drawing/2014/main" id="{FB528597-CE47-7CA6-F636-974363AA2717}"/>
                    </a:ext>
                  </a:extLst>
                </p:cNvPr>
                <p:cNvSpPr/>
                <p:nvPr/>
              </p:nvSpPr>
              <p:spPr>
                <a:xfrm>
                  <a:off x="1413250" y="2680675"/>
                  <a:ext cx="297750" cy="29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11901" extrusionOk="0">
                      <a:moveTo>
                        <a:pt x="10460" y="1418"/>
                      </a:moveTo>
                      <a:lnTo>
                        <a:pt x="10460" y="7719"/>
                      </a:lnTo>
                      <a:lnTo>
                        <a:pt x="1387" y="7719"/>
                      </a:lnTo>
                      <a:lnTo>
                        <a:pt x="1387" y="1418"/>
                      </a:lnTo>
                      <a:close/>
                      <a:moveTo>
                        <a:pt x="5577" y="8380"/>
                      </a:moveTo>
                      <a:lnTo>
                        <a:pt x="5577" y="9105"/>
                      </a:lnTo>
                      <a:lnTo>
                        <a:pt x="5167" y="9105"/>
                      </a:lnTo>
                      <a:lnTo>
                        <a:pt x="5451" y="8380"/>
                      </a:lnTo>
                      <a:close/>
                      <a:moveTo>
                        <a:pt x="6396" y="8380"/>
                      </a:moveTo>
                      <a:lnTo>
                        <a:pt x="6679" y="9105"/>
                      </a:lnTo>
                      <a:lnTo>
                        <a:pt x="6270" y="9105"/>
                      </a:lnTo>
                      <a:lnTo>
                        <a:pt x="6270" y="8380"/>
                      </a:lnTo>
                      <a:close/>
                      <a:moveTo>
                        <a:pt x="5955" y="0"/>
                      </a:moveTo>
                      <a:cubicBezTo>
                        <a:pt x="5766" y="0"/>
                        <a:pt x="5608" y="158"/>
                        <a:pt x="5608" y="347"/>
                      </a:cubicBezTo>
                      <a:lnTo>
                        <a:pt x="5608" y="725"/>
                      </a:lnTo>
                      <a:lnTo>
                        <a:pt x="378" y="725"/>
                      </a:lnTo>
                      <a:cubicBezTo>
                        <a:pt x="158" y="725"/>
                        <a:pt x="0" y="882"/>
                        <a:pt x="0" y="1071"/>
                      </a:cubicBezTo>
                      <a:cubicBezTo>
                        <a:pt x="0" y="1260"/>
                        <a:pt x="158" y="1418"/>
                        <a:pt x="378" y="1418"/>
                      </a:cubicBezTo>
                      <a:lnTo>
                        <a:pt x="725" y="1418"/>
                      </a:lnTo>
                      <a:lnTo>
                        <a:pt x="725" y="7719"/>
                      </a:lnTo>
                      <a:lnTo>
                        <a:pt x="378" y="7719"/>
                      </a:lnTo>
                      <a:cubicBezTo>
                        <a:pt x="189" y="7719"/>
                        <a:pt x="32" y="7876"/>
                        <a:pt x="32" y="8097"/>
                      </a:cubicBezTo>
                      <a:cubicBezTo>
                        <a:pt x="32" y="8286"/>
                        <a:pt x="189" y="8443"/>
                        <a:pt x="378" y="8443"/>
                      </a:cubicBezTo>
                      <a:lnTo>
                        <a:pt x="4758" y="8443"/>
                      </a:lnTo>
                      <a:lnTo>
                        <a:pt x="3560" y="11436"/>
                      </a:lnTo>
                      <a:cubicBezTo>
                        <a:pt x="3497" y="11625"/>
                        <a:pt x="3560" y="11814"/>
                        <a:pt x="3749" y="11877"/>
                      </a:cubicBezTo>
                      <a:cubicBezTo>
                        <a:pt x="3803" y="11893"/>
                        <a:pt x="3855" y="11901"/>
                        <a:pt x="3903" y="11901"/>
                      </a:cubicBezTo>
                      <a:cubicBezTo>
                        <a:pt x="4052" y="11901"/>
                        <a:pt x="4167" y="11824"/>
                        <a:pt x="4191" y="11657"/>
                      </a:cubicBezTo>
                      <a:lnTo>
                        <a:pt x="4947" y="9830"/>
                      </a:lnTo>
                      <a:lnTo>
                        <a:pt x="5608" y="9830"/>
                      </a:lnTo>
                      <a:lnTo>
                        <a:pt x="5608" y="10838"/>
                      </a:lnTo>
                      <a:cubicBezTo>
                        <a:pt x="5608" y="11027"/>
                        <a:pt x="5766" y="11184"/>
                        <a:pt x="5955" y="11184"/>
                      </a:cubicBezTo>
                      <a:cubicBezTo>
                        <a:pt x="6175" y="11184"/>
                        <a:pt x="6333" y="11027"/>
                        <a:pt x="6333" y="10838"/>
                      </a:cubicBezTo>
                      <a:lnTo>
                        <a:pt x="6333" y="9830"/>
                      </a:lnTo>
                      <a:lnTo>
                        <a:pt x="6995" y="9830"/>
                      </a:lnTo>
                      <a:lnTo>
                        <a:pt x="7751" y="11657"/>
                      </a:lnTo>
                      <a:cubicBezTo>
                        <a:pt x="7798" y="11824"/>
                        <a:pt x="7918" y="11901"/>
                        <a:pt x="8042" y="11901"/>
                      </a:cubicBezTo>
                      <a:cubicBezTo>
                        <a:pt x="8082" y="11901"/>
                        <a:pt x="8122" y="11893"/>
                        <a:pt x="8160" y="11877"/>
                      </a:cubicBezTo>
                      <a:cubicBezTo>
                        <a:pt x="8381" y="11783"/>
                        <a:pt x="8444" y="11594"/>
                        <a:pt x="8381" y="11436"/>
                      </a:cubicBezTo>
                      <a:lnTo>
                        <a:pt x="7184" y="8443"/>
                      </a:lnTo>
                      <a:lnTo>
                        <a:pt x="11563" y="8443"/>
                      </a:lnTo>
                      <a:cubicBezTo>
                        <a:pt x="11752" y="8443"/>
                        <a:pt x="11909" y="8286"/>
                        <a:pt x="11909" y="8097"/>
                      </a:cubicBezTo>
                      <a:cubicBezTo>
                        <a:pt x="11909" y="7876"/>
                        <a:pt x="11752" y="7719"/>
                        <a:pt x="11563" y="7719"/>
                      </a:cubicBezTo>
                      <a:lnTo>
                        <a:pt x="11185" y="7719"/>
                      </a:lnTo>
                      <a:lnTo>
                        <a:pt x="11185" y="1418"/>
                      </a:lnTo>
                      <a:lnTo>
                        <a:pt x="11563" y="1418"/>
                      </a:lnTo>
                      <a:cubicBezTo>
                        <a:pt x="11752" y="1418"/>
                        <a:pt x="11909" y="1260"/>
                        <a:pt x="11909" y="1071"/>
                      </a:cubicBezTo>
                      <a:cubicBezTo>
                        <a:pt x="11909" y="882"/>
                        <a:pt x="11752" y="725"/>
                        <a:pt x="11563" y="725"/>
                      </a:cubicBezTo>
                      <a:lnTo>
                        <a:pt x="6301" y="725"/>
                      </a:lnTo>
                      <a:lnTo>
                        <a:pt x="6301" y="347"/>
                      </a:lnTo>
                      <a:cubicBezTo>
                        <a:pt x="6301" y="158"/>
                        <a:pt x="6144" y="0"/>
                        <a:pt x="59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5" name="Google Shape;9207;p73">
                  <a:extLst>
                    <a:ext uri="{FF2B5EF4-FFF2-40B4-BE49-F238E27FC236}">
                      <a16:creationId xmlns:a16="http://schemas.microsoft.com/office/drawing/2014/main" id="{41385DAC-2DB4-C9AA-D23A-E6C253E3C427}"/>
                    </a:ext>
                  </a:extLst>
                </p:cNvPr>
                <p:cNvSpPr/>
                <p:nvPr/>
              </p:nvSpPr>
              <p:spPr>
                <a:xfrm>
                  <a:off x="1465225" y="2805100"/>
                  <a:ext cx="52800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2081" extrusionOk="0">
                      <a:moveTo>
                        <a:pt x="1387" y="663"/>
                      </a:moveTo>
                      <a:lnTo>
                        <a:pt x="1387" y="1387"/>
                      </a:lnTo>
                      <a:lnTo>
                        <a:pt x="694" y="1387"/>
                      </a:lnTo>
                      <a:lnTo>
                        <a:pt x="694" y="663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1734"/>
                      </a:lnTo>
                      <a:cubicBezTo>
                        <a:pt x="1" y="1923"/>
                        <a:pt x="158" y="2080"/>
                        <a:pt x="347" y="2080"/>
                      </a:cubicBezTo>
                      <a:lnTo>
                        <a:pt x="1765" y="2080"/>
                      </a:lnTo>
                      <a:cubicBezTo>
                        <a:pt x="1954" y="2080"/>
                        <a:pt x="2112" y="1923"/>
                        <a:pt x="2112" y="1734"/>
                      </a:cubicBezTo>
                      <a:lnTo>
                        <a:pt x="2112" y="347"/>
                      </a:lnTo>
                      <a:cubicBezTo>
                        <a:pt x="2112" y="158"/>
                        <a:pt x="1954" y="1"/>
                        <a:pt x="176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6" name="Google Shape;9208;p73">
                  <a:extLst>
                    <a:ext uri="{FF2B5EF4-FFF2-40B4-BE49-F238E27FC236}">
                      <a16:creationId xmlns:a16="http://schemas.microsoft.com/office/drawing/2014/main" id="{3C6F1576-E814-BBB8-3992-0505242023DB}"/>
                    </a:ext>
                  </a:extLst>
                </p:cNvPr>
                <p:cNvSpPr/>
                <p:nvPr/>
              </p:nvSpPr>
              <p:spPr>
                <a:xfrm>
                  <a:off x="1535325" y="2769675"/>
                  <a:ext cx="52800" cy="8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3498" extrusionOk="0">
                      <a:moveTo>
                        <a:pt x="1387" y="662"/>
                      </a:moveTo>
                      <a:lnTo>
                        <a:pt x="1387" y="2741"/>
                      </a:lnTo>
                      <a:lnTo>
                        <a:pt x="694" y="2741"/>
                      </a:lnTo>
                      <a:lnTo>
                        <a:pt x="694" y="662"/>
                      </a:lnTo>
                      <a:close/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3151"/>
                      </a:lnTo>
                      <a:cubicBezTo>
                        <a:pt x="1" y="3340"/>
                        <a:pt x="158" y="3497"/>
                        <a:pt x="379" y="3497"/>
                      </a:cubicBezTo>
                      <a:lnTo>
                        <a:pt x="1733" y="3497"/>
                      </a:lnTo>
                      <a:lnTo>
                        <a:pt x="1733" y="3466"/>
                      </a:lnTo>
                      <a:cubicBezTo>
                        <a:pt x="1954" y="3466"/>
                        <a:pt x="2112" y="3308"/>
                        <a:pt x="2112" y="3119"/>
                      </a:cubicBezTo>
                      <a:lnTo>
                        <a:pt x="2112" y="347"/>
                      </a:lnTo>
                      <a:cubicBezTo>
                        <a:pt x="2112" y="158"/>
                        <a:pt x="1954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7" name="Google Shape;9209;p73">
                  <a:extLst>
                    <a:ext uri="{FF2B5EF4-FFF2-40B4-BE49-F238E27FC236}">
                      <a16:creationId xmlns:a16="http://schemas.microsoft.com/office/drawing/2014/main" id="{794AF971-0298-C130-061E-275B0A1AA8D0}"/>
                    </a:ext>
                  </a:extLst>
                </p:cNvPr>
                <p:cNvSpPr/>
                <p:nvPr/>
              </p:nvSpPr>
              <p:spPr>
                <a:xfrm>
                  <a:off x="1604650" y="2733425"/>
                  <a:ext cx="52775" cy="12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1" h="4916" extrusionOk="0">
                      <a:moveTo>
                        <a:pt x="1418" y="726"/>
                      </a:moveTo>
                      <a:lnTo>
                        <a:pt x="1418" y="4254"/>
                      </a:lnTo>
                      <a:lnTo>
                        <a:pt x="725" y="4254"/>
                      </a:lnTo>
                      <a:lnTo>
                        <a:pt x="725" y="726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0" y="159"/>
                        <a:pt x="0" y="348"/>
                      </a:cubicBezTo>
                      <a:lnTo>
                        <a:pt x="0" y="4569"/>
                      </a:lnTo>
                      <a:cubicBezTo>
                        <a:pt x="0" y="4758"/>
                        <a:pt x="158" y="4916"/>
                        <a:pt x="347" y="4916"/>
                      </a:cubicBezTo>
                      <a:lnTo>
                        <a:pt x="1764" y="4916"/>
                      </a:lnTo>
                      <a:cubicBezTo>
                        <a:pt x="1953" y="4916"/>
                        <a:pt x="2111" y="4758"/>
                        <a:pt x="2111" y="4569"/>
                      </a:cubicBezTo>
                      <a:lnTo>
                        <a:pt x="2111" y="348"/>
                      </a:lnTo>
                      <a:cubicBezTo>
                        <a:pt x="2111" y="159"/>
                        <a:pt x="1953" y="1"/>
                        <a:pt x="176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92" name="Google Shape;9210;p73">
                <a:extLst>
                  <a:ext uri="{FF2B5EF4-FFF2-40B4-BE49-F238E27FC236}">
                    <a16:creationId xmlns:a16="http://schemas.microsoft.com/office/drawing/2014/main" id="{3F6D89FD-0118-8D9F-74A9-072A424462B8}"/>
                  </a:ext>
                </a:extLst>
              </p:cNvPr>
              <p:cNvSpPr/>
              <p:nvPr/>
            </p:nvSpPr>
            <p:spPr>
              <a:xfrm>
                <a:off x="5271859" y="1687892"/>
                <a:ext cx="387450" cy="500571"/>
              </a:xfrm>
              <a:custGeom>
                <a:avLst/>
                <a:gdLst/>
                <a:ahLst/>
                <a:cxnLst/>
                <a:rect l="l" t="t" r="r" b="b"/>
                <a:pathLst>
                  <a:path w="9169" h="11846" extrusionOk="0">
                    <a:moveTo>
                      <a:pt x="4695" y="2079"/>
                    </a:moveTo>
                    <a:cubicBezTo>
                      <a:pt x="5073" y="2079"/>
                      <a:pt x="5388" y="2394"/>
                      <a:pt x="5388" y="2772"/>
                    </a:cubicBezTo>
                    <a:cubicBezTo>
                      <a:pt x="5388" y="3181"/>
                      <a:pt x="5073" y="3496"/>
                      <a:pt x="4695" y="3496"/>
                    </a:cubicBezTo>
                    <a:cubicBezTo>
                      <a:pt x="4285" y="3496"/>
                      <a:pt x="3970" y="3181"/>
                      <a:pt x="3970" y="2772"/>
                    </a:cubicBezTo>
                    <a:cubicBezTo>
                      <a:pt x="3970" y="2394"/>
                      <a:pt x="4285" y="2079"/>
                      <a:pt x="4695" y="2079"/>
                    </a:cubicBezTo>
                    <a:close/>
                    <a:moveTo>
                      <a:pt x="4695" y="4189"/>
                    </a:moveTo>
                    <a:cubicBezTo>
                      <a:pt x="5640" y="4189"/>
                      <a:pt x="6428" y="4977"/>
                      <a:pt x="6428" y="5922"/>
                    </a:cubicBezTo>
                    <a:lnTo>
                      <a:pt x="6428" y="6300"/>
                    </a:lnTo>
                    <a:lnTo>
                      <a:pt x="2962" y="6300"/>
                    </a:lnTo>
                    <a:lnTo>
                      <a:pt x="2962" y="5922"/>
                    </a:lnTo>
                    <a:cubicBezTo>
                      <a:pt x="2962" y="4945"/>
                      <a:pt x="3750" y="4189"/>
                      <a:pt x="4695" y="4189"/>
                    </a:cubicBezTo>
                    <a:close/>
                    <a:moveTo>
                      <a:pt x="4730" y="664"/>
                    </a:moveTo>
                    <a:cubicBezTo>
                      <a:pt x="6870" y="664"/>
                      <a:pt x="8538" y="2418"/>
                      <a:pt x="8538" y="4473"/>
                    </a:cubicBezTo>
                    <a:cubicBezTo>
                      <a:pt x="8538" y="5544"/>
                      <a:pt x="8097" y="6552"/>
                      <a:pt x="7310" y="7277"/>
                    </a:cubicBezTo>
                    <a:cubicBezTo>
                      <a:pt x="7215" y="7403"/>
                      <a:pt x="7121" y="7466"/>
                      <a:pt x="6995" y="7497"/>
                    </a:cubicBezTo>
                    <a:cubicBezTo>
                      <a:pt x="6774" y="7718"/>
                      <a:pt x="6522" y="7907"/>
                      <a:pt x="6459" y="8285"/>
                    </a:cubicBezTo>
                    <a:lnTo>
                      <a:pt x="5041" y="8285"/>
                    </a:lnTo>
                    <a:lnTo>
                      <a:pt x="5041" y="6993"/>
                    </a:lnTo>
                    <a:lnTo>
                      <a:pt x="6774" y="6993"/>
                    </a:lnTo>
                    <a:cubicBezTo>
                      <a:pt x="6963" y="6993"/>
                      <a:pt x="7121" y="6836"/>
                      <a:pt x="7121" y="6647"/>
                    </a:cubicBezTo>
                    <a:lnTo>
                      <a:pt x="7121" y="5922"/>
                    </a:lnTo>
                    <a:cubicBezTo>
                      <a:pt x="7121" y="4945"/>
                      <a:pt x="6585" y="4126"/>
                      <a:pt x="5734" y="3717"/>
                    </a:cubicBezTo>
                    <a:cubicBezTo>
                      <a:pt x="5987" y="3496"/>
                      <a:pt x="6113" y="3181"/>
                      <a:pt x="6113" y="2835"/>
                    </a:cubicBezTo>
                    <a:cubicBezTo>
                      <a:pt x="6113" y="2079"/>
                      <a:pt x="5482" y="1448"/>
                      <a:pt x="4726" y="1448"/>
                    </a:cubicBezTo>
                    <a:cubicBezTo>
                      <a:pt x="3970" y="1448"/>
                      <a:pt x="3340" y="2079"/>
                      <a:pt x="3340" y="2835"/>
                    </a:cubicBezTo>
                    <a:cubicBezTo>
                      <a:pt x="3340" y="3181"/>
                      <a:pt x="3466" y="3496"/>
                      <a:pt x="3687" y="3717"/>
                    </a:cubicBezTo>
                    <a:cubicBezTo>
                      <a:pt x="2868" y="4126"/>
                      <a:pt x="2332" y="4945"/>
                      <a:pt x="2332" y="5922"/>
                    </a:cubicBezTo>
                    <a:lnTo>
                      <a:pt x="2332" y="6647"/>
                    </a:lnTo>
                    <a:cubicBezTo>
                      <a:pt x="2332" y="6836"/>
                      <a:pt x="2489" y="6993"/>
                      <a:pt x="2679" y="6993"/>
                    </a:cubicBezTo>
                    <a:lnTo>
                      <a:pt x="4411" y="6993"/>
                    </a:lnTo>
                    <a:lnTo>
                      <a:pt x="4411" y="8411"/>
                    </a:lnTo>
                    <a:lnTo>
                      <a:pt x="2931" y="8411"/>
                    </a:lnTo>
                    <a:lnTo>
                      <a:pt x="2931" y="8380"/>
                    </a:lnTo>
                    <a:cubicBezTo>
                      <a:pt x="2836" y="7938"/>
                      <a:pt x="2615" y="7749"/>
                      <a:pt x="2363" y="7560"/>
                    </a:cubicBezTo>
                    <a:cubicBezTo>
                      <a:pt x="2300" y="7466"/>
                      <a:pt x="2174" y="7403"/>
                      <a:pt x="2048" y="7277"/>
                    </a:cubicBezTo>
                    <a:cubicBezTo>
                      <a:pt x="1135" y="6395"/>
                      <a:pt x="757" y="5135"/>
                      <a:pt x="946" y="3874"/>
                    </a:cubicBezTo>
                    <a:cubicBezTo>
                      <a:pt x="1198" y="2236"/>
                      <a:pt x="2615" y="881"/>
                      <a:pt x="4254" y="692"/>
                    </a:cubicBezTo>
                    <a:cubicBezTo>
                      <a:pt x="4415" y="673"/>
                      <a:pt x="4574" y="664"/>
                      <a:pt x="4730" y="664"/>
                    </a:cubicBezTo>
                    <a:close/>
                    <a:moveTo>
                      <a:pt x="6428" y="9073"/>
                    </a:moveTo>
                    <a:lnTo>
                      <a:pt x="6428" y="9419"/>
                    </a:lnTo>
                    <a:cubicBezTo>
                      <a:pt x="6428" y="9640"/>
                      <a:pt x="6270" y="9797"/>
                      <a:pt x="6081" y="9797"/>
                    </a:cubicBezTo>
                    <a:lnTo>
                      <a:pt x="3309" y="9797"/>
                    </a:lnTo>
                    <a:cubicBezTo>
                      <a:pt x="3120" y="9797"/>
                      <a:pt x="2962" y="9640"/>
                      <a:pt x="2962" y="9419"/>
                    </a:cubicBezTo>
                    <a:lnTo>
                      <a:pt x="2962" y="9073"/>
                    </a:lnTo>
                    <a:close/>
                    <a:moveTo>
                      <a:pt x="5703" y="10459"/>
                    </a:moveTo>
                    <a:lnTo>
                      <a:pt x="5703" y="10805"/>
                    </a:lnTo>
                    <a:cubicBezTo>
                      <a:pt x="5703" y="10994"/>
                      <a:pt x="5545" y="11183"/>
                      <a:pt x="5356" y="11183"/>
                    </a:cubicBezTo>
                    <a:lnTo>
                      <a:pt x="3970" y="11183"/>
                    </a:lnTo>
                    <a:cubicBezTo>
                      <a:pt x="3781" y="11183"/>
                      <a:pt x="3624" y="10994"/>
                      <a:pt x="3624" y="10805"/>
                    </a:cubicBezTo>
                    <a:lnTo>
                      <a:pt x="3624" y="10459"/>
                    </a:lnTo>
                    <a:close/>
                    <a:moveTo>
                      <a:pt x="4662" y="0"/>
                    </a:moveTo>
                    <a:cubicBezTo>
                      <a:pt x="4486" y="0"/>
                      <a:pt x="4308" y="10"/>
                      <a:pt x="4128" y="31"/>
                    </a:cubicBezTo>
                    <a:cubicBezTo>
                      <a:pt x="2174" y="251"/>
                      <a:pt x="568" y="1827"/>
                      <a:pt x="253" y="3780"/>
                    </a:cubicBezTo>
                    <a:cubicBezTo>
                      <a:pt x="1" y="5229"/>
                      <a:pt x="505" y="6710"/>
                      <a:pt x="1576" y="7749"/>
                    </a:cubicBezTo>
                    <a:cubicBezTo>
                      <a:pt x="1733" y="7875"/>
                      <a:pt x="1859" y="7970"/>
                      <a:pt x="1922" y="8064"/>
                    </a:cubicBezTo>
                    <a:cubicBezTo>
                      <a:pt x="2206" y="8285"/>
                      <a:pt x="2237" y="8348"/>
                      <a:pt x="2237" y="8695"/>
                    </a:cubicBezTo>
                    <a:lnTo>
                      <a:pt x="2237" y="9388"/>
                    </a:lnTo>
                    <a:cubicBezTo>
                      <a:pt x="2237" y="9829"/>
                      <a:pt x="2521" y="10238"/>
                      <a:pt x="2962" y="10396"/>
                    </a:cubicBezTo>
                    <a:lnTo>
                      <a:pt x="2962" y="10774"/>
                    </a:lnTo>
                    <a:cubicBezTo>
                      <a:pt x="2962" y="11404"/>
                      <a:pt x="3435" y="11845"/>
                      <a:pt x="3970" y="11845"/>
                    </a:cubicBezTo>
                    <a:lnTo>
                      <a:pt x="5356" y="11845"/>
                    </a:lnTo>
                    <a:cubicBezTo>
                      <a:pt x="5955" y="11845"/>
                      <a:pt x="6396" y="11372"/>
                      <a:pt x="6396" y="10805"/>
                    </a:cubicBezTo>
                    <a:lnTo>
                      <a:pt x="6396" y="10427"/>
                    </a:lnTo>
                    <a:cubicBezTo>
                      <a:pt x="6774" y="10270"/>
                      <a:pt x="7089" y="9923"/>
                      <a:pt x="7089" y="9451"/>
                    </a:cubicBezTo>
                    <a:lnTo>
                      <a:pt x="7089" y="8726"/>
                    </a:lnTo>
                    <a:cubicBezTo>
                      <a:pt x="7089" y="8380"/>
                      <a:pt x="7121" y="8348"/>
                      <a:pt x="7404" y="8096"/>
                    </a:cubicBezTo>
                    <a:cubicBezTo>
                      <a:pt x="7499" y="8033"/>
                      <a:pt x="7593" y="7938"/>
                      <a:pt x="7751" y="7812"/>
                    </a:cubicBezTo>
                    <a:cubicBezTo>
                      <a:pt x="8664" y="6962"/>
                      <a:pt x="9169" y="5765"/>
                      <a:pt x="9169" y="4504"/>
                    </a:cubicBezTo>
                    <a:cubicBezTo>
                      <a:pt x="9169" y="2060"/>
                      <a:pt x="7186" y="0"/>
                      <a:pt x="46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93" name="Google Shape;9211;p73">
                <a:extLst>
                  <a:ext uri="{FF2B5EF4-FFF2-40B4-BE49-F238E27FC236}">
                    <a16:creationId xmlns:a16="http://schemas.microsoft.com/office/drawing/2014/main" id="{4EBE5D62-1497-D1AC-526E-899658F9B699}"/>
                  </a:ext>
                </a:extLst>
              </p:cNvPr>
              <p:cNvSpPr/>
              <p:nvPr/>
            </p:nvSpPr>
            <p:spPr>
              <a:xfrm>
                <a:off x="5203298" y="2281976"/>
                <a:ext cx="524573" cy="498585"/>
              </a:xfrm>
              <a:custGeom>
                <a:avLst/>
                <a:gdLst/>
                <a:ahLst/>
                <a:cxnLst/>
                <a:rect l="l" t="t" r="r" b="b"/>
                <a:pathLst>
                  <a:path w="12414" h="11799" extrusionOk="0">
                    <a:moveTo>
                      <a:pt x="8979" y="2127"/>
                    </a:moveTo>
                    <a:cubicBezTo>
                      <a:pt x="9247" y="2127"/>
                      <a:pt x="9515" y="2229"/>
                      <a:pt x="9704" y="2434"/>
                    </a:cubicBezTo>
                    <a:cubicBezTo>
                      <a:pt x="10113" y="2812"/>
                      <a:pt x="10113" y="3473"/>
                      <a:pt x="9704" y="3883"/>
                    </a:cubicBezTo>
                    <a:lnTo>
                      <a:pt x="8885" y="4702"/>
                    </a:lnTo>
                    <a:cubicBezTo>
                      <a:pt x="8790" y="4765"/>
                      <a:pt x="8696" y="4860"/>
                      <a:pt x="8601" y="4891"/>
                    </a:cubicBezTo>
                    <a:cubicBezTo>
                      <a:pt x="8790" y="4513"/>
                      <a:pt x="8727" y="4041"/>
                      <a:pt x="8412" y="3726"/>
                    </a:cubicBezTo>
                    <a:cubicBezTo>
                      <a:pt x="8206" y="3520"/>
                      <a:pt x="7933" y="3408"/>
                      <a:pt x="7654" y="3408"/>
                    </a:cubicBezTo>
                    <a:cubicBezTo>
                      <a:pt x="7507" y="3408"/>
                      <a:pt x="7357" y="3439"/>
                      <a:pt x="7215" y="3505"/>
                    </a:cubicBezTo>
                    <a:cubicBezTo>
                      <a:pt x="7278" y="3410"/>
                      <a:pt x="7341" y="3316"/>
                      <a:pt x="7436" y="3253"/>
                    </a:cubicBezTo>
                    <a:lnTo>
                      <a:pt x="8255" y="2434"/>
                    </a:lnTo>
                    <a:cubicBezTo>
                      <a:pt x="8444" y="2229"/>
                      <a:pt x="8711" y="2127"/>
                      <a:pt x="8979" y="2127"/>
                    </a:cubicBezTo>
                    <a:close/>
                    <a:moveTo>
                      <a:pt x="9027" y="685"/>
                    </a:moveTo>
                    <a:cubicBezTo>
                      <a:pt x="9649" y="685"/>
                      <a:pt x="10271" y="922"/>
                      <a:pt x="10744" y="1394"/>
                    </a:cubicBezTo>
                    <a:cubicBezTo>
                      <a:pt x="11689" y="2339"/>
                      <a:pt x="11689" y="3883"/>
                      <a:pt x="10744" y="4828"/>
                    </a:cubicBezTo>
                    <a:lnTo>
                      <a:pt x="9893" y="5647"/>
                    </a:lnTo>
                    <a:cubicBezTo>
                      <a:pt x="9431" y="6109"/>
                      <a:pt x="8816" y="6356"/>
                      <a:pt x="8187" y="6356"/>
                    </a:cubicBezTo>
                    <a:cubicBezTo>
                      <a:pt x="7914" y="6356"/>
                      <a:pt x="7639" y="6310"/>
                      <a:pt x="7373" y="6214"/>
                    </a:cubicBezTo>
                    <a:lnTo>
                      <a:pt x="7940" y="5647"/>
                    </a:lnTo>
                    <a:cubicBezTo>
                      <a:pt x="8008" y="5655"/>
                      <a:pt x="8077" y="5659"/>
                      <a:pt x="8146" y="5659"/>
                    </a:cubicBezTo>
                    <a:cubicBezTo>
                      <a:pt x="8617" y="5659"/>
                      <a:pt x="9087" y="5477"/>
                      <a:pt x="9389" y="5175"/>
                    </a:cubicBezTo>
                    <a:lnTo>
                      <a:pt x="10208" y="4356"/>
                    </a:lnTo>
                    <a:cubicBezTo>
                      <a:pt x="10901" y="3694"/>
                      <a:pt x="10901" y="2591"/>
                      <a:pt x="10208" y="1898"/>
                    </a:cubicBezTo>
                    <a:cubicBezTo>
                      <a:pt x="9877" y="1567"/>
                      <a:pt x="9436" y="1402"/>
                      <a:pt x="8995" y="1402"/>
                    </a:cubicBezTo>
                    <a:cubicBezTo>
                      <a:pt x="8554" y="1402"/>
                      <a:pt x="8113" y="1567"/>
                      <a:pt x="7782" y="1898"/>
                    </a:cubicBezTo>
                    <a:lnTo>
                      <a:pt x="6931" y="2749"/>
                    </a:lnTo>
                    <a:cubicBezTo>
                      <a:pt x="6553" y="3127"/>
                      <a:pt x="6396" y="3694"/>
                      <a:pt x="6490" y="4198"/>
                    </a:cubicBezTo>
                    <a:lnTo>
                      <a:pt x="5923" y="4734"/>
                    </a:lnTo>
                    <a:cubicBezTo>
                      <a:pt x="5608" y="3883"/>
                      <a:pt x="5797" y="2906"/>
                      <a:pt x="6490" y="2213"/>
                    </a:cubicBezTo>
                    <a:lnTo>
                      <a:pt x="7309" y="1394"/>
                    </a:lnTo>
                    <a:cubicBezTo>
                      <a:pt x="7782" y="922"/>
                      <a:pt x="8404" y="685"/>
                      <a:pt x="9027" y="685"/>
                    </a:cubicBezTo>
                    <a:close/>
                    <a:moveTo>
                      <a:pt x="7703" y="4104"/>
                    </a:moveTo>
                    <a:cubicBezTo>
                      <a:pt x="7790" y="4104"/>
                      <a:pt x="7877" y="4135"/>
                      <a:pt x="7940" y="4198"/>
                    </a:cubicBezTo>
                    <a:cubicBezTo>
                      <a:pt x="8066" y="4324"/>
                      <a:pt x="8066" y="4545"/>
                      <a:pt x="7940" y="4671"/>
                    </a:cubicBezTo>
                    <a:lnTo>
                      <a:pt x="4978" y="7632"/>
                    </a:lnTo>
                    <a:cubicBezTo>
                      <a:pt x="4915" y="7679"/>
                      <a:pt x="4828" y="7703"/>
                      <a:pt x="4742" y="7703"/>
                    </a:cubicBezTo>
                    <a:cubicBezTo>
                      <a:pt x="4655" y="7703"/>
                      <a:pt x="4569" y="7679"/>
                      <a:pt x="4506" y="7632"/>
                    </a:cubicBezTo>
                    <a:cubicBezTo>
                      <a:pt x="4380" y="7506"/>
                      <a:pt x="4380" y="7254"/>
                      <a:pt x="4506" y="7160"/>
                    </a:cubicBezTo>
                    <a:lnTo>
                      <a:pt x="7467" y="4198"/>
                    </a:lnTo>
                    <a:cubicBezTo>
                      <a:pt x="7530" y="4135"/>
                      <a:pt x="7617" y="4104"/>
                      <a:pt x="7703" y="4104"/>
                    </a:cubicBezTo>
                    <a:close/>
                    <a:moveTo>
                      <a:pt x="3781" y="6939"/>
                    </a:moveTo>
                    <a:lnTo>
                      <a:pt x="3781" y="6939"/>
                    </a:lnTo>
                    <a:cubicBezTo>
                      <a:pt x="3592" y="7349"/>
                      <a:pt x="3686" y="7821"/>
                      <a:pt x="4001" y="8136"/>
                    </a:cubicBezTo>
                    <a:cubicBezTo>
                      <a:pt x="4198" y="8333"/>
                      <a:pt x="4457" y="8432"/>
                      <a:pt x="4715" y="8432"/>
                    </a:cubicBezTo>
                    <a:cubicBezTo>
                      <a:pt x="4870" y="8432"/>
                      <a:pt x="5025" y="8396"/>
                      <a:pt x="5167" y="8325"/>
                    </a:cubicBezTo>
                    <a:lnTo>
                      <a:pt x="5167" y="8325"/>
                    </a:lnTo>
                    <a:cubicBezTo>
                      <a:pt x="5136" y="8451"/>
                      <a:pt x="5041" y="8514"/>
                      <a:pt x="4978" y="8609"/>
                    </a:cubicBezTo>
                    <a:lnTo>
                      <a:pt x="4159" y="9428"/>
                    </a:lnTo>
                    <a:cubicBezTo>
                      <a:pt x="3954" y="9633"/>
                      <a:pt x="3686" y="9735"/>
                      <a:pt x="3419" y="9735"/>
                    </a:cubicBezTo>
                    <a:cubicBezTo>
                      <a:pt x="3151" y="9735"/>
                      <a:pt x="2883" y="9633"/>
                      <a:pt x="2678" y="9428"/>
                    </a:cubicBezTo>
                    <a:cubicBezTo>
                      <a:pt x="2300" y="9050"/>
                      <a:pt x="2300" y="8357"/>
                      <a:pt x="2678" y="7979"/>
                    </a:cubicBezTo>
                    <a:lnTo>
                      <a:pt x="3529" y="7160"/>
                    </a:lnTo>
                    <a:cubicBezTo>
                      <a:pt x="3592" y="7065"/>
                      <a:pt x="3718" y="7002"/>
                      <a:pt x="3781" y="6939"/>
                    </a:cubicBezTo>
                    <a:close/>
                    <a:moveTo>
                      <a:pt x="4212" y="5467"/>
                    </a:moveTo>
                    <a:cubicBezTo>
                      <a:pt x="4492" y="5467"/>
                      <a:pt x="4773" y="5516"/>
                      <a:pt x="5041" y="5616"/>
                    </a:cubicBezTo>
                    <a:lnTo>
                      <a:pt x="4506" y="6151"/>
                    </a:lnTo>
                    <a:cubicBezTo>
                      <a:pt x="4437" y="6143"/>
                      <a:pt x="4368" y="6139"/>
                      <a:pt x="4299" y="6139"/>
                    </a:cubicBezTo>
                    <a:cubicBezTo>
                      <a:pt x="3828" y="6139"/>
                      <a:pt x="3358" y="6322"/>
                      <a:pt x="3056" y="6624"/>
                    </a:cubicBezTo>
                    <a:lnTo>
                      <a:pt x="2206" y="7475"/>
                    </a:lnTo>
                    <a:cubicBezTo>
                      <a:pt x="1544" y="8136"/>
                      <a:pt x="1544" y="9239"/>
                      <a:pt x="2206" y="9900"/>
                    </a:cubicBezTo>
                    <a:cubicBezTo>
                      <a:pt x="2552" y="10231"/>
                      <a:pt x="3001" y="10397"/>
                      <a:pt x="3446" y="10397"/>
                    </a:cubicBezTo>
                    <a:cubicBezTo>
                      <a:pt x="3891" y="10397"/>
                      <a:pt x="4332" y="10231"/>
                      <a:pt x="4663" y="9900"/>
                    </a:cubicBezTo>
                    <a:lnTo>
                      <a:pt x="5482" y="9081"/>
                    </a:lnTo>
                    <a:cubicBezTo>
                      <a:pt x="5892" y="8672"/>
                      <a:pt x="6049" y="8136"/>
                      <a:pt x="5955" y="7632"/>
                    </a:cubicBezTo>
                    <a:lnTo>
                      <a:pt x="6522" y="7065"/>
                    </a:lnTo>
                    <a:lnTo>
                      <a:pt x="6522" y="7065"/>
                    </a:lnTo>
                    <a:cubicBezTo>
                      <a:pt x="6837" y="7947"/>
                      <a:pt x="6648" y="8924"/>
                      <a:pt x="5955" y="9585"/>
                    </a:cubicBezTo>
                    <a:lnTo>
                      <a:pt x="5136" y="10405"/>
                    </a:lnTo>
                    <a:cubicBezTo>
                      <a:pt x="4663" y="10877"/>
                      <a:pt x="4041" y="11113"/>
                      <a:pt x="3419" y="11113"/>
                    </a:cubicBezTo>
                    <a:cubicBezTo>
                      <a:pt x="2796" y="11113"/>
                      <a:pt x="2174" y="10877"/>
                      <a:pt x="1702" y="10405"/>
                    </a:cubicBezTo>
                    <a:cubicBezTo>
                      <a:pt x="756" y="9459"/>
                      <a:pt x="756" y="7916"/>
                      <a:pt x="1702" y="7002"/>
                    </a:cubicBezTo>
                    <a:lnTo>
                      <a:pt x="2552" y="6151"/>
                    </a:lnTo>
                    <a:cubicBezTo>
                      <a:pt x="3005" y="5699"/>
                      <a:pt x="3605" y="5467"/>
                      <a:pt x="4212" y="5467"/>
                    </a:cubicBezTo>
                    <a:close/>
                    <a:moveTo>
                      <a:pt x="8999" y="0"/>
                    </a:moveTo>
                    <a:cubicBezTo>
                      <a:pt x="8200" y="0"/>
                      <a:pt x="7404" y="307"/>
                      <a:pt x="6805" y="922"/>
                    </a:cubicBezTo>
                    <a:lnTo>
                      <a:pt x="5955" y="1741"/>
                    </a:lnTo>
                    <a:cubicBezTo>
                      <a:pt x="5136" y="2560"/>
                      <a:pt x="4852" y="3789"/>
                      <a:pt x="5230" y="4891"/>
                    </a:cubicBezTo>
                    <a:cubicBezTo>
                      <a:pt x="4920" y="4794"/>
                      <a:pt x="4601" y="4746"/>
                      <a:pt x="4283" y="4746"/>
                    </a:cubicBezTo>
                    <a:cubicBezTo>
                      <a:pt x="3469" y="4746"/>
                      <a:pt x="2669" y="5058"/>
                      <a:pt x="2080" y="5647"/>
                    </a:cubicBezTo>
                    <a:lnTo>
                      <a:pt x="1229" y="6466"/>
                    </a:lnTo>
                    <a:cubicBezTo>
                      <a:pt x="0" y="7695"/>
                      <a:pt x="0" y="9680"/>
                      <a:pt x="1229" y="10877"/>
                    </a:cubicBezTo>
                    <a:cubicBezTo>
                      <a:pt x="1843" y="11491"/>
                      <a:pt x="2647" y="11799"/>
                      <a:pt x="3446" y="11799"/>
                    </a:cubicBezTo>
                    <a:cubicBezTo>
                      <a:pt x="4246" y="11799"/>
                      <a:pt x="5041" y="11491"/>
                      <a:pt x="5640" y="10877"/>
                    </a:cubicBezTo>
                    <a:lnTo>
                      <a:pt x="6490" y="10058"/>
                    </a:lnTo>
                    <a:cubicBezTo>
                      <a:pt x="7309" y="9239"/>
                      <a:pt x="7593" y="8010"/>
                      <a:pt x="7215" y="6908"/>
                    </a:cubicBezTo>
                    <a:lnTo>
                      <a:pt x="7215" y="6908"/>
                    </a:lnTo>
                    <a:cubicBezTo>
                      <a:pt x="7525" y="7005"/>
                      <a:pt x="7844" y="7053"/>
                      <a:pt x="8162" y="7053"/>
                    </a:cubicBezTo>
                    <a:cubicBezTo>
                      <a:pt x="8976" y="7053"/>
                      <a:pt x="9776" y="6740"/>
                      <a:pt x="10365" y="6151"/>
                    </a:cubicBezTo>
                    <a:lnTo>
                      <a:pt x="11216" y="5332"/>
                    </a:lnTo>
                    <a:cubicBezTo>
                      <a:pt x="12413" y="4104"/>
                      <a:pt x="12413" y="2150"/>
                      <a:pt x="11216" y="922"/>
                    </a:cubicBezTo>
                    <a:cubicBezTo>
                      <a:pt x="10602" y="307"/>
                      <a:pt x="9798" y="0"/>
                      <a:pt x="899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94" name="Google Shape;9212;p73">
                <a:extLst>
                  <a:ext uri="{FF2B5EF4-FFF2-40B4-BE49-F238E27FC236}">
                    <a16:creationId xmlns:a16="http://schemas.microsoft.com/office/drawing/2014/main" id="{524BC655-5E30-FCAE-1E34-BDA836814A01}"/>
                  </a:ext>
                </a:extLst>
              </p:cNvPr>
              <p:cNvSpPr/>
              <p:nvPr/>
            </p:nvSpPr>
            <p:spPr>
              <a:xfrm>
                <a:off x="5213946" y="2924655"/>
                <a:ext cx="503276" cy="500571"/>
              </a:xfrm>
              <a:custGeom>
                <a:avLst/>
                <a:gdLst/>
                <a:ahLst/>
                <a:cxnLst/>
                <a:rect l="l" t="t" r="r" b="b"/>
                <a:pathLst>
                  <a:path w="11910" h="11846" extrusionOk="0">
                    <a:moveTo>
                      <a:pt x="5924" y="2080"/>
                    </a:moveTo>
                    <a:cubicBezTo>
                      <a:pt x="6302" y="2080"/>
                      <a:pt x="6617" y="2395"/>
                      <a:pt x="6617" y="2773"/>
                    </a:cubicBezTo>
                    <a:cubicBezTo>
                      <a:pt x="6617" y="3182"/>
                      <a:pt x="6302" y="3497"/>
                      <a:pt x="5924" y="3497"/>
                    </a:cubicBezTo>
                    <a:cubicBezTo>
                      <a:pt x="5514" y="3497"/>
                      <a:pt x="5199" y="3182"/>
                      <a:pt x="5199" y="2773"/>
                    </a:cubicBezTo>
                    <a:cubicBezTo>
                      <a:pt x="5199" y="2395"/>
                      <a:pt x="5514" y="2080"/>
                      <a:pt x="5924" y="2080"/>
                    </a:cubicBezTo>
                    <a:close/>
                    <a:moveTo>
                      <a:pt x="5924" y="662"/>
                    </a:moveTo>
                    <a:cubicBezTo>
                      <a:pt x="7247" y="662"/>
                      <a:pt x="8318" y="1764"/>
                      <a:pt x="8318" y="3088"/>
                    </a:cubicBezTo>
                    <a:cubicBezTo>
                      <a:pt x="8318" y="3655"/>
                      <a:pt x="8129" y="4190"/>
                      <a:pt x="7783" y="4631"/>
                    </a:cubicBezTo>
                    <a:cubicBezTo>
                      <a:pt x="7562" y="4222"/>
                      <a:pt x="7310" y="3907"/>
                      <a:pt x="6900" y="3686"/>
                    </a:cubicBezTo>
                    <a:cubicBezTo>
                      <a:pt x="7153" y="3434"/>
                      <a:pt x="7310" y="3088"/>
                      <a:pt x="7310" y="2741"/>
                    </a:cubicBezTo>
                    <a:cubicBezTo>
                      <a:pt x="7310" y="1985"/>
                      <a:pt x="6680" y="1355"/>
                      <a:pt x="5924" y="1355"/>
                    </a:cubicBezTo>
                    <a:cubicBezTo>
                      <a:pt x="5168" y="1355"/>
                      <a:pt x="4538" y="1985"/>
                      <a:pt x="4538" y="2741"/>
                    </a:cubicBezTo>
                    <a:cubicBezTo>
                      <a:pt x="4538" y="3088"/>
                      <a:pt x="4695" y="3434"/>
                      <a:pt x="4947" y="3686"/>
                    </a:cubicBezTo>
                    <a:cubicBezTo>
                      <a:pt x="4538" y="3938"/>
                      <a:pt x="4223" y="4285"/>
                      <a:pt x="4034" y="4631"/>
                    </a:cubicBezTo>
                    <a:cubicBezTo>
                      <a:pt x="3592" y="4096"/>
                      <a:pt x="3403" y="3403"/>
                      <a:pt x="3498" y="2741"/>
                    </a:cubicBezTo>
                    <a:cubicBezTo>
                      <a:pt x="3655" y="1638"/>
                      <a:pt x="4664" y="662"/>
                      <a:pt x="5924" y="662"/>
                    </a:cubicBezTo>
                    <a:close/>
                    <a:moveTo>
                      <a:pt x="5924" y="4159"/>
                    </a:moveTo>
                    <a:cubicBezTo>
                      <a:pt x="6554" y="4159"/>
                      <a:pt x="7058" y="4600"/>
                      <a:pt x="7247" y="5135"/>
                    </a:cubicBezTo>
                    <a:cubicBezTo>
                      <a:pt x="6869" y="5388"/>
                      <a:pt x="6428" y="5545"/>
                      <a:pt x="5924" y="5545"/>
                    </a:cubicBezTo>
                    <a:cubicBezTo>
                      <a:pt x="5451" y="5545"/>
                      <a:pt x="4979" y="5388"/>
                      <a:pt x="4569" y="5135"/>
                    </a:cubicBezTo>
                    <a:cubicBezTo>
                      <a:pt x="4727" y="4568"/>
                      <a:pt x="5294" y="4159"/>
                      <a:pt x="5924" y="4159"/>
                    </a:cubicBezTo>
                    <a:close/>
                    <a:moveTo>
                      <a:pt x="1734" y="9042"/>
                    </a:moveTo>
                    <a:cubicBezTo>
                      <a:pt x="2301" y="9042"/>
                      <a:pt x="2773" y="9483"/>
                      <a:pt x="2773" y="10082"/>
                    </a:cubicBezTo>
                    <a:cubicBezTo>
                      <a:pt x="2773" y="10649"/>
                      <a:pt x="2301" y="11121"/>
                      <a:pt x="1734" y="11121"/>
                    </a:cubicBezTo>
                    <a:cubicBezTo>
                      <a:pt x="1198" y="11121"/>
                      <a:pt x="726" y="10649"/>
                      <a:pt x="726" y="10082"/>
                    </a:cubicBezTo>
                    <a:cubicBezTo>
                      <a:pt x="726" y="9483"/>
                      <a:pt x="1198" y="9042"/>
                      <a:pt x="1734" y="9042"/>
                    </a:cubicBezTo>
                    <a:close/>
                    <a:moveTo>
                      <a:pt x="5924" y="9042"/>
                    </a:moveTo>
                    <a:cubicBezTo>
                      <a:pt x="6522" y="9042"/>
                      <a:pt x="6932" y="9515"/>
                      <a:pt x="6932" y="10082"/>
                    </a:cubicBezTo>
                    <a:cubicBezTo>
                      <a:pt x="6932" y="10649"/>
                      <a:pt x="6459" y="11121"/>
                      <a:pt x="5924" y="11121"/>
                    </a:cubicBezTo>
                    <a:cubicBezTo>
                      <a:pt x="5357" y="11121"/>
                      <a:pt x="4884" y="10649"/>
                      <a:pt x="4884" y="10082"/>
                    </a:cubicBezTo>
                    <a:cubicBezTo>
                      <a:pt x="4884" y="9483"/>
                      <a:pt x="5325" y="9042"/>
                      <a:pt x="5924" y="9042"/>
                    </a:cubicBezTo>
                    <a:close/>
                    <a:moveTo>
                      <a:pt x="10145" y="9042"/>
                    </a:moveTo>
                    <a:cubicBezTo>
                      <a:pt x="10681" y="9042"/>
                      <a:pt x="11154" y="9483"/>
                      <a:pt x="11154" y="10082"/>
                    </a:cubicBezTo>
                    <a:cubicBezTo>
                      <a:pt x="11154" y="10649"/>
                      <a:pt x="10681" y="11121"/>
                      <a:pt x="10145" y="11121"/>
                    </a:cubicBezTo>
                    <a:cubicBezTo>
                      <a:pt x="9578" y="11121"/>
                      <a:pt x="9106" y="10649"/>
                      <a:pt x="9106" y="10082"/>
                    </a:cubicBezTo>
                    <a:cubicBezTo>
                      <a:pt x="9106" y="9483"/>
                      <a:pt x="9578" y="9042"/>
                      <a:pt x="10145" y="9042"/>
                    </a:cubicBezTo>
                    <a:close/>
                    <a:moveTo>
                      <a:pt x="5955" y="0"/>
                    </a:moveTo>
                    <a:cubicBezTo>
                      <a:pt x="4349" y="0"/>
                      <a:pt x="3088" y="1197"/>
                      <a:pt x="2868" y="2678"/>
                    </a:cubicBezTo>
                    <a:cubicBezTo>
                      <a:pt x="2647" y="4442"/>
                      <a:pt x="3908" y="6018"/>
                      <a:pt x="5640" y="6207"/>
                    </a:cubicBezTo>
                    <a:lnTo>
                      <a:pt x="5640" y="6963"/>
                    </a:lnTo>
                    <a:lnTo>
                      <a:pt x="2427" y="6963"/>
                    </a:lnTo>
                    <a:cubicBezTo>
                      <a:pt x="1828" y="6963"/>
                      <a:pt x="1387" y="7435"/>
                      <a:pt x="1387" y="7971"/>
                    </a:cubicBezTo>
                    <a:lnTo>
                      <a:pt x="1387" y="8380"/>
                    </a:lnTo>
                    <a:cubicBezTo>
                      <a:pt x="599" y="8538"/>
                      <a:pt x="1" y="9231"/>
                      <a:pt x="1" y="10082"/>
                    </a:cubicBezTo>
                    <a:cubicBezTo>
                      <a:pt x="1" y="11027"/>
                      <a:pt x="789" y="11846"/>
                      <a:pt x="1734" y="11846"/>
                    </a:cubicBezTo>
                    <a:cubicBezTo>
                      <a:pt x="2679" y="11846"/>
                      <a:pt x="3466" y="11058"/>
                      <a:pt x="3466" y="10082"/>
                    </a:cubicBezTo>
                    <a:cubicBezTo>
                      <a:pt x="3466" y="9231"/>
                      <a:pt x="2868" y="8538"/>
                      <a:pt x="2080" y="8380"/>
                    </a:cubicBezTo>
                    <a:lnTo>
                      <a:pt x="2080" y="7971"/>
                    </a:lnTo>
                    <a:cubicBezTo>
                      <a:pt x="2080" y="7782"/>
                      <a:pt x="2238" y="7624"/>
                      <a:pt x="2458" y="7624"/>
                    </a:cubicBezTo>
                    <a:lnTo>
                      <a:pt x="5609" y="7624"/>
                    </a:lnTo>
                    <a:lnTo>
                      <a:pt x="5609" y="8349"/>
                    </a:lnTo>
                    <a:cubicBezTo>
                      <a:pt x="4821" y="8506"/>
                      <a:pt x="4223" y="9200"/>
                      <a:pt x="4223" y="10019"/>
                    </a:cubicBezTo>
                    <a:cubicBezTo>
                      <a:pt x="4223" y="10964"/>
                      <a:pt x="5010" y="11814"/>
                      <a:pt x="5955" y="11814"/>
                    </a:cubicBezTo>
                    <a:cubicBezTo>
                      <a:pt x="6900" y="11814"/>
                      <a:pt x="7688" y="11027"/>
                      <a:pt x="7688" y="10019"/>
                    </a:cubicBezTo>
                    <a:cubicBezTo>
                      <a:pt x="7688" y="9200"/>
                      <a:pt x="7090" y="8506"/>
                      <a:pt x="6302" y="8349"/>
                    </a:cubicBezTo>
                    <a:lnTo>
                      <a:pt x="6302" y="7624"/>
                    </a:lnTo>
                    <a:lnTo>
                      <a:pt x="9452" y="7624"/>
                    </a:lnTo>
                    <a:cubicBezTo>
                      <a:pt x="9641" y="7624"/>
                      <a:pt x="9799" y="7782"/>
                      <a:pt x="9799" y="7971"/>
                    </a:cubicBezTo>
                    <a:lnTo>
                      <a:pt x="9799" y="8380"/>
                    </a:lnTo>
                    <a:cubicBezTo>
                      <a:pt x="9011" y="8538"/>
                      <a:pt x="8444" y="9231"/>
                      <a:pt x="8444" y="10082"/>
                    </a:cubicBezTo>
                    <a:cubicBezTo>
                      <a:pt x="8444" y="11027"/>
                      <a:pt x="9232" y="11846"/>
                      <a:pt x="10177" y="11846"/>
                    </a:cubicBezTo>
                    <a:cubicBezTo>
                      <a:pt x="11122" y="11846"/>
                      <a:pt x="11910" y="11058"/>
                      <a:pt x="11910" y="10082"/>
                    </a:cubicBezTo>
                    <a:cubicBezTo>
                      <a:pt x="11910" y="9231"/>
                      <a:pt x="11311" y="8538"/>
                      <a:pt x="10524" y="8380"/>
                    </a:cubicBezTo>
                    <a:lnTo>
                      <a:pt x="10524" y="7971"/>
                    </a:lnTo>
                    <a:cubicBezTo>
                      <a:pt x="10524" y="7404"/>
                      <a:pt x="10051" y="6963"/>
                      <a:pt x="9484" y="6963"/>
                    </a:cubicBezTo>
                    <a:lnTo>
                      <a:pt x="6333" y="6963"/>
                    </a:lnTo>
                    <a:lnTo>
                      <a:pt x="6333" y="6207"/>
                    </a:lnTo>
                    <a:cubicBezTo>
                      <a:pt x="7909" y="6049"/>
                      <a:pt x="9106" y="4726"/>
                      <a:pt x="9106" y="3088"/>
                    </a:cubicBezTo>
                    <a:cubicBezTo>
                      <a:pt x="9106" y="1355"/>
                      <a:pt x="7688" y="0"/>
                      <a:pt x="59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95" name="Google Shape;9213;p73">
                <a:extLst>
                  <a:ext uri="{FF2B5EF4-FFF2-40B4-BE49-F238E27FC236}">
                    <a16:creationId xmlns:a16="http://schemas.microsoft.com/office/drawing/2014/main" id="{0243FFC9-CC18-B7DE-07DE-B491A56C279B}"/>
                  </a:ext>
                </a:extLst>
              </p:cNvPr>
              <p:cNvGrpSpPr/>
              <p:nvPr/>
            </p:nvGrpSpPr>
            <p:grpSpPr>
              <a:xfrm>
                <a:off x="8378520" y="1688743"/>
                <a:ext cx="501923" cy="498881"/>
                <a:chOff x="5045775" y="1946400"/>
                <a:chExt cx="296950" cy="295150"/>
              </a:xfrm>
              <a:grpFill/>
            </p:grpSpPr>
            <p:sp>
              <p:nvSpPr>
                <p:cNvPr id="17792" name="Google Shape;9214;p73">
                  <a:extLst>
                    <a:ext uri="{FF2B5EF4-FFF2-40B4-BE49-F238E27FC236}">
                      <a16:creationId xmlns:a16="http://schemas.microsoft.com/office/drawing/2014/main" id="{3FAD330A-6EE5-5E17-24EB-B786D0D4B586}"/>
                    </a:ext>
                  </a:extLst>
                </p:cNvPr>
                <p:cNvSpPr/>
                <p:nvPr/>
              </p:nvSpPr>
              <p:spPr>
                <a:xfrm>
                  <a:off x="5113500" y="1998600"/>
                  <a:ext cx="160700" cy="155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28" h="6238" extrusionOk="0">
                      <a:moveTo>
                        <a:pt x="3309" y="2079"/>
                      </a:moveTo>
                      <a:cubicBezTo>
                        <a:pt x="3718" y="2079"/>
                        <a:pt x="4033" y="2394"/>
                        <a:pt x="4033" y="2804"/>
                      </a:cubicBezTo>
                      <a:cubicBezTo>
                        <a:pt x="4033" y="3182"/>
                        <a:pt x="3718" y="3497"/>
                        <a:pt x="3309" y="3497"/>
                      </a:cubicBezTo>
                      <a:cubicBezTo>
                        <a:pt x="2931" y="3497"/>
                        <a:pt x="2616" y="3150"/>
                        <a:pt x="2616" y="2804"/>
                      </a:cubicBezTo>
                      <a:cubicBezTo>
                        <a:pt x="2616" y="2394"/>
                        <a:pt x="2931" y="2079"/>
                        <a:pt x="3309" y="2079"/>
                      </a:cubicBezTo>
                      <a:close/>
                      <a:moveTo>
                        <a:pt x="3403" y="662"/>
                      </a:moveTo>
                      <a:cubicBezTo>
                        <a:pt x="4726" y="662"/>
                        <a:pt x="5798" y="1764"/>
                        <a:pt x="5798" y="3119"/>
                      </a:cubicBezTo>
                      <a:cubicBezTo>
                        <a:pt x="5703" y="3655"/>
                        <a:pt x="5546" y="4222"/>
                        <a:pt x="5199" y="4663"/>
                      </a:cubicBezTo>
                      <a:cubicBezTo>
                        <a:pt x="5010" y="4253"/>
                        <a:pt x="4726" y="3938"/>
                        <a:pt x="4348" y="3686"/>
                      </a:cubicBezTo>
                      <a:cubicBezTo>
                        <a:pt x="4569" y="3466"/>
                        <a:pt x="4726" y="3119"/>
                        <a:pt x="4726" y="2741"/>
                      </a:cubicBezTo>
                      <a:cubicBezTo>
                        <a:pt x="4726" y="2016"/>
                        <a:pt x="4096" y="1386"/>
                        <a:pt x="3340" y="1386"/>
                      </a:cubicBezTo>
                      <a:cubicBezTo>
                        <a:pt x="2616" y="1386"/>
                        <a:pt x="1986" y="2016"/>
                        <a:pt x="1986" y="2741"/>
                      </a:cubicBezTo>
                      <a:cubicBezTo>
                        <a:pt x="1986" y="3119"/>
                        <a:pt x="2143" y="3466"/>
                        <a:pt x="2364" y="3686"/>
                      </a:cubicBezTo>
                      <a:cubicBezTo>
                        <a:pt x="1986" y="3907"/>
                        <a:pt x="1702" y="4253"/>
                        <a:pt x="1513" y="4663"/>
                      </a:cubicBezTo>
                      <a:cubicBezTo>
                        <a:pt x="1072" y="4096"/>
                        <a:pt x="883" y="3434"/>
                        <a:pt x="977" y="2772"/>
                      </a:cubicBezTo>
                      <a:cubicBezTo>
                        <a:pt x="1135" y="1670"/>
                        <a:pt x="2143" y="662"/>
                        <a:pt x="3403" y="662"/>
                      </a:cubicBezTo>
                      <a:close/>
                      <a:moveTo>
                        <a:pt x="3309" y="4190"/>
                      </a:moveTo>
                      <a:cubicBezTo>
                        <a:pt x="3939" y="4190"/>
                        <a:pt x="4443" y="4600"/>
                        <a:pt x="4663" y="5167"/>
                      </a:cubicBezTo>
                      <a:cubicBezTo>
                        <a:pt x="4254" y="5450"/>
                        <a:pt x="3781" y="5545"/>
                        <a:pt x="3309" y="5545"/>
                      </a:cubicBezTo>
                      <a:cubicBezTo>
                        <a:pt x="2836" y="5545"/>
                        <a:pt x="2364" y="5387"/>
                        <a:pt x="1986" y="5167"/>
                      </a:cubicBezTo>
                      <a:cubicBezTo>
                        <a:pt x="2143" y="4568"/>
                        <a:pt x="2679" y="4190"/>
                        <a:pt x="3309" y="4190"/>
                      </a:cubicBezTo>
                      <a:close/>
                      <a:moveTo>
                        <a:pt x="3309" y="0"/>
                      </a:moveTo>
                      <a:cubicBezTo>
                        <a:pt x="1733" y="0"/>
                        <a:pt x="410" y="1229"/>
                        <a:pt x="253" y="2678"/>
                      </a:cubicBezTo>
                      <a:cubicBezTo>
                        <a:pt x="1" y="4600"/>
                        <a:pt x="1450" y="6238"/>
                        <a:pt x="3309" y="6238"/>
                      </a:cubicBezTo>
                      <a:cubicBezTo>
                        <a:pt x="5042" y="6238"/>
                        <a:pt x="6428" y="4820"/>
                        <a:pt x="6428" y="3119"/>
                      </a:cubicBezTo>
                      <a:cubicBezTo>
                        <a:pt x="6428" y="1418"/>
                        <a:pt x="5042" y="0"/>
                        <a:pt x="33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3" name="Google Shape;9215;p73">
                  <a:extLst>
                    <a:ext uri="{FF2B5EF4-FFF2-40B4-BE49-F238E27FC236}">
                      <a16:creationId xmlns:a16="http://schemas.microsoft.com/office/drawing/2014/main" id="{2647FD92-DCFF-A44E-E1FF-2BC65BA07B82}"/>
                    </a:ext>
                  </a:extLst>
                </p:cNvPr>
                <p:cNvSpPr/>
                <p:nvPr/>
              </p:nvSpPr>
              <p:spPr>
                <a:xfrm>
                  <a:off x="5045775" y="1946400"/>
                  <a:ext cx="296950" cy="29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8" h="11806" extrusionOk="0">
                      <a:moveTo>
                        <a:pt x="6018" y="765"/>
                      </a:moveTo>
                      <a:lnTo>
                        <a:pt x="6868" y="1426"/>
                      </a:lnTo>
                      <a:cubicBezTo>
                        <a:pt x="6963" y="1458"/>
                        <a:pt x="7026" y="1489"/>
                        <a:pt x="7152" y="1489"/>
                      </a:cubicBezTo>
                      <a:lnTo>
                        <a:pt x="8223" y="1332"/>
                      </a:lnTo>
                      <a:lnTo>
                        <a:pt x="8664" y="2372"/>
                      </a:lnTo>
                      <a:cubicBezTo>
                        <a:pt x="8696" y="2435"/>
                        <a:pt x="8790" y="2529"/>
                        <a:pt x="8853" y="2561"/>
                      </a:cubicBezTo>
                      <a:lnTo>
                        <a:pt x="9893" y="2970"/>
                      </a:lnTo>
                      <a:lnTo>
                        <a:pt x="9735" y="4073"/>
                      </a:lnTo>
                      <a:cubicBezTo>
                        <a:pt x="9735" y="4136"/>
                        <a:pt x="9735" y="4262"/>
                        <a:pt x="9798" y="4325"/>
                      </a:cubicBezTo>
                      <a:lnTo>
                        <a:pt x="10460" y="5207"/>
                      </a:lnTo>
                      <a:lnTo>
                        <a:pt x="9798" y="6058"/>
                      </a:lnTo>
                      <a:cubicBezTo>
                        <a:pt x="9767" y="6152"/>
                        <a:pt x="9735" y="6215"/>
                        <a:pt x="9735" y="6341"/>
                      </a:cubicBezTo>
                      <a:lnTo>
                        <a:pt x="9893" y="7444"/>
                      </a:lnTo>
                      <a:lnTo>
                        <a:pt x="8853" y="7853"/>
                      </a:lnTo>
                      <a:cubicBezTo>
                        <a:pt x="8790" y="7885"/>
                        <a:pt x="8696" y="7948"/>
                        <a:pt x="8664" y="8042"/>
                      </a:cubicBezTo>
                      <a:lnTo>
                        <a:pt x="8255" y="9051"/>
                      </a:lnTo>
                      <a:lnTo>
                        <a:pt x="7120" y="8893"/>
                      </a:lnTo>
                      <a:cubicBezTo>
                        <a:pt x="7057" y="8893"/>
                        <a:pt x="6931" y="8893"/>
                        <a:pt x="6837" y="8988"/>
                      </a:cubicBezTo>
                      <a:lnTo>
                        <a:pt x="5986" y="9649"/>
                      </a:lnTo>
                      <a:lnTo>
                        <a:pt x="5104" y="8988"/>
                      </a:lnTo>
                      <a:cubicBezTo>
                        <a:pt x="5041" y="8925"/>
                        <a:pt x="5010" y="8893"/>
                        <a:pt x="4915" y="8893"/>
                      </a:cubicBezTo>
                      <a:lnTo>
                        <a:pt x="4884" y="8893"/>
                      </a:lnTo>
                      <a:lnTo>
                        <a:pt x="3781" y="9051"/>
                      </a:lnTo>
                      <a:lnTo>
                        <a:pt x="3371" y="8042"/>
                      </a:lnTo>
                      <a:cubicBezTo>
                        <a:pt x="3340" y="7948"/>
                        <a:pt x="3277" y="7885"/>
                        <a:pt x="3182" y="7853"/>
                      </a:cubicBezTo>
                      <a:lnTo>
                        <a:pt x="2143" y="7444"/>
                      </a:lnTo>
                      <a:lnTo>
                        <a:pt x="2300" y="6341"/>
                      </a:lnTo>
                      <a:cubicBezTo>
                        <a:pt x="2300" y="6278"/>
                        <a:pt x="2300" y="6152"/>
                        <a:pt x="2237" y="6058"/>
                      </a:cubicBezTo>
                      <a:lnTo>
                        <a:pt x="1576" y="5207"/>
                      </a:lnTo>
                      <a:lnTo>
                        <a:pt x="2237" y="4325"/>
                      </a:lnTo>
                      <a:cubicBezTo>
                        <a:pt x="2269" y="4262"/>
                        <a:pt x="2300" y="4167"/>
                        <a:pt x="2300" y="4073"/>
                      </a:cubicBezTo>
                      <a:lnTo>
                        <a:pt x="2143" y="2970"/>
                      </a:lnTo>
                      <a:lnTo>
                        <a:pt x="3182" y="2561"/>
                      </a:lnTo>
                      <a:cubicBezTo>
                        <a:pt x="3277" y="2529"/>
                        <a:pt x="3340" y="2435"/>
                        <a:pt x="3371" y="2372"/>
                      </a:cubicBezTo>
                      <a:lnTo>
                        <a:pt x="3812" y="1332"/>
                      </a:lnTo>
                      <a:lnTo>
                        <a:pt x="4884" y="1489"/>
                      </a:lnTo>
                      <a:cubicBezTo>
                        <a:pt x="4947" y="1489"/>
                        <a:pt x="5073" y="1489"/>
                        <a:pt x="5167" y="1426"/>
                      </a:cubicBezTo>
                      <a:lnTo>
                        <a:pt x="6018" y="765"/>
                      </a:lnTo>
                      <a:close/>
                      <a:moveTo>
                        <a:pt x="2174" y="8168"/>
                      </a:moveTo>
                      <a:lnTo>
                        <a:pt x="2804" y="8420"/>
                      </a:lnTo>
                      <a:lnTo>
                        <a:pt x="3277" y="9586"/>
                      </a:lnTo>
                      <a:cubicBezTo>
                        <a:pt x="3308" y="9681"/>
                        <a:pt x="3434" y="9775"/>
                        <a:pt x="3529" y="9775"/>
                      </a:cubicBezTo>
                      <a:lnTo>
                        <a:pt x="2647" y="10720"/>
                      </a:lnTo>
                      <a:lnTo>
                        <a:pt x="2426" y="9649"/>
                      </a:lnTo>
                      <a:cubicBezTo>
                        <a:pt x="2395" y="9523"/>
                        <a:pt x="2332" y="9429"/>
                        <a:pt x="2174" y="9366"/>
                      </a:cubicBezTo>
                      <a:lnTo>
                        <a:pt x="1134" y="9177"/>
                      </a:lnTo>
                      <a:lnTo>
                        <a:pt x="2174" y="8168"/>
                      </a:lnTo>
                      <a:close/>
                      <a:moveTo>
                        <a:pt x="9861" y="8105"/>
                      </a:moveTo>
                      <a:lnTo>
                        <a:pt x="10901" y="9145"/>
                      </a:lnTo>
                      <a:lnTo>
                        <a:pt x="9893" y="9366"/>
                      </a:lnTo>
                      <a:cubicBezTo>
                        <a:pt x="9767" y="9429"/>
                        <a:pt x="9641" y="9492"/>
                        <a:pt x="9609" y="9649"/>
                      </a:cubicBezTo>
                      <a:lnTo>
                        <a:pt x="9389" y="10720"/>
                      </a:lnTo>
                      <a:lnTo>
                        <a:pt x="8507" y="9712"/>
                      </a:lnTo>
                      <a:cubicBezTo>
                        <a:pt x="8601" y="9712"/>
                        <a:pt x="8727" y="9649"/>
                        <a:pt x="8759" y="9523"/>
                      </a:cubicBezTo>
                      <a:lnTo>
                        <a:pt x="9231" y="8389"/>
                      </a:lnTo>
                      <a:lnTo>
                        <a:pt x="9861" y="8105"/>
                      </a:lnTo>
                      <a:close/>
                      <a:moveTo>
                        <a:pt x="6002" y="1"/>
                      </a:moveTo>
                      <a:cubicBezTo>
                        <a:pt x="5923" y="1"/>
                        <a:pt x="5844" y="24"/>
                        <a:pt x="5797" y="72"/>
                      </a:cubicBezTo>
                      <a:lnTo>
                        <a:pt x="4852" y="828"/>
                      </a:lnTo>
                      <a:lnTo>
                        <a:pt x="3623" y="670"/>
                      </a:lnTo>
                      <a:cubicBezTo>
                        <a:pt x="3607" y="667"/>
                        <a:pt x="3590" y="665"/>
                        <a:pt x="3573" y="665"/>
                      </a:cubicBezTo>
                      <a:cubicBezTo>
                        <a:pt x="3434" y="665"/>
                        <a:pt x="3305" y="775"/>
                        <a:pt x="3277" y="859"/>
                      </a:cubicBezTo>
                      <a:lnTo>
                        <a:pt x="2804" y="2025"/>
                      </a:lnTo>
                      <a:lnTo>
                        <a:pt x="1639" y="2498"/>
                      </a:lnTo>
                      <a:cubicBezTo>
                        <a:pt x="1481" y="2561"/>
                        <a:pt x="1418" y="2687"/>
                        <a:pt x="1450" y="2844"/>
                      </a:cubicBezTo>
                      <a:lnTo>
                        <a:pt x="1607" y="4073"/>
                      </a:lnTo>
                      <a:lnTo>
                        <a:pt x="851" y="5018"/>
                      </a:lnTo>
                      <a:cubicBezTo>
                        <a:pt x="788" y="5112"/>
                        <a:pt x="788" y="5333"/>
                        <a:pt x="851" y="5428"/>
                      </a:cubicBezTo>
                      <a:lnTo>
                        <a:pt x="1607" y="6373"/>
                      </a:lnTo>
                      <a:lnTo>
                        <a:pt x="1450" y="7601"/>
                      </a:lnTo>
                      <a:cubicBezTo>
                        <a:pt x="1450" y="7696"/>
                        <a:pt x="1450" y="7759"/>
                        <a:pt x="1481" y="7853"/>
                      </a:cubicBezTo>
                      <a:lnTo>
                        <a:pt x="189" y="9145"/>
                      </a:lnTo>
                      <a:cubicBezTo>
                        <a:pt x="0" y="9334"/>
                        <a:pt x="126" y="9649"/>
                        <a:pt x="347" y="9744"/>
                      </a:cubicBezTo>
                      <a:lnTo>
                        <a:pt x="1765" y="10059"/>
                      </a:lnTo>
                      <a:lnTo>
                        <a:pt x="2080" y="11539"/>
                      </a:lnTo>
                      <a:cubicBezTo>
                        <a:pt x="2099" y="11714"/>
                        <a:pt x="2250" y="11805"/>
                        <a:pt x="2407" y="11805"/>
                      </a:cubicBezTo>
                      <a:cubicBezTo>
                        <a:pt x="2505" y="11805"/>
                        <a:pt x="2606" y="11770"/>
                        <a:pt x="2678" y="11697"/>
                      </a:cubicBezTo>
                      <a:cubicBezTo>
                        <a:pt x="4410" y="9858"/>
                        <a:pt x="4587" y="9665"/>
                        <a:pt x="4601" y="9649"/>
                      </a:cubicBezTo>
                      <a:lnTo>
                        <a:pt x="4601" y="9649"/>
                      </a:lnTo>
                      <a:lnTo>
                        <a:pt x="4789" y="9618"/>
                      </a:lnTo>
                      <a:lnTo>
                        <a:pt x="5734" y="10374"/>
                      </a:lnTo>
                      <a:cubicBezTo>
                        <a:pt x="5829" y="10405"/>
                        <a:pt x="5860" y="10437"/>
                        <a:pt x="5955" y="10437"/>
                      </a:cubicBezTo>
                      <a:cubicBezTo>
                        <a:pt x="6018" y="10437"/>
                        <a:pt x="6112" y="10405"/>
                        <a:pt x="6144" y="10374"/>
                      </a:cubicBezTo>
                      <a:lnTo>
                        <a:pt x="7089" y="9618"/>
                      </a:lnTo>
                      <a:lnTo>
                        <a:pt x="7278" y="9649"/>
                      </a:lnTo>
                      <a:lnTo>
                        <a:pt x="9200" y="11697"/>
                      </a:lnTo>
                      <a:cubicBezTo>
                        <a:pt x="9284" y="11770"/>
                        <a:pt x="9388" y="11805"/>
                        <a:pt x="9485" y="11805"/>
                      </a:cubicBezTo>
                      <a:cubicBezTo>
                        <a:pt x="9640" y="11805"/>
                        <a:pt x="9779" y="11714"/>
                        <a:pt x="9798" y="11539"/>
                      </a:cubicBezTo>
                      <a:lnTo>
                        <a:pt x="10113" y="10059"/>
                      </a:lnTo>
                      <a:lnTo>
                        <a:pt x="11531" y="9744"/>
                      </a:lnTo>
                      <a:cubicBezTo>
                        <a:pt x="11815" y="9681"/>
                        <a:pt x="11878" y="9334"/>
                        <a:pt x="11689" y="9145"/>
                      </a:cubicBezTo>
                      <a:lnTo>
                        <a:pt x="10523" y="7853"/>
                      </a:lnTo>
                      <a:cubicBezTo>
                        <a:pt x="10554" y="7759"/>
                        <a:pt x="10586" y="7696"/>
                        <a:pt x="10554" y="7601"/>
                      </a:cubicBezTo>
                      <a:lnTo>
                        <a:pt x="10397" y="6373"/>
                      </a:lnTo>
                      <a:lnTo>
                        <a:pt x="11153" y="5428"/>
                      </a:lnTo>
                      <a:cubicBezTo>
                        <a:pt x="11216" y="5333"/>
                        <a:pt x="11216" y="5112"/>
                        <a:pt x="11153" y="5018"/>
                      </a:cubicBezTo>
                      <a:lnTo>
                        <a:pt x="10397" y="4073"/>
                      </a:lnTo>
                      <a:lnTo>
                        <a:pt x="10554" y="2844"/>
                      </a:lnTo>
                      <a:cubicBezTo>
                        <a:pt x="10586" y="2687"/>
                        <a:pt x="10460" y="2529"/>
                        <a:pt x="10365" y="2498"/>
                      </a:cubicBezTo>
                      <a:lnTo>
                        <a:pt x="9200" y="2025"/>
                      </a:lnTo>
                      <a:lnTo>
                        <a:pt x="8727" y="859"/>
                      </a:lnTo>
                      <a:cubicBezTo>
                        <a:pt x="8675" y="728"/>
                        <a:pt x="8578" y="662"/>
                        <a:pt x="8457" y="662"/>
                      </a:cubicBezTo>
                      <a:cubicBezTo>
                        <a:pt x="8432" y="662"/>
                        <a:pt x="8407" y="665"/>
                        <a:pt x="8381" y="670"/>
                      </a:cubicBezTo>
                      <a:lnTo>
                        <a:pt x="7152" y="828"/>
                      </a:lnTo>
                      <a:lnTo>
                        <a:pt x="6207" y="72"/>
                      </a:lnTo>
                      <a:cubicBezTo>
                        <a:pt x="6160" y="24"/>
                        <a:pt x="6081" y="1"/>
                        <a:pt x="600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96" name="Google Shape;9216;p73">
                <a:extLst>
                  <a:ext uri="{FF2B5EF4-FFF2-40B4-BE49-F238E27FC236}">
                    <a16:creationId xmlns:a16="http://schemas.microsoft.com/office/drawing/2014/main" id="{2184BBC2-2E66-6800-1BE1-FBF5736FA4B6}"/>
                  </a:ext>
                </a:extLst>
              </p:cNvPr>
              <p:cNvGrpSpPr/>
              <p:nvPr/>
            </p:nvGrpSpPr>
            <p:grpSpPr>
              <a:xfrm>
                <a:off x="8376514" y="2310252"/>
                <a:ext cx="505937" cy="442045"/>
                <a:chOff x="5046550" y="2327025"/>
                <a:chExt cx="299325" cy="261525"/>
              </a:xfrm>
              <a:grpFill/>
            </p:grpSpPr>
            <p:sp>
              <p:nvSpPr>
                <p:cNvPr id="17789" name="Google Shape;9217;p73">
                  <a:extLst>
                    <a:ext uri="{FF2B5EF4-FFF2-40B4-BE49-F238E27FC236}">
                      <a16:creationId xmlns:a16="http://schemas.microsoft.com/office/drawing/2014/main" id="{B1BF8EF9-FB2E-786F-6B92-7399F010ECF2}"/>
                    </a:ext>
                  </a:extLst>
                </p:cNvPr>
                <p:cNvSpPr/>
                <p:nvPr/>
              </p:nvSpPr>
              <p:spPr>
                <a:xfrm>
                  <a:off x="5046550" y="2448325"/>
                  <a:ext cx="297750" cy="14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5609" extrusionOk="0">
                      <a:moveTo>
                        <a:pt x="4569" y="1386"/>
                      </a:moveTo>
                      <a:cubicBezTo>
                        <a:pt x="4538" y="1575"/>
                        <a:pt x="4506" y="1828"/>
                        <a:pt x="4443" y="2111"/>
                      </a:cubicBezTo>
                      <a:lnTo>
                        <a:pt x="757" y="2111"/>
                      </a:lnTo>
                      <a:lnTo>
                        <a:pt x="757" y="1386"/>
                      </a:lnTo>
                      <a:close/>
                      <a:moveTo>
                        <a:pt x="11185" y="1386"/>
                      </a:moveTo>
                      <a:lnTo>
                        <a:pt x="11185" y="2111"/>
                      </a:lnTo>
                      <a:lnTo>
                        <a:pt x="7530" y="2111"/>
                      </a:lnTo>
                      <a:cubicBezTo>
                        <a:pt x="7467" y="1828"/>
                        <a:pt x="7436" y="1575"/>
                        <a:pt x="7373" y="1386"/>
                      </a:cubicBezTo>
                      <a:close/>
                      <a:moveTo>
                        <a:pt x="5955" y="725"/>
                      </a:moveTo>
                      <a:cubicBezTo>
                        <a:pt x="6270" y="725"/>
                        <a:pt x="6396" y="788"/>
                        <a:pt x="6491" y="1071"/>
                      </a:cubicBezTo>
                      <a:cubicBezTo>
                        <a:pt x="6743" y="1639"/>
                        <a:pt x="6900" y="2804"/>
                        <a:pt x="7247" y="4852"/>
                      </a:cubicBezTo>
                      <a:lnTo>
                        <a:pt x="4664" y="4852"/>
                      </a:lnTo>
                      <a:cubicBezTo>
                        <a:pt x="5010" y="2804"/>
                        <a:pt x="5168" y="1639"/>
                        <a:pt x="5388" y="1071"/>
                      </a:cubicBezTo>
                      <a:cubicBezTo>
                        <a:pt x="5514" y="788"/>
                        <a:pt x="5640" y="725"/>
                        <a:pt x="5955" y="725"/>
                      </a:cubicBezTo>
                      <a:close/>
                      <a:moveTo>
                        <a:pt x="5955" y="0"/>
                      </a:moveTo>
                      <a:cubicBezTo>
                        <a:pt x="5357" y="0"/>
                        <a:pt x="5010" y="221"/>
                        <a:pt x="4758" y="725"/>
                      </a:cubicBezTo>
                      <a:lnTo>
                        <a:pt x="347" y="725"/>
                      </a:lnTo>
                      <a:cubicBezTo>
                        <a:pt x="158" y="725"/>
                        <a:pt x="1" y="882"/>
                        <a:pt x="1" y="1071"/>
                      </a:cubicBezTo>
                      <a:lnTo>
                        <a:pt x="1" y="2458"/>
                      </a:lnTo>
                      <a:cubicBezTo>
                        <a:pt x="1" y="2647"/>
                        <a:pt x="158" y="2804"/>
                        <a:pt x="347" y="2804"/>
                      </a:cubicBezTo>
                      <a:lnTo>
                        <a:pt x="4254" y="2804"/>
                      </a:lnTo>
                      <a:cubicBezTo>
                        <a:pt x="4191" y="3371"/>
                        <a:pt x="4065" y="4064"/>
                        <a:pt x="3907" y="4884"/>
                      </a:cubicBezTo>
                      <a:lnTo>
                        <a:pt x="3498" y="4884"/>
                      </a:lnTo>
                      <a:cubicBezTo>
                        <a:pt x="3309" y="4884"/>
                        <a:pt x="3151" y="5041"/>
                        <a:pt x="3151" y="5262"/>
                      </a:cubicBezTo>
                      <a:cubicBezTo>
                        <a:pt x="3151" y="5451"/>
                        <a:pt x="3309" y="5608"/>
                        <a:pt x="3498" y="5608"/>
                      </a:cubicBezTo>
                      <a:lnTo>
                        <a:pt x="8350" y="5608"/>
                      </a:lnTo>
                      <a:cubicBezTo>
                        <a:pt x="8539" y="5608"/>
                        <a:pt x="8696" y="5451"/>
                        <a:pt x="8696" y="5262"/>
                      </a:cubicBezTo>
                      <a:cubicBezTo>
                        <a:pt x="8696" y="5041"/>
                        <a:pt x="8539" y="4884"/>
                        <a:pt x="8350" y="4884"/>
                      </a:cubicBezTo>
                      <a:lnTo>
                        <a:pt x="7972" y="4884"/>
                      </a:lnTo>
                      <a:cubicBezTo>
                        <a:pt x="7814" y="4064"/>
                        <a:pt x="7688" y="3403"/>
                        <a:pt x="7593" y="2804"/>
                      </a:cubicBezTo>
                      <a:lnTo>
                        <a:pt x="11500" y="2804"/>
                      </a:lnTo>
                      <a:cubicBezTo>
                        <a:pt x="11689" y="2804"/>
                        <a:pt x="11847" y="2647"/>
                        <a:pt x="11847" y="2458"/>
                      </a:cubicBezTo>
                      <a:lnTo>
                        <a:pt x="11847" y="1071"/>
                      </a:lnTo>
                      <a:cubicBezTo>
                        <a:pt x="11910" y="882"/>
                        <a:pt x="11752" y="725"/>
                        <a:pt x="11532" y="725"/>
                      </a:cubicBezTo>
                      <a:lnTo>
                        <a:pt x="7121" y="725"/>
                      </a:lnTo>
                      <a:cubicBezTo>
                        <a:pt x="6900" y="252"/>
                        <a:pt x="6554" y="0"/>
                        <a:pt x="59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0" name="Google Shape;9218;p73">
                  <a:extLst>
                    <a:ext uri="{FF2B5EF4-FFF2-40B4-BE49-F238E27FC236}">
                      <a16:creationId xmlns:a16="http://schemas.microsoft.com/office/drawing/2014/main" id="{209F29CC-AE7A-391F-A207-4A8564AA2EEA}"/>
                    </a:ext>
                  </a:extLst>
                </p:cNvPr>
                <p:cNvSpPr/>
                <p:nvPr/>
              </p:nvSpPr>
              <p:spPr>
                <a:xfrm>
                  <a:off x="5241900" y="2327025"/>
                  <a:ext cx="103975" cy="1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9" h="4853" extrusionOk="0">
                      <a:moveTo>
                        <a:pt x="1985" y="725"/>
                      </a:moveTo>
                      <a:cubicBezTo>
                        <a:pt x="2394" y="725"/>
                        <a:pt x="2709" y="1040"/>
                        <a:pt x="2709" y="1450"/>
                      </a:cubicBezTo>
                      <a:cubicBezTo>
                        <a:pt x="2709" y="1828"/>
                        <a:pt x="2394" y="2143"/>
                        <a:pt x="1985" y="2143"/>
                      </a:cubicBezTo>
                      <a:cubicBezTo>
                        <a:pt x="1607" y="2143"/>
                        <a:pt x="1292" y="1828"/>
                        <a:pt x="1292" y="1450"/>
                      </a:cubicBezTo>
                      <a:cubicBezTo>
                        <a:pt x="1292" y="1040"/>
                        <a:pt x="1638" y="725"/>
                        <a:pt x="1985" y="725"/>
                      </a:cubicBezTo>
                      <a:close/>
                      <a:moveTo>
                        <a:pt x="1985" y="2804"/>
                      </a:moveTo>
                      <a:cubicBezTo>
                        <a:pt x="2741" y="2804"/>
                        <a:pt x="3371" y="3435"/>
                        <a:pt x="3371" y="4191"/>
                      </a:cubicBezTo>
                      <a:lnTo>
                        <a:pt x="630" y="4191"/>
                      </a:lnTo>
                      <a:cubicBezTo>
                        <a:pt x="630" y="3435"/>
                        <a:pt x="1260" y="2804"/>
                        <a:pt x="1985" y="2804"/>
                      </a:cubicBezTo>
                      <a:close/>
                      <a:moveTo>
                        <a:pt x="2048" y="1"/>
                      </a:moveTo>
                      <a:cubicBezTo>
                        <a:pt x="1292" y="1"/>
                        <a:pt x="662" y="631"/>
                        <a:pt x="662" y="1387"/>
                      </a:cubicBezTo>
                      <a:cubicBezTo>
                        <a:pt x="662" y="1765"/>
                        <a:pt x="819" y="2111"/>
                        <a:pt x="1040" y="2332"/>
                      </a:cubicBezTo>
                      <a:cubicBezTo>
                        <a:pt x="410" y="2710"/>
                        <a:pt x="0" y="3372"/>
                        <a:pt x="0" y="4159"/>
                      </a:cubicBezTo>
                      <a:lnTo>
                        <a:pt x="0" y="4506"/>
                      </a:lnTo>
                      <a:cubicBezTo>
                        <a:pt x="0" y="4695"/>
                        <a:pt x="158" y="4852"/>
                        <a:pt x="347" y="4852"/>
                      </a:cubicBezTo>
                      <a:lnTo>
                        <a:pt x="3812" y="4852"/>
                      </a:lnTo>
                      <a:cubicBezTo>
                        <a:pt x="4001" y="4852"/>
                        <a:pt x="4159" y="4695"/>
                        <a:pt x="4159" y="4506"/>
                      </a:cubicBezTo>
                      <a:lnTo>
                        <a:pt x="4159" y="4159"/>
                      </a:lnTo>
                      <a:cubicBezTo>
                        <a:pt x="4096" y="3403"/>
                        <a:pt x="3655" y="2710"/>
                        <a:pt x="3025" y="2332"/>
                      </a:cubicBezTo>
                      <a:cubicBezTo>
                        <a:pt x="3245" y="2111"/>
                        <a:pt x="3403" y="1765"/>
                        <a:pt x="3403" y="1387"/>
                      </a:cubicBezTo>
                      <a:cubicBezTo>
                        <a:pt x="3403" y="631"/>
                        <a:pt x="2772" y="1"/>
                        <a:pt x="20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1" name="Google Shape;9219;p73">
                  <a:extLst>
                    <a:ext uri="{FF2B5EF4-FFF2-40B4-BE49-F238E27FC236}">
                      <a16:creationId xmlns:a16="http://schemas.microsoft.com/office/drawing/2014/main" id="{BCDDE940-E93A-A393-A9DC-370D88DA5847}"/>
                    </a:ext>
                  </a:extLst>
                </p:cNvPr>
                <p:cNvSpPr/>
                <p:nvPr/>
              </p:nvSpPr>
              <p:spPr>
                <a:xfrm>
                  <a:off x="5048925" y="2328600"/>
                  <a:ext cx="103975" cy="1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9" h="4853" extrusionOk="0">
                      <a:moveTo>
                        <a:pt x="2048" y="662"/>
                      </a:moveTo>
                      <a:cubicBezTo>
                        <a:pt x="2426" y="662"/>
                        <a:pt x="2741" y="977"/>
                        <a:pt x="2741" y="1387"/>
                      </a:cubicBezTo>
                      <a:cubicBezTo>
                        <a:pt x="2741" y="1765"/>
                        <a:pt x="2426" y="2080"/>
                        <a:pt x="2048" y="2080"/>
                      </a:cubicBezTo>
                      <a:cubicBezTo>
                        <a:pt x="1639" y="2080"/>
                        <a:pt x="1324" y="1765"/>
                        <a:pt x="1324" y="1387"/>
                      </a:cubicBezTo>
                      <a:cubicBezTo>
                        <a:pt x="1324" y="977"/>
                        <a:pt x="1670" y="662"/>
                        <a:pt x="2048" y="662"/>
                      </a:cubicBezTo>
                      <a:close/>
                      <a:moveTo>
                        <a:pt x="2048" y="2710"/>
                      </a:moveTo>
                      <a:cubicBezTo>
                        <a:pt x="2773" y="2710"/>
                        <a:pt x="3403" y="3340"/>
                        <a:pt x="3403" y="4096"/>
                      </a:cubicBezTo>
                      <a:lnTo>
                        <a:pt x="662" y="4096"/>
                      </a:lnTo>
                      <a:cubicBezTo>
                        <a:pt x="662" y="3340"/>
                        <a:pt x="1292" y="2710"/>
                        <a:pt x="2048" y="2710"/>
                      </a:cubicBezTo>
                      <a:close/>
                      <a:moveTo>
                        <a:pt x="2111" y="1"/>
                      </a:moveTo>
                      <a:cubicBezTo>
                        <a:pt x="1355" y="1"/>
                        <a:pt x="725" y="631"/>
                        <a:pt x="725" y="1387"/>
                      </a:cubicBezTo>
                      <a:cubicBezTo>
                        <a:pt x="725" y="1733"/>
                        <a:pt x="882" y="2080"/>
                        <a:pt x="1134" y="2332"/>
                      </a:cubicBezTo>
                      <a:cubicBezTo>
                        <a:pt x="410" y="2647"/>
                        <a:pt x="0" y="3340"/>
                        <a:pt x="0" y="4128"/>
                      </a:cubicBezTo>
                      <a:lnTo>
                        <a:pt x="0" y="4474"/>
                      </a:lnTo>
                      <a:cubicBezTo>
                        <a:pt x="0" y="4695"/>
                        <a:pt x="158" y="4852"/>
                        <a:pt x="347" y="4852"/>
                      </a:cubicBezTo>
                      <a:lnTo>
                        <a:pt x="3812" y="4852"/>
                      </a:lnTo>
                      <a:cubicBezTo>
                        <a:pt x="4001" y="4852"/>
                        <a:pt x="4159" y="4695"/>
                        <a:pt x="4159" y="4474"/>
                      </a:cubicBezTo>
                      <a:lnTo>
                        <a:pt x="4159" y="4128"/>
                      </a:lnTo>
                      <a:cubicBezTo>
                        <a:pt x="4159" y="3340"/>
                        <a:pt x="3718" y="2678"/>
                        <a:pt x="3088" y="2332"/>
                      </a:cubicBezTo>
                      <a:cubicBezTo>
                        <a:pt x="3340" y="2080"/>
                        <a:pt x="3497" y="1733"/>
                        <a:pt x="3497" y="1387"/>
                      </a:cubicBezTo>
                      <a:cubicBezTo>
                        <a:pt x="3497" y="631"/>
                        <a:pt x="2867" y="1"/>
                        <a:pt x="211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97" name="Google Shape;9220;p73">
                <a:extLst>
                  <a:ext uri="{FF2B5EF4-FFF2-40B4-BE49-F238E27FC236}">
                    <a16:creationId xmlns:a16="http://schemas.microsoft.com/office/drawing/2014/main" id="{66E34820-7D1C-59F4-8B7B-47275F5EFEF1}"/>
                  </a:ext>
                </a:extLst>
              </p:cNvPr>
              <p:cNvSpPr/>
              <p:nvPr/>
            </p:nvSpPr>
            <p:spPr>
              <a:xfrm>
                <a:off x="8489608" y="2923979"/>
                <a:ext cx="279612" cy="501923"/>
              </a:xfrm>
              <a:custGeom>
                <a:avLst/>
                <a:gdLst/>
                <a:ahLst/>
                <a:cxnLst/>
                <a:rect l="l" t="t" r="r" b="b"/>
                <a:pathLst>
                  <a:path w="6617" h="11878" extrusionOk="0">
                    <a:moveTo>
                      <a:pt x="2962" y="725"/>
                    </a:moveTo>
                    <a:lnTo>
                      <a:pt x="2489" y="2111"/>
                    </a:lnTo>
                    <a:lnTo>
                      <a:pt x="1575" y="2111"/>
                    </a:lnTo>
                    <a:lnTo>
                      <a:pt x="1103" y="725"/>
                    </a:lnTo>
                    <a:close/>
                    <a:moveTo>
                      <a:pt x="3277" y="3529"/>
                    </a:moveTo>
                    <a:lnTo>
                      <a:pt x="5892" y="6144"/>
                    </a:lnTo>
                    <a:lnTo>
                      <a:pt x="5892" y="6616"/>
                    </a:lnTo>
                    <a:lnTo>
                      <a:pt x="5419" y="6616"/>
                    </a:lnTo>
                    <a:lnTo>
                      <a:pt x="3434" y="4663"/>
                    </a:lnTo>
                    <a:lnTo>
                      <a:pt x="3277" y="3529"/>
                    </a:lnTo>
                    <a:close/>
                    <a:moveTo>
                      <a:pt x="2458" y="2804"/>
                    </a:moveTo>
                    <a:lnTo>
                      <a:pt x="3434" y="9357"/>
                    </a:lnTo>
                    <a:lnTo>
                      <a:pt x="2048" y="10964"/>
                    </a:lnTo>
                    <a:lnTo>
                      <a:pt x="693" y="9357"/>
                    </a:lnTo>
                    <a:lnTo>
                      <a:pt x="1670" y="2804"/>
                    </a:lnTo>
                    <a:close/>
                    <a:moveTo>
                      <a:pt x="693" y="0"/>
                    </a:moveTo>
                    <a:cubicBezTo>
                      <a:pt x="567" y="0"/>
                      <a:pt x="473" y="32"/>
                      <a:pt x="410" y="158"/>
                    </a:cubicBezTo>
                    <a:cubicBezTo>
                      <a:pt x="315" y="252"/>
                      <a:pt x="315" y="378"/>
                      <a:pt x="378" y="473"/>
                    </a:cubicBezTo>
                    <a:lnTo>
                      <a:pt x="1040" y="2489"/>
                    </a:lnTo>
                    <a:lnTo>
                      <a:pt x="0" y="9389"/>
                    </a:lnTo>
                    <a:cubicBezTo>
                      <a:pt x="0" y="9452"/>
                      <a:pt x="0" y="9578"/>
                      <a:pt x="95" y="9672"/>
                    </a:cubicBezTo>
                    <a:lnTo>
                      <a:pt x="1828" y="11751"/>
                    </a:lnTo>
                    <a:cubicBezTo>
                      <a:pt x="1891" y="11814"/>
                      <a:pt x="1985" y="11877"/>
                      <a:pt x="2080" y="11877"/>
                    </a:cubicBezTo>
                    <a:cubicBezTo>
                      <a:pt x="2206" y="11877"/>
                      <a:pt x="2300" y="11814"/>
                      <a:pt x="2363" y="11751"/>
                    </a:cubicBezTo>
                    <a:lnTo>
                      <a:pt x="4096" y="9672"/>
                    </a:lnTo>
                    <a:cubicBezTo>
                      <a:pt x="4190" y="9578"/>
                      <a:pt x="4190" y="9483"/>
                      <a:pt x="4190" y="9389"/>
                    </a:cubicBezTo>
                    <a:lnTo>
                      <a:pt x="3623" y="5797"/>
                    </a:lnTo>
                    <a:lnTo>
                      <a:pt x="5041" y="7183"/>
                    </a:lnTo>
                    <a:cubicBezTo>
                      <a:pt x="5136" y="7246"/>
                      <a:pt x="5199" y="7309"/>
                      <a:pt x="5293" y="7309"/>
                    </a:cubicBezTo>
                    <a:lnTo>
                      <a:pt x="6270" y="7309"/>
                    </a:lnTo>
                    <a:cubicBezTo>
                      <a:pt x="6459" y="7309"/>
                      <a:pt x="6616" y="7152"/>
                      <a:pt x="6616" y="6931"/>
                    </a:cubicBezTo>
                    <a:lnTo>
                      <a:pt x="6616" y="5955"/>
                    </a:lnTo>
                    <a:cubicBezTo>
                      <a:pt x="6616" y="5892"/>
                      <a:pt x="6585" y="5766"/>
                      <a:pt x="6490" y="5734"/>
                    </a:cubicBezTo>
                    <a:lnTo>
                      <a:pt x="3119" y="2426"/>
                    </a:lnTo>
                    <a:lnTo>
                      <a:pt x="3749" y="473"/>
                    </a:lnTo>
                    <a:cubicBezTo>
                      <a:pt x="3781" y="378"/>
                      <a:pt x="3749" y="252"/>
                      <a:pt x="3718" y="158"/>
                    </a:cubicBezTo>
                    <a:cubicBezTo>
                      <a:pt x="3623" y="95"/>
                      <a:pt x="3560" y="0"/>
                      <a:pt x="343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98" name="Google Shape;9221;p73">
                <a:extLst>
                  <a:ext uri="{FF2B5EF4-FFF2-40B4-BE49-F238E27FC236}">
                    <a16:creationId xmlns:a16="http://schemas.microsoft.com/office/drawing/2014/main" id="{7037DE14-B328-BABE-31B2-568C5F277739}"/>
                  </a:ext>
                </a:extLst>
              </p:cNvPr>
              <p:cNvGrpSpPr/>
              <p:nvPr/>
            </p:nvGrpSpPr>
            <p:grpSpPr>
              <a:xfrm>
                <a:off x="10278360" y="2925316"/>
                <a:ext cx="503276" cy="499261"/>
                <a:chOff x="6167350" y="2672800"/>
                <a:chExt cx="297750" cy="295375"/>
              </a:xfrm>
              <a:grpFill/>
            </p:grpSpPr>
            <p:sp>
              <p:nvSpPr>
                <p:cNvPr id="17784" name="Google Shape;9222;p73">
                  <a:extLst>
                    <a:ext uri="{FF2B5EF4-FFF2-40B4-BE49-F238E27FC236}">
                      <a16:creationId xmlns:a16="http://schemas.microsoft.com/office/drawing/2014/main" id="{AC2146FD-05DC-B353-F937-3D358EBD334C}"/>
                    </a:ext>
                  </a:extLst>
                </p:cNvPr>
                <p:cNvSpPr/>
                <p:nvPr/>
              </p:nvSpPr>
              <p:spPr>
                <a:xfrm>
                  <a:off x="6167350" y="2672800"/>
                  <a:ext cx="226850" cy="29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74" h="11815" extrusionOk="0">
                      <a:moveTo>
                        <a:pt x="4537" y="725"/>
                      </a:moveTo>
                      <a:cubicBezTo>
                        <a:pt x="4758" y="725"/>
                        <a:pt x="4915" y="882"/>
                        <a:pt x="4915" y="1071"/>
                      </a:cubicBezTo>
                      <a:cubicBezTo>
                        <a:pt x="4915" y="1260"/>
                        <a:pt x="5073" y="1418"/>
                        <a:pt x="5262" y="1418"/>
                      </a:cubicBezTo>
                      <a:lnTo>
                        <a:pt x="5955" y="1418"/>
                      </a:lnTo>
                      <a:cubicBezTo>
                        <a:pt x="6175" y="1418"/>
                        <a:pt x="6333" y="1575"/>
                        <a:pt x="6333" y="1796"/>
                      </a:cubicBezTo>
                      <a:cubicBezTo>
                        <a:pt x="6333" y="1985"/>
                        <a:pt x="6175" y="2142"/>
                        <a:pt x="5955" y="2142"/>
                      </a:cubicBezTo>
                      <a:lnTo>
                        <a:pt x="3119" y="2142"/>
                      </a:lnTo>
                      <a:cubicBezTo>
                        <a:pt x="2930" y="2142"/>
                        <a:pt x="2773" y="1985"/>
                        <a:pt x="2773" y="1796"/>
                      </a:cubicBezTo>
                      <a:cubicBezTo>
                        <a:pt x="2773" y="1575"/>
                        <a:pt x="2930" y="1418"/>
                        <a:pt x="3151" y="1418"/>
                      </a:cubicBezTo>
                      <a:lnTo>
                        <a:pt x="3844" y="1418"/>
                      </a:lnTo>
                      <a:cubicBezTo>
                        <a:pt x="4033" y="1418"/>
                        <a:pt x="4191" y="1260"/>
                        <a:pt x="4191" y="1071"/>
                      </a:cubicBezTo>
                      <a:cubicBezTo>
                        <a:pt x="4191" y="882"/>
                        <a:pt x="4348" y="725"/>
                        <a:pt x="4537" y="725"/>
                      </a:cubicBezTo>
                      <a:close/>
                      <a:moveTo>
                        <a:pt x="8066" y="2111"/>
                      </a:moveTo>
                      <a:cubicBezTo>
                        <a:pt x="8255" y="2111"/>
                        <a:pt x="8412" y="2268"/>
                        <a:pt x="8412" y="2458"/>
                      </a:cubicBezTo>
                      <a:lnTo>
                        <a:pt x="8412" y="10806"/>
                      </a:lnTo>
                      <a:lnTo>
                        <a:pt x="8381" y="10806"/>
                      </a:lnTo>
                      <a:cubicBezTo>
                        <a:pt x="8381" y="10995"/>
                        <a:pt x="8223" y="11153"/>
                        <a:pt x="8034" y="11153"/>
                      </a:cubicBezTo>
                      <a:lnTo>
                        <a:pt x="1040" y="11153"/>
                      </a:lnTo>
                      <a:cubicBezTo>
                        <a:pt x="851" y="11153"/>
                        <a:pt x="693" y="10995"/>
                        <a:pt x="693" y="10806"/>
                      </a:cubicBezTo>
                      <a:lnTo>
                        <a:pt x="693" y="2458"/>
                      </a:lnTo>
                      <a:cubicBezTo>
                        <a:pt x="693" y="2268"/>
                        <a:pt x="851" y="2111"/>
                        <a:pt x="1040" y="2111"/>
                      </a:cubicBezTo>
                      <a:lnTo>
                        <a:pt x="2143" y="2111"/>
                      </a:lnTo>
                      <a:cubicBezTo>
                        <a:pt x="2300" y="2489"/>
                        <a:pt x="2647" y="2804"/>
                        <a:pt x="3119" y="2804"/>
                      </a:cubicBezTo>
                      <a:lnTo>
                        <a:pt x="5986" y="2804"/>
                      </a:lnTo>
                      <a:cubicBezTo>
                        <a:pt x="6396" y="2804"/>
                        <a:pt x="6805" y="2521"/>
                        <a:pt x="6963" y="2111"/>
                      </a:cubicBezTo>
                      <a:close/>
                      <a:moveTo>
                        <a:pt x="4506" y="0"/>
                      </a:moveTo>
                      <a:cubicBezTo>
                        <a:pt x="4096" y="0"/>
                        <a:pt x="3686" y="284"/>
                        <a:pt x="3529" y="725"/>
                      </a:cubicBezTo>
                      <a:lnTo>
                        <a:pt x="3088" y="725"/>
                      </a:lnTo>
                      <a:cubicBezTo>
                        <a:pt x="2678" y="725"/>
                        <a:pt x="2269" y="1008"/>
                        <a:pt x="2111" y="1418"/>
                      </a:cubicBezTo>
                      <a:lnTo>
                        <a:pt x="1009" y="1418"/>
                      </a:lnTo>
                      <a:cubicBezTo>
                        <a:pt x="410" y="1418"/>
                        <a:pt x="0" y="1890"/>
                        <a:pt x="0" y="2458"/>
                      </a:cubicBezTo>
                      <a:lnTo>
                        <a:pt x="0" y="10806"/>
                      </a:lnTo>
                      <a:cubicBezTo>
                        <a:pt x="0" y="11405"/>
                        <a:pt x="473" y="11814"/>
                        <a:pt x="1009" y="11814"/>
                      </a:cubicBezTo>
                      <a:lnTo>
                        <a:pt x="7971" y="11814"/>
                      </a:lnTo>
                      <a:cubicBezTo>
                        <a:pt x="8570" y="11814"/>
                        <a:pt x="9011" y="11342"/>
                        <a:pt x="9011" y="10806"/>
                      </a:cubicBezTo>
                      <a:lnTo>
                        <a:pt x="9011" y="2458"/>
                      </a:lnTo>
                      <a:cubicBezTo>
                        <a:pt x="9074" y="1859"/>
                        <a:pt x="8601" y="1418"/>
                        <a:pt x="8034" y="1418"/>
                      </a:cubicBezTo>
                      <a:lnTo>
                        <a:pt x="6931" y="1418"/>
                      </a:lnTo>
                      <a:cubicBezTo>
                        <a:pt x="6774" y="1040"/>
                        <a:pt x="6396" y="725"/>
                        <a:pt x="5923" y="725"/>
                      </a:cubicBezTo>
                      <a:lnTo>
                        <a:pt x="5545" y="725"/>
                      </a:lnTo>
                      <a:cubicBezTo>
                        <a:pt x="5514" y="567"/>
                        <a:pt x="5388" y="441"/>
                        <a:pt x="5262" y="315"/>
                      </a:cubicBezTo>
                      <a:cubicBezTo>
                        <a:pt x="5073" y="126"/>
                        <a:pt x="4789" y="0"/>
                        <a:pt x="450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5" name="Google Shape;9223;p73">
                  <a:extLst>
                    <a:ext uri="{FF2B5EF4-FFF2-40B4-BE49-F238E27FC236}">
                      <a16:creationId xmlns:a16="http://schemas.microsoft.com/office/drawing/2014/main" id="{3E57F1F5-90DD-9D3E-405A-62D3C9E5218C}"/>
                    </a:ext>
                  </a:extLst>
                </p:cNvPr>
                <p:cNvSpPr/>
                <p:nvPr/>
              </p:nvSpPr>
              <p:spPr>
                <a:xfrm>
                  <a:off x="6201225" y="2762575"/>
                  <a:ext cx="5277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1" h="1986" extrusionOk="0">
                      <a:moveTo>
                        <a:pt x="406" y="1"/>
                      </a:moveTo>
                      <a:cubicBezTo>
                        <a:pt x="315" y="1"/>
                        <a:pt x="221" y="32"/>
                        <a:pt x="158" y="95"/>
                      </a:cubicBezTo>
                      <a:cubicBezTo>
                        <a:pt x="63" y="190"/>
                        <a:pt x="63" y="442"/>
                        <a:pt x="158" y="568"/>
                      </a:cubicBezTo>
                      <a:lnTo>
                        <a:pt x="599" y="977"/>
                      </a:lnTo>
                      <a:lnTo>
                        <a:pt x="158" y="1418"/>
                      </a:lnTo>
                      <a:cubicBezTo>
                        <a:pt x="0" y="1544"/>
                        <a:pt x="0" y="1733"/>
                        <a:pt x="158" y="1891"/>
                      </a:cubicBezTo>
                      <a:cubicBezTo>
                        <a:pt x="221" y="1954"/>
                        <a:pt x="315" y="1985"/>
                        <a:pt x="406" y="1985"/>
                      </a:cubicBezTo>
                      <a:cubicBezTo>
                        <a:pt x="496" y="1985"/>
                        <a:pt x="583" y="1954"/>
                        <a:pt x="630" y="1891"/>
                      </a:cubicBezTo>
                      <a:lnTo>
                        <a:pt x="1071" y="1450"/>
                      </a:lnTo>
                      <a:lnTo>
                        <a:pt x="1512" y="1891"/>
                      </a:lnTo>
                      <a:cubicBezTo>
                        <a:pt x="1575" y="1954"/>
                        <a:pt x="1662" y="1985"/>
                        <a:pt x="1749" y="1985"/>
                      </a:cubicBezTo>
                      <a:cubicBezTo>
                        <a:pt x="1835" y="1985"/>
                        <a:pt x="1922" y="1954"/>
                        <a:pt x="1985" y="1891"/>
                      </a:cubicBezTo>
                      <a:cubicBezTo>
                        <a:pt x="2111" y="1765"/>
                        <a:pt x="2111" y="1544"/>
                        <a:pt x="1985" y="1418"/>
                      </a:cubicBezTo>
                      <a:lnTo>
                        <a:pt x="1544" y="977"/>
                      </a:lnTo>
                      <a:lnTo>
                        <a:pt x="1985" y="568"/>
                      </a:lnTo>
                      <a:cubicBezTo>
                        <a:pt x="2111" y="442"/>
                        <a:pt x="2111" y="190"/>
                        <a:pt x="1985" y="95"/>
                      </a:cubicBezTo>
                      <a:cubicBezTo>
                        <a:pt x="1922" y="32"/>
                        <a:pt x="1835" y="1"/>
                        <a:pt x="1749" y="1"/>
                      </a:cubicBezTo>
                      <a:cubicBezTo>
                        <a:pt x="1662" y="1"/>
                        <a:pt x="1575" y="32"/>
                        <a:pt x="1512" y="95"/>
                      </a:cubicBezTo>
                      <a:lnTo>
                        <a:pt x="1071" y="505"/>
                      </a:lnTo>
                      <a:lnTo>
                        <a:pt x="630" y="95"/>
                      </a:lnTo>
                      <a:cubicBezTo>
                        <a:pt x="583" y="32"/>
                        <a:pt x="496" y="1"/>
                        <a:pt x="40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6" name="Google Shape;9224;p73">
                  <a:extLst>
                    <a:ext uri="{FF2B5EF4-FFF2-40B4-BE49-F238E27FC236}">
                      <a16:creationId xmlns:a16="http://schemas.microsoft.com/office/drawing/2014/main" id="{BD647321-D9DF-0DFF-136C-5D433F42D45C}"/>
                    </a:ext>
                  </a:extLst>
                </p:cNvPr>
                <p:cNvSpPr/>
                <p:nvPr/>
              </p:nvSpPr>
              <p:spPr>
                <a:xfrm>
                  <a:off x="6308325" y="2882300"/>
                  <a:ext cx="5122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1986" extrusionOk="0">
                      <a:moveTo>
                        <a:pt x="363" y="0"/>
                      </a:moveTo>
                      <a:cubicBezTo>
                        <a:pt x="276" y="0"/>
                        <a:pt x="190" y="32"/>
                        <a:pt x="127" y="95"/>
                      </a:cubicBezTo>
                      <a:cubicBezTo>
                        <a:pt x="1" y="221"/>
                        <a:pt x="1" y="441"/>
                        <a:pt x="127" y="567"/>
                      </a:cubicBezTo>
                      <a:lnTo>
                        <a:pt x="568" y="1009"/>
                      </a:lnTo>
                      <a:lnTo>
                        <a:pt x="127" y="1450"/>
                      </a:lnTo>
                      <a:cubicBezTo>
                        <a:pt x="1" y="1544"/>
                        <a:pt x="1" y="1796"/>
                        <a:pt x="127" y="1891"/>
                      </a:cubicBezTo>
                      <a:cubicBezTo>
                        <a:pt x="190" y="1954"/>
                        <a:pt x="276" y="1985"/>
                        <a:pt x="363" y="1985"/>
                      </a:cubicBezTo>
                      <a:cubicBezTo>
                        <a:pt x="450" y="1985"/>
                        <a:pt x="536" y="1954"/>
                        <a:pt x="599" y="1891"/>
                      </a:cubicBezTo>
                      <a:lnTo>
                        <a:pt x="1040" y="1481"/>
                      </a:lnTo>
                      <a:lnTo>
                        <a:pt x="1481" y="1891"/>
                      </a:lnTo>
                      <a:cubicBezTo>
                        <a:pt x="1529" y="1954"/>
                        <a:pt x="1615" y="1985"/>
                        <a:pt x="1706" y="1985"/>
                      </a:cubicBezTo>
                      <a:cubicBezTo>
                        <a:pt x="1797" y="1985"/>
                        <a:pt x="1891" y="1954"/>
                        <a:pt x="1954" y="1891"/>
                      </a:cubicBezTo>
                      <a:cubicBezTo>
                        <a:pt x="2049" y="1796"/>
                        <a:pt x="2049" y="1544"/>
                        <a:pt x="1954" y="1450"/>
                      </a:cubicBezTo>
                      <a:lnTo>
                        <a:pt x="1513" y="1009"/>
                      </a:lnTo>
                      <a:lnTo>
                        <a:pt x="1954" y="567"/>
                      </a:lnTo>
                      <a:cubicBezTo>
                        <a:pt x="2049" y="441"/>
                        <a:pt x="2049" y="252"/>
                        <a:pt x="1954" y="95"/>
                      </a:cubicBezTo>
                      <a:cubicBezTo>
                        <a:pt x="1891" y="32"/>
                        <a:pt x="1804" y="0"/>
                        <a:pt x="1718" y="0"/>
                      </a:cubicBezTo>
                      <a:cubicBezTo>
                        <a:pt x="1631" y="0"/>
                        <a:pt x="1544" y="32"/>
                        <a:pt x="1481" y="95"/>
                      </a:cubicBezTo>
                      <a:lnTo>
                        <a:pt x="1040" y="536"/>
                      </a:lnTo>
                      <a:lnTo>
                        <a:pt x="599" y="95"/>
                      </a:lnTo>
                      <a:cubicBezTo>
                        <a:pt x="536" y="32"/>
                        <a:pt x="450" y="0"/>
                        <a:pt x="36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7" name="Google Shape;9225;p73">
                  <a:extLst>
                    <a:ext uri="{FF2B5EF4-FFF2-40B4-BE49-F238E27FC236}">
                      <a16:creationId xmlns:a16="http://schemas.microsoft.com/office/drawing/2014/main" id="{A9D91F3E-19A6-3941-85F3-65CFEEAD2E6D}"/>
                    </a:ext>
                  </a:extLst>
                </p:cNvPr>
                <p:cNvSpPr/>
                <p:nvPr/>
              </p:nvSpPr>
              <p:spPr>
                <a:xfrm>
                  <a:off x="6200425" y="2759425"/>
                  <a:ext cx="156775" cy="17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1" h="6995" extrusionOk="0">
                      <a:moveTo>
                        <a:pt x="1103" y="5609"/>
                      </a:moveTo>
                      <a:cubicBezTo>
                        <a:pt x="1292" y="5609"/>
                        <a:pt x="1450" y="5766"/>
                        <a:pt x="1450" y="5955"/>
                      </a:cubicBezTo>
                      <a:cubicBezTo>
                        <a:pt x="1450" y="6144"/>
                        <a:pt x="1292" y="6302"/>
                        <a:pt x="1103" y="6302"/>
                      </a:cubicBezTo>
                      <a:cubicBezTo>
                        <a:pt x="914" y="6302"/>
                        <a:pt x="757" y="6144"/>
                        <a:pt x="757" y="5955"/>
                      </a:cubicBezTo>
                      <a:cubicBezTo>
                        <a:pt x="757" y="5766"/>
                        <a:pt x="914" y="5609"/>
                        <a:pt x="1103" y="5609"/>
                      </a:cubicBezTo>
                      <a:close/>
                      <a:moveTo>
                        <a:pt x="5325" y="1"/>
                      </a:moveTo>
                      <a:cubicBezTo>
                        <a:pt x="5230" y="1"/>
                        <a:pt x="5136" y="64"/>
                        <a:pt x="5073" y="127"/>
                      </a:cubicBezTo>
                      <a:lnTo>
                        <a:pt x="4380" y="851"/>
                      </a:lnTo>
                      <a:cubicBezTo>
                        <a:pt x="4254" y="946"/>
                        <a:pt x="4254" y="1198"/>
                        <a:pt x="4380" y="1324"/>
                      </a:cubicBezTo>
                      <a:cubicBezTo>
                        <a:pt x="4443" y="1371"/>
                        <a:pt x="4529" y="1395"/>
                        <a:pt x="4616" y="1395"/>
                      </a:cubicBezTo>
                      <a:cubicBezTo>
                        <a:pt x="4703" y="1395"/>
                        <a:pt x="4789" y="1371"/>
                        <a:pt x="4852" y="1324"/>
                      </a:cubicBezTo>
                      <a:lnTo>
                        <a:pt x="4978" y="1198"/>
                      </a:lnTo>
                      <a:lnTo>
                        <a:pt x="4978" y="2458"/>
                      </a:lnTo>
                      <a:cubicBezTo>
                        <a:pt x="4978" y="2647"/>
                        <a:pt x="4821" y="2805"/>
                        <a:pt x="4600" y="2805"/>
                      </a:cubicBezTo>
                      <a:lnTo>
                        <a:pt x="1765" y="2805"/>
                      </a:lnTo>
                      <a:cubicBezTo>
                        <a:pt x="1513" y="2805"/>
                        <a:pt x="1229" y="2931"/>
                        <a:pt x="1040" y="3120"/>
                      </a:cubicBezTo>
                      <a:cubicBezTo>
                        <a:pt x="820" y="3309"/>
                        <a:pt x="725" y="3592"/>
                        <a:pt x="725" y="3876"/>
                      </a:cubicBezTo>
                      <a:lnTo>
                        <a:pt x="725" y="4978"/>
                      </a:lnTo>
                      <a:cubicBezTo>
                        <a:pt x="316" y="5136"/>
                        <a:pt x="1" y="5482"/>
                        <a:pt x="1" y="5955"/>
                      </a:cubicBezTo>
                      <a:cubicBezTo>
                        <a:pt x="1" y="6554"/>
                        <a:pt x="473" y="6995"/>
                        <a:pt x="1040" y="6995"/>
                      </a:cubicBezTo>
                      <a:cubicBezTo>
                        <a:pt x="1607" y="6995"/>
                        <a:pt x="2048" y="6522"/>
                        <a:pt x="2048" y="5955"/>
                      </a:cubicBezTo>
                      <a:cubicBezTo>
                        <a:pt x="2048" y="5514"/>
                        <a:pt x="1765" y="5136"/>
                        <a:pt x="1355" y="4978"/>
                      </a:cubicBezTo>
                      <a:lnTo>
                        <a:pt x="1355" y="3876"/>
                      </a:lnTo>
                      <a:cubicBezTo>
                        <a:pt x="1355" y="3687"/>
                        <a:pt x="1513" y="3529"/>
                        <a:pt x="1702" y="3529"/>
                      </a:cubicBezTo>
                      <a:lnTo>
                        <a:pt x="4537" y="3529"/>
                      </a:lnTo>
                      <a:cubicBezTo>
                        <a:pt x="5136" y="3529"/>
                        <a:pt x="5545" y="3057"/>
                        <a:pt x="5545" y="2490"/>
                      </a:cubicBezTo>
                      <a:lnTo>
                        <a:pt x="5545" y="1229"/>
                      </a:lnTo>
                      <a:lnTo>
                        <a:pt x="5671" y="1355"/>
                      </a:lnTo>
                      <a:cubicBezTo>
                        <a:pt x="5734" y="1418"/>
                        <a:pt x="5821" y="1450"/>
                        <a:pt x="5908" y="1450"/>
                      </a:cubicBezTo>
                      <a:cubicBezTo>
                        <a:pt x="5994" y="1450"/>
                        <a:pt x="6081" y="1418"/>
                        <a:pt x="6144" y="1355"/>
                      </a:cubicBezTo>
                      <a:cubicBezTo>
                        <a:pt x="6270" y="1229"/>
                        <a:pt x="6270" y="1009"/>
                        <a:pt x="6144" y="883"/>
                      </a:cubicBezTo>
                      <a:lnTo>
                        <a:pt x="5545" y="127"/>
                      </a:lnTo>
                      <a:cubicBezTo>
                        <a:pt x="5482" y="64"/>
                        <a:pt x="5388" y="1"/>
                        <a:pt x="53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8" name="Google Shape;9226;p73">
                  <a:extLst>
                    <a:ext uri="{FF2B5EF4-FFF2-40B4-BE49-F238E27FC236}">
                      <a16:creationId xmlns:a16="http://schemas.microsoft.com/office/drawing/2014/main" id="{19448EAF-840E-6962-70CC-96EAEE1F72A5}"/>
                    </a:ext>
                  </a:extLst>
                </p:cNvPr>
                <p:cNvSpPr/>
                <p:nvPr/>
              </p:nvSpPr>
              <p:spPr>
                <a:xfrm>
                  <a:off x="6412300" y="2742900"/>
                  <a:ext cx="52800" cy="20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8349" extrusionOk="0">
                      <a:moveTo>
                        <a:pt x="1009" y="662"/>
                      </a:moveTo>
                      <a:cubicBezTo>
                        <a:pt x="1229" y="662"/>
                        <a:pt x="1387" y="819"/>
                        <a:pt x="1387" y="1040"/>
                      </a:cubicBezTo>
                      <a:lnTo>
                        <a:pt x="1387" y="1386"/>
                      </a:lnTo>
                      <a:lnTo>
                        <a:pt x="662" y="1386"/>
                      </a:lnTo>
                      <a:lnTo>
                        <a:pt x="662" y="1040"/>
                      </a:lnTo>
                      <a:cubicBezTo>
                        <a:pt x="662" y="819"/>
                        <a:pt x="820" y="662"/>
                        <a:pt x="1009" y="662"/>
                      </a:cubicBezTo>
                      <a:close/>
                      <a:moveTo>
                        <a:pt x="1387" y="2048"/>
                      </a:moveTo>
                      <a:lnTo>
                        <a:pt x="1387" y="6017"/>
                      </a:lnTo>
                      <a:cubicBezTo>
                        <a:pt x="1261" y="5986"/>
                        <a:pt x="1142" y="5970"/>
                        <a:pt x="1024" y="5970"/>
                      </a:cubicBezTo>
                      <a:cubicBezTo>
                        <a:pt x="906" y="5970"/>
                        <a:pt x="788" y="5986"/>
                        <a:pt x="662" y="6017"/>
                      </a:cubicBezTo>
                      <a:lnTo>
                        <a:pt x="662" y="2048"/>
                      </a:lnTo>
                      <a:close/>
                      <a:moveTo>
                        <a:pt x="1009" y="6711"/>
                      </a:moveTo>
                      <a:cubicBezTo>
                        <a:pt x="1103" y="6711"/>
                        <a:pt x="1166" y="6711"/>
                        <a:pt x="1261" y="6742"/>
                      </a:cubicBezTo>
                      <a:lnTo>
                        <a:pt x="1009" y="7246"/>
                      </a:lnTo>
                      <a:lnTo>
                        <a:pt x="788" y="6742"/>
                      </a:lnTo>
                      <a:cubicBezTo>
                        <a:pt x="851" y="6711"/>
                        <a:pt x="946" y="6711"/>
                        <a:pt x="1009" y="6711"/>
                      </a:cubicBezTo>
                      <a:close/>
                      <a:moveTo>
                        <a:pt x="1009" y="0"/>
                      </a:moveTo>
                      <a:cubicBezTo>
                        <a:pt x="441" y="0"/>
                        <a:pt x="0" y="473"/>
                        <a:pt x="0" y="1040"/>
                      </a:cubicBezTo>
                      <a:lnTo>
                        <a:pt x="0" y="6616"/>
                      </a:lnTo>
                      <a:cubicBezTo>
                        <a:pt x="0" y="6648"/>
                        <a:pt x="0" y="6742"/>
                        <a:pt x="32" y="6774"/>
                      </a:cubicBezTo>
                      <a:lnTo>
                        <a:pt x="757" y="8160"/>
                      </a:lnTo>
                      <a:cubicBezTo>
                        <a:pt x="788" y="8286"/>
                        <a:pt x="946" y="8349"/>
                        <a:pt x="1040" y="8349"/>
                      </a:cubicBezTo>
                      <a:cubicBezTo>
                        <a:pt x="1166" y="8349"/>
                        <a:pt x="1292" y="8286"/>
                        <a:pt x="1355" y="8160"/>
                      </a:cubicBezTo>
                      <a:lnTo>
                        <a:pt x="2080" y="6774"/>
                      </a:lnTo>
                      <a:cubicBezTo>
                        <a:pt x="2111" y="6742"/>
                        <a:pt x="2111" y="6648"/>
                        <a:pt x="2111" y="6616"/>
                      </a:cubicBezTo>
                      <a:lnTo>
                        <a:pt x="2111" y="1040"/>
                      </a:lnTo>
                      <a:cubicBezTo>
                        <a:pt x="2048" y="473"/>
                        <a:pt x="1576" y="0"/>
                        <a:pt x="10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99" name="Google Shape;9227;p73">
                <a:extLst>
                  <a:ext uri="{FF2B5EF4-FFF2-40B4-BE49-F238E27FC236}">
                    <a16:creationId xmlns:a16="http://schemas.microsoft.com/office/drawing/2014/main" id="{73F0655E-6EDA-C5D1-ACDF-3DA89251BBEB}"/>
                  </a:ext>
                </a:extLst>
              </p:cNvPr>
              <p:cNvGrpSpPr/>
              <p:nvPr/>
            </p:nvGrpSpPr>
            <p:grpSpPr>
              <a:xfrm>
                <a:off x="2672056" y="1687222"/>
                <a:ext cx="497951" cy="501923"/>
                <a:chOff x="1777925" y="1953700"/>
                <a:chExt cx="294600" cy="296950"/>
              </a:xfrm>
              <a:grpFill/>
            </p:grpSpPr>
            <p:sp>
              <p:nvSpPr>
                <p:cNvPr id="17780" name="Google Shape;9228;p73">
                  <a:extLst>
                    <a:ext uri="{FF2B5EF4-FFF2-40B4-BE49-F238E27FC236}">
                      <a16:creationId xmlns:a16="http://schemas.microsoft.com/office/drawing/2014/main" id="{CE81207F-18F6-8D53-9E05-4E7BDD16ACA5}"/>
                    </a:ext>
                  </a:extLst>
                </p:cNvPr>
                <p:cNvSpPr/>
                <p:nvPr/>
              </p:nvSpPr>
              <p:spPr>
                <a:xfrm>
                  <a:off x="1794450" y="2052125"/>
                  <a:ext cx="278075" cy="19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23" h="7941" extrusionOk="0">
                      <a:moveTo>
                        <a:pt x="10545" y="1"/>
                      </a:moveTo>
                      <a:cubicBezTo>
                        <a:pt x="10499" y="1"/>
                        <a:pt x="10449" y="11"/>
                        <a:pt x="10397" y="33"/>
                      </a:cubicBezTo>
                      <a:cubicBezTo>
                        <a:pt x="10208" y="64"/>
                        <a:pt x="10145" y="253"/>
                        <a:pt x="10177" y="474"/>
                      </a:cubicBezTo>
                      <a:cubicBezTo>
                        <a:pt x="10334" y="1009"/>
                        <a:pt x="10460" y="1514"/>
                        <a:pt x="10460" y="1986"/>
                      </a:cubicBezTo>
                      <a:cubicBezTo>
                        <a:pt x="10460" y="4885"/>
                        <a:pt x="8129" y="7247"/>
                        <a:pt x="5199" y="7247"/>
                      </a:cubicBezTo>
                      <a:cubicBezTo>
                        <a:pt x="3561" y="7247"/>
                        <a:pt x="2017" y="6460"/>
                        <a:pt x="1040" y="5137"/>
                      </a:cubicBezTo>
                      <a:lnTo>
                        <a:pt x="1734" y="5137"/>
                      </a:lnTo>
                      <a:cubicBezTo>
                        <a:pt x="1954" y="5137"/>
                        <a:pt x="2112" y="4979"/>
                        <a:pt x="2112" y="4790"/>
                      </a:cubicBezTo>
                      <a:cubicBezTo>
                        <a:pt x="2112" y="4601"/>
                        <a:pt x="1954" y="4444"/>
                        <a:pt x="1734" y="4444"/>
                      </a:cubicBezTo>
                      <a:lnTo>
                        <a:pt x="379" y="4444"/>
                      </a:lnTo>
                      <a:cubicBezTo>
                        <a:pt x="158" y="4444"/>
                        <a:pt x="1" y="4601"/>
                        <a:pt x="1" y="4790"/>
                      </a:cubicBezTo>
                      <a:lnTo>
                        <a:pt x="1" y="6176"/>
                      </a:lnTo>
                      <a:cubicBezTo>
                        <a:pt x="1" y="6365"/>
                        <a:pt x="158" y="6523"/>
                        <a:pt x="379" y="6523"/>
                      </a:cubicBezTo>
                      <a:cubicBezTo>
                        <a:pt x="568" y="6523"/>
                        <a:pt x="725" y="6365"/>
                        <a:pt x="725" y="6176"/>
                      </a:cubicBezTo>
                      <a:lnTo>
                        <a:pt x="725" y="5830"/>
                      </a:lnTo>
                      <a:cubicBezTo>
                        <a:pt x="1860" y="7184"/>
                        <a:pt x="3529" y="7941"/>
                        <a:pt x="5199" y="7941"/>
                      </a:cubicBezTo>
                      <a:cubicBezTo>
                        <a:pt x="8476" y="7941"/>
                        <a:pt x="11122" y="5294"/>
                        <a:pt x="11122" y="2049"/>
                      </a:cubicBezTo>
                      <a:cubicBezTo>
                        <a:pt x="11122" y="1482"/>
                        <a:pt x="11028" y="883"/>
                        <a:pt x="10839" y="253"/>
                      </a:cubicBezTo>
                      <a:cubicBezTo>
                        <a:pt x="10814" y="109"/>
                        <a:pt x="10698" y="1"/>
                        <a:pt x="1054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1" name="Google Shape;9229;p73">
                  <a:extLst>
                    <a:ext uri="{FF2B5EF4-FFF2-40B4-BE49-F238E27FC236}">
                      <a16:creationId xmlns:a16="http://schemas.microsoft.com/office/drawing/2014/main" id="{5A169894-ACAA-AADE-BEA3-3C3509894546}"/>
                    </a:ext>
                  </a:extLst>
                </p:cNvPr>
                <p:cNvSpPr/>
                <p:nvPr/>
              </p:nvSpPr>
              <p:spPr>
                <a:xfrm>
                  <a:off x="1777925" y="1953700"/>
                  <a:ext cx="278050" cy="19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22" h="7947" extrusionOk="0">
                      <a:moveTo>
                        <a:pt x="5892" y="0"/>
                      </a:moveTo>
                      <a:cubicBezTo>
                        <a:pt x="2647" y="0"/>
                        <a:pt x="0" y="2615"/>
                        <a:pt x="0" y="5892"/>
                      </a:cubicBezTo>
                      <a:cubicBezTo>
                        <a:pt x="0" y="6459"/>
                        <a:pt x="63" y="7026"/>
                        <a:pt x="284" y="7656"/>
                      </a:cubicBezTo>
                      <a:cubicBezTo>
                        <a:pt x="310" y="7869"/>
                        <a:pt x="450" y="7947"/>
                        <a:pt x="606" y="7947"/>
                      </a:cubicBezTo>
                      <a:cubicBezTo>
                        <a:pt x="635" y="7947"/>
                        <a:pt x="664" y="7944"/>
                        <a:pt x="693" y="7939"/>
                      </a:cubicBezTo>
                      <a:cubicBezTo>
                        <a:pt x="914" y="7908"/>
                        <a:pt x="977" y="7719"/>
                        <a:pt x="945" y="7498"/>
                      </a:cubicBezTo>
                      <a:cubicBezTo>
                        <a:pt x="788" y="6963"/>
                        <a:pt x="662" y="6459"/>
                        <a:pt x="662" y="5923"/>
                      </a:cubicBezTo>
                      <a:cubicBezTo>
                        <a:pt x="662" y="3056"/>
                        <a:pt x="2993" y="693"/>
                        <a:pt x="5923" y="693"/>
                      </a:cubicBezTo>
                      <a:cubicBezTo>
                        <a:pt x="7561" y="693"/>
                        <a:pt x="9105" y="1481"/>
                        <a:pt x="10082" y="2773"/>
                      </a:cubicBezTo>
                      <a:lnTo>
                        <a:pt x="9389" y="2773"/>
                      </a:lnTo>
                      <a:cubicBezTo>
                        <a:pt x="9168" y="2773"/>
                        <a:pt x="9011" y="2930"/>
                        <a:pt x="9011" y="3151"/>
                      </a:cubicBezTo>
                      <a:cubicBezTo>
                        <a:pt x="9011" y="3340"/>
                        <a:pt x="9168" y="3497"/>
                        <a:pt x="9389" y="3497"/>
                      </a:cubicBezTo>
                      <a:lnTo>
                        <a:pt x="10743" y="3497"/>
                      </a:lnTo>
                      <a:cubicBezTo>
                        <a:pt x="10964" y="3497"/>
                        <a:pt x="11121" y="3340"/>
                        <a:pt x="11121" y="3151"/>
                      </a:cubicBezTo>
                      <a:lnTo>
                        <a:pt x="11121" y="1765"/>
                      </a:lnTo>
                      <a:cubicBezTo>
                        <a:pt x="11121" y="1575"/>
                        <a:pt x="10964" y="1418"/>
                        <a:pt x="10743" y="1418"/>
                      </a:cubicBezTo>
                      <a:cubicBezTo>
                        <a:pt x="10554" y="1418"/>
                        <a:pt x="10397" y="1575"/>
                        <a:pt x="10397" y="1765"/>
                      </a:cubicBezTo>
                      <a:lnTo>
                        <a:pt x="10397" y="2111"/>
                      </a:lnTo>
                      <a:cubicBezTo>
                        <a:pt x="9263" y="725"/>
                        <a:pt x="7593" y="0"/>
                        <a:pt x="589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2" name="Google Shape;9230;p73">
                  <a:extLst>
                    <a:ext uri="{FF2B5EF4-FFF2-40B4-BE49-F238E27FC236}">
                      <a16:creationId xmlns:a16="http://schemas.microsoft.com/office/drawing/2014/main" id="{AAE829AE-78C8-64CC-997E-FB4516E9986B}"/>
                    </a:ext>
                  </a:extLst>
                </p:cNvPr>
                <p:cNvSpPr/>
                <p:nvPr/>
              </p:nvSpPr>
              <p:spPr>
                <a:xfrm>
                  <a:off x="1829125" y="2006475"/>
                  <a:ext cx="191400" cy="19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6" h="7656" extrusionOk="0">
                      <a:moveTo>
                        <a:pt x="4190" y="693"/>
                      </a:moveTo>
                      <a:cubicBezTo>
                        <a:pt x="4757" y="788"/>
                        <a:pt x="5324" y="1008"/>
                        <a:pt x="5797" y="1386"/>
                      </a:cubicBezTo>
                      <a:lnTo>
                        <a:pt x="5545" y="1607"/>
                      </a:lnTo>
                      <a:cubicBezTo>
                        <a:pt x="5450" y="1733"/>
                        <a:pt x="5450" y="1953"/>
                        <a:pt x="5545" y="2079"/>
                      </a:cubicBezTo>
                      <a:cubicBezTo>
                        <a:pt x="5608" y="2142"/>
                        <a:pt x="5702" y="2174"/>
                        <a:pt x="5793" y="2174"/>
                      </a:cubicBezTo>
                      <a:cubicBezTo>
                        <a:pt x="5884" y="2174"/>
                        <a:pt x="5970" y="2142"/>
                        <a:pt x="6017" y="2079"/>
                      </a:cubicBezTo>
                      <a:lnTo>
                        <a:pt x="6270" y="1859"/>
                      </a:lnTo>
                      <a:cubicBezTo>
                        <a:pt x="6616" y="2268"/>
                        <a:pt x="6868" y="2835"/>
                        <a:pt x="6931" y="3466"/>
                      </a:cubicBezTo>
                      <a:lnTo>
                        <a:pt x="6616" y="3466"/>
                      </a:lnTo>
                      <a:cubicBezTo>
                        <a:pt x="6427" y="3466"/>
                        <a:pt x="6270" y="3623"/>
                        <a:pt x="6270" y="3812"/>
                      </a:cubicBezTo>
                      <a:cubicBezTo>
                        <a:pt x="6270" y="4001"/>
                        <a:pt x="6427" y="4159"/>
                        <a:pt x="6616" y="4159"/>
                      </a:cubicBezTo>
                      <a:lnTo>
                        <a:pt x="6931" y="4159"/>
                      </a:lnTo>
                      <a:cubicBezTo>
                        <a:pt x="6868" y="4757"/>
                        <a:pt x="6616" y="5324"/>
                        <a:pt x="6270" y="5797"/>
                      </a:cubicBezTo>
                      <a:lnTo>
                        <a:pt x="6017" y="5545"/>
                      </a:lnTo>
                      <a:cubicBezTo>
                        <a:pt x="5970" y="5482"/>
                        <a:pt x="5884" y="5450"/>
                        <a:pt x="5793" y="5450"/>
                      </a:cubicBezTo>
                      <a:cubicBezTo>
                        <a:pt x="5702" y="5450"/>
                        <a:pt x="5608" y="5482"/>
                        <a:pt x="5545" y="5545"/>
                      </a:cubicBezTo>
                      <a:cubicBezTo>
                        <a:pt x="5450" y="5671"/>
                        <a:pt x="5450" y="5923"/>
                        <a:pt x="5545" y="6017"/>
                      </a:cubicBezTo>
                      <a:lnTo>
                        <a:pt x="5797" y="6270"/>
                      </a:lnTo>
                      <a:cubicBezTo>
                        <a:pt x="5356" y="6616"/>
                        <a:pt x="4820" y="6837"/>
                        <a:pt x="4190" y="6931"/>
                      </a:cubicBezTo>
                      <a:lnTo>
                        <a:pt x="4190" y="6616"/>
                      </a:lnTo>
                      <a:cubicBezTo>
                        <a:pt x="4190" y="6427"/>
                        <a:pt x="4033" y="6270"/>
                        <a:pt x="3812" y="6270"/>
                      </a:cubicBezTo>
                      <a:cubicBezTo>
                        <a:pt x="3623" y="6270"/>
                        <a:pt x="3466" y="6427"/>
                        <a:pt x="3466" y="6616"/>
                      </a:cubicBezTo>
                      <a:lnTo>
                        <a:pt x="3466" y="6931"/>
                      </a:lnTo>
                      <a:cubicBezTo>
                        <a:pt x="2867" y="6837"/>
                        <a:pt x="2331" y="6616"/>
                        <a:pt x="1859" y="6270"/>
                      </a:cubicBezTo>
                      <a:lnTo>
                        <a:pt x="2079" y="6017"/>
                      </a:lnTo>
                      <a:cubicBezTo>
                        <a:pt x="2205" y="5891"/>
                        <a:pt x="2205" y="5671"/>
                        <a:pt x="2079" y="5545"/>
                      </a:cubicBezTo>
                      <a:cubicBezTo>
                        <a:pt x="2032" y="5482"/>
                        <a:pt x="1945" y="5450"/>
                        <a:pt x="1855" y="5450"/>
                      </a:cubicBezTo>
                      <a:cubicBezTo>
                        <a:pt x="1764" y="5450"/>
                        <a:pt x="1670" y="5482"/>
                        <a:pt x="1607" y="5545"/>
                      </a:cubicBezTo>
                      <a:lnTo>
                        <a:pt x="1386" y="5797"/>
                      </a:lnTo>
                      <a:cubicBezTo>
                        <a:pt x="1040" y="5356"/>
                        <a:pt x="788" y="4789"/>
                        <a:pt x="725" y="4159"/>
                      </a:cubicBezTo>
                      <a:lnTo>
                        <a:pt x="1040" y="4159"/>
                      </a:lnTo>
                      <a:cubicBezTo>
                        <a:pt x="1229" y="4159"/>
                        <a:pt x="1386" y="4001"/>
                        <a:pt x="1386" y="3812"/>
                      </a:cubicBezTo>
                      <a:cubicBezTo>
                        <a:pt x="1386" y="3623"/>
                        <a:pt x="1229" y="3466"/>
                        <a:pt x="1040" y="3466"/>
                      </a:cubicBezTo>
                      <a:lnTo>
                        <a:pt x="725" y="3466"/>
                      </a:lnTo>
                      <a:cubicBezTo>
                        <a:pt x="788" y="2867"/>
                        <a:pt x="1040" y="2331"/>
                        <a:pt x="1386" y="1859"/>
                      </a:cubicBezTo>
                      <a:lnTo>
                        <a:pt x="1607" y="2079"/>
                      </a:lnTo>
                      <a:cubicBezTo>
                        <a:pt x="1701" y="2174"/>
                        <a:pt x="1764" y="2205"/>
                        <a:pt x="1859" y="2205"/>
                      </a:cubicBezTo>
                      <a:cubicBezTo>
                        <a:pt x="1922" y="2205"/>
                        <a:pt x="2048" y="2174"/>
                        <a:pt x="2079" y="2079"/>
                      </a:cubicBezTo>
                      <a:cubicBezTo>
                        <a:pt x="2205" y="1953"/>
                        <a:pt x="2205" y="1733"/>
                        <a:pt x="2079" y="1607"/>
                      </a:cubicBezTo>
                      <a:lnTo>
                        <a:pt x="1859" y="1386"/>
                      </a:lnTo>
                      <a:cubicBezTo>
                        <a:pt x="2300" y="1008"/>
                        <a:pt x="2835" y="788"/>
                        <a:pt x="3466" y="693"/>
                      </a:cubicBezTo>
                      <a:lnTo>
                        <a:pt x="3466" y="1008"/>
                      </a:lnTo>
                      <a:cubicBezTo>
                        <a:pt x="3466" y="1229"/>
                        <a:pt x="3623" y="1386"/>
                        <a:pt x="3812" y="1386"/>
                      </a:cubicBezTo>
                      <a:cubicBezTo>
                        <a:pt x="4033" y="1386"/>
                        <a:pt x="4190" y="1229"/>
                        <a:pt x="4190" y="1008"/>
                      </a:cubicBezTo>
                      <a:lnTo>
                        <a:pt x="4190" y="693"/>
                      </a:lnTo>
                      <a:close/>
                      <a:moveTo>
                        <a:pt x="3812" y="0"/>
                      </a:moveTo>
                      <a:cubicBezTo>
                        <a:pt x="1733" y="0"/>
                        <a:pt x="0" y="1701"/>
                        <a:pt x="0" y="3812"/>
                      </a:cubicBezTo>
                      <a:cubicBezTo>
                        <a:pt x="0" y="5923"/>
                        <a:pt x="1701" y="7656"/>
                        <a:pt x="3812" y="7656"/>
                      </a:cubicBezTo>
                      <a:cubicBezTo>
                        <a:pt x="5923" y="7656"/>
                        <a:pt x="7656" y="5954"/>
                        <a:pt x="7656" y="3812"/>
                      </a:cubicBezTo>
                      <a:cubicBezTo>
                        <a:pt x="7656" y="1733"/>
                        <a:pt x="5954" y="0"/>
                        <a:pt x="381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3" name="Google Shape;9231;p73">
                  <a:extLst>
                    <a:ext uri="{FF2B5EF4-FFF2-40B4-BE49-F238E27FC236}">
                      <a16:creationId xmlns:a16="http://schemas.microsoft.com/office/drawing/2014/main" id="{8A9C0DB5-C053-0BDD-E88A-3242214C12A3}"/>
                    </a:ext>
                  </a:extLst>
                </p:cNvPr>
                <p:cNvSpPr/>
                <p:nvPr/>
              </p:nvSpPr>
              <p:spPr>
                <a:xfrm>
                  <a:off x="1915750" y="2058450"/>
                  <a:ext cx="35475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2112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lnTo>
                        <a:pt x="1" y="1733"/>
                      </a:lnTo>
                      <a:cubicBezTo>
                        <a:pt x="1" y="1954"/>
                        <a:pt x="158" y="2111"/>
                        <a:pt x="347" y="2111"/>
                      </a:cubicBezTo>
                      <a:lnTo>
                        <a:pt x="1072" y="2111"/>
                      </a:lnTo>
                      <a:cubicBezTo>
                        <a:pt x="1261" y="2111"/>
                        <a:pt x="1418" y="1954"/>
                        <a:pt x="1418" y="1733"/>
                      </a:cubicBezTo>
                      <a:cubicBezTo>
                        <a:pt x="1418" y="1544"/>
                        <a:pt x="1261" y="1387"/>
                        <a:pt x="1072" y="1387"/>
                      </a:cubicBezTo>
                      <a:lnTo>
                        <a:pt x="725" y="1387"/>
                      </a:lnTo>
                      <a:lnTo>
                        <a:pt x="725" y="378"/>
                      </a:lnTo>
                      <a:cubicBezTo>
                        <a:pt x="725" y="158"/>
                        <a:pt x="568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00" name="Google Shape;9232;p73">
                <a:extLst>
                  <a:ext uri="{FF2B5EF4-FFF2-40B4-BE49-F238E27FC236}">
                    <a16:creationId xmlns:a16="http://schemas.microsoft.com/office/drawing/2014/main" id="{BDDE475B-D6AD-2E2A-1710-20CF825C5067}"/>
                  </a:ext>
                </a:extLst>
              </p:cNvPr>
              <p:cNvGrpSpPr/>
              <p:nvPr/>
            </p:nvGrpSpPr>
            <p:grpSpPr>
              <a:xfrm>
                <a:off x="2694705" y="2282300"/>
                <a:ext cx="452652" cy="497951"/>
                <a:chOff x="1790525" y="2319150"/>
                <a:chExt cx="267800" cy="294600"/>
              </a:xfrm>
              <a:grpFill/>
            </p:grpSpPr>
            <p:sp>
              <p:nvSpPr>
                <p:cNvPr id="17778" name="Google Shape;9233;p73">
                  <a:extLst>
                    <a:ext uri="{FF2B5EF4-FFF2-40B4-BE49-F238E27FC236}">
                      <a16:creationId xmlns:a16="http://schemas.microsoft.com/office/drawing/2014/main" id="{FEA3D7CA-E8BF-5679-B13C-69BC8FF8B4AE}"/>
                    </a:ext>
                  </a:extLst>
                </p:cNvPr>
                <p:cNvSpPr/>
                <p:nvPr/>
              </p:nvSpPr>
              <p:spPr>
                <a:xfrm>
                  <a:off x="1881100" y="2423125"/>
                  <a:ext cx="88225" cy="155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9" h="6207" extrusionOk="0">
                      <a:moveTo>
                        <a:pt x="1418" y="1323"/>
                      </a:moveTo>
                      <a:lnTo>
                        <a:pt x="1418" y="2741"/>
                      </a:lnTo>
                      <a:lnTo>
                        <a:pt x="1072" y="2741"/>
                      </a:lnTo>
                      <a:cubicBezTo>
                        <a:pt x="882" y="2741"/>
                        <a:pt x="725" y="2583"/>
                        <a:pt x="725" y="2394"/>
                      </a:cubicBezTo>
                      <a:lnTo>
                        <a:pt x="725" y="1701"/>
                      </a:lnTo>
                      <a:cubicBezTo>
                        <a:pt x="725" y="1481"/>
                        <a:pt x="882" y="1323"/>
                        <a:pt x="1072" y="1323"/>
                      </a:cubicBezTo>
                      <a:close/>
                      <a:moveTo>
                        <a:pt x="2458" y="3466"/>
                      </a:moveTo>
                      <a:cubicBezTo>
                        <a:pt x="2647" y="3466"/>
                        <a:pt x="2804" y="3623"/>
                        <a:pt x="2804" y="3812"/>
                      </a:cubicBezTo>
                      <a:lnTo>
                        <a:pt x="2804" y="4537"/>
                      </a:lnTo>
                      <a:cubicBezTo>
                        <a:pt x="2804" y="4726"/>
                        <a:pt x="2647" y="4883"/>
                        <a:pt x="2458" y="4883"/>
                      </a:cubicBezTo>
                      <a:lnTo>
                        <a:pt x="2111" y="4883"/>
                      </a:lnTo>
                      <a:lnTo>
                        <a:pt x="2111" y="3466"/>
                      </a:lnTo>
                      <a:close/>
                      <a:moveTo>
                        <a:pt x="1796" y="0"/>
                      </a:moveTo>
                      <a:cubicBezTo>
                        <a:pt x="1576" y="0"/>
                        <a:pt x="1418" y="158"/>
                        <a:pt x="1418" y="347"/>
                      </a:cubicBezTo>
                      <a:lnTo>
                        <a:pt x="1418" y="693"/>
                      </a:lnTo>
                      <a:lnTo>
                        <a:pt x="1072" y="693"/>
                      </a:lnTo>
                      <a:cubicBezTo>
                        <a:pt x="473" y="693"/>
                        <a:pt x="63" y="1166"/>
                        <a:pt x="63" y="1733"/>
                      </a:cubicBezTo>
                      <a:lnTo>
                        <a:pt x="63" y="2426"/>
                      </a:lnTo>
                      <a:cubicBezTo>
                        <a:pt x="63" y="3025"/>
                        <a:pt x="536" y="3466"/>
                        <a:pt x="1072" y="3466"/>
                      </a:cubicBezTo>
                      <a:lnTo>
                        <a:pt x="1418" y="3466"/>
                      </a:lnTo>
                      <a:lnTo>
                        <a:pt x="1418" y="4852"/>
                      </a:lnTo>
                      <a:lnTo>
                        <a:pt x="1072" y="4852"/>
                      </a:lnTo>
                      <a:cubicBezTo>
                        <a:pt x="882" y="4852"/>
                        <a:pt x="725" y="4694"/>
                        <a:pt x="725" y="4474"/>
                      </a:cubicBezTo>
                      <a:cubicBezTo>
                        <a:pt x="725" y="4285"/>
                        <a:pt x="567" y="4127"/>
                        <a:pt x="378" y="4127"/>
                      </a:cubicBezTo>
                      <a:cubicBezTo>
                        <a:pt x="158" y="4127"/>
                        <a:pt x="0" y="4285"/>
                        <a:pt x="0" y="4474"/>
                      </a:cubicBezTo>
                      <a:cubicBezTo>
                        <a:pt x="0" y="5072"/>
                        <a:pt x="473" y="5513"/>
                        <a:pt x="1040" y="5513"/>
                      </a:cubicBezTo>
                      <a:lnTo>
                        <a:pt x="1387" y="5513"/>
                      </a:lnTo>
                      <a:lnTo>
                        <a:pt x="1387" y="5860"/>
                      </a:lnTo>
                      <a:cubicBezTo>
                        <a:pt x="1387" y="6049"/>
                        <a:pt x="1544" y="6207"/>
                        <a:pt x="1733" y="6207"/>
                      </a:cubicBezTo>
                      <a:cubicBezTo>
                        <a:pt x="1954" y="6207"/>
                        <a:pt x="2111" y="6049"/>
                        <a:pt x="2111" y="5860"/>
                      </a:cubicBezTo>
                      <a:lnTo>
                        <a:pt x="2111" y="5545"/>
                      </a:lnTo>
                      <a:lnTo>
                        <a:pt x="2458" y="5545"/>
                      </a:lnTo>
                      <a:cubicBezTo>
                        <a:pt x="3056" y="5545"/>
                        <a:pt x="3466" y="5072"/>
                        <a:pt x="3466" y="4537"/>
                      </a:cubicBezTo>
                      <a:lnTo>
                        <a:pt x="3466" y="3812"/>
                      </a:lnTo>
                      <a:cubicBezTo>
                        <a:pt x="3466" y="3214"/>
                        <a:pt x="2993" y="2804"/>
                        <a:pt x="2458" y="2804"/>
                      </a:cubicBezTo>
                      <a:lnTo>
                        <a:pt x="2111" y="2804"/>
                      </a:lnTo>
                      <a:lnTo>
                        <a:pt x="2111" y="1386"/>
                      </a:lnTo>
                      <a:lnTo>
                        <a:pt x="2458" y="1386"/>
                      </a:lnTo>
                      <a:cubicBezTo>
                        <a:pt x="2647" y="1386"/>
                        <a:pt x="2804" y="1544"/>
                        <a:pt x="2804" y="1733"/>
                      </a:cubicBezTo>
                      <a:cubicBezTo>
                        <a:pt x="2804" y="1922"/>
                        <a:pt x="2962" y="2079"/>
                        <a:pt x="3151" y="2079"/>
                      </a:cubicBezTo>
                      <a:cubicBezTo>
                        <a:pt x="3371" y="2079"/>
                        <a:pt x="3529" y="1922"/>
                        <a:pt x="3529" y="1733"/>
                      </a:cubicBezTo>
                      <a:cubicBezTo>
                        <a:pt x="3529" y="1134"/>
                        <a:pt x="3056" y="693"/>
                        <a:pt x="2489" y="693"/>
                      </a:cubicBezTo>
                      <a:lnTo>
                        <a:pt x="2143" y="693"/>
                      </a:lnTo>
                      <a:lnTo>
                        <a:pt x="2143" y="347"/>
                      </a:lnTo>
                      <a:cubicBezTo>
                        <a:pt x="2143" y="158"/>
                        <a:pt x="1985" y="0"/>
                        <a:pt x="179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9" name="Google Shape;9234;p73">
                  <a:extLst>
                    <a:ext uri="{FF2B5EF4-FFF2-40B4-BE49-F238E27FC236}">
                      <a16:creationId xmlns:a16="http://schemas.microsoft.com/office/drawing/2014/main" id="{FFC9D3A1-5BD2-0EE4-B3EB-E01412A5B475}"/>
                    </a:ext>
                  </a:extLst>
                </p:cNvPr>
                <p:cNvSpPr/>
                <p:nvPr/>
              </p:nvSpPr>
              <p:spPr>
                <a:xfrm>
                  <a:off x="1790525" y="2319150"/>
                  <a:ext cx="267800" cy="29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2" h="11784" extrusionOk="0">
                      <a:moveTo>
                        <a:pt x="6427" y="662"/>
                      </a:moveTo>
                      <a:cubicBezTo>
                        <a:pt x="6837" y="662"/>
                        <a:pt x="7152" y="977"/>
                        <a:pt x="7152" y="1355"/>
                      </a:cubicBezTo>
                      <a:cubicBezTo>
                        <a:pt x="7152" y="1765"/>
                        <a:pt x="6837" y="2080"/>
                        <a:pt x="6427" y="2080"/>
                      </a:cubicBezTo>
                      <a:lnTo>
                        <a:pt x="6427" y="1702"/>
                      </a:lnTo>
                      <a:cubicBezTo>
                        <a:pt x="6427" y="1513"/>
                        <a:pt x="6270" y="1355"/>
                        <a:pt x="6081" y="1355"/>
                      </a:cubicBezTo>
                      <a:lnTo>
                        <a:pt x="4695" y="1355"/>
                      </a:lnTo>
                      <a:cubicBezTo>
                        <a:pt x="4505" y="1355"/>
                        <a:pt x="4348" y="1513"/>
                        <a:pt x="4348" y="1702"/>
                      </a:cubicBezTo>
                      <a:lnTo>
                        <a:pt x="4348" y="2080"/>
                      </a:lnTo>
                      <a:cubicBezTo>
                        <a:pt x="3938" y="2017"/>
                        <a:pt x="3623" y="1765"/>
                        <a:pt x="3623" y="1355"/>
                      </a:cubicBezTo>
                      <a:cubicBezTo>
                        <a:pt x="3623" y="977"/>
                        <a:pt x="3938" y="662"/>
                        <a:pt x="4348" y="662"/>
                      </a:cubicBezTo>
                      <a:close/>
                      <a:moveTo>
                        <a:pt x="5734" y="2017"/>
                      </a:moveTo>
                      <a:lnTo>
                        <a:pt x="5734" y="2741"/>
                      </a:lnTo>
                      <a:lnTo>
                        <a:pt x="5010" y="2741"/>
                      </a:lnTo>
                      <a:lnTo>
                        <a:pt x="5010" y="2017"/>
                      </a:lnTo>
                      <a:close/>
                      <a:moveTo>
                        <a:pt x="1418" y="1985"/>
                      </a:moveTo>
                      <a:lnTo>
                        <a:pt x="1859" y="2489"/>
                      </a:lnTo>
                      <a:lnTo>
                        <a:pt x="1355" y="2930"/>
                      </a:lnTo>
                      <a:lnTo>
                        <a:pt x="914" y="2426"/>
                      </a:lnTo>
                      <a:lnTo>
                        <a:pt x="1418" y="1985"/>
                      </a:lnTo>
                      <a:close/>
                      <a:moveTo>
                        <a:pt x="9357" y="1985"/>
                      </a:moveTo>
                      <a:lnTo>
                        <a:pt x="9861" y="2426"/>
                      </a:lnTo>
                      <a:lnTo>
                        <a:pt x="9420" y="2930"/>
                      </a:lnTo>
                      <a:lnTo>
                        <a:pt x="8916" y="2489"/>
                      </a:lnTo>
                      <a:lnTo>
                        <a:pt x="9357" y="1985"/>
                      </a:lnTo>
                      <a:close/>
                      <a:moveTo>
                        <a:pt x="5356" y="3434"/>
                      </a:moveTo>
                      <a:cubicBezTo>
                        <a:pt x="7467" y="3434"/>
                        <a:pt x="9200" y="5167"/>
                        <a:pt x="9200" y="7278"/>
                      </a:cubicBezTo>
                      <a:cubicBezTo>
                        <a:pt x="9200" y="9389"/>
                        <a:pt x="7498" y="11090"/>
                        <a:pt x="5356" y="11090"/>
                      </a:cubicBezTo>
                      <a:cubicBezTo>
                        <a:pt x="3277" y="11090"/>
                        <a:pt x="1544" y="9357"/>
                        <a:pt x="1544" y="7278"/>
                      </a:cubicBezTo>
                      <a:cubicBezTo>
                        <a:pt x="1576" y="5136"/>
                        <a:pt x="3277" y="3434"/>
                        <a:pt x="5356" y="3434"/>
                      </a:cubicBezTo>
                      <a:close/>
                      <a:moveTo>
                        <a:pt x="4316" y="0"/>
                      </a:moveTo>
                      <a:cubicBezTo>
                        <a:pt x="3560" y="0"/>
                        <a:pt x="2930" y="631"/>
                        <a:pt x="2930" y="1387"/>
                      </a:cubicBezTo>
                      <a:cubicBezTo>
                        <a:pt x="2930" y="2143"/>
                        <a:pt x="3560" y="2773"/>
                        <a:pt x="4316" y="2773"/>
                      </a:cubicBezTo>
                      <a:lnTo>
                        <a:pt x="4316" y="2899"/>
                      </a:lnTo>
                      <a:cubicBezTo>
                        <a:pt x="3749" y="3025"/>
                        <a:pt x="3214" y="3277"/>
                        <a:pt x="2741" y="3592"/>
                      </a:cubicBezTo>
                      <a:lnTo>
                        <a:pt x="2269" y="3056"/>
                      </a:lnTo>
                      <a:lnTo>
                        <a:pt x="2521" y="2804"/>
                      </a:lnTo>
                      <a:cubicBezTo>
                        <a:pt x="2741" y="2678"/>
                        <a:pt x="2741" y="2458"/>
                        <a:pt x="2615" y="2332"/>
                      </a:cubicBezTo>
                      <a:lnTo>
                        <a:pt x="1702" y="1292"/>
                      </a:lnTo>
                      <a:cubicBezTo>
                        <a:pt x="1631" y="1203"/>
                        <a:pt x="1530" y="1165"/>
                        <a:pt x="1432" y="1165"/>
                      </a:cubicBezTo>
                      <a:cubicBezTo>
                        <a:pt x="1357" y="1165"/>
                        <a:pt x="1284" y="1188"/>
                        <a:pt x="1229" y="1229"/>
                      </a:cubicBezTo>
                      <a:lnTo>
                        <a:pt x="158" y="2143"/>
                      </a:lnTo>
                      <a:cubicBezTo>
                        <a:pt x="0" y="2269"/>
                        <a:pt x="0" y="2489"/>
                        <a:pt x="126" y="2615"/>
                      </a:cubicBezTo>
                      <a:lnTo>
                        <a:pt x="1040" y="3687"/>
                      </a:lnTo>
                      <a:cubicBezTo>
                        <a:pt x="1106" y="3770"/>
                        <a:pt x="1199" y="3809"/>
                        <a:pt x="1291" y="3809"/>
                      </a:cubicBezTo>
                      <a:cubicBezTo>
                        <a:pt x="1372" y="3809"/>
                        <a:pt x="1453" y="3778"/>
                        <a:pt x="1513" y="3718"/>
                      </a:cubicBezTo>
                      <a:lnTo>
                        <a:pt x="1796" y="3498"/>
                      </a:lnTo>
                      <a:lnTo>
                        <a:pt x="2269" y="4033"/>
                      </a:lnTo>
                      <a:cubicBezTo>
                        <a:pt x="1387" y="4852"/>
                        <a:pt x="882" y="6018"/>
                        <a:pt x="882" y="7278"/>
                      </a:cubicBezTo>
                      <a:cubicBezTo>
                        <a:pt x="882" y="9735"/>
                        <a:pt x="2899" y="11783"/>
                        <a:pt x="5356" y="11783"/>
                      </a:cubicBezTo>
                      <a:cubicBezTo>
                        <a:pt x="7845" y="11783"/>
                        <a:pt x="9861" y="9735"/>
                        <a:pt x="9861" y="7278"/>
                      </a:cubicBezTo>
                      <a:cubicBezTo>
                        <a:pt x="9861" y="6081"/>
                        <a:pt x="9389" y="4915"/>
                        <a:pt x="8475" y="4033"/>
                      </a:cubicBezTo>
                      <a:lnTo>
                        <a:pt x="8948" y="3498"/>
                      </a:lnTo>
                      <a:lnTo>
                        <a:pt x="9231" y="3718"/>
                      </a:lnTo>
                      <a:cubicBezTo>
                        <a:pt x="9306" y="3778"/>
                        <a:pt x="9387" y="3809"/>
                        <a:pt x="9465" y="3809"/>
                      </a:cubicBezTo>
                      <a:cubicBezTo>
                        <a:pt x="9553" y="3809"/>
                        <a:pt x="9637" y="3770"/>
                        <a:pt x="9704" y="3687"/>
                      </a:cubicBezTo>
                      <a:lnTo>
                        <a:pt x="10617" y="2615"/>
                      </a:lnTo>
                      <a:cubicBezTo>
                        <a:pt x="10712" y="2458"/>
                        <a:pt x="10712" y="2269"/>
                        <a:pt x="10554" y="2143"/>
                      </a:cubicBezTo>
                      <a:lnTo>
                        <a:pt x="9515" y="1229"/>
                      </a:lnTo>
                      <a:cubicBezTo>
                        <a:pt x="9446" y="1188"/>
                        <a:pt x="9365" y="1165"/>
                        <a:pt x="9288" y="1165"/>
                      </a:cubicBezTo>
                      <a:cubicBezTo>
                        <a:pt x="9189" y="1165"/>
                        <a:pt x="9095" y="1203"/>
                        <a:pt x="9042" y="1292"/>
                      </a:cubicBezTo>
                      <a:lnTo>
                        <a:pt x="8129" y="2332"/>
                      </a:lnTo>
                      <a:cubicBezTo>
                        <a:pt x="8003" y="2489"/>
                        <a:pt x="8003" y="2710"/>
                        <a:pt x="8160" y="2804"/>
                      </a:cubicBezTo>
                      <a:lnTo>
                        <a:pt x="8444" y="3056"/>
                      </a:lnTo>
                      <a:lnTo>
                        <a:pt x="7971" y="3592"/>
                      </a:lnTo>
                      <a:cubicBezTo>
                        <a:pt x="7498" y="3245"/>
                        <a:pt x="6931" y="3025"/>
                        <a:pt x="6396" y="2899"/>
                      </a:cubicBezTo>
                      <a:lnTo>
                        <a:pt x="6396" y="2773"/>
                      </a:lnTo>
                      <a:cubicBezTo>
                        <a:pt x="7152" y="2773"/>
                        <a:pt x="7782" y="2143"/>
                        <a:pt x="7782" y="1387"/>
                      </a:cubicBezTo>
                      <a:cubicBezTo>
                        <a:pt x="7782" y="631"/>
                        <a:pt x="7152" y="0"/>
                        <a:pt x="639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701" name="Google Shape;9235;p73">
                <a:extLst>
                  <a:ext uri="{FF2B5EF4-FFF2-40B4-BE49-F238E27FC236}">
                    <a16:creationId xmlns:a16="http://schemas.microsoft.com/office/drawing/2014/main" id="{32CA1CD2-9C53-A202-BAE4-8AC7C6E1B30D}"/>
                  </a:ext>
                </a:extLst>
              </p:cNvPr>
              <p:cNvSpPr/>
              <p:nvPr/>
            </p:nvSpPr>
            <p:spPr>
              <a:xfrm>
                <a:off x="2670025" y="2923979"/>
                <a:ext cx="501965" cy="501923"/>
              </a:xfrm>
              <a:custGeom>
                <a:avLst/>
                <a:gdLst/>
                <a:ahLst/>
                <a:cxnLst/>
                <a:rect l="l" t="t" r="r" b="b"/>
                <a:pathLst>
                  <a:path w="11879" h="11878" extrusionOk="0">
                    <a:moveTo>
                      <a:pt x="5892" y="693"/>
                    </a:moveTo>
                    <a:cubicBezTo>
                      <a:pt x="6302" y="693"/>
                      <a:pt x="6617" y="1008"/>
                      <a:pt x="6617" y="1418"/>
                    </a:cubicBezTo>
                    <a:cubicBezTo>
                      <a:pt x="6617" y="1796"/>
                      <a:pt x="6302" y="2111"/>
                      <a:pt x="5892" y="2111"/>
                    </a:cubicBezTo>
                    <a:cubicBezTo>
                      <a:pt x="5514" y="2111"/>
                      <a:pt x="5199" y="1796"/>
                      <a:pt x="5199" y="1418"/>
                    </a:cubicBezTo>
                    <a:cubicBezTo>
                      <a:pt x="5231" y="1008"/>
                      <a:pt x="5546" y="693"/>
                      <a:pt x="5892" y="693"/>
                    </a:cubicBezTo>
                    <a:close/>
                    <a:moveTo>
                      <a:pt x="5892" y="2741"/>
                    </a:moveTo>
                    <a:cubicBezTo>
                      <a:pt x="6837" y="2741"/>
                      <a:pt x="7625" y="3529"/>
                      <a:pt x="7625" y="4505"/>
                    </a:cubicBezTo>
                    <a:lnTo>
                      <a:pt x="7625" y="5545"/>
                    </a:lnTo>
                    <a:lnTo>
                      <a:pt x="4159" y="5545"/>
                    </a:lnTo>
                    <a:lnTo>
                      <a:pt x="4159" y="4505"/>
                    </a:lnTo>
                    <a:cubicBezTo>
                      <a:pt x="4159" y="3529"/>
                      <a:pt x="4947" y="2741"/>
                      <a:pt x="5892" y="2741"/>
                    </a:cubicBezTo>
                    <a:close/>
                    <a:moveTo>
                      <a:pt x="8381" y="5104"/>
                    </a:moveTo>
                    <a:cubicBezTo>
                      <a:pt x="9326" y="5356"/>
                      <a:pt x="9767" y="5703"/>
                      <a:pt x="9767" y="5892"/>
                    </a:cubicBezTo>
                    <a:cubicBezTo>
                      <a:pt x="9767" y="6238"/>
                      <a:pt x="8381" y="6931"/>
                      <a:pt x="5955" y="6931"/>
                    </a:cubicBezTo>
                    <a:cubicBezTo>
                      <a:pt x="5898" y="6932"/>
                      <a:pt x="5842" y="6932"/>
                      <a:pt x="5787" y="6932"/>
                    </a:cubicBezTo>
                    <a:cubicBezTo>
                      <a:pt x="3434" y="6932"/>
                      <a:pt x="2112" y="6292"/>
                      <a:pt x="2112" y="5892"/>
                    </a:cubicBezTo>
                    <a:cubicBezTo>
                      <a:pt x="2112" y="5703"/>
                      <a:pt x="2553" y="5388"/>
                      <a:pt x="3498" y="5104"/>
                    </a:cubicBezTo>
                    <a:lnTo>
                      <a:pt x="3498" y="5892"/>
                    </a:lnTo>
                    <a:cubicBezTo>
                      <a:pt x="3498" y="6081"/>
                      <a:pt x="3655" y="6238"/>
                      <a:pt x="3844" y="6238"/>
                    </a:cubicBezTo>
                    <a:lnTo>
                      <a:pt x="8034" y="6238"/>
                    </a:lnTo>
                    <a:cubicBezTo>
                      <a:pt x="8223" y="6238"/>
                      <a:pt x="8381" y="6081"/>
                      <a:pt x="8381" y="5892"/>
                    </a:cubicBezTo>
                    <a:lnTo>
                      <a:pt x="8381" y="5104"/>
                    </a:lnTo>
                    <a:close/>
                    <a:moveTo>
                      <a:pt x="1765" y="10428"/>
                    </a:moveTo>
                    <a:cubicBezTo>
                      <a:pt x="2427" y="10428"/>
                      <a:pt x="2805" y="10680"/>
                      <a:pt x="2805" y="10775"/>
                    </a:cubicBezTo>
                    <a:cubicBezTo>
                      <a:pt x="2805" y="10869"/>
                      <a:pt x="2427" y="11121"/>
                      <a:pt x="1765" y="11121"/>
                    </a:cubicBezTo>
                    <a:cubicBezTo>
                      <a:pt x="1072" y="11121"/>
                      <a:pt x="694" y="10869"/>
                      <a:pt x="694" y="10775"/>
                    </a:cubicBezTo>
                    <a:cubicBezTo>
                      <a:pt x="694" y="10712"/>
                      <a:pt x="1072" y="10428"/>
                      <a:pt x="1765" y="10428"/>
                    </a:cubicBezTo>
                    <a:close/>
                    <a:moveTo>
                      <a:pt x="5955" y="10428"/>
                    </a:moveTo>
                    <a:cubicBezTo>
                      <a:pt x="6617" y="10428"/>
                      <a:pt x="6963" y="10712"/>
                      <a:pt x="6963" y="10775"/>
                    </a:cubicBezTo>
                    <a:cubicBezTo>
                      <a:pt x="6963" y="10869"/>
                      <a:pt x="6617" y="11121"/>
                      <a:pt x="5955" y="11121"/>
                    </a:cubicBezTo>
                    <a:cubicBezTo>
                      <a:pt x="5262" y="11121"/>
                      <a:pt x="4915" y="10869"/>
                      <a:pt x="4915" y="10775"/>
                    </a:cubicBezTo>
                    <a:cubicBezTo>
                      <a:pt x="4915" y="10712"/>
                      <a:pt x="5262" y="10428"/>
                      <a:pt x="5955" y="10428"/>
                    </a:cubicBezTo>
                    <a:close/>
                    <a:moveTo>
                      <a:pt x="10082" y="10428"/>
                    </a:moveTo>
                    <a:cubicBezTo>
                      <a:pt x="10775" y="10428"/>
                      <a:pt x="11153" y="10680"/>
                      <a:pt x="11153" y="10775"/>
                    </a:cubicBezTo>
                    <a:cubicBezTo>
                      <a:pt x="11153" y="10869"/>
                      <a:pt x="10775" y="11121"/>
                      <a:pt x="10082" y="11121"/>
                    </a:cubicBezTo>
                    <a:cubicBezTo>
                      <a:pt x="9421" y="11121"/>
                      <a:pt x="9043" y="10869"/>
                      <a:pt x="9043" y="10775"/>
                    </a:cubicBezTo>
                    <a:cubicBezTo>
                      <a:pt x="9043" y="10712"/>
                      <a:pt x="9421" y="10428"/>
                      <a:pt x="10082" y="10428"/>
                    </a:cubicBezTo>
                    <a:close/>
                    <a:moveTo>
                      <a:pt x="5987" y="0"/>
                    </a:moveTo>
                    <a:cubicBezTo>
                      <a:pt x="5231" y="0"/>
                      <a:pt x="4600" y="630"/>
                      <a:pt x="4600" y="1355"/>
                    </a:cubicBezTo>
                    <a:cubicBezTo>
                      <a:pt x="4600" y="1733"/>
                      <a:pt x="4726" y="2016"/>
                      <a:pt x="4947" y="2300"/>
                    </a:cubicBezTo>
                    <a:cubicBezTo>
                      <a:pt x="4159" y="2710"/>
                      <a:pt x="3624" y="3497"/>
                      <a:pt x="3561" y="4442"/>
                    </a:cubicBezTo>
                    <a:cubicBezTo>
                      <a:pt x="2742" y="4631"/>
                      <a:pt x="1481" y="5072"/>
                      <a:pt x="1481" y="5923"/>
                    </a:cubicBezTo>
                    <a:cubicBezTo>
                      <a:pt x="1481" y="6679"/>
                      <a:pt x="2427" y="7120"/>
                      <a:pt x="3151" y="7309"/>
                    </a:cubicBezTo>
                    <a:lnTo>
                      <a:pt x="1954" y="9798"/>
                    </a:lnTo>
                    <a:lnTo>
                      <a:pt x="1828" y="9798"/>
                    </a:lnTo>
                    <a:cubicBezTo>
                      <a:pt x="851" y="9798"/>
                      <a:pt x="64" y="10239"/>
                      <a:pt x="64" y="10806"/>
                    </a:cubicBezTo>
                    <a:cubicBezTo>
                      <a:pt x="1" y="11373"/>
                      <a:pt x="725" y="11846"/>
                      <a:pt x="1765" y="11846"/>
                    </a:cubicBezTo>
                    <a:cubicBezTo>
                      <a:pt x="2679" y="11846"/>
                      <a:pt x="3498" y="11436"/>
                      <a:pt x="3498" y="10806"/>
                    </a:cubicBezTo>
                    <a:cubicBezTo>
                      <a:pt x="3498" y="10334"/>
                      <a:pt x="3057" y="10019"/>
                      <a:pt x="2584" y="9924"/>
                    </a:cubicBezTo>
                    <a:lnTo>
                      <a:pt x="3781" y="7498"/>
                    </a:lnTo>
                    <a:cubicBezTo>
                      <a:pt x="4317" y="7624"/>
                      <a:pt x="4947" y="7656"/>
                      <a:pt x="5577" y="7719"/>
                    </a:cubicBezTo>
                    <a:lnTo>
                      <a:pt x="5577" y="9830"/>
                    </a:lnTo>
                    <a:cubicBezTo>
                      <a:pt x="4947" y="9924"/>
                      <a:pt x="4222" y="10239"/>
                      <a:pt x="4222" y="10869"/>
                    </a:cubicBezTo>
                    <a:cubicBezTo>
                      <a:pt x="4222" y="11499"/>
                      <a:pt x="5041" y="11877"/>
                      <a:pt x="5955" y="11877"/>
                    </a:cubicBezTo>
                    <a:cubicBezTo>
                      <a:pt x="6837" y="11877"/>
                      <a:pt x="7688" y="11499"/>
                      <a:pt x="7688" y="10869"/>
                    </a:cubicBezTo>
                    <a:cubicBezTo>
                      <a:pt x="7688" y="10239"/>
                      <a:pt x="6932" y="9924"/>
                      <a:pt x="6302" y="9830"/>
                    </a:cubicBezTo>
                    <a:lnTo>
                      <a:pt x="6302" y="7719"/>
                    </a:lnTo>
                    <a:cubicBezTo>
                      <a:pt x="6932" y="7719"/>
                      <a:pt x="7562" y="7624"/>
                      <a:pt x="8097" y="7498"/>
                    </a:cubicBezTo>
                    <a:lnTo>
                      <a:pt x="9295" y="9924"/>
                    </a:lnTo>
                    <a:cubicBezTo>
                      <a:pt x="8822" y="10082"/>
                      <a:pt x="8381" y="10334"/>
                      <a:pt x="8381" y="10806"/>
                    </a:cubicBezTo>
                    <a:cubicBezTo>
                      <a:pt x="8381" y="11436"/>
                      <a:pt x="9200" y="11846"/>
                      <a:pt x="10114" y="11846"/>
                    </a:cubicBezTo>
                    <a:cubicBezTo>
                      <a:pt x="11090" y="11846"/>
                      <a:pt x="11878" y="11405"/>
                      <a:pt x="11878" y="10806"/>
                    </a:cubicBezTo>
                    <a:cubicBezTo>
                      <a:pt x="11878" y="10239"/>
                      <a:pt x="11153" y="9798"/>
                      <a:pt x="10114" y="9798"/>
                    </a:cubicBezTo>
                    <a:lnTo>
                      <a:pt x="9988" y="9798"/>
                    </a:lnTo>
                    <a:lnTo>
                      <a:pt x="8822" y="7309"/>
                    </a:lnTo>
                    <a:cubicBezTo>
                      <a:pt x="9515" y="7120"/>
                      <a:pt x="10460" y="6679"/>
                      <a:pt x="10460" y="5923"/>
                    </a:cubicBezTo>
                    <a:cubicBezTo>
                      <a:pt x="10460" y="5072"/>
                      <a:pt x="9200" y="4631"/>
                      <a:pt x="8381" y="4442"/>
                    </a:cubicBezTo>
                    <a:cubicBezTo>
                      <a:pt x="8350" y="3497"/>
                      <a:pt x="7782" y="2710"/>
                      <a:pt x="6995" y="2300"/>
                    </a:cubicBezTo>
                    <a:cubicBezTo>
                      <a:pt x="7247" y="2080"/>
                      <a:pt x="7341" y="1764"/>
                      <a:pt x="7341" y="1355"/>
                    </a:cubicBezTo>
                    <a:cubicBezTo>
                      <a:pt x="7341" y="630"/>
                      <a:pt x="6711" y="0"/>
                      <a:pt x="59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702" name="Google Shape;9236;p73">
                <a:extLst>
                  <a:ext uri="{FF2B5EF4-FFF2-40B4-BE49-F238E27FC236}">
                    <a16:creationId xmlns:a16="http://schemas.microsoft.com/office/drawing/2014/main" id="{79098A00-3278-121A-53EE-CC7E00CEAC5B}"/>
                  </a:ext>
                </a:extLst>
              </p:cNvPr>
              <p:cNvGrpSpPr/>
              <p:nvPr/>
            </p:nvGrpSpPr>
            <p:grpSpPr>
              <a:xfrm>
                <a:off x="5851480" y="1688532"/>
                <a:ext cx="500612" cy="499303"/>
                <a:chOff x="3599700" y="1954475"/>
                <a:chExt cx="296175" cy="295400"/>
              </a:xfrm>
              <a:grpFill/>
            </p:grpSpPr>
            <p:sp>
              <p:nvSpPr>
                <p:cNvPr id="17775" name="Google Shape;9237;p73">
                  <a:extLst>
                    <a:ext uri="{FF2B5EF4-FFF2-40B4-BE49-F238E27FC236}">
                      <a16:creationId xmlns:a16="http://schemas.microsoft.com/office/drawing/2014/main" id="{984888A6-E6EF-CDCD-8CCB-4BFC800278C5}"/>
                    </a:ext>
                  </a:extLst>
                </p:cNvPr>
                <p:cNvSpPr/>
                <p:nvPr/>
              </p:nvSpPr>
              <p:spPr>
                <a:xfrm>
                  <a:off x="3599700" y="1954475"/>
                  <a:ext cx="296175" cy="29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7" h="11816" extrusionOk="0">
                      <a:moveTo>
                        <a:pt x="3151" y="694"/>
                      </a:moveTo>
                      <a:cubicBezTo>
                        <a:pt x="3718" y="694"/>
                        <a:pt x="4159" y="1166"/>
                        <a:pt x="4159" y="1734"/>
                      </a:cubicBezTo>
                      <a:cubicBezTo>
                        <a:pt x="4159" y="2301"/>
                        <a:pt x="3686" y="2742"/>
                        <a:pt x="3151" y="2742"/>
                      </a:cubicBezTo>
                      <a:cubicBezTo>
                        <a:pt x="2584" y="2742"/>
                        <a:pt x="2111" y="2269"/>
                        <a:pt x="2111" y="1734"/>
                      </a:cubicBezTo>
                      <a:cubicBezTo>
                        <a:pt x="2080" y="1166"/>
                        <a:pt x="2552" y="694"/>
                        <a:pt x="3151" y="694"/>
                      </a:cubicBezTo>
                      <a:close/>
                      <a:moveTo>
                        <a:pt x="8727" y="694"/>
                      </a:moveTo>
                      <a:cubicBezTo>
                        <a:pt x="9326" y="694"/>
                        <a:pt x="9767" y="1166"/>
                        <a:pt x="9767" y="1734"/>
                      </a:cubicBezTo>
                      <a:cubicBezTo>
                        <a:pt x="9767" y="2301"/>
                        <a:pt x="9294" y="2742"/>
                        <a:pt x="8727" y="2742"/>
                      </a:cubicBezTo>
                      <a:cubicBezTo>
                        <a:pt x="8128" y="2742"/>
                        <a:pt x="7719" y="2269"/>
                        <a:pt x="7719" y="1734"/>
                      </a:cubicBezTo>
                      <a:cubicBezTo>
                        <a:pt x="7656" y="1166"/>
                        <a:pt x="8128" y="694"/>
                        <a:pt x="8727" y="694"/>
                      </a:cubicBezTo>
                      <a:close/>
                      <a:moveTo>
                        <a:pt x="5923" y="4852"/>
                      </a:moveTo>
                      <a:cubicBezTo>
                        <a:pt x="6522" y="4852"/>
                        <a:pt x="6994" y="5325"/>
                        <a:pt x="6994" y="5861"/>
                      </a:cubicBezTo>
                      <a:cubicBezTo>
                        <a:pt x="6994" y="6396"/>
                        <a:pt x="6522" y="6869"/>
                        <a:pt x="5923" y="6869"/>
                      </a:cubicBezTo>
                      <a:cubicBezTo>
                        <a:pt x="5356" y="6869"/>
                        <a:pt x="4883" y="6428"/>
                        <a:pt x="4883" y="5861"/>
                      </a:cubicBezTo>
                      <a:cubicBezTo>
                        <a:pt x="4883" y="5294"/>
                        <a:pt x="5356" y="4852"/>
                        <a:pt x="5923" y="4852"/>
                      </a:cubicBezTo>
                      <a:close/>
                      <a:moveTo>
                        <a:pt x="3151" y="3466"/>
                      </a:moveTo>
                      <a:cubicBezTo>
                        <a:pt x="3875" y="3466"/>
                        <a:pt x="4600" y="3813"/>
                        <a:pt x="5072" y="4380"/>
                      </a:cubicBezTo>
                      <a:cubicBezTo>
                        <a:pt x="4537" y="4695"/>
                        <a:pt x="4159" y="5231"/>
                        <a:pt x="4159" y="5861"/>
                      </a:cubicBezTo>
                      <a:cubicBezTo>
                        <a:pt x="4159" y="6239"/>
                        <a:pt x="4285" y="6617"/>
                        <a:pt x="4505" y="6900"/>
                      </a:cubicBezTo>
                      <a:lnTo>
                        <a:pt x="693" y="6900"/>
                      </a:lnTo>
                      <a:lnTo>
                        <a:pt x="693" y="5892"/>
                      </a:lnTo>
                      <a:cubicBezTo>
                        <a:pt x="693" y="4569"/>
                        <a:pt x="1796" y="3466"/>
                        <a:pt x="3151" y="3466"/>
                      </a:cubicBezTo>
                      <a:close/>
                      <a:moveTo>
                        <a:pt x="8696" y="3498"/>
                      </a:moveTo>
                      <a:cubicBezTo>
                        <a:pt x="10019" y="3498"/>
                        <a:pt x="11121" y="4600"/>
                        <a:pt x="11121" y="5955"/>
                      </a:cubicBezTo>
                      <a:lnTo>
                        <a:pt x="11121" y="6932"/>
                      </a:lnTo>
                      <a:lnTo>
                        <a:pt x="7309" y="6932"/>
                      </a:lnTo>
                      <a:cubicBezTo>
                        <a:pt x="7561" y="6617"/>
                        <a:pt x="7656" y="6270"/>
                        <a:pt x="7656" y="5892"/>
                      </a:cubicBezTo>
                      <a:cubicBezTo>
                        <a:pt x="7656" y="5262"/>
                        <a:pt x="7309" y="4726"/>
                        <a:pt x="6774" y="4411"/>
                      </a:cubicBezTo>
                      <a:cubicBezTo>
                        <a:pt x="7215" y="3813"/>
                        <a:pt x="7939" y="3498"/>
                        <a:pt x="8696" y="3498"/>
                      </a:cubicBezTo>
                      <a:close/>
                      <a:moveTo>
                        <a:pt x="5923" y="7625"/>
                      </a:moveTo>
                      <a:cubicBezTo>
                        <a:pt x="6207" y="7625"/>
                        <a:pt x="6490" y="7656"/>
                        <a:pt x="6711" y="7751"/>
                      </a:cubicBezTo>
                      <a:lnTo>
                        <a:pt x="5923" y="8791"/>
                      </a:lnTo>
                      <a:lnTo>
                        <a:pt x="5135" y="7751"/>
                      </a:lnTo>
                      <a:cubicBezTo>
                        <a:pt x="5388" y="7688"/>
                        <a:pt x="5671" y="7625"/>
                        <a:pt x="5923" y="7625"/>
                      </a:cubicBezTo>
                      <a:close/>
                      <a:moveTo>
                        <a:pt x="4505" y="8066"/>
                      </a:moveTo>
                      <a:lnTo>
                        <a:pt x="5577" y="9484"/>
                      </a:lnTo>
                      <a:lnTo>
                        <a:pt x="5577" y="11153"/>
                      </a:lnTo>
                      <a:lnTo>
                        <a:pt x="3497" y="11153"/>
                      </a:lnTo>
                      <a:lnTo>
                        <a:pt x="3497" y="10019"/>
                      </a:lnTo>
                      <a:cubicBezTo>
                        <a:pt x="3497" y="9200"/>
                        <a:pt x="3875" y="8507"/>
                        <a:pt x="4505" y="8066"/>
                      </a:cubicBezTo>
                      <a:close/>
                      <a:moveTo>
                        <a:pt x="7341" y="8066"/>
                      </a:moveTo>
                      <a:cubicBezTo>
                        <a:pt x="7939" y="8507"/>
                        <a:pt x="8381" y="9263"/>
                        <a:pt x="8381" y="10051"/>
                      </a:cubicBezTo>
                      <a:lnTo>
                        <a:pt x="8381" y="11153"/>
                      </a:lnTo>
                      <a:lnTo>
                        <a:pt x="6301" y="11153"/>
                      </a:lnTo>
                      <a:lnTo>
                        <a:pt x="6301" y="9484"/>
                      </a:lnTo>
                      <a:lnTo>
                        <a:pt x="7341" y="8066"/>
                      </a:lnTo>
                      <a:close/>
                      <a:moveTo>
                        <a:pt x="3088" y="1"/>
                      </a:moveTo>
                      <a:cubicBezTo>
                        <a:pt x="2143" y="1"/>
                        <a:pt x="1355" y="788"/>
                        <a:pt x="1355" y="1734"/>
                      </a:cubicBezTo>
                      <a:cubicBezTo>
                        <a:pt x="1355" y="2238"/>
                        <a:pt x="1575" y="2679"/>
                        <a:pt x="1922" y="2994"/>
                      </a:cubicBezTo>
                      <a:cubicBezTo>
                        <a:pt x="788" y="3466"/>
                        <a:pt x="0" y="4569"/>
                        <a:pt x="0" y="5861"/>
                      </a:cubicBezTo>
                      <a:lnTo>
                        <a:pt x="0" y="7247"/>
                      </a:lnTo>
                      <a:cubicBezTo>
                        <a:pt x="0" y="7436"/>
                        <a:pt x="158" y="7593"/>
                        <a:pt x="347" y="7593"/>
                      </a:cubicBezTo>
                      <a:lnTo>
                        <a:pt x="3938" y="7593"/>
                      </a:lnTo>
                      <a:cubicBezTo>
                        <a:pt x="3214" y="8192"/>
                        <a:pt x="2741" y="9043"/>
                        <a:pt x="2741" y="10019"/>
                      </a:cubicBezTo>
                      <a:lnTo>
                        <a:pt x="2741" y="11437"/>
                      </a:lnTo>
                      <a:cubicBezTo>
                        <a:pt x="2741" y="11658"/>
                        <a:pt x="2899" y="11815"/>
                        <a:pt x="3088" y="11815"/>
                      </a:cubicBezTo>
                      <a:lnTo>
                        <a:pt x="8696" y="11815"/>
                      </a:lnTo>
                      <a:cubicBezTo>
                        <a:pt x="8885" y="11815"/>
                        <a:pt x="9042" y="11658"/>
                        <a:pt x="9042" y="11437"/>
                      </a:cubicBezTo>
                      <a:lnTo>
                        <a:pt x="9042" y="10019"/>
                      </a:lnTo>
                      <a:cubicBezTo>
                        <a:pt x="9042" y="9043"/>
                        <a:pt x="8570" y="8192"/>
                        <a:pt x="7876" y="7593"/>
                      </a:cubicBezTo>
                      <a:lnTo>
                        <a:pt x="11436" y="7593"/>
                      </a:lnTo>
                      <a:cubicBezTo>
                        <a:pt x="11657" y="7593"/>
                        <a:pt x="11815" y="7436"/>
                        <a:pt x="11815" y="7247"/>
                      </a:cubicBezTo>
                      <a:lnTo>
                        <a:pt x="11815" y="5861"/>
                      </a:lnTo>
                      <a:cubicBezTo>
                        <a:pt x="11846" y="4600"/>
                        <a:pt x="11027" y="3466"/>
                        <a:pt x="9861" y="2994"/>
                      </a:cubicBezTo>
                      <a:cubicBezTo>
                        <a:pt x="10239" y="2679"/>
                        <a:pt x="10428" y="2206"/>
                        <a:pt x="10428" y="1734"/>
                      </a:cubicBezTo>
                      <a:cubicBezTo>
                        <a:pt x="10428" y="788"/>
                        <a:pt x="9641" y="1"/>
                        <a:pt x="8696" y="1"/>
                      </a:cubicBezTo>
                      <a:cubicBezTo>
                        <a:pt x="7750" y="1"/>
                        <a:pt x="6963" y="788"/>
                        <a:pt x="6963" y="1734"/>
                      </a:cubicBezTo>
                      <a:cubicBezTo>
                        <a:pt x="6963" y="2238"/>
                        <a:pt x="7152" y="2679"/>
                        <a:pt x="7498" y="2994"/>
                      </a:cubicBezTo>
                      <a:cubicBezTo>
                        <a:pt x="6931" y="3214"/>
                        <a:pt x="6396" y="3624"/>
                        <a:pt x="6049" y="4159"/>
                      </a:cubicBezTo>
                      <a:lnTo>
                        <a:pt x="5734" y="4159"/>
                      </a:lnTo>
                      <a:cubicBezTo>
                        <a:pt x="5388" y="3655"/>
                        <a:pt x="4883" y="3214"/>
                        <a:pt x="4285" y="2994"/>
                      </a:cubicBezTo>
                      <a:cubicBezTo>
                        <a:pt x="4631" y="2679"/>
                        <a:pt x="4820" y="2238"/>
                        <a:pt x="4820" y="1734"/>
                      </a:cubicBezTo>
                      <a:cubicBezTo>
                        <a:pt x="4820" y="788"/>
                        <a:pt x="4033" y="1"/>
                        <a:pt x="308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6" name="Google Shape;9238;p73">
                  <a:extLst>
                    <a:ext uri="{FF2B5EF4-FFF2-40B4-BE49-F238E27FC236}">
                      <a16:creationId xmlns:a16="http://schemas.microsoft.com/office/drawing/2014/main" id="{17FB0CFF-E1A7-478C-C7CF-C2D860788CF7}"/>
                    </a:ext>
                  </a:extLst>
                </p:cNvPr>
                <p:cNvSpPr/>
                <p:nvPr/>
              </p:nvSpPr>
              <p:spPr>
                <a:xfrm>
                  <a:off x="3825750" y="2075775"/>
                  <a:ext cx="35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47" y="694"/>
                      </a:cubicBezTo>
                      <a:lnTo>
                        <a:pt x="1071" y="694"/>
                      </a:lnTo>
                      <a:cubicBezTo>
                        <a:pt x="1260" y="694"/>
                        <a:pt x="1418" y="536"/>
                        <a:pt x="1418" y="347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7" name="Google Shape;9239;p73">
                  <a:extLst>
                    <a:ext uri="{FF2B5EF4-FFF2-40B4-BE49-F238E27FC236}">
                      <a16:creationId xmlns:a16="http://schemas.microsoft.com/office/drawing/2014/main" id="{FD3DB83D-EDA0-0BD2-9C35-AC434AE155E4}"/>
                    </a:ext>
                  </a:extLst>
                </p:cNvPr>
                <p:cNvSpPr/>
                <p:nvPr/>
              </p:nvSpPr>
              <p:spPr>
                <a:xfrm>
                  <a:off x="3633550" y="2075775"/>
                  <a:ext cx="3547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694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79" y="694"/>
                      </a:cubicBezTo>
                      <a:lnTo>
                        <a:pt x="1072" y="694"/>
                      </a:lnTo>
                      <a:cubicBezTo>
                        <a:pt x="1261" y="694"/>
                        <a:pt x="1419" y="536"/>
                        <a:pt x="1419" y="347"/>
                      </a:cubicBezTo>
                      <a:cubicBezTo>
                        <a:pt x="1419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03" name="Google Shape;9240;p73">
                <a:extLst>
                  <a:ext uri="{FF2B5EF4-FFF2-40B4-BE49-F238E27FC236}">
                    <a16:creationId xmlns:a16="http://schemas.microsoft.com/office/drawing/2014/main" id="{EB6EF0CD-931A-4332-62C2-619A7F7340F1}"/>
                  </a:ext>
                </a:extLst>
              </p:cNvPr>
              <p:cNvGrpSpPr/>
              <p:nvPr/>
            </p:nvGrpSpPr>
            <p:grpSpPr>
              <a:xfrm>
                <a:off x="5852810" y="2282300"/>
                <a:ext cx="497951" cy="497951"/>
                <a:chOff x="3601275" y="2319150"/>
                <a:chExt cx="294600" cy="294600"/>
              </a:xfrm>
              <a:grpFill/>
            </p:grpSpPr>
            <p:sp>
              <p:nvSpPr>
                <p:cNvPr id="17773" name="Google Shape;9241;p73">
                  <a:extLst>
                    <a:ext uri="{FF2B5EF4-FFF2-40B4-BE49-F238E27FC236}">
                      <a16:creationId xmlns:a16="http://schemas.microsoft.com/office/drawing/2014/main" id="{986A50F0-1798-3DBE-3930-C771EA53FDBB}"/>
                    </a:ext>
                  </a:extLst>
                </p:cNvPr>
                <p:cNvSpPr/>
                <p:nvPr/>
              </p:nvSpPr>
              <p:spPr>
                <a:xfrm>
                  <a:off x="3601275" y="2319150"/>
                  <a:ext cx="294600" cy="29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4" h="11784" extrusionOk="0">
                      <a:moveTo>
                        <a:pt x="8223" y="694"/>
                      </a:moveTo>
                      <a:cubicBezTo>
                        <a:pt x="8696" y="725"/>
                        <a:pt x="9168" y="914"/>
                        <a:pt x="9546" y="1198"/>
                      </a:cubicBezTo>
                      <a:lnTo>
                        <a:pt x="7057" y="3687"/>
                      </a:lnTo>
                      <a:cubicBezTo>
                        <a:pt x="6774" y="3498"/>
                        <a:pt x="6459" y="3340"/>
                        <a:pt x="6144" y="3245"/>
                      </a:cubicBezTo>
                      <a:lnTo>
                        <a:pt x="8223" y="694"/>
                      </a:lnTo>
                      <a:close/>
                      <a:moveTo>
                        <a:pt x="10523" y="1198"/>
                      </a:moveTo>
                      <a:cubicBezTo>
                        <a:pt x="10838" y="1576"/>
                        <a:pt x="11027" y="2111"/>
                        <a:pt x="11027" y="2615"/>
                      </a:cubicBezTo>
                      <a:lnTo>
                        <a:pt x="8286" y="4852"/>
                      </a:lnTo>
                      <a:lnTo>
                        <a:pt x="7561" y="4159"/>
                      </a:lnTo>
                      <a:lnTo>
                        <a:pt x="10523" y="1198"/>
                      </a:lnTo>
                      <a:close/>
                      <a:moveTo>
                        <a:pt x="5592" y="3923"/>
                      </a:moveTo>
                      <a:cubicBezTo>
                        <a:pt x="6033" y="3923"/>
                        <a:pt x="6474" y="4096"/>
                        <a:pt x="6805" y="4443"/>
                      </a:cubicBezTo>
                      <a:cubicBezTo>
                        <a:pt x="7498" y="5104"/>
                        <a:pt x="7498" y="6207"/>
                        <a:pt x="6805" y="6869"/>
                      </a:cubicBezTo>
                      <a:cubicBezTo>
                        <a:pt x="6474" y="7199"/>
                        <a:pt x="6033" y="7365"/>
                        <a:pt x="5592" y="7365"/>
                      </a:cubicBezTo>
                      <a:cubicBezTo>
                        <a:pt x="5151" y="7365"/>
                        <a:pt x="4710" y="7199"/>
                        <a:pt x="4379" y="6869"/>
                      </a:cubicBezTo>
                      <a:cubicBezTo>
                        <a:pt x="3718" y="6207"/>
                        <a:pt x="3718" y="5104"/>
                        <a:pt x="4379" y="4443"/>
                      </a:cubicBezTo>
                      <a:cubicBezTo>
                        <a:pt x="4710" y="4096"/>
                        <a:pt x="5151" y="3923"/>
                        <a:pt x="5592" y="3923"/>
                      </a:cubicBezTo>
                      <a:close/>
                      <a:moveTo>
                        <a:pt x="8034" y="5577"/>
                      </a:moveTo>
                      <a:lnTo>
                        <a:pt x="8191" y="5734"/>
                      </a:lnTo>
                      <a:cubicBezTo>
                        <a:pt x="8696" y="6270"/>
                        <a:pt x="9326" y="6742"/>
                        <a:pt x="10019" y="7058"/>
                      </a:cubicBezTo>
                      <a:lnTo>
                        <a:pt x="9420" y="7278"/>
                      </a:lnTo>
                      <a:cubicBezTo>
                        <a:pt x="9263" y="7310"/>
                        <a:pt x="9168" y="7467"/>
                        <a:pt x="9168" y="7593"/>
                      </a:cubicBezTo>
                      <a:lnTo>
                        <a:pt x="9168" y="8066"/>
                      </a:lnTo>
                      <a:cubicBezTo>
                        <a:pt x="8601" y="7814"/>
                        <a:pt x="8034" y="7467"/>
                        <a:pt x="7561" y="7058"/>
                      </a:cubicBezTo>
                      <a:cubicBezTo>
                        <a:pt x="7876" y="6648"/>
                        <a:pt x="8034" y="6175"/>
                        <a:pt x="8034" y="5608"/>
                      </a:cubicBezTo>
                      <a:lnTo>
                        <a:pt x="8034" y="5577"/>
                      </a:lnTo>
                      <a:close/>
                      <a:moveTo>
                        <a:pt x="3245" y="6081"/>
                      </a:moveTo>
                      <a:cubicBezTo>
                        <a:pt x="3308" y="6427"/>
                        <a:pt x="3466" y="6806"/>
                        <a:pt x="3655" y="7058"/>
                      </a:cubicBezTo>
                      <a:lnTo>
                        <a:pt x="1197" y="9546"/>
                      </a:lnTo>
                      <a:cubicBezTo>
                        <a:pt x="882" y="9200"/>
                        <a:pt x="662" y="8696"/>
                        <a:pt x="630" y="8160"/>
                      </a:cubicBezTo>
                      <a:lnTo>
                        <a:pt x="3245" y="6081"/>
                      </a:lnTo>
                      <a:close/>
                      <a:moveTo>
                        <a:pt x="7057" y="7593"/>
                      </a:moveTo>
                      <a:cubicBezTo>
                        <a:pt x="7435" y="8066"/>
                        <a:pt x="7813" y="8601"/>
                        <a:pt x="8034" y="9200"/>
                      </a:cubicBezTo>
                      <a:lnTo>
                        <a:pt x="7561" y="9200"/>
                      </a:lnTo>
                      <a:cubicBezTo>
                        <a:pt x="7404" y="9200"/>
                        <a:pt x="7278" y="9263"/>
                        <a:pt x="7246" y="9420"/>
                      </a:cubicBezTo>
                      <a:lnTo>
                        <a:pt x="7057" y="10019"/>
                      </a:lnTo>
                      <a:cubicBezTo>
                        <a:pt x="6742" y="9357"/>
                        <a:pt x="6270" y="8727"/>
                        <a:pt x="5766" y="8223"/>
                      </a:cubicBezTo>
                      <a:lnTo>
                        <a:pt x="5608" y="8066"/>
                      </a:lnTo>
                      <a:lnTo>
                        <a:pt x="5640" y="8066"/>
                      </a:lnTo>
                      <a:cubicBezTo>
                        <a:pt x="6144" y="8066"/>
                        <a:pt x="6648" y="7877"/>
                        <a:pt x="7057" y="7593"/>
                      </a:cubicBezTo>
                      <a:close/>
                      <a:moveTo>
                        <a:pt x="4096" y="7625"/>
                      </a:moveTo>
                      <a:lnTo>
                        <a:pt x="4820" y="8318"/>
                      </a:lnTo>
                      <a:lnTo>
                        <a:pt x="2552" y="11090"/>
                      </a:lnTo>
                      <a:cubicBezTo>
                        <a:pt x="2048" y="11059"/>
                        <a:pt x="1575" y="10901"/>
                        <a:pt x="1134" y="10586"/>
                      </a:cubicBezTo>
                      <a:lnTo>
                        <a:pt x="4096" y="7625"/>
                      </a:lnTo>
                      <a:close/>
                      <a:moveTo>
                        <a:pt x="8160" y="0"/>
                      </a:moveTo>
                      <a:cubicBezTo>
                        <a:pt x="8034" y="0"/>
                        <a:pt x="7971" y="63"/>
                        <a:pt x="7876" y="126"/>
                      </a:cubicBezTo>
                      <a:lnTo>
                        <a:pt x="5356" y="3245"/>
                      </a:lnTo>
                      <a:cubicBezTo>
                        <a:pt x="4852" y="3308"/>
                        <a:pt x="4348" y="3529"/>
                        <a:pt x="3938" y="3970"/>
                      </a:cubicBezTo>
                      <a:cubicBezTo>
                        <a:pt x="3592" y="4317"/>
                        <a:pt x="3340" y="4758"/>
                        <a:pt x="3277" y="5262"/>
                      </a:cubicBezTo>
                      <a:lnTo>
                        <a:pt x="126" y="7782"/>
                      </a:lnTo>
                      <a:cubicBezTo>
                        <a:pt x="32" y="7845"/>
                        <a:pt x="0" y="7940"/>
                        <a:pt x="0" y="8066"/>
                      </a:cubicBezTo>
                      <a:cubicBezTo>
                        <a:pt x="0" y="8790"/>
                        <a:pt x="284" y="9546"/>
                        <a:pt x="756" y="10114"/>
                      </a:cubicBezTo>
                      <a:lnTo>
                        <a:pt x="473" y="10366"/>
                      </a:lnTo>
                      <a:cubicBezTo>
                        <a:pt x="410" y="10460"/>
                        <a:pt x="347" y="10523"/>
                        <a:pt x="347" y="10618"/>
                      </a:cubicBezTo>
                      <a:cubicBezTo>
                        <a:pt x="347" y="10681"/>
                        <a:pt x="410" y="10807"/>
                        <a:pt x="473" y="10838"/>
                      </a:cubicBezTo>
                      <a:cubicBezTo>
                        <a:pt x="1103" y="11468"/>
                        <a:pt x="1922" y="11783"/>
                        <a:pt x="2804" y="11783"/>
                      </a:cubicBezTo>
                      <a:cubicBezTo>
                        <a:pt x="2930" y="11783"/>
                        <a:pt x="2993" y="11752"/>
                        <a:pt x="3088" y="11657"/>
                      </a:cubicBezTo>
                      <a:lnTo>
                        <a:pt x="5388" y="8790"/>
                      </a:lnTo>
                      <a:cubicBezTo>
                        <a:pt x="6018" y="9452"/>
                        <a:pt x="6553" y="10303"/>
                        <a:pt x="6805" y="11153"/>
                      </a:cubicBezTo>
                      <a:cubicBezTo>
                        <a:pt x="6868" y="11311"/>
                        <a:pt x="7026" y="11405"/>
                        <a:pt x="7120" y="11405"/>
                      </a:cubicBezTo>
                      <a:cubicBezTo>
                        <a:pt x="7278" y="11405"/>
                        <a:pt x="7404" y="11311"/>
                        <a:pt x="7435" y="11153"/>
                      </a:cubicBezTo>
                      <a:lnTo>
                        <a:pt x="7845" y="9924"/>
                      </a:lnTo>
                      <a:lnTo>
                        <a:pt x="8601" y="9924"/>
                      </a:lnTo>
                      <a:cubicBezTo>
                        <a:pt x="8696" y="9924"/>
                        <a:pt x="8790" y="9893"/>
                        <a:pt x="8853" y="9767"/>
                      </a:cubicBezTo>
                      <a:cubicBezTo>
                        <a:pt x="8948" y="9704"/>
                        <a:pt x="8948" y="9578"/>
                        <a:pt x="8916" y="9452"/>
                      </a:cubicBezTo>
                      <a:cubicBezTo>
                        <a:pt x="8790" y="9137"/>
                        <a:pt x="8664" y="8822"/>
                        <a:pt x="8507" y="8507"/>
                      </a:cubicBezTo>
                      <a:lnTo>
                        <a:pt x="8507" y="8507"/>
                      </a:lnTo>
                      <a:cubicBezTo>
                        <a:pt x="8822" y="8664"/>
                        <a:pt x="9137" y="8790"/>
                        <a:pt x="9452" y="8916"/>
                      </a:cubicBezTo>
                      <a:cubicBezTo>
                        <a:pt x="9489" y="8926"/>
                        <a:pt x="9526" y="8929"/>
                        <a:pt x="9561" y="8929"/>
                      </a:cubicBezTo>
                      <a:cubicBezTo>
                        <a:pt x="9646" y="8929"/>
                        <a:pt x="9722" y="8907"/>
                        <a:pt x="9767" y="8885"/>
                      </a:cubicBezTo>
                      <a:cubicBezTo>
                        <a:pt x="9861" y="8790"/>
                        <a:pt x="9924" y="8727"/>
                        <a:pt x="9924" y="8601"/>
                      </a:cubicBezTo>
                      <a:lnTo>
                        <a:pt x="9924" y="7845"/>
                      </a:lnTo>
                      <a:lnTo>
                        <a:pt x="11153" y="7467"/>
                      </a:lnTo>
                      <a:cubicBezTo>
                        <a:pt x="11310" y="7404"/>
                        <a:pt x="11373" y="7247"/>
                        <a:pt x="11373" y="7152"/>
                      </a:cubicBezTo>
                      <a:cubicBezTo>
                        <a:pt x="11373" y="6995"/>
                        <a:pt x="11310" y="6869"/>
                        <a:pt x="11153" y="6837"/>
                      </a:cubicBezTo>
                      <a:cubicBezTo>
                        <a:pt x="10271" y="6553"/>
                        <a:pt x="9452" y="6049"/>
                        <a:pt x="8790" y="5419"/>
                      </a:cubicBezTo>
                      <a:lnTo>
                        <a:pt x="11657" y="3088"/>
                      </a:lnTo>
                      <a:cubicBezTo>
                        <a:pt x="11689" y="2962"/>
                        <a:pt x="11783" y="2867"/>
                        <a:pt x="11783" y="2773"/>
                      </a:cubicBezTo>
                      <a:cubicBezTo>
                        <a:pt x="11783" y="1922"/>
                        <a:pt x="11436" y="1072"/>
                        <a:pt x="10838" y="442"/>
                      </a:cubicBezTo>
                      <a:cubicBezTo>
                        <a:pt x="10775" y="379"/>
                        <a:pt x="10688" y="347"/>
                        <a:pt x="10602" y="347"/>
                      </a:cubicBezTo>
                      <a:cubicBezTo>
                        <a:pt x="10515" y="347"/>
                        <a:pt x="10428" y="379"/>
                        <a:pt x="10365" y="442"/>
                      </a:cubicBezTo>
                      <a:lnTo>
                        <a:pt x="10082" y="725"/>
                      </a:lnTo>
                      <a:cubicBezTo>
                        <a:pt x="9546" y="284"/>
                        <a:pt x="8853" y="0"/>
                        <a:pt x="816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4" name="Google Shape;9242;p73">
                  <a:extLst>
                    <a:ext uri="{FF2B5EF4-FFF2-40B4-BE49-F238E27FC236}">
                      <a16:creationId xmlns:a16="http://schemas.microsoft.com/office/drawing/2014/main" id="{1772D930-7849-D50A-5D1B-87E8F315D01A}"/>
                    </a:ext>
                  </a:extLst>
                </p:cNvPr>
                <p:cNvSpPr/>
                <p:nvPr/>
              </p:nvSpPr>
              <p:spPr>
                <a:xfrm>
                  <a:off x="3713900" y="2434350"/>
                  <a:ext cx="55950" cy="52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8" h="2088" extrusionOk="0">
                      <a:moveTo>
                        <a:pt x="1087" y="685"/>
                      </a:moveTo>
                      <a:cubicBezTo>
                        <a:pt x="1174" y="685"/>
                        <a:pt x="1261" y="717"/>
                        <a:pt x="1324" y="780"/>
                      </a:cubicBezTo>
                      <a:cubicBezTo>
                        <a:pt x="1450" y="874"/>
                        <a:pt x="1450" y="1126"/>
                        <a:pt x="1324" y="1252"/>
                      </a:cubicBezTo>
                      <a:cubicBezTo>
                        <a:pt x="1261" y="1300"/>
                        <a:pt x="1174" y="1323"/>
                        <a:pt x="1087" y="1323"/>
                      </a:cubicBezTo>
                      <a:cubicBezTo>
                        <a:pt x="1001" y="1323"/>
                        <a:pt x="914" y="1300"/>
                        <a:pt x="851" y="1252"/>
                      </a:cubicBezTo>
                      <a:cubicBezTo>
                        <a:pt x="725" y="1126"/>
                        <a:pt x="725" y="937"/>
                        <a:pt x="851" y="780"/>
                      </a:cubicBezTo>
                      <a:cubicBezTo>
                        <a:pt x="914" y="717"/>
                        <a:pt x="1001" y="685"/>
                        <a:pt x="1087" y="685"/>
                      </a:cubicBezTo>
                      <a:close/>
                      <a:moveTo>
                        <a:pt x="1115" y="0"/>
                      </a:moveTo>
                      <a:cubicBezTo>
                        <a:pt x="851" y="0"/>
                        <a:pt x="583" y="102"/>
                        <a:pt x="378" y="307"/>
                      </a:cubicBezTo>
                      <a:cubicBezTo>
                        <a:pt x="0" y="685"/>
                        <a:pt x="0" y="1347"/>
                        <a:pt x="378" y="1756"/>
                      </a:cubicBezTo>
                      <a:cubicBezTo>
                        <a:pt x="583" y="1977"/>
                        <a:pt x="851" y="2087"/>
                        <a:pt x="1115" y="2087"/>
                      </a:cubicBezTo>
                      <a:cubicBezTo>
                        <a:pt x="1379" y="2087"/>
                        <a:pt x="1639" y="1977"/>
                        <a:pt x="1828" y="1756"/>
                      </a:cubicBezTo>
                      <a:cubicBezTo>
                        <a:pt x="2237" y="1347"/>
                        <a:pt x="2237" y="685"/>
                        <a:pt x="1828" y="307"/>
                      </a:cubicBezTo>
                      <a:cubicBezTo>
                        <a:pt x="1639" y="102"/>
                        <a:pt x="1379" y="0"/>
                        <a:pt x="111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704" name="Google Shape;9243;p73">
                <a:extLst>
                  <a:ext uri="{FF2B5EF4-FFF2-40B4-BE49-F238E27FC236}">
                    <a16:creationId xmlns:a16="http://schemas.microsoft.com/office/drawing/2014/main" id="{22256679-40BE-57CF-B73E-9DCB28F8B071}"/>
                  </a:ext>
                </a:extLst>
              </p:cNvPr>
              <p:cNvSpPr/>
              <p:nvPr/>
            </p:nvSpPr>
            <p:spPr>
              <a:xfrm>
                <a:off x="5852086" y="2925310"/>
                <a:ext cx="499303" cy="499261"/>
              </a:xfrm>
              <a:custGeom>
                <a:avLst/>
                <a:gdLst/>
                <a:ahLst/>
                <a:cxnLst/>
                <a:rect l="l" t="t" r="r" b="b"/>
                <a:pathLst>
                  <a:path w="11816" h="11815" extrusionOk="0">
                    <a:moveTo>
                      <a:pt x="6207" y="693"/>
                    </a:moveTo>
                    <a:cubicBezTo>
                      <a:pt x="7877" y="819"/>
                      <a:pt x="9326" y="1670"/>
                      <a:pt x="10208" y="2993"/>
                    </a:cubicBezTo>
                    <a:lnTo>
                      <a:pt x="6207" y="5293"/>
                    </a:lnTo>
                    <a:lnTo>
                      <a:pt x="6207" y="693"/>
                    </a:lnTo>
                    <a:close/>
                    <a:moveTo>
                      <a:pt x="10555" y="3623"/>
                    </a:moveTo>
                    <a:cubicBezTo>
                      <a:pt x="10901" y="4316"/>
                      <a:pt x="11090" y="5104"/>
                      <a:pt x="11090" y="5923"/>
                    </a:cubicBezTo>
                    <a:cubicBezTo>
                      <a:pt x="11090" y="7026"/>
                      <a:pt x="10744" y="8097"/>
                      <a:pt x="10114" y="8979"/>
                    </a:cubicBezTo>
                    <a:lnTo>
                      <a:pt x="6491" y="5986"/>
                    </a:lnTo>
                    <a:lnTo>
                      <a:pt x="10555" y="3623"/>
                    </a:lnTo>
                    <a:close/>
                    <a:moveTo>
                      <a:pt x="5546" y="693"/>
                    </a:moveTo>
                    <a:lnTo>
                      <a:pt x="5546" y="5892"/>
                    </a:lnTo>
                    <a:cubicBezTo>
                      <a:pt x="5546" y="6018"/>
                      <a:pt x="5577" y="6081"/>
                      <a:pt x="5672" y="6175"/>
                    </a:cubicBezTo>
                    <a:lnTo>
                      <a:pt x="9673" y="9483"/>
                    </a:lnTo>
                    <a:cubicBezTo>
                      <a:pt x="8728" y="10491"/>
                      <a:pt x="7373" y="11121"/>
                      <a:pt x="5892" y="11121"/>
                    </a:cubicBezTo>
                    <a:cubicBezTo>
                      <a:pt x="3025" y="11121"/>
                      <a:pt x="662" y="8822"/>
                      <a:pt x="662" y="5892"/>
                    </a:cubicBezTo>
                    <a:cubicBezTo>
                      <a:pt x="662" y="3151"/>
                      <a:pt x="2836" y="851"/>
                      <a:pt x="5546" y="693"/>
                    </a:cubicBezTo>
                    <a:close/>
                    <a:moveTo>
                      <a:pt x="5892" y="0"/>
                    </a:moveTo>
                    <a:cubicBezTo>
                      <a:pt x="2647" y="0"/>
                      <a:pt x="1" y="2615"/>
                      <a:pt x="1" y="5892"/>
                    </a:cubicBezTo>
                    <a:cubicBezTo>
                      <a:pt x="1" y="9168"/>
                      <a:pt x="2647" y="11814"/>
                      <a:pt x="5892" y="11814"/>
                    </a:cubicBezTo>
                    <a:cubicBezTo>
                      <a:pt x="9169" y="11814"/>
                      <a:pt x="11815" y="9168"/>
                      <a:pt x="11815" y="5892"/>
                    </a:cubicBezTo>
                    <a:cubicBezTo>
                      <a:pt x="11815" y="2678"/>
                      <a:pt x="9137" y="0"/>
                      <a:pt x="58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705" name="Google Shape;9244;p73">
                <a:extLst>
                  <a:ext uri="{FF2B5EF4-FFF2-40B4-BE49-F238E27FC236}">
                    <a16:creationId xmlns:a16="http://schemas.microsoft.com/office/drawing/2014/main" id="{7489D1CA-71B9-1897-D273-7DDAA29158ED}"/>
                  </a:ext>
                </a:extLst>
              </p:cNvPr>
              <p:cNvGrpSpPr/>
              <p:nvPr/>
            </p:nvGrpSpPr>
            <p:grpSpPr>
              <a:xfrm>
                <a:off x="9032639" y="1687898"/>
                <a:ext cx="469977" cy="500571"/>
                <a:chOff x="5421475" y="1945825"/>
                <a:chExt cx="278050" cy="296150"/>
              </a:xfrm>
              <a:grpFill/>
            </p:grpSpPr>
            <p:sp>
              <p:nvSpPr>
                <p:cNvPr id="17765" name="Google Shape;9245;p73">
                  <a:extLst>
                    <a:ext uri="{FF2B5EF4-FFF2-40B4-BE49-F238E27FC236}">
                      <a16:creationId xmlns:a16="http://schemas.microsoft.com/office/drawing/2014/main" id="{D31036E0-1490-215E-8B44-B2E8868F380C}"/>
                    </a:ext>
                  </a:extLst>
                </p:cNvPr>
                <p:cNvSpPr/>
                <p:nvPr/>
              </p:nvSpPr>
              <p:spPr>
                <a:xfrm>
                  <a:off x="5472650" y="1999375"/>
                  <a:ext cx="172525" cy="242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01" h="9704" extrusionOk="0">
                      <a:moveTo>
                        <a:pt x="1765" y="1355"/>
                      </a:moveTo>
                      <a:cubicBezTo>
                        <a:pt x="1986" y="1355"/>
                        <a:pt x="2143" y="1513"/>
                        <a:pt x="2143" y="1702"/>
                      </a:cubicBezTo>
                      <a:lnTo>
                        <a:pt x="2143" y="2048"/>
                      </a:lnTo>
                      <a:lnTo>
                        <a:pt x="1765" y="2048"/>
                      </a:lnTo>
                      <a:cubicBezTo>
                        <a:pt x="1671" y="2048"/>
                        <a:pt x="1545" y="2048"/>
                        <a:pt x="1419" y="2111"/>
                      </a:cubicBezTo>
                      <a:lnTo>
                        <a:pt x="1419" y="1702"/>
                      </a:lnTo>
                      <a:cubicBezTo>
                        <a:pt x="1419" y="1513"/>
                        <a:pt x="1576" y="1355"/>
                        <a:pt x="1765" y="1355"/>
                      </a:cubicBezTo>
                      <a:close/>
                      <a:moveTo>
                        <a:pt x="3151" y="631"/>
                      </a:moveTo>
                      <a:cubicBezTo>
                        <a:pt x="3341" y="631"/>
                        <a:pt x="3498" y="788"/>
                        <a:pt x="3498" y="1009"/>
                      </a:cubicBezTo>
                      <a:lnTo>
                        <a:pt x="3498" y="2111"/>
                      </a:lnTo>
                      <a:cubicBezTo>
                        <a:pt x="3404" y="2048"/>
                        <a:pt x="3277" y="2017"/>
                        <a:pt x="3151" y="2017"/>
                      </a:cubicBezTo>
                      <a:lnTo>
                        <a:pt x="2805" y="2017"/>
                      </a:lnTo>
                      <a:lnTo>
                        <a:pt x="2805" y="1009"/>
                      </a:lnTo>
                      <a:cubicBezTo>
                        <a:pt x="2805" y="788"/>
                        <a:pt x="2962" y="631"/>
                        <a:pt x="3151" y="631"/>
                      </a:cubicBezTo>
                      <a:close/>
                      <a:moveTo>
                        <a:pt x="4538" y="1355"/>
                      </a:moveTo>
                      <a:cubicBezTo>
                        <a:pt x="4727" y="1355"/>
                        <a:pt x="4884" y="1513"/>
                        <a:pt x="4884" y="1702"/>
                      </a:cubicBezTo>
                      <a:lnTo>
                        <a:pt x="4884" y="3088"/>
                      </a:lnTo>
                      <a:cubicBezTo>
                        <a:pt x="4884" y="3277"/>
                        <a:pt x="4727" y="3435"/>
                        <a:pt x="4538" y="3435"/>
                      </a:cubicBezTo>
                      <a:cubicBezTo>
                        <a:pt x="4349" y="3435"/>
                        <a:pt x="4191" y="3277"/>
                        <a:pt x="4191" y="3088"/>
                      </a:cubicBezTo>
                      <a:lnTo>
                        <a:pt x="4191" y="1702"/>
                      </a:lnTo>
                      <a:cubicBezTo>
                        <a:pt x="4191" y="1513"/>
                        <a:pt x="4349" y="1355"/>
                        <a:pt x="4538" y="1355"/>
                      </a:cubicBezTo>
                      <a:close/>
                      <a:moveTo>
                        <a:pt x="5924" y="2017"/>
                      </a:moveTo>
                      <a:cubicBezTo>
                        <a:pt x="6113" y="2017"/>
                        <a:pt x="6270" y="2174"/>
                        <a:pt x="6270" y="2363"/>
                      </a:cubicBezTo>
                      <a:lnTo>
                        <a:pt x="6270" y="3088"/>
                      </a:lnTo>
                      <a:cubicBezTo>
                        <a:pt x="6270" y="3277"/>
                        <a:pt x="6113" y="3435"/>
                        <a:pt x="5924" y="3435"/>
                      </a:cubicBezTo>
                      <a:cubicBezTo>
                        <a:pt x="5703" y="3435"/>
                        <a:pt x="5546" y="3277"/>
                        <a:pt x="5546" y="3088"/>
                      </a:cubicBezTo>
                      <a:lnTo>
                        <a:pt x="5546" y="2363"/>
                      </a:lnTo>
                      <a:cubicBezTo>
                        <a:pt x="5546" y="2174"/>
                        <a:pt x="5703" y="2017"/>
                        <a:pt x="5924" y="2017"/>
                      </a:cubicBezTo>
                      <a:close/>
                      <a:moveTo>
                        <a:pt x="3120" y="2741"/>
                      </a:moveTo>
                      <a:cubicBezTo>
                        <a:pt x="3309" y="2741"/>
                        <a:pt x="3467" y="2899"/>
                        <a:pt x="3467" y="3088"/>
                      </a:cubicBezTo>
                      <a:cubicBezTo>
                        <a:pt x="3467" y="3277"/>
                        <a:pt x="3309" y="3435"/>
                        <a:pt x="3120" y="3435"/>
                      </a:cubicBezTo>
                      <a:lnTo>
                        <a:pt x="1734" y="3435"/>
                      </a:lnTo>
                      <a:cubicBezTo>
                        <a:pt x="1545" y="3435"/>
                        <a:pt x="1387" y="3592"/>
                        <a:pt x="1387" y="3781"/>
                      </a:cubicBezTo>
                      <a:cubicBezTo>
                        <a:pt x="1387" y="4002"/>
                        <a:pt x="1545" y="4159"/>
                        <a:pt x="1734" y="4159"/>
                      </a:cubicBezTo>
                      <a:cubicBezTo>
                        <a:pt x="2679" y="4159"/>
                        <a:pt x="3467" y="4947"/>
                        <a:pt x="3467" y="5892"/>
                      </a:cubicBezTo>
                      <a:cubicBezTo>
                        <a:pt x="3467" y="6081"/>
                        <a:pt x="3624" y="6238"/>
                        <a:pt x="3845" y="6238"/>
                      </a:cubicBezTo>
                      <a:cubicBezTo>
                        <a:pt x="4034" y="6238"/>
                        <a:pt x="4191" y="6081"/>
                        <a:pt x="4191" y="5892"/>
                      </a:cubicBezTo>
                      <a:cubicBezTo>
                        <a:pt x="4191" y="5167"/>
                        <a:pt x="3876" y="4537"/>
                        <a:pt x="3435" y="4096"/>
                      </a:cubicBezTo>
                      <a:cubicBezTo>
                        <a:pt x="3593" y="4065"/>
                        <a:pt x="3750" y="4002"/>
                        <a:pt x="3876" y="3876"/>
                      </a:cubicBezTo>
                      <a:cubicBezTo>
                        <a:pt x="4065" y="4033"/>
                        <a:pt x="4317" y="4159"/>
                        <a:pt x="4569" y="4159"/>
                      </a:cubicBezTo>
                      <a:cubicBezTo>
                        <a:pt x="4853" y="4159"/>
                        <a:pt x="5073" y="4033"/>
                        <a:pt x="5294" y="3876"/>
                      </a:cubicBezTo>
                      <a:cubicBezTo>
                        <a:pt x="5483" y="4033"/>
                        <a:pt x="5703" y="4159"/>
                        <a:pt x="5987" y="4159"/>
                      </a:cubicBezTo>
                      <a:cubicBezTo>
                        <a:pt x="6113" y="4159"/>
                        <a:pt x="6239" y="4096"/>
                        <a:pt x="6333" y="4065"/>
                      </a:cubicBezTo>
                      <a:lnTo>
                        <a:pt x="6333" y="5167"/>
                      </a:lnTo>
                      <a:cubicBezTo>
                        <a:pt x="6333" y="5923"/>
                        <a:pt x="5861" y="6554"/>
                        <a:pt x="5199" y="6774"/>
                      </a:cubicBezTo>
                      <a:cubicBezTo>
                        <a:pt x="5042" y="6837"/>
                        <a:pt x="4979" y="6995"/>
                        <a:pt x="4979" y="7089"/>
                      </a:cubicBezTo>
                      <a:lnTo>
                        <a:pt x="4979" y="7562"/>
                      </a:lnTo>
                      <a:lnTo>
                        <a:pt x="2206" y="7562"/>
                      </a:lnTo>
                      <a:lnTo>
                        <a:pt x="2206" y="7089"/>
                      </a:lnTo>
                      <a:cubicBezTo>
                        <a:pt x="2206" y="6932"/>
                        <a:pt x="2143" y="6837"/>
                        <a:pt x="1986" y="6774"/>
                      </a:cubicBezTo>
                      <a:cubicBezTo>
                        <a:pt x="1261" y="6554"/>
                        <a:pt x="820" y="5892"/>
                        <a:pt x="820" y="5167"/>
                      </a:cubicBezTo>
                      <a:lnTo>
                        <a:pt x="820" y="3750"/>
                      </a:lnTo>
                      <a:lnTo>
                        <a:pt x="726" y="3750"/>
                      </a:lnTo>
                      <a:cubicBezTo>
                        <a:pt x="726" y="3151"/>
                        <a:pt x="1198" y="2741"/>
                        <a:pt x="1734" y="2741"/>
                      </a:cubicBezTo>
                      <a:close/>
                      <a:moveTo>
                        <a:pt x="5199" y="8286"/>
                      </a:moveTo>
                      <a:cubicBezTo>
                        <a:pt x="5388" y="8286"/>
                        <a:pt x="5546" y="8444"/>
                        <a:pt x="5546" y="8633"/>
                      </a:cubicBezTo>
                      <a:lnTo>
                        <a:pt x="5546" y="8979"/>
                      </a:lnTo>
                      <a:lnTo>
                        <a:pt x="1387" y="8979"/>
                      </a:lnTo>
                      <a:lnTo>
                        <a:pt x="1387" y="8633"/>
                      </a:lnTo>
                      <a:cubicBezTo>
                        <a:pt x="1387" y="8444"/>
                        <a:pt x="1545" y="8286"/>
                        <a:pt x="1734" y="8286"/>
                      </a:cubicBezTo>
                      <a:close/>
                      <a:moveTo>
                        <a:pt x="3120" y="1"/>
                      </a:moveTo>
                      <a:cubicBezTo>
                        <a:pt x="2647" y="1"/>
                        <a:pt x="2269" y="316"/>
                        <a:pt x="2143" y="757"/>
                      </a:cubicBezTo>
                      <a:cubicBezTo>
                        <a:pt x="2017" y="725"/>
                        <a:pt x="1891" y="694"/>
                        <a:pt x="1734" y="694"/>
                      </a:cubicBezTo>
                      <a:cubicBezTo>
                        <a:pt x="1167" y="694"/>
                        <a:pt x="726" y="1166"/>
                        <a:pt x="726" y="1702"/>
                      </a:cubicBezTo>
                      <a:lnTo>
                        <a:pt x="726" y="2426"/>
                      </a:lnTo>
                      <a:cubicBezTo>
                        <a:pt x="285" y="2678"/>
                        <a:pt x="1" y="3214"/>
                        <a:pt x="1" y="3750"/>
                      </a:cubicBezTo>
                      <a:lnTo>
                        <a:pt x="1" y="5136"/>
                      </a:lnTo>
                      <a:cubicBezTo>
                        <a:pt x="1" y="6081"/>
                        <a:pt x="568" y="6932"/>
                        <a:pt x="1387" y="7341"/>
                      </a:cubicBezTo>
                      <a:lnTo>
                        <a:pt x="1387" y="7656"/>
                      </a:lnTo>
                      <a:cubicBezTo>
                        <a:pt x="1009" y="7814"/>
                        <a:pt x="694" y="8160"/>
                        <a:pt x="694" y="8633"/>
                      </a:cubicBezTo>
                      <a:lnTo>
                        <a:pt x="694" y="9357"/>
                      </a:lnTo>
                      <a:cubicBezTo>
                        <a:pt x="694" y="9546"/>
                        <a:pt x="852" y="9704"/>
                        <a:pt x="1041" y="9704"/>
                      </a:cubicBezTo>
                      <a:lnTo>
                        <a:pt x="5892" y="9704"/>
                      </a:lnTo>
                      <a:cubicBezTo>
                        <a:pt x="6081" y="9704"/>
                        <a:pt x="6239" y="9546"/>
                        <a:pt x="6239" y="9357"/>
                      </a:cubicBezTo>
                      <a:lnTo>
                        <a:pt x="6239" y="8633"/>
                      </a:lnTo>
                      <a:cubicBezTo>
                        <a:pt x="6239" y="8192"/>
                        <a:pt x="5955" y="7814"/>
                        <a:pt x="5514" y="7656"/>
                      </a:cubicBezTo>
                      <a:lnTo>
                        <a:pt x="5514" y="7341"/>
                      </a:lnTo>
                      <a:cubicBezTo>
                        <a:pt x="6365" y="6932"/>
                        <a:pt x="6901" y="6081"/>
                        <a:pt x="6901" y="5136"/>
                      </a:cubicBezTo>
                      <a:lnTo>
                        <a:pt x="6901" y="2363"/>
                      </a:lnTo>
                      <a:cubicBezTo>
                        <a:pt x="6901" y="1796"/>
                        <a:pt x="6428" y="1355"/>
                        <a:pt x="5892" y="1355"/>
                      </a:cubicBezTo>
                      <a:cubicBezTo>
                        <a:pt x="5766" y="1355"/>
                        <a:pt x="5609" y="1387"/>
                        <a:pt x="5483" y="1418"/>
                      </a:cubicBezTo>
                      <a:cubicBezTo>
                        <a:pt x="5357" y="1009"/>
                        <a:pt x="4979" y="694"/>
                        <a:pt x="4506" y="694"/>
                      </a:cubicBezTo>
                      <a:cubicBezTo>
                        <a:pt x="4380" y="694"/>
                        <a:pt x="4223" y="725"/>
                        <a:pt x="4097" y="757"/>
                      </a:cubicBezTo>
                      <a:cubicBezTo>
                        <a:pt x="4002" y="316"/>
                        <a:pt x="3593" y="1"/>
                        <a:pt x="312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6" name="Google Shape;9246;p73">
                  <a:extLst>
                    <a:ext uri="{FF2B5EF4-FFF2-40B4-BE49-F238E27FC236}">
                      <a16:creationId xmlns:a16="http://schemas.microsoft.com/office/drawing/2014/main" id="{529547DA-5E2B-FBB2-CDCC-B88F596E6303}"/>
                    </a:ext>
                  </a:extLst>
                </p:cNvPr>
                <p:cNvSpPr/>
                <p:nvPr/>
              </p:nvSpPr>
              <p:spPr>
                <a:xfrm>
                  <a:off x="5559300" y="1945825"/>
                  <a:ext cx="18150" cy="44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1765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1418"/>
                      </a:lnTo>
                      <a:cubicBezTo>
                        <a:pt x="1" y="1607"/>
                        <a:pt x="158" y="1764"/>
                        <a:pt x="379" y="1764"/>
                      </a:cubicBezTo>
                      <a:cubicBezTo>
                        <a:pt x="568" y="1764"/>
                        <a:pt x="725" y="1607"/>
                        <a:pt x="725" y="1418"/>
                      </a:cubicBezTo>
                      <a:lnTo>
                        <a:pt x="725" y="347"/>
                      </a:lnTo>
                      <a:cubicBezTo>
                        <a:pt x="725" y="158"/>
                        <a:pt x="568" y="0"/>
                        <a:pt x="37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7" name="Google Shape;9247;p73">
                  <a:extLst>
                    <a:ext uri="{FF2B5EF4-FFF2-40B4-BE49-F238E27FC236}">
                      <a16:creationId xmlns:a16="http://schemas.microsoft.com/office/drawing/2014/main" id="{A5E7FF3E-8926-4DCD-E327-952FE3F5566B}"/>
                    </a:ext>
                  </a:extLst>
                </p:cNvPr>
                <p:cNvSpPr/>
                <p:nvPr/>
              </p:nvSpPr>
              <p:spPr>
                <a:xfrm>
                  <a:off x="5611275" y="1963925"/>
                  <a:ext cx="35475" cy="3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80" extrusionOk="0">
                      <a:moveTo>
                        <a:pt x="1076" y="1"/>
                      </a:moveTo>
                      <a:cubicBezTo>
                        <a:pt x="985" y="1"/>
                        <a:pt x="899" y="32"/>
                        <a:pt x="851" y="95"/>
                      </a:cubicBezTo>
                      <a:lnTo>
                        <a:pt x="127" y="788"/>
                      </a:lnTo>
                      <a:cubicBezTo>
                        <a:pt x="1" y="914"/>
                        <a:pt x="1" y="1166"/>
                        <a:pt x="127" y="1261"/>
                      </a:cubicBezTo>
                      <a:cubicBezTo>
                        <a:pt x="190" y="1340"/>
                        <a:pt x="284" y="1379"/>
                        <a:pt x="375" y="1379"/>
                      </a:cubicBezTo>
                      <a:cubicBezTo>
                        <a:pt x="466" y="1379"/>
                        <a:pt x="552" y="1340"/>
                        <a:pt x="599" y="1261"/>
                      </a:cubicBezTo>
                      <a:lnTo>
                        <a:pt x="1324" y="568"/>
                      </a:lnTo>
                      <a:cubicBezTo>
                        <a:pt x="1419" y="442"/>
                        <a:pt x="1419" y="221"/>
                        <a:pt x="1324" y="95"/>
                      </a:cubicBezTo>
                      <a:cubicBezTo>
                        <a:pt x="1261" y="32"/>
                        <a:pt x="1167" y="1"/>
                        <a:pt x="107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8" name="Google Shape;9248;p73">
                  <a:extLst>
                    <a:ext uri="{FF2B5EF4-FFF2-40B4-BE49-F238E27FC236}">
                      <a16:creationId xmlns:a16="http://schemas.microsoft.com/office/drawing/2014/main" id="{D17C568C-B18F-58B6-1D98-3AC6331E427C}"/>
                    </a:ext>
                  </a:extLst>
                </p:cNvPr>
                <p:cNvSpPr/>
                <p:nvPr/>
              </p:nvSpPr>
              <p:spPr>
                <a:xfrm>
                  <a:off x="5664050" y="2067900"/>
                  <a:ext cx="3547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47" y="694"/>
                      </a:cubicBezTo>
                      <a:lnTo>
                        <a:pt x="1040" y="694"/>
                      </a:lnTo>
                      <a:cubicBezTo>
                        <a:pt x="1261" y="694"/>
                        <a:pt x="1418" y="536"/>
                        <a:pt x="1418" y="347"/>
                      </a:cubicBezTo>
                      <a:cubicBezTo>
                        <a:pt x="1418" y="158"/>
                        <a:pt x="1261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9" name="Google Shape;9249;p73">
                  <a:extLst>
                    <a:ext uri="{FF2B5EF4-FFF2-40B4-BE49-F238E27FC236}">
                      <a16:creationId xmlns:a16="http://schemas.microsoft.com/office/drawing/2014/main" id="{3EBAAEE1-7168-D0DC-21F4-954BB0707B02}"/>
                    </a:ext>
                  </a:extLst>
                </p:cNvPr>
                <p:cNvSpPr/>
                <p:nvPr/>
              </p:nvSpPr>
              <p:spPr>
                <a:xfrm>
                  <a:off x="5421475" y="2067900"/>
                  <a:ext cx="35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694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78" y="694"/>
                      </a:cubicBezTo>
                      <a:lnTo>
                        <a:pt x="1071" y="694"/>
                      </a:lnTo>
                      <a:cubicBezTo>
                        <a:pt x="1260" y="694"/>
                        <a:pt x="1418" y="536"/>
                        <a:pt x="1418" y="347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0" name="Google Shape;9250;p73">
                  <a:extLst>
                    <a:ext uri="{FF2B5EF4-FFF2-40B4-BE49-F238E27FC236}">
                      <a16:creationId xmlns:a16="http://schemas.microsoft.com/office/drawing/2014/main" id="{C1B3B1FF-2D1E-9DC5-EBF8-C8501F144730}"/>
                    </a:ext>
                  </a:extLst>
                </p:cNvPr>
                <p:cNvSpPr/>
                <p:nvPr/>
              </p:nvSpPr>
              <p:spPr>
                <a:xfrm>
                  <a:off x="5490000" y="1963925"/>
                  <a:ext cx="35450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356" extrusionOk="0">
                      <a:moveTo>
                        <a:pt x="343" y="1"/>
                      </a:moveTo>
                      <a:cubicBezTo>
                        <a:pt x="252" y="1"/>
                        <a:pt x="158" y="32"/>
                        <a:pt x="95" y="95"/>
                      </a:cubicBezTo>
                      <a:cubicBezTo>
                        <a:pt x="0" y="221"/>
                        <a:pt x="0" y="442"/>
                        <a:pt x="95" y="568"/>
                      </a:cubicBezTo>
                      <a:lnTo>
                        <a:pt x="819" y="1261"/>
                      </a:lnTo>
                      <a:cubicBezTo>
                        <a:pt x="866" y="1324"/>
                        <a:pt x="953" y="1356"/>
                        <a:pt x="1044" y="1356"/>
                      </a:cubicBezTo>
                      <a:cubicBezTo>
                        <a:pt x="1134" y="1356"/>
                        <a:pt x="1229" y="1324"/>
                        <a:pt x="1292" y="1261"/>
                      </a:cubicBezTo>
                      <a:cubicBezTo>
                        <a:pt x="1418" y="1166"/>
                        <a:pt x="1418" y="914"/>
                        <a:pt x="1292" y="788"/>
                      </a:cubicBezTo>
                      <a:lnTo>
                        <a:pt x="567" y="95"/>
                      </a:lnTo>
                      <a:cubicBezTo>
                        <a:pt x="520" y="32"/>
                        <a:pt x="433" y="1"/>
                        <a:pt x="34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1" name="Google Shape;9251;p73">
                  <a:extLst>
                    <a:ext uri="{FF2B5EF4-FFF2-40B4-BE49-F238E27FC236}">
                      <a16:creationId xmlns:a16="http://schemas.microsoft.com/office/drawing/2014/main" id="{EF670C8F-1918-0F24-4D0D-4660144E0182}"/>
                    </a:ext>
                  </a:extLst>
                </p:cNvPr>
                <p:cNvSpPr/>
                <p:nvPr/>
              </p:nvSpPr>
              <p:spPr>
                <a:xfrm>
                  <a:off x="5437225" y="1997650"/>
                  <a:ext cx="37825" cy="2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1053" extrusionOk="0">
                      <a:moveTo>
                        <a:pt x="422" y="0"/>
                      </a:moveTo>
                      <a:cubicBezTo>
                        <a:pt x="285" y="0"/>
                        <a:pt x="140" y="81"/>
                        <a:pt x="95" y="196"/>
                      </a:cubicBezTo>
                      <a:cubicBezTo>
                        <a:pt x="0" y="353"/>
                        <a:pt x="95" y="574"/>
                        <a:pt x="252" y="668"/>
                      </a:cubicBezTo>
                      <a:lnTo>
                        <a:pt x="945" y="1015"/>
                      </a:lnTo>
                      <a:cubicBezTo>
                        <a:pt x="989" y="1041"/>
                        <a:pt x="1039" y="1052"/>
                        <a:pt x="1091" y="1052"/>
                      </a:cubicBezTo>
                      <a:cubicBezTo>
                        <a:pt x="1227" y="1052"/>
                        <a:pt x="1372" y="971"/>
                        <a:pt x="1418" y="857"/>
                      </a:cubicBezTo>
                      <a:cubicBezTo>
                        <a:pt x="1512" y="700"/>
                        <a:pt x="1418" y="479"/>
                        <a:pt x="1260" y="385"/>
                      </a:cubicBezTo>
                      <a:lnTo>
                        <a:pt x="567" y="38"/>
                      </a:lnTo>
                      <a:cubicBezTo>
                        <a:pt x="524" y="12"/>
                        <a:pt x="473" y="0"/>
                        <a:pt x="42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2" name="Google Shape;9252;p73">
                  <a:extLst>
                    <a:ext uri="{FF2B5EF4-FFF2-40B4-BE49-F238E27FC236}">
                      <a16:creationId xmlns:a16="http://schemas.microsoft.com/office/drawing/2014/main" id="{0E01833B-3147-6802-176B-441DBCCFF6C5}"/>
                    </a:ext>
                  </a:extLst>
                </p:cNvPr>
                <p:cNvSpPr/>
                <p:nvPr/>
              </p:nvSpPr>
              <p:spPr>
                <a:xfrm>
                  <a:off x="5645150" y="1998300"/>
                  <a:ext cx="37825" cy="2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1076" extrusionOk="0">
                      <a:moveTo>
                        <a:pt x="1098" y="0"/>
                      </a:moveTo>
                      <a:cubicBezTo>
                        <a:pt x="1046" y="0"/>
                        <a:pt x="994" y="14"/>
                        <a:pt x="946" y="44"/>
                      </a:cubicBezTo>
                      <a:lnTo>
                        <a:pt x="253" y="422"/>
                      </a:lnTo>
                      <a:cubicBezTo>
                        <a:pt x="95" y="485"/>
                        <a:pt x="1" y="674"/>
                        <a:pt x="95" y="894"/>
                      </a:cubicBezTo>
                      <a:cubicBezTo>
                        <a:pt x="142" y="1011"/>
                        <a:pt x="258" y="1076"/>
                        <a:pt x="405" y="1076"/>
                      </a:cubicBezTo>
                      <a:cubicBezTo>
                        <a:pt x="456" y="1076"/>
                        <a:pt x="511" y="1068"/>
                        <a:pt x="568" y="1052"/>
                      </a:cubicBezTo>
                      <a:lnTo>
                        <a:pt x="1261" y="674"/>
                      </a:lnTo>
                      <a:cubicBezTo>
                        <a:pt x="1418" y="611"/>
                        <a:pt x="1513" y="422"/>
                        <a:pt x="1418" y="201"/>
                      </a:cubicBezTo>
                      <a:cubicBezTo>
                        <a:pt x="1331" y="71"/>
                        <a:pt x="1214" y="0"/>
                        <a:pt x="109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706" name="Google Shape;9253;p73">
                <a:extLst>
                  <a:ext uri="{FF2B5EF4-FFF2-40B4-BE49-F238E27FC236}">
                    <a16:creationId xmlns:a16="http://schemas.microsoft.com/office/drawing/2014/main" id="{77A18426-313E-DF63-9AD8-CC0C67C8C16D}"/>
                  </a:ext>
                </a:extLst>
              </p:cNvPr>
              <p:cNvSpPr/>
              <p:nvPr/>
            </p:nvSpPr>
            <p:spPr>
              <a:xfrm>
                <a:off x="9014587" y="2279632"/>
                <a:ext cx="505937" cy="503276"/>
              </a:xfrm>
              <a:custGeom>
                <a:avLst/>
                <a:gdLst/>
                <a:ahLst/>
                <a:cxnLst/>
                <a:rect l="l" t="t" r="r" b="b"/>
                <a:pathLst>
                  <a:path w="11973" h="11910" extrusionOk="0">
                    <a:moveTo>
                      <a:pt x="11027" y="662"/>
                    </a:moveTo>
                    <a:lnTo>
                      <a:pt x="11027" y="1387"/>
                    </a:lnTo>
                    <a:lnTo>
                      <a:pt x="8601" y="1387"/>
                    </a:lnTo>
                    <a:cubicBezTo>
                      <a:pt x="8412" y="1387"/>
                      <a:pt x="8255" y="1229"/>
                      <a:pt x="8255" y="1040"/>
                    </a:cubicBezTo>
                    <a:cubicBezTo>
                      <a:pt x="8255" y="820"/>
                      <a:pt x="8412" y="662"/>
                      <a:pt x="8601" y="662"/>
                    </a:cubicBezTo>
                    <a:close/>
                    <a:moveTo>
                      <a:pt x="10366" y="2048"/>
                    </a:moveTo>
                    <a:lnTo>
                      <a:pt x="10366" y="2773"/>
                    </a:lnTo>
                    <a:lnTo>
                      <a:pt x="7940" y="2773"/>
                    </a:lnTo>
                    <a:cubicBezTo>
                      <a:pt x="7926" y="2775"/>
                      <a:pt x="7912" y="2776"/>
                      <a:pt x="7899" y="2776"/>
                    </a:cubicBezTo>
                    <a:cubicBezTo>
                      <a:pt x="7728" y="2776"/>
                      <a:pt x="7593" y="2599"/>
                      <a:pt x="7593" y="2395"/>
                    </a:cubicBezTo>
                    <a:cubicBezTo>
                      <a:pt x="7593" y="2206"/>
                      <a:pt x="7751" y="2048"/>
                      <a:pt x="7940" y="2048"/>
                    </a:cubicBezTo>
                    <a:close/>
                    <a:moveTo>
                      <a:pt x="11027" y="3466"/>
                    </a:moveTo>
                    <a:lnTo>
                      <a:pt x="11027" y="4191"/>
                    </a:lnTo>
                    <a:lnTo>
                      <a:pt x="8601" y="4191"/>
                    </a:lnTo>
                    <a:cubicBezTo>
                      <a:pt x="8412" y="4191"/>
                      <a:pt x="8255" y="4033"/>
                      <a:pt x="8255" y="3812"/>
                    </a:cubicBezTo>
                    <a:cubicBezTo>
                      <a:pt x="8255" y="3623"/>
                      <a:pt x="8412" y="3466"/>
                      <a:pt x="8601" y="3466"/>
                    </a:cubicBezTo>
                    <a:close/>
                    <a:moveTo>
                      <a:pt x="1292" y="4884"/>
                    </a:moveTo>
                    <a:lnTo>
                      <a:pt x="1292" y="5608"/>
                    </a:lnTo>
                    <a:lnTo>
                      <a:pt x="568" y="5608"/>
                    </a:lnTo>
                    <a:lnTo>
                      <a:pt x="568" y="4884"/>
                    </a:lnTo>
                    <a:close/>
                    <a:moveTo>
                      <a:pt x="11027" y="4884"/>
                    </a:moveTo>
                    <a:lnTo>
                      <a:pt x="11027" y="5608"/>
                    </a:lnTo>
                    <a:lnTo>
                      <a:pt x="6207" y="5608"/>
                    </a:lnTo>
                    <a:lnTo>
                      <a:pt x="6207" y="4884"/>
                    </a:lnTo>
                    <a:close/>
                    <a:moveTo>
                      <a:pt x="3718" y="2080"/>
                    </a:moveTo>
                    <a:cubicBezTo>
                      <a:pt x="4663" y="2080"/>
                      <a:pt x="5482" y="2867"/>
                      <a:pt x="5482" y="3844"/>
                    </a:cubicBezTo>
                    <a:lnTo>
                      <a:pt x="5482" y="5955"/>
                    </a:lnTo>
                    <a:cubicBezTo>
                      <a:pt x="5482" y="6144"/>
                      <a:pt x="5325" y="6301"/>
                      <a:pt x="5136" y="6301"/>
                    </a:cubicBezTo>
                    <a:lnTo>
                      <a:pt x="2300" y="6301"/>
                    </a:lnTo>
                    <a:cubicBezTo>
                      <a:pt x="2111" y="6301"/>
                      <a:pt x="1954" y="6144"/>
                      <a:pt x="1954" y="5955"/>
                    </a:cubicBezTo>
                    <a:lnTo>
                      <a:pt x="1954" y="3844"/>
                    </a:lnTo>
                    <a:cubicBezTo>
                      <a:pt x="1954" y="2899"/>
                      <a:pt x="2742" y="2080"/>
                      <a:pt x="3718" y="2080"/>
                    </a:cubicBezTo>
                    <a:close/>
                    <a:moveTo>
                      <a:pt x="11027" y="6301"/>
                    </a:moveTo>
                    <a:lnTo>
                      <a:pt x="11027" y="7688"/>
                    </a:lnTo>
                    <a:lnTo>
                      <a:pt x="7593" y="7688"/>
                    </a:lnTo>
                    <a:lnTo>
                      <a:pt x="7593" y="6301"/>
                    </a:lnTo>
                    <a:lnTo>
                      <a:pt x="8948" y="6301"/>
                    </a:lnTo>
                    <a:lnTo>
                      <a:pt x="8948" y="6648"/>
                    </a:lnTo>
                    <a:cubicBezTo>
                      <a:pt x="8948" y="6868"/>
                      <a:pt x="9106" y="7026"/>
                      <a:pt x="9326" y="7026"/>
                    </a:cubicBezTo>
                    <a:cubicBezTo>
                      <a:pt x="9515" y="7026"/>
                      <a:pt x="9673" y="6868"/>
                      <a:pt x="9673" y="6648"/>
                    </a:cubicBezTo>
                    <a:lnTo>
                      <a:pt x="9673" y="6301"/>
                    </a:lnTo>
                    <a:close/>
                    <a:moveTo>
                      <a:pt x="4443" y="8349"/>
                    </a:moveTo>
                    <a:cubicBezTo>
                      <a:pt x="4852" y="8349"/>
                      <a:pt x="5293" y="8633"/>
                      <a:pt x="5419" y="9074"/>
                    </a:cubicBezTo>
                    <a:lnTo>
                      <a:pt x="2080" y="9074"/>
                    </a:lnTo>
                    <a:cubicBezTo>
                      <a:pt x="2237" y="8664"/>
                      <a:pt x="2616" y="8349"/>
                      <a:pt x="3057" y="8349"/>
                    </a:cubicBezTo>
                    <a:close/>
                    <a:moveTo>
                      <a:pt x="11027" y="8349"/>
                    </a:moveTo>
                    <a:lnTo>
                      <a:pt x="11027" y="9735"/>
                    </a:lnTo>
                    <a:lnTo>
                      <a:pt x="7593" y="9735"/>
                    </a:lnTo>
                    <a:lnTo>
                      <a:pt x="7593" y="8349"/>
                    </a:lnTo>
                    <a:lnTo>
                      <a:pt x="8948" y="8349"/>
                    </a:lnTo>
                    <a:lnTo>
                      <a:pt x="8948" y="8696"/>
                    </a:lnTo>
                    <a:cubicBezTo>
                      <a:pt x="8948" y="8916"/>
                      <a:pt x="9106" y="9074"/>
                      <a:pt x="9326" y="9074"/>
                    </a:cubicBezTo>
                    <a:cubicBezTo>
                      <a:pt x="9515" y="9074"/>
                      <a:pt x="9673" y="8916"/>
                      <a:pt x="9673" y="8696"/>
                    </a:cubicBezTo>
                    <a:lnTo>
                      <a:pt x="9673" y="8349"/>
                    </a:lnTo>
                    <a:close/>
                    <a:moveTo>
                      <a:pt x="8633" y="0"/>
                    </a:moveTo>
                    <a:cubicBezTo>
                      <a:pt x="8066" y="0"/>
                      <a:pt x="7625" y="473"/>
                      <a:pt x="7625" y="1040"/>
                    </a:cubicBezTo>
                    <a:cubicBezTo>
                      <a:pt x="7625" y="1135"/>
                      <a:pt x="7656" y="1292"/>
                      <a:pt x="7688" y="1418"/>
                    </a:cubicBezTo>
                    <a:cubicBezTo>
                      <a:pt x="7278" y="1544"/>
                      <a:pt x="6963" y="1922"/>
                      <a:pt x="6963" y="2395"/>
                    </a:cubicBezTo>
                    <a:cubicBezTo>
                      <a:pt x="6963" y="2678"/>
                      <a:pt x="7058" y="2962"/>
                      <a:pt x="7278" y="3151"/>
                    </a:cubicBezTo>
                    <a:cubicBezTo>
                      <a:pt x="7373" y="3308"/>
                      <a:pt x="7530" y="3403"/>
                      <a:pt x="7751" y="3434"/>
                    </a:cubicBezTo>
                    <a:cubicBezTo>
                      <a:pt x="7688" y="3560"/>
                      <a:pt x="7656" y="3655"/>
                      <a:pt x="7656" y="3812"/>
                    </a:cubicBezTo>
                    <a:cubicBezTo>
                      <a:pt x="7656" y="3939"/>
                      <a:pt x="7688" y="4065"/>
                      <a:pt x="7751" y="4191"/>
                    </a:cubicBezTo>
                    <a:lnTo>
                      <a:pt x="6270" y="4191"/>
                    </a:lnTo>
                    <a:lnTo>
                      <a:pt x="6270" y="3812"/>
                    </a:lnTo>
                    <a:cubicBezTo>
                      <a:pt x="6270" y="2489"/>
                      <a:pt x="5167" y="1387"/>
                      <a:pt x="3844" y="1387"/>
                    </a:cubicBezTo>
                    <a:cubicBezTo>
                      <a:pt x="2490" y="1387"/>
                      <a:pt x="1387" y="2489"/>
                      <a:pt x="1387" y="3812"/>
                    </a:cubicBezTo>
                    <a:lnTo>
                      <a:pt x="1387" y="4191"/>
                    </a:lnTo>
                    <a:lnTo>
                      <a:pt x="379" y="4191"/>
                    </a:lnTo>
                    <a:cubicBezTo>
                      <a:pt x="158" y="4191"/>
                      <a:pt x="1" y="4348"/>
                      <a:pt x="1" y="4537"/>
                    </a:cubicBezTo>
                    <a:lnTo>
                      <a:pt x="1" y="11500"/>
                    </a:lnTo>
                    <a:cubicBezTo>
                      <a:pt x="1" y="11689"/>
                      <a:pt x="158" y="11846"/>
                      <a:pt x="379" y="11846"/>
                    </a:cubicBezTo>
                    <a:cubicBezTo>
                      <a:pt x="568" y="11846"/>
                      <a:pt x="725" y="11689"/>
                      <a:pt x="725" y="11500"/>
                    </a:cubicBezTo>
                    <a:lnTo>
                      <a:pt x="725" y="6301"/>
                    </a:lnTo>
                    <a:lnTo>
                      <a:pt x="1481" y="6301"/>
                    </a:lnTo>
                    <a:cubicBezTo>
                      <a:pt x="1639" y="6711"/>
                      <a:pt x="1985" y="7026"/>
                      <a:pt x="2458" y="7026"/>
                    </a:cubicBezTo>
                    <a:lnTo>
                      <a:pt x="3529" y="7026"/>
                    </a:lnTo>
                    <a:lnTo>
                      <a:pt x="3529" y="7719"/>
                    </a:lnTo>
                    <a:lnTo>
                      <a:pt x="3151" y="7719"/>
                    </a:lnTo>
                    <a:cubicBezTo>
                      <a:pt x="2237" y="7719"/>
                      <a:pt x="1387" y="8507"/>
                      <a:pt x="1387" y="9452"/>
                    </a:cubicBezTo>
                    <a:cubicBezTo>
                      <a:pt x="1387" y="9641"/>
                      <a:pt x="1544" y="9798"/>
                      <a:pt x="1733" y="9798"/>
                    </a:cubicBezTo>
                    <a:lnTo>
                      <a:pt x="3529" y="9798"/>
                    </a:lnTo>
                    <a:lnTo>
                      <a:pt x="3529" y="10523"/>
                    </a:lnTo>
                    <a:lnTo>
                      <a:pt x="2458" y="10523"/>
                    </a:lnTo>
                    <a:cubicBezTo>
                      <a:pt x="1859" y="10523"/>
                      <a:pt x="1418" y="10996"/>
                      <a:pt x="1418" y="11531"/>
                    </a:cubicBezTo>
                    <a:cubicBezTo>
                      <a:pt x="1418" y="11752"/>
                      <a:pt x="1576" y="11909"/>
                      <a:pt x="1796" y="11909"/>
                    </a:cubicBezTo>
                    <a:cubicBezTo>
                      <a:pt x="1985" y="11909"/>
                      <a:pt x="2143" y="11752"/>
                      <a:pt x="2143" y="11531"/>
                    </a:cubicBezTo>
                    <a:cubicBezTo>
                      <a:pt x="2143" y="11342"/>
                      <a:pt x="2300" y="11185"/>
                      <a:pt x="2490" y="11185"/>
                    </a:cubicBezTo>
                    <a:lnTo>
                      <a:pt x="3561" y="11185"/>
                    </a:lnTo>
                    <a:lnTo>
                      <a:pt x="3561" y="11531"/>
                    </a:lnTo>
                    <a:cubicBezTo>
                      <a:pt x="3561" y="11752"/>
                      <a:pt x="3718" y="11909"/>
                      <a:pt x="3907" y="11909"/>
                    </a:cubicBezTo>
                    <a:cubicBezTo>
                      <a:pt x="4096" y="11909"/>
                      <a:pt x="4254" y="11752"/>
                      <a:pt x="4254" y="11531"/>
                    </a:cubicBezTo>
                    <a:lnTo>
                      <a:pt x="4254" y="11185"/>
                    </a:lnTo>
                    <a:lnTo>
                      <a:pt x="5325" y="11185"/>
                    </a:lnTo>
                    <a:cubicBezTo>
                      <a:pt x="5514" y="11185"/>
                      <a:pt x="5672" y="11342"/>
                      <a:pt x="5672" y="11531"/>
                    </a:cubicBezTo>
                    <a:cubicBezTo>
                      <a:pt x="5672" y="11752"/>
                      <a:pt x="5829" y="11909"/>
                      <a:pt x="6050" y="11909"/>
                    </a:cubicBezTo>
                    <a:cubicBezTo>
                      <a:pt x="6239" y="11909"/>
                      <a:pt x="6396" y="11752"/>
                      <a:pt x="6396" y="11531"/>
                    </a:cubicBezTo>
                    <a:cubicBezTo>
                      <a:pt x="6396" y="10964"/>
                      <a:pt x="5924" y="10523"/>
                      <a:pt x="5356" y="10523"/>
                    </a:cubicBezTo>
                    <a:lnTo>
                      <a:pt x="4317" y="10523"/>
                    </a:lnTo>
                    <a:lnTo>
                      <a:pt x="4317" y="9798"/>
                    </a:lnTo>
                    <a:lnTo>
                      <a:pt x="6081" y="9798"/>
                    </a:lnTo>
                    <a:cubicBezTo>
                      <a:pt x="6270" y="9798"/>
                      <a:pt x="6428" y="9641"/>
                      <a:pt x="6428" y="9452"/>
                    </a:cubicBezTo>
                    <a:cubicBezTo>
                      <a:pt x="6428" y="8507"/>
                      <a:pt x="5640" y="7719"/>
                      <a:pt x="4663" y="7719"/>
                    </a:cubicBezTo>
                    <a:lnTo>
                      <a:pt x="4317" y="7719"/>
                    </a:lnTo>
                    <a:lnTo>
                      <a:pt x="4317" y="7026"/>
                    </a:lnTo>
                    <a:lnTo>
                      <a:pt x="5356" y="7026"/>
                    </a:lnTo>
                    <a:cubicBezTo>
                      <a:pt x="5798" y="7026"/>
                      <a:pt x="6207" y="6742"/>
                      <a:pt x="6365" y="6301"/>
                    </a:cubicBezTo>
                    <a:lnTo>
                      <a:pt x="7089" y="6301"/>
                    </a:lnTo>
                    <a:lnTo>
                      <a:pt x="7089" y="11500"/>
                    </a:lnTo>
                    <a:cubicBezTo>
                      <a:pt x="7089" y="11689"/>
                      <a:pt x="7247" y="11846"/>
                      <a:pt x="7467" y="11846"/>
                    </a:cubicBezTo>
                    <a:cubicBezTo>
                      <a:pt x="7656" y="11846"/>
                      <a:pt x="7814" y="11689"/>
                      <a:pt x="7814" y="11500"/>
                    </a:cubicBezTo>
                    <a:lnTo>
                      <a:pt x="7814" y="10492"/>
                    </a:lnTo>
                    <a:lnTo>
                      <a:pt x="11279" y="10492"/>
                    </a:lnTo>
                    <a:lnTo>
                      <a:pt x="11279" y="11500"/>
                    </a:lnTo>
                    <a:cubicBezTo>
                      <a:pt x="11279" y="11689"/>
                      <a:pt x="11437" y="11846"/>
                      <a:pt x="11626" y="11846"/>
                    </a:cubicBezTo>
                    <a:cubicBezTo>
                      <a:pt x="11815" y="11846"/>
                      <a:pt x="11972" y="11689"/>
                      <a:pt x="11972" y="11500"/>
                    </a:cubicBezTo>
                    <a:lnTo>
                      <a:pt x="11972" y="3151"/>
                    </a:lnTo>
                    <a:cubicBezTo>
                      <a:pt x="11972" y="2962"/>
                      <a:pt x="11815" y="2804"/>
                      <a:pt x="11626" y="2804"/>
                    </a:cubicBezTo>
                    <a:lnTo>
                      <a:pt x="11279" y="2804"/>
                    </a:lnTo>
                    <a:lnTo>
                      <a:pt x="11279" y="2080"/>
                    </a:lnTo>
                    <a:lnTo>
                      <a:pt x="11626" y="2080"/>
                    </a:lnTo>
                    <a:cubicBezTo>
                      <a:pt x="11815" y="2080"/>
                      <a:pt x="11972" y="1922"/>
                      <a:pt x="11972" y="1733"/>
                    </a:cubicBezTo>
                    <a:lnTo>
                      <a:pt x="11972" y="347"/>
                    </a:lnTo>
                    <a:cubicBezTo>
                      <a:pt x="11752" y="158"/>
                      <a:pt x="11594" y="0"/>
                      <a:pt x="1140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707" name="Google Shape;9254;p73">
                <a:extLst>
                  <a:ext uri="{FF2B5EF4-FFF2-40B4-BE49-F238E27FC236}">
                    <a16:creationId xmlns:a16="http://schemas.microsoft.com/office/drawing/2014/main" id="{72FB360D-7A90-9A4A-2A7E-E887E021CE9E}"/>
                  </a:ext>
                </a:extLst>
              </p:cNvPr>
              <p:cNvGrpSpPr/>
              <p:nvPr/>
            </p:nvGrpSpPr>
            <p:grpSpPr>
              <a:xfrm>
                <a:off x="9016666" y="3013844"/>
                <a:ext cx="501923" cy="322206"/>
                <a:chOff x="5411225" y="2726350"/>
                <a:chExt cx="296950" cy="190625"/>
              </a:xfrm>
              <a:grpFill/>
            </p:grpSpPr>
            <p:sp>
              <p:nvSpPr>
                <p:cNvPr id="17763" name="Google Shape;9255;p73">
                  <a:extLst>
                    <a:ext uri="{FF2B5EF4-FFF2-40B4-BE49-F238E27FC236}">
                      <a16:creationId xmlns:a16="http://schemas.microsoft.com/office/drawing/2014/main" id="{DE98A84E-4A61-74D3-3E50-57DF3490DC39}"/>
                    </a:ext>
                  </a:extLst>
                </p:cNvPr>
                <p:cNvSpPr/>
                <p:nvPr/>
              </p:nvSpPr>
              <p:spPr>
                <a:xfrm>
                  <a:off x="5534100" y="2794875"/>
                  <a:ext cx="520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2049" extrusionOk="0">
                      <a:moveTo>
                        <a:pt x="1009" y="662"/>
                      </a:moveTo>
                      <a:cubicBezTo>
                        <a:pt x="1229" y="662"/>
                        <a:pt x="1387" y="851"/>
                        <a:pt x="1387" y="1040"/>
                      </a:cubicBezTo>
                      <a:cubicBezTo>
                        <a:pt x="1387" y="1229"/>
                        <a:pt x="1229" y="1387"/>
                        <a:pt x="1009" y="1387"/>
                      </a:cubicBezTo>
                      <a:cubicBezTo>
                        <a:pt x="819" y="1387"/>
                        <a:pt x="662" y="1229"/>
                        <a:pt x="662" y="1040"/>
                      </a:cubicBezTo>
                      <a:cubicBezTo>
                        <a:pt x="662" y="851"/>
                        <a:pt x="819" y="662"/>
                        <a:pt x="1009" y="662"/>
                      </a:cubicBezTo>
                      <a:close/>
                      <a:moveTo>
                        <a:pt x="1009" y="0"/>
                      </a:moveTo>
                      <a:cubicBezTo>
                        <a:pt x="441" y="0"/>
                        <a:pt x="0" y="473"/>
                        <a:pt x="0" y="1040"/>
                      </a:cubicBezTo>
                      <a:cubicBezTo>
                        <a:pt x="0" y="1639"/>
                        <a:pt x="473" y="2048"/>
                        <a:pt x="1009" y="2048"/>
                      </a:cubicBezTo>
                      <a:cubicBezTo>
                        <a:pt x="1607" y="2048"/>
                        <a:pt x="2048" y="1576"/>
                        <a:pt x="2048" y="1040"/>
                      </a:cubicBezTo>
                      <a:cubicBezTo>
                        <a:pt x="2080" y="473"/>
                        <a:pt x="1607" y="0"/>
                        <a:pt x="10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4" name="Google Shape;9256;p73">
                  <a:extLst>
                    <a:ext uri="{FF2B5EF4-FFF2-40B4-BE49-F238E27FC236}">
                      <a16:creationId xmlns:a16="http://schemas.microsoft.com/office/drawing/2014/main" id="{EE281632-F59E-F87D-52DA-DCC1C76AB9F0}"/>
                    </a:ext>
                  </a:extLst>
                </p:cNvPr>
                <p:cNvSpPr/>
                <p:nvPr/>
              </p:nvSpPr>
              <p:spPr>
                <a:xfrm>
                  <a:off x="5411225" y="2726350"/>
                  <a:ext cx="296950" cy="190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8" h="7625" extrusionOk="0">
                      <a:moveTo>
                        <a:pt x="5924" y="662"/>
                      </a:moveTo>
                      <a:cubicBezTo>
                        <a:pt x="7404" y="662"/>
                        <a:pt x="8759" y="1576"/>
                        <a:pt x="9641" y="2332"/>
                      </a:cubicBezTo>
                      <a:cubicBezTo>
                        <a:pt x="9736" y="2395"/>
                        <a:pt x="9830" y="2489"/>
                        <a:pt x="9925" y="2584"/>
                      </a:cubicBezTo>
                      <a:cubicBezTo>
                        <a:pt x="8696" y="2080"/>
                        <a:pt x="7278" y="1733"/>
                        <a:pt x="5924" y="1733"/>
                      </a:cubicBezTo>
                      <a:cubicBezTo>
                        <a:pt x="4569" y="1733"/>
                        <a:pt x="3183" y="2080"/>
                        <a:pt x="1954" y="2584"/>
                      </a:cubicBezTo>
                      <a:cubicBezTo>
                        <a:pt x="2048" y="2521"/>
                        <a:pt x="2111" y="2458"/>
                        <a:pt x="2206" y="2395"/>
                      </a:cubicBezTo>
                      <a:cubicBezTo>
                        <a:pt x="3151" y="1544"/>
                        <a:pt x="4474" y="662"/>
                        <a:pt x="5924" y="662"/>
                      </a:cubicBezTo>
                      <a:close/>
                      <a:moveTo>
                        <a:pt x="5924" y="2426"/>
                      </a:moveTo>
                      <a:cubicBezTo>
                        <a:pt x="6333" y="2426"/>
                        <a:pt x="6711" y="2489"/>
                        <a:pt x="7089" y="2521"/>
                      </a:cubicBezTo>
                      <a:cubicBezTo>
                        <a:pt x="7467" y="2836"/>
                        <a:pt x="7656" y="3308"/>
                        <a:pt x="7656" y="3813"/>
                      </a:cubicBezTo>
                      <a:cubicBezTo>
                        <a:pt x="7656" y="4758"/>
                        <a:pt x="6869" y="5545"/>
                        <a:pt x="5924" y="5545"/>
                      </a:cubicBezTo>
                      <a:cubicBezTo>
                        <a:pt x="4978" y="5545"/>
                        <a:pt x="4191" y="4758"/>
                        <a:pt x="4191" y="3813"/>
                      </a:cubicBezTo>
                      <a:cubicBezTo>
                        <a:pt x="4191" y="3308"/>
                        <a:pt x="4411" y="2836"/>
                        <a:pt x="4789" y="2521"/>
                      </a:cubicBezTo>
                      <a:cubicBezTo>
                        <a:pt x="5136" y="2489"/>
                        <a:pt x="5545" y="2426"/>
                        <a:pt x="5924" y="2426"/>
                      </a:cubicBezTo>
                      <a:close/>
                      <a:moveTo>
                        <a:pt x="3781" y="2710"/>
                      </a:moveTo>
                      <a:lnTo>
                        <a:pt x="3781" y="2710"/>
                      </a:lnTo>
                      <a:cubicBezTo>
                        <a:pt x="3624" y="3056"/>
                        <a:pt x="3498" y="3434"/>
                        <a:pt x="3498" y="3813"/>
                      </a:cubicBezTo>
                      <a:cubicBezTo>
                        <a:pt x="3498" y="5167"/>
                        <a:pt x="4600" y="6270"/>
                        <a:pt x="5924" y="6270"/>
                      </a:cubicBezTo>
                      <a:cubicBezTo>
                        <a:pt x="7278" y="6270"/>
                        <a:pt x="8381" y="5167"/>
                        <a:pt x="8381" y="3813"/>
                      </a:cubicBezTo>
                      <a:cubicBezTo>
                        <a:pt x="8381" y="3434"/>
                        <a:pt x="8286" y="3056"/>
                        <a:pt x="8097" y="2710"/>
                      </a:cubicBezTo>
                      <a:lnTo>
                        <a:pt x="8097" y="2710"/>
                      </a:lnTo>
                      <a:cubicBezTo>
                        <a:pt x="9137" y="2993"/>
                        <a:pt x="10145" y="3434"/>
                        <a:pt x="11027" y="3907"/>
                      </a:cubicBezTo>
                      <a:cubicBezTo>
                        <a:pt x="10744" y="4222"/>
                        <a:pt x="10240" y="4789"/>
                        <a:pt x="9547" y="5356"/>
                      </a:cubicBezTo>
                      <a:cubicBezTo>
                        <a:pt x="8601" y="6144"/>
                        <a:pt x="7310" y="6932"/>
                        <a:pt x="5924" y="6932"/>
                      </a:cubicBezTo>
                      <a:cubicBezTo>
                        <a:pt x="4474" y="6932"/>
                        <a:pt x="3088" y="6018"/>
                        <a:pt x="2237" y="5262"/>
                      </a:cubicBezTo>
                      <a:cubicBezTo>
                        <a:pt x="1607" y="4726"/>
                        <a:pt x="1135" y="4222"/>
                        <a:pt x="851" y="3907"/>
                      </a:cubicBezTo>
                      <a:cubicBezTo>
                        <a:pt x="1733" y="3371"/>
                        <a:pt x="2710" y="2962"/>
                        <a:pt x="3781" y="2710"/>
                      </a:cubicBezTo>
                      <a:close/>
                      <a:moveTo>
                        <a:pt x="5924" y="0"/>
                      </a:moveTo>
                      <a:cubicBezTo>
                        <a:pt x="4411" y="0"/>
                        <a:pt x="2931" y="820"/>
                        <a:pt x="1765" y="1796"/>
                      </a:cubicBezTo>
                      <a:cubicBezTo>
                        <a:pt x="725" y="2678"/>
                        <a:pt x="95" y="3592"/>
                        <a:pt x="64" y="3624"/>
                      </a:cubicBezTo>
                      <a:cubicBezTo>
                        <a:pt x="1" y="3750"/>
                        <a:pt x="1" y="3907"/>
                        <a:pt x="64" y="4002"/>
                      </a:cubicBezTo>
                      <a:cubicBezTo>
                        <a:pt x="95" y="4065"/>
                        <a:pt x="725" y="4915"/>
                        <a:pt x="1765" y="5829"/>
                      </a:cubicBezTo>
                      <a:cubicBezTo>
                        <a:pt x="2931" y="6805"/>
                        <a:pt x="4348" y="7625"/>
                        <a:pt x="5924" y="7625"/>
                      </a:cubicBezTo>
                      <a:cubicBezTo>
                        <a:pt x="7436" y="7625"/>
                        <a:pt x="8759" y="6900"/>
                        <a:pt x="9925" y="5955"/>
                      </a:cubicBezTo>
                      <a:cubicBezTo>
                        <a:pt x="10712" y="5325"/>
                        <a:pt x="11374" y="4600"/>
                        <a:pt x="11815" y="4002"/>
                      </a:cubicBezTo>
                      <a:cubicBezTo>
                        <a:pt x="11878" y="3907"/>
                        <a:pt x="11878" y="3750"/>
                        <a:pt x="11815" y="3624"/>
                      </a:cubicBezTo>
                      <a:cubicBezTo>
                        <a:pt x="11752" y="3592"/>
                        <a:pt x="11122" y="2710"/>
                        <a:pt x="10114" y="1796"/>
                      </a:cubicBezTo>
                      <a:cubicBezTo>
                        <a:pt x="8916" y="820"/>
                        <a:pt x="7499" y="0"/>
                        <a:pt x="592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08" name="Google Shape;9257;p73">
                <a:extLst>
                  <a:ext uri="{FF2B5EF4-FFF2-40B4-BE49-F238E27FC236}">
                    <a16:creationId xmlns:a16="http://schemas.microsoft.com/office/drawing/2014/main" id="{1CA83ABB-181B-17EB-9EA7-21E74327B3D4}"/>
                  </a:ext>
                </a:extLst>
              </p:cNvPr>
              <p:cNvGrpSpPr/>
              <p:nvPr/>
            </p:nvGrpSpPr>
            <p:grpSpPr>
              <a:xfrm>
                <a:off x="10924848" y="1704399"/>
                <a:ext cx="503233" cy="467568"/>
                <a:chOff x="6524150" y="1938725"/>
                <a:chExt cx="297725" cy="276625"/>
              </a:xfrm>
              <a:grpFill/>
            </p:grpSpPr>
            <p:sp>
              <p:nvSpPr>
                <p:cNvPr id="17759" name="Google Shape;9258;p73">
                  <a:extLst>
                    <a:ext uri="{FF2B5EF4-FFF2-40B4-BE49-F238E27FC236}">
                      <a16:creationId xmlns:a16="http://schemas.microsoft.com/office/drawing/2014/main" id="{A372C818-0BAD-158E-77D6-30389AF14804}"/>
                    </a:ext>
                  </a:extLst>
                </p:cNvPr>
                <p:cNvSpPr/>
                <p:nvPr/>
              </p:nvSpPr>
              <p:spPr>
                <a:xfrm>
                  <a:off x="6524150" y="2025375"/>
                  <a:ext cx="297725" cy="18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9" h="7599" extrusionOk="0">
                      <a:moveTo>
                        <a:pt x="9767" y="2079"/>
                      </a:moveTo>
                      <a:lnTo>
                        <a:pt x="9767" y="5198"/>
                      </a:lnTo>
                      <a:cubicBezTo>
                        <a:pt x="9735" y="5041"/>
                        <a:pt x="9672" y="4915"/>
                        <a:pt x="9546" y="4789"/>
                      </a:cubicBezTo>
                      <a:lnTo>
                        <a:pt x="7813" y="3056"/>
                      </a:lnTo>
                      <a:cubicBezTo>
                        <a:pt x="7624" y="2867"/>
                        <a:pt x="7341" y="2741"/>
                        <a:pt x="7057" y="2741"/>
                      </a:cubicBezTo>
                      <a:lnTo>
                        <a:pt x="6018" y="2741"/>
                      </a:lnTo>
                      <a:cubicBezTo>
                        <a:pt x="5923" y="2741"/>
                        <a:pt x="5797" y="2836"/>
                        <a:pt x="5734" y="2930"/>
                      </a:cubicBezTo>
                      <a:lnTo>
                        <a:pt x="5482" y="3403"/>
                      </a:lnTo>
                      <a:cubicBezTo>
                        <a:pt x="5293" y="3812"/>
                        <a:pt x="4883" y="4001"/>
                        <a:pt x="4505" y="4001"/>
                      </a:cubicBezTo>
                      <a:lnTo>
                        <a:pt x="5356" y="2269"/>
                      </a:lnTo>
                      <a:cubicBezTo>
                        <a:pt x="5419" y="2143"/>
                        <a:pt x="5576" y="2079"/>
                        <a:pt x="5671" y="2079"/>
                      </a:cubicBezTo>
                      <a:close/>
                      <a:moveTo>
                        <a:pt x="1418" y="2079"/>
                      </a:moveTo>
                      <a:lnTo>
                        <a:pt x="1418" y="5545"/>
                      </a:lnTo>
                      <a:lnTo>
                        <a:pt x="725" y="5545"/>
                      </a:lnTo>
                      <a:lnTo>
                        <a:pt x="725" y="2079"/>
                      </a:lnTo>
                      <a:close/>
                      <a:moveTo>
                        <a:pt x="11153" y="2079"/>
                      </a:moveTo>
                      <a:lnTo>
                        <a:pt x="11153" y="5545"/>
                      </a:lnTo>
                      <a:lnTo>
                        <a:pt x="10460" y="5545"/>
                      </a:lnTo>
                      <a:lnTo>
                        <a:pt x="10460" y="2079"/>
                      </a:lnTo>
                      <a:close/>
                      <a:moveTo>
                        <a:pt x="6931" y="630"/>
                      </a:moveTo>
                      <a:cubicBezTo>
                        <a:pt x="6774" y="1008"/>
                        <a:pt x="6427" y="1323"/>
                        <a:pt x="5955" y="1323"/>
                      </a:cubicBezTo>
                      <a:lnTo>
                        <a:pt x="5671" y="1323"/>
                      </a:lnTo>
                      <a:cubicBezTo>
                        <a:pt x="5293" y="1323"/>
                        <a:pt x="4946" y="1575"/>
                        <a:pt x="4726" y="1922"/>
                      </a:cubicBezTo>
                      <a:lnTo>
                        <a:pt x="3655" y="4064"/>
                      </a:lnTo>
                      <a:cubicBezTo>
                        <a:pt x="3623" y="4127"/>
                        <a:pt x="3623" y="4253"/>
                        <a:pt x="3655" y="4316"/>
                      </a:cubicBezTo>
                      <a:cubicBezTo>
                        <a:pt x="3718" y="4411"/>
                        <a:pt x="3781" y="4474"/>
                        <a:pt x="3875" y="4537"/>
                      </a:cubicBezTo>
                      <a:cubicBezTo>
                        <a:pt x="4088" y="4627"/>
                        <a:pt x="4310" y="4670"/>
                        <a:pt x="4532" y="4670"/>
                      </a:cubicBezTo>
                      <a:cubicBezTo>
                        <a:pt x="5165" y="4670"/>
                        <a:pt x="5785" y="4316"/>
                        <a:pt x="6112" y="3686"/>
                      </a:cubicBezTo>
                      <a:lnTo>
                        <a:pt x="6238" y="3434"/>
                      </a:lnTo>
                      <a:lnTo>
                        <a:pt x="7026" y="3434"/>
                      </a:lnTo>
                      <a:cubicBezTo>
                        <a:pt x="7089" y="3434"/>
                        <a:pt x="7215" y="3466"/>
                        <a:pt x="7246" y="3529"/>
                      </a:cubicBezTo>
                      <a:lnTo>
                        <a:pt x="8979" y="5261"/>
                      </a:lnTo>
                      <a:cubicBezTo>
                        <a:pt x="9137" y="5419"/>
                        <a:pt x="9137" y="5545"/>
                        <a:pt x="9105" y="5640"/>
                      </a:cubicBezTo>
                      <a:cubicBezTo>
                        <a:pt x="9105" y="5671"/>
                        <a:pt x="9042" y="5829"/>
                        <a:pt x="8885" y="5860"/>
                      </a:cubicBezTo>
                      <a:lnTo>
                        <a:pt x="5576" y="6805"/>
                      </a:lnTo>
                      <a:cubicBezTo>
                        <a:pt x="5543" y="6814"/>
                        <a:pt x="5507" y="6818"/>
                        <a:pt x="5470" y="6818"/>
                      </a:cubicBezTo>
                      <a:cubicBezTo>
                        <a:pt x="5371" y="6818"/>
                        <a:pt x="5268" y="6788"/>
                        <a:pt x="5198" y="6742"/>
                      </a:cubicBezTo>
                      <a:lnTo>
                        <a:pt x="4096" y="5640"/>
                      </a:lnTo>
                      <a:cubicBezTo>
                        <a:pt x="4033" y="5545"/>
                        <a:pt x="3938" y="5514"/>
                        <a:pt x="3875" y="5514"/>
                      </a:cubicBezTo>
                      <a:lnTo>
                        <a:pt x="2111" y="5514"/>
                      </a:lnTo>
                      <a:lnTo>
                        <a:pt x="2111" y="2048"/>
                      </a:lnTo>
                      <a:lnTo>
                        <a:pt x="2741" y="2048"/>
                      </a:lnTo>
                      <a:cubicBezTo>
                        <a:pt x="3119" y="2048"/>
                        <a:pt x="3466" y="1796"/>
                        <a:pt x="3686" y="1449"/>
                      </a:cubicBezTo>
                      <a:lnTo>
                        <a:pt x="4001" y="819"/>
                      </a:lnTo>
                      <a:cubicBezTo>
                        <a:pt x="4064" y="693"/>
                        <a:pt x="4190" y="630"/>
                        <a:pt x="4316" y="630"/>
                      </a:cubicBezTo>
                      <a:close/>
                      <a:moveTo>
                        <a:pt x="4316" y="0"/>
                      </a:moveTo>
                      <a:cubicBezTo>
                        <a:pt x="3907" y="0"/>
                        <a:pt x="3560" y="221"/>
                        <a:pt x="3371" y="599"/>
                      </a:cubicBezTo>
                      <a:lnTo>
                        <a:pt x="3056" y="1229"/>
                      </a:lnTo>
                      <a:cubicBezTo>
                        <a:pt x="2962" y="1323"/>
                        <a:pt x="2836" y="1418"/>
                        <a:pt x="2741" y="1418"/>
                      </a:cubicBezTo>
                      <a:lnTo>
                        <a:pt x="378" y="1418"/>
                      </a:lnTo>
                      <a:cubicBezTo>
                        <a:pt x="158" y="1418"/>
                        <a:pt x="0" y="1575"/>
                        <a:pt x="0" y="1764"/>
                      </a:cubicBezTo>
                      <a:lnTo>
                        <a:pt x="0" y="5955"/>
                      </a:lnTo>
                      <a:cubicBezTo>
                        <a:pt x="0" y="6144"/>
                        <a:pt x="158" y="6301"/>
                        <a:pt x="378" y="6301"/>
                      </a:cubicBezTo>
                      <a:lnTo>
                        <a:pt x="3718" y="6301"/>
                      </a:lnTo>
                      <a:lnTo>
                        <a:pt x="4694" y="7278"/>
                      </a:lnTo>
                      <a:cubicBezTo>
                        <a:pt x="4894" y="7477"/>
                        <a:pt x="5139" y="7598"/>
                        <a:pt x="5410" y="7598"/>
                      </a:cubicBezTo>
                      <a:cubicBezTo>
                        <a:pt x="5525" y="7598"/>
                        <a:pt x="5644" y="7577"/>
                        <a:pt x="5766" y="7530"/>
                      </a:cubicBezTo>
                      <a:lnTo>
                        <a:pt x="9074" y="6553"/>
                      </a:lnTo>
                      <a:cubicBezTo>
                        <a:pt x="9263" y="6522"/>
                        <a:pt x="9420" y="6396"/>
                        <a:pt x="9578" y="6238"/>
                      </a:cubicBezTo>
                      <a:lnTo>
                        <a:pt x="11562" y="6238"/>
                      </a:lnTo>
                      <a:cubicBezTo>
                        <a:pt x="11751" y="6238"/>
                        <a:pt x="11909" y="6081"/>
                        <a:pt x="11909" y="5892"/>
                      </a:cubicBezTo>
                      <a:lnTo>
                        <a:pt x="11909" y="1733"/>
                      </a:lnTo>
                      <a:cubicBezTo>
                        <a:pt x="11877" y="1544"/>
                        <a:pt x="11720" y="1386"/>
                        <a:pt x="11499" y="1386"/>
                      </a:cubicBezTo>
                      <a:lnTo>
                        <a:pt x="7341" y="1386"/>
                      </a:lnTo>
                      <a:cubicBezTo>
                        <a:pt x="7561" y="1103"/>
                        <a:pt x="7687" y="693"/>
                        <a:pt x="7687" y="347"/>
                      </a:cubicBezTo>
                      <a:cubicBezTo>
                        <a:pt x="7687" y="158"/>
                        <a:pt x="7530" y="0"/>
                        <a:pt x="73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0" name="Google Shape;9259;p73">
                  <a:extLst>
                    <a:ext uri="{FF2B5EF4-FFF2-40B4-BE49-F238E27FC236}">
                      <a16:creationId xmlns:a16="http://schemas.microsoft.com/office/drawing/2014/main" id="{90920DEE-E4A8-CAF0-2EEA-C98DCFB5EDB4}"/>
                    </a:ext>
                  </a:extLst>
                </p:cNvPr>
                <p:cNvSpPr/>
                <p:nvPr/>
              </p:nvSpPr>
              <p:spPr>
                <a:xfrm>
                  <a:off x="6664325" y="1938725"/>
                  <a:ext cx="17375" cy="4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" h="1734" extrusionOk="0">
                      <a:moveTo>
                        <a:pt x="348" y="1"/>
                      </a:moveTo>
                      <a:cubicBezTo>
                        <a:pt x="159" y="1"/>
                        <a:pt x="1" y="158"/>
                        <a:pt x="1" y="347"/>
                      </a:cubicBezTo>
                      <a:lnTo>
                        <a:pt x="1" y="1355"/>
                      </a:lnTo>
                      <a:cubicBezTo>
                        <a:pt x="1" y="1576"/>
                        <a:pt x="159" y="1733"/>
                        <a:pt x="348" y="1733"/>
                      </a:cubicBezTo>
                      <a:cubicBezTo>
                        <a:pt x="537" y="1733"/>
                        <a:pt x="694" y="1576"/>
                        <a:pt x="694" y="1355"/>
                      </a:cubicBezTo>
                      <a:lnTo>
                        <a:pt x="694" y="347"/>
                      </a:lnTo>
                      <a:cubicBezTo>
                        <a:pt x="694" y="158"/>
                        <a:pt x="537" y="1"/>
                        <a:pt x="3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1" name="Google Shape;9260;p73">
                  <a:extLst>
                    <a:ext uri="{FF2B5EF4-FFF2-40B4-BE49-F238E27FC236}">
                      <a16:creationId xmlns:a16="http://schemas.microsoft.com/office/drawing/2014/main" id="{CCFE58FF-ACD3-1192-0C89-93F58F12DD2B}"/>
                    </a:ext>
                  </a:extLst>
                </p:cNvPr>
                <p:cNvSpPr/>
                <p:nvPr/>
              </p:nvSpPr>
              <p:spPr>
                <a:xfrm>
                  <a:off x="6594250" y="1972800"/>
                  <a:ext cx="35450" cy="3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411" extrusionOk="0">
                      <a:moveTo>
                        <a:pt x="374" y="0"/>
                      </a:moveTo>
                      <a:cubicBezTo>
                        <a:pt x="291" y="0"/>
                        <a:pt x="205" y="40"/>
                        <a:pt x="126" y="118"/>
                      </a:cubicBezTo>
                      <a:cubicBezTo>
                        <a:pt x="0" y="244"/>
                        <a:pt x="0" y="496"/>
                        <a:pt x="126" y="591"/>
                      </a:cubicBezTo>
                      <a:lnTo>
                        <a:pt x="819" y="1316"/>
                      </a:lnTo>
                      <a:cubicBezTo>
                        <a:pt x="882" y="1379"/>
                        <a:pt x="969" y="1410"/>
                        <a:pt x="1055" y="1410"/>
                      </a:cubicBezTo>
                      <a:cubicBezTo>
                        <a:pt x="1142" y="1410"/>
                        <a:pt x="1229" y="1379"/>
                        <a:pt x="1292" y="1316"/>
                      </a:cubicBezTo>
                      <a:cubicBezTo>
                        <a:pt x="1418" y="1190"/>
                        <a:pt x="1418" y="969"/>
                        <a:pt x="1292" y="843"/>
                      </a:cubicBezTo>
                      <a:lnTo>
                        <a:pt x="599" y="118"/>
                      </a:lnTo>
                      <a:cubicBezTo>
                        <a:pt x="536" y="40"/>
                        <a:pt x="457" y="0"/>
                        <a:pt x="37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2" name="Google Shape;9261;p73">
                  <a:extLst>
                    <a:ext uri="{FF2B5EF4-FFF2-40B4-BE49-F238E27FC236}">
                      <a16:creationId xmlns:a16="http://schemas.microsoft.com/office/drawing/2014/main" id="{DC0BB392-B6DC-7178-AE8B-E387F5ED17AC}"/>
                    </a:ext>
                  </a:extLst>
                </p:cNvPr>
                <p:cNvSpPr/>
                <p:nvPr/>
              </p:nvSpPr>
              <p:spPr>
                <a:xfrm>
                  <a:off x="6715525" y="1972800"/>
                  <a:ext cx="35475" cy="3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1" extrusionOk="0">
                      <a:moveTo>
                        <a:pt x="1056" y="0"/>
                      </a:moveTo>
                      <a:cubicBezTo>
                        <a:pt x="970" y="0"/>
                        <a:pt x="883" y="40"/>
                        <a:pt x="820" y="118"/>
                      </a:cubicBezTo>
                      <a:lnTo>
                        <a:pt x="127" y="843"/>
                      </a:lnTo>
                      <a:cubicBezTo>
                        <a:pt x="1" y="969"/>
                        <a:pt x="1" y="1190"/>
                        <a:pt x="127" y="1316"/>
                      </a:cubicBezTo>
                      <a:cubicBezTo>
                        <a:pt x="174" y="1379"/>
                        <a:pt x="261" y="1410"/>
                        <a:pt x="351" y="1410"/>
                      </a:cubicBezTo>
                      <a:cubicBezTo>
                        <a:pt x="442" y="1410"/>
                        <a:pt x="536" y="1379"/>
                        <a:pt x="599" y="1316"/>
                      </a:cubicBezTo>
                      <a:lnTo>
                        <a:pt x="1293" y="591"/>
                      </a:lnTo>
                      <a:cubicBezTo>
                        <a:pt x="1419" y="496"/>
                        <a:pt x="1419" y="244"/>
                        <a:pt x="1293" y="118"/>
                      </a:cubicBezTo>
                      <a:cubicBezTo>
                        <a:pt x="1230" y="40"/>
                        <a:pt x="1143" y="0"/>
                        <a:pt x="105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09" name="Google Shape;9262;p73">
                <a:extLst>
                  <a:ext uri="{FF2B5EF4-FFF2-40B4-BE49-F238E27FC236}">
                    <a16:creationId xmlns:a16="http://schemas.microsoft.com/office/drawing/2014/main" id="{6BD0F023-DD6B-A666-8B65-A225D03CB8EC}"/>
                  </a:ext>
                </a:extLst>
              </p:cNvPr>
              <p:cNvGrpSpPr/>
              <p:nvPr/>
            </p:nvGrpSpPr>
            <p:grpSpPr>
              <a:xfrm>
                <a:off x="3302285" y="1687877"/>
                <a:ext cx="501965" cy="500612"/>
                <a:chOff x="2141000" y="1954475"/>
                <a:chExt cx="296975" cy="296175"/>
              </a:xfrm>
              <a:grpFill/>
            </p:grpSpPr>
            <p:sp>
              <p:nvSpPr>
                <p:cNvPr id="17755" name="Google Shape;9263;p73">
                  <a:extLst>
                    <a:ext uri="{FF2B5EF4-FFF2-40B4-BE49-F238E27FC236}">
                      <a16:creationId xmlns:a16="http://schemas.microsoft.com/office/drawing/2014/main" id="{5328BBAA-A125-F557-1A66-5E8C1FC3D36B}"/>
                    </a:ext>
                  </a:extLst>
                </p:cNvPr>
                <p:cNvSpPr/>
                <p:nvPr/>
              </p:nvSpPr>
              <p:spPr>
                <a:xfrm>
                  <a:off x="2280425" y="1989925"/>
                  <a:ext cx="10477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2742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05"/>
                        <a:pt x="158" y="662"/>
                        <a:pt x="315" y="662"/>
                      </a:cubicBezTo>
                      <a:lnTo>
                        <a:pt x="2426" y="662"/>
                      </a:lnTo>
                      <a:cubicBezTo>
                        <a:pt x="2615" y="662"/>
                        <a:pt x="2773" y="820"/>
                        <a:pt x="2773" y="1009"/>
                      </a:cubicBezTo>
                      <a:lnTo>
                        <a:pt x="2773" y="1576"/>
                      </a:lnTo>
                      <a:lnTo>
                        <a:pt x="2678" y="1450"/>
                      </a:lnTo>
                      <a:cubicBezTo>
                        <a:pt x="2615" y="1387"/>
                        <a:pt x="2521" y="1355"/>
                        <a:pt x="2430" y="1355"/>
                      </a:cubicBezTo>
                      <a:cubicBezTo>
                        <a:pt x="2340" y="1355"/>
                        <a:pt x="2253" y="1387"/>
                        <a:pt x="2206" y="1450"/>
                      </a:cubicBezTo>
                      <a:cubicBezTo>
                        <a:pt x="2080" y="1576"/>
                        <a:pt x="2080" y="1796"/>
                        <a:pt x="2206" y="1922"/>
                      </a:cubicBezTo>
                      <a:lnTo>
                        <a:pt x="2899" y="2647"/>
                      </a:lnTo>
                      <a:cubicBezTo>
                        <a:pt x="2993" y="2710"/>
                        <a:pt x="3056" y="2741"/>
                        <a:pt x="3151" y="2741"/>
                      </a:cubicBezTo>
                      <a:cubicBezTo>
                        <a:pt x="3214" y="2741"/>
                        <a:pt x="3340" y="2710"/>
                        <a:pt x="3371" y="2647"/>
                      </a:cubicBezTo>
                      <a:lnTo>
                        <a:pt x="4096" y="1922"/>
                      </a:lnTo>
                      <a:cubicBezTo>
                        <a:pt x="4191" y="1796"/>
                        <a:pt x="4191" y="1576"/>
                        <a:pt x="4096" y="1450"/>
                      </a:cubicBezTo>
                      <a:cubicBezTo>
                        <a:pt x="4033" y="1387"/>
                        <a:pt x="3938" y="1355"/>
                        <a:pt x="3848" y="1355"/>
                      </a:cubicBezTo>
                      <a:cubicBezTo>
                        <a:pt x="3757" y="1355"/>
                        <a:pt x="3671" y="1387"/>
                        <a:pt x="3623" y="1450"/>
                      </a:cubicBezTo>
                      <a:lnTo>
                        <a:pt x="3497" y="1576"/>
                      </a:lnTo>
                      <a:lnTo>
                        <a:pt x="3497" y="1009"/>
                      </a:lnTo>
                      <a:cubicBezTo>
                        <a:pt x="3497" y="442"/>
                        <a:pt x="3025" y="0"/>
                        <a:pt x="245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6" name="Google Shape;9264;p73">
                  <a:extLst>
                    <a:ext uri="{FF2B5EF4-FFF2-40B4-BE49-F238E27FC236}">
                      <a16:creationId xmlns:a16="http://schemas.microsoft.com/office/drawing/2014/main" id="{1A35B23E-30AC-7946-9E8D-F940732B8872}"/>
                    </a:ext>
                  </a:extLst>
                </p:cNvPr>
                <p:cNvSpPr/>
                <p:nvPr/>
              </p:nvSpPr>
              <p:spPr>
                <a:xfrm>
                  <a:off x="2174875" y="2145875"/>
                  <a:ext cx="10557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23" h="2773" extrusionOk="0">
                      <a:moveTo>
                        <a:pt x="1056" y="0"/>
                      </a:moveTo>
                      <a:cubicBezTo>
                        <a:pt x="969" y="0"/>
                        <a:pt x="883" y="32"/>
                        <a:pt x="820" y="95"/>
                      </a:cubicBezTo>
                      <a:lnTo>
                        <a:pt x="95" y="820"/>
                      </a:lnTo>
                      <a:cubicBezTo>
                        <a:pt x="1" y="914"/>
                        <a:pt x="1" y="1166"/>
                        <a:pt x="95" y="1292"/>
                      </a:cubicBezTo>
                      <a:cubicBezTo>
                        <a:pt x="158" y="1339"/>
                        <a:pt x="253" y="1363"/>
                        <a:pt x="343" y="1363"/>
                      </a:cubicBezTo>
                      <a:cubicBezTo>
                        <a:pt x="434" y="1363"/>
                        <a:pt x="521" y="1339"/>
                        <a:pt x="568" y="1292"/>
                      </a:cubicBezTo>
                      <a:lnTo>
                        <a:pt x="694" y="1166"/>
                      </a:lnTo>
                      <a:lnTo>
                        <a:pt x="694" y="1702"/>
                      </a:lnTo>
                      <a:cubicBezTo>
                        <a:pt x="757" y="2300"/>
                        <a:pt x="1229" y="2773"/>
                        <a:pt x="1765" y="2773"/>
                      </a:cubicBezTo>
                      <a:lnTo>
                        <a:pt x="3844" y="2773"/>
                      </a:lnTo>
                      <a:cubicBezTo>
                        <a:pt x="4065" y="2773"/>
                        <a:pt x="4222" y="2615"/>
                        <a:pt x="4222" y="2426"/>
                      </a:cubicBezTo>
                      <a:cubicBezTo>
                        <a:pt x="4222" y="2237"/>
                        <a:pt x="4065" y="2080"/>
                        <a:pt x="3844" y="2080"/>
                      </a:cubicBezTo>
                      <a:lnTo>
                        <a:pt x="1765" y="2080"/>
                      </a:lnTo>
                      <a:cubicBezTo>
                        <a:pt x="1576" y="2080"/>
                        <a:pt x="1418" y="1922"/>
                        <a:pt x="1418" y="1702"/>
                      </a:cubicBezTo>
                      <a:lnTo>
                        <a:pt x="1418" y="1166"/>
                      </a:lnTo>
                      <a:lnTo>
                        <a:pt x="1544" y="1292"/>
                      </a:lnTo>
                      <a:cubicBezTo>
                        <a:pt x="1592" y="1339"/>
                        <a:pt x="1678" y="1363"/>
                        <a:pt x="1769" y="1363"/>
                      </a:cubicBezTo>
                      <a:cubicBezTo>
                        <a:pt x="1859" y="1363"/>
                        <a:pt x="1954" y="1339"/>
                        <a:pt x="2017" y="1292"/>
                      </a:cubicBezTo>
                      <a:cubicBezTo>
                        <a:pt x="2112" y="1166"/>
                        <a:pt x="2112" y="914"/>
                        <a:pt x="2017" y="820"/>
                      </a:cubicBezTo>
                      <a:lnTo>
                        <a:pt x="1292" y="95"/>
                      </a:lnTo>
                      <a:cubicBezTo>
                        <a:pt x="1229" y="32"/>
                        <a:pt x="1143" y="0"/>
                        <a:pt x="105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7" name="Google Shape;9265;p73">
                  <a:extLst>
                    <a:ext uri="{FF2B5EF4-FFF2-40B4-BE49-F238E27FC236}">
                      <a16:creationId xmlns:a16="http://schemas.microsoft.com/office/drawing/2014/main" id="{9CF27558-4ADD-1F3D-B2CA-BAF77FA09771}"/>
                    </a:ext>
                  </a:extLst>
                </p:cNvPr>
                <p:cNvSpPr/>
                <p:nvPr/>
              </p:nvSpPr>
              <p:spPr>
                <a:xfrm>
                  <a:off x="2141000" y="1954475"/>
                  <a:ext cx="139450" cy="17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8" h="6964" extrusionOk="0">
                      <a:moveTo>
                        <a:pt x="2773" y="694"/>
                      </a:moveTo>
                      <a:cubicBezTo>
                        <a:pt x="3372" y="694"/>
                        <a:pt x="3782" y="1166"/>
                        <a:pt x="3782" y="1734"/>
                      </a:cubicBezTo>
                      <a:cubicBezTo>
                        <a:pt x="3782" y="2301"/>
                        <a:pt x="3309" y="2742"/>
                        <a:pt x="2773" y="2742"/>
                      </a:cubicBezTo>
                      <a:cubicBezTo>
                        <a:pt x="2175" y="2742"/>
                        <a:pt x="1734" y="2269"/>
                        <a:pt x="1734" y="1734"/>
                      </a:cubicBezTo>
                      <a:cubicBezTo>
                        <a:pt x="1734" y="1166"/>
                        <a:pt x="2206" y="694"/>
                        <a:pt x="2773" y="694"/>
                      </a:cubicBezTo>
                      <a:close/>
                      <a:moveTo>
                        <a:pt x="2773" y="3466"/>
                      </a:moveTo>
                      <a:cubicBezTo>
                        <a:pt x="3908" y="3466"/>
                        <a:pt x="4853" y="4411"/>
                        <a:pt x="4853" y="5546"/>
                      </a:cubicBezTo>
                      <a:lnTo>
                        <a:pt x="4853" y="6270"/>
                      </a:lnTo>
                      <a:lnTo>
                        <a:pt x="694" y="6270"/>
                      </a:lnTo>
                      <a:lnTo>
                        <a:pt x="694" y="5546"/>
                      </a:lnTo>
                      <a:cubicBezTo>
                        <a:pt x="694" y="4411"/>
                        <a:pt x="1639" y="3466"/>
                        <a:pt x="2773" y="3466"/>
                      </a:cubicBezTo>
                      <a:close/>
                      <a:moveTo>
                        <a:pt x="2805" y="1"/>
                      </a:moveTo>
                      <a:cubicBezTo>
                        <a:pt x="1860" y="1"/>
                        <a:pt x="1072" y="788"/>
                        <a:pt x="1072" y="1734"/>
                      </a:cubicBezTo>
                      <a:cubicBezTo>
                        <a:pt x="1072" y="2238"/>
                        <a:pt x="1324" y="2710"/>
                        <a:pt x="1671" y="3025"/>
                      </a:cubicBezTo>
                      <a:cubicBezTo>
                        <a:pt x="726" y="3466"/>
                        <a:pt x="64" y="4443"/>
                        <a:pt x="64" y="5577"/>
                      </a:cubicBezTo>
                      <a:lnTo>
                        <a:pt x="64" y="6617"/>
                      </a:lnTo>
                      <a:cubicBezTo>
                        <a:pt x="1" y="6806"/>
                        <a:pt x="159" y="6963"/>
                        <a:pt x="379" y="6963"/>
                      </a:cubicBezTo>
                      <a:lnTo>
                        <a:pt x="5199" y="6963"/>
                      </a:lnTo>
                      <a:cubicBezTo>
                        <a:pt x="5420" y="6963"/>
                        <a:pt x="5577" y="6806"/>
                        <a:pt x="5577" y="6617"/>
                      </a:cubicBezTo>
                      <a:lnTo>
                        <a:pt x="5577" y="5577"/>
                      </a:lnTo>
                      <a:cubicBezTo>
                        <a:pt x="5577" y="4443"/>
                        <a:pt x="4884" y="3498"/>
                        <a:pt x="3939" y="3025"/>
                      </a:cubicBezTo>
                      <a:cubicBezTo>
                        <a:pt x="4317" y="2710"/>
                        <a:pt x="4538" y="2238"/>
                        <a:pt x="4538" y="1734"/>
                      </a:cubicBezTo>
                      <a:cubicBezTo>
                        <a:pt x="4538" y="788"/>
                        <a:pt x="3750" y="1"/>
                        <a:pt x="280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8" name="Google Shape;9266;p73">
                  <a:extLst>
                    <a:ext uri="{FF2B5EF4-FFF2-40B4-BE49-F238E27FC236}">
                      <a16:creationId xmlns:a16="http://schemas.microsoft.com/office/drawing/2014/main" id="{6804D34A-7F1D-4842-EFBA-D0E0D2E11F67}"/>
                    </a:ext>
                  </a:extLst>
                </p:cNvPr>
                <p:cNvSpPr/>
                <p:nvPr/>
              </p:nvSpPr>
              <p:spPr>
                <a:xfrm>
                  <a:off x="2298525" y="2076550"/>
                  <a:ext cx="139450" cy="17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8" h="6964" extrusionOk="0">
                      <a:moveTo>
                        <a:pt x="2773" y="663"/>
                      </a:moveTo>
                      <a:cubicBezTo>
                        <a:pt x="3372" y="663"/>
                        <a:pt x="3782" y="1135"/>
                        <a:pt x="3782" y="1702"/>
                      </a:cubicBezTo>
                      <a:cubicBezTo>
                        <a:pt x="3782" y="2238"/>
                        <a:pt x="3309" y="2710"/>
                        <a:pt x="2773" y="2710"/>
                      </a:cubicBezTo>
                      <a:cubicBezTo>
                        <a:pt x="2175" y="2710"/>
                        <a:pt x="1734" y="2238"/>
                        <a:pt x="1734" y="1702"/>
                      </a:cubicBezTo>
                      <a:cubicBezTo>
                        <a:pt x="1734" y="1135"/>
                        <a:pt x="2175" y="663"/>
                        <a:pt x="2773" y="663"/>
                      </a:cubicBezTo>
                      <a:close/>
                      <a:moveTo>
                        <a:pt x="2773" y="3467"/>
                      </a:moveTo>
                      <a:cubicBezTo>
                        <a:pt x="3908" y="3467"/>
                        <a:pt x="4853" y="4412"/>
                        <a:pt x="4853" y="5546"/>
                      </a:cubicBezTo>
                      <a:lnTo>
                        <a:pt x="4853" y="6270"/>
                      </a:lnTo>
                      <a:lnTo>
                        <a:pt x="694" y="6270"/>
                      </a:lnTo>
                      <a:lnTo>
                        <a:pt x="694" y="5546"/>
                      </a:lnTo>
                      <a:cubicBezTo>
                        <a:pt x="694" y="4412"/>
                        <a:pt x="1639" y="3467"/>
                        <a:pt x="2773" y="3467"/>
                      </a:cubicBezTo>
                      <a:close/>
                      <a:moveTo>
                        <a:pt x="2773" y="1"/>
                      </a:moveTo>
                      <a:cubicBezTo>
                        <a:pt x="1828" y="1"/>
                        <a:pt x="1041" y="789"/>
                        <a:pt x="1041" y="1734"/>
                      </a:cubicBezTo>
                      <a:cubicBezTo>
                        <a:pt x="1041" y="2238"/>
                        <a:pt x="1261" y="2710"/>
                        <a:pt x="1608" y="3025"/>
                      </a:cubicBezTo>
                      <a:cubicBezTo>
                        <a:pt x="663" y="3467"/>
                        <a:pt x="1" y="4443"/>
                        <a:pt x="1" y="5546"/>
                      </a:cubicBezTo>
                      <a:lnTo>
                        <a:pt x="1" y="6617"/>
                      </a:lnTo>
                      <a:cubicBezTo>
                        <a:pt x="1" y="6806"/>
                        <a:pt x="159" y="6964"/>
                        <a:pt x="379" y="6964"/>
                      </a:cubicBezTo>
                      <a:lnTo>
                        <a:pt x="5199" y="6964"/>
                      </a:lnTo>
                      <a:cubicBezTo>
                        <a:pt x="5420" y="6964"/>
                        <a:pt x="5577" y="6806"/>
                        <a:pt x="5577" y="6617"/>
                      </a:cubicBezTo>
                      <a:lnTo>
                        <a:pt x="5577" y="5546"/>
                      </a:lnTo>
                      <a:cubicBezTo>
                        <a:pt x="5514" y="4412"/>
                        <a:pt x="4853" y="3467"/>
                        <a:pt x="3908" y="3025"/>
                      </a:cubicBezTo>
                      <a:cubicBezTo>
                        <a:pt x="4254" y="2710"/>
                        <a:pt x="4506" y="2238"/>
                        <a:pt x="4506" y="1734"/>
                      </a:cubicBezTo>
                      <a:cubicBezTo>
                        <a:pt x="4506" y="789"/>
                        <a:pt x="3719" y="1"/>
                        <a:pt x="277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10" name="Google Shape;9267;p73">
                <a:extLst>
                  <a:ext uri="{FF2B5EF4-FFF2-40B4-BE49-F238E27FC236}">
                    <a16:creationId xmlns:a16="http://schemas.microsoft.com/office/drawing/2014/main" id="{DFD2809D-8EAD-C73F-9AF6-99BA631EFE8C}"/>
                  </a:ext>
                </a:extLst>
              </p:cNvPr>
              <p:cNvGrpSpPr/>
              <p:nvPr/>
            </p:nvGrpSpPr>
            <p:grpSpPr>
              <a:xfrm>
                <a:off x="3292988" y="2281454"/>
                <a:ext cx="520558" cy="499641"/>
                <a:chOff x="2140225" y="2318650"/>
                <a:chExt cx="307975" cy="295600"/>
              </a:xfrm>
              <a:grpFill/>
            </p:grpSpPr>
            <p:sp>
              <p:nvSpPr>
                <p:cNvPr id="17753" name="Google Shape;9268;p73">
                  <a:extLst>
                    <a:ext uri="{FF2B5EF4-FFF2-40B4-BE49-F238E27FC236}">
                      <a16:creationId xmlns:a16="http://schemas.microsoft.com/office/drawing/2014/main" id="{DB099571-9C97-27F3-E76F-70ADB5AF3A52}"/>
                    </a:ext>
                  </a:extLst>
                </p:cNvPr>
                <p:cNvSpPr/>
                <p:nvPr/>
              </p:nvSpPr>
              <p:spPr>
                <a:xfrm>
                  <a:off x="2281200" y="2353025"/>
                  <a:ext cx="104000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4852" extrusionOk="0">
                      <a:moveTo>
                        <a:pt x="2080" y="662"/>
                      </a:moveTo>
                      <a:cubicBezTo>
                        <a:pt x="2490" y="662"/>
                        <a:pt x="2805" y="977"/>
                        <a:pt x="2805" y="1386"/>
                      </a:cubicBezTo>
                      <a:cubicBezTo>
                        <a:pt x="2805" y="1764"/>
                        <a:pt x="2490" y="2079"/>
                        <a:pt x="2080" y="2079"/>
                      </a:cubicBezTo>
                      <a:cubicBezTo>
                        <a:pt x="1702" y="2079"/>
                        <a:pt x="1387" y="1764"/>
                        <a:pt x="1387" y="1386"/>
                      </a:cubicBezTo>
                      <a:cubicBezTo>
                        <a:pt x="1387" y="977"/>
                        <a:pt x="1702" y="662"/>
                        <a:pt x="2080" y="662"/>
                      </a:cubicBezTo>
                      <a:close/>
                      <a:moveTo>
                        <a:pt x="2080" y="2773"/>
                      </a:moveTo>
                      <a:cubicBezTo>
                        <a:pt x="2836" y="2773"/>
                        <a:pt x="3466" y="3403"/>
                        <a:pt x="3466" y="4127"/>
                      </a:cubicBezTo>
                      <a:lnTo>
                        <a:pt x="662" y="4127"/>
                      </a:lnTo>
                      <a:cubicBezTo>
                        <a:pt x="662" y="3403"/>
                        <a:pt x="1293" y="2773"/>
                        <a:pt x="2080" y="2773"/>
                      </a:cubicBezTo>
                      <a:close/>
                      <a:moveTo>
                        <a:pt x="2112" y="0"/>
                      </a:moveTo>
                      <a:cubicBezTo>
                        <a:pt x="1387" y="0"/>
                        <a:pt x="757" y="630"/>
                        <a:pt x="757" y="1386"/>
                      </a:cubicBezTo>
                      <a:cubicBezTo>
                        <a:pt x="757" y="1733"/>
                        <a:pt x="915" y="2079"/>
                        <a:pt x="1135" y="2332"/>
                      </a:cubicBezTo>
                      <a:cubicBezTo>
                        <a:pt x="505" y="2678"/>
                        <a:pt x="64" y="3340"/>
                        <a:pt x="64" y="4127"/>
                      </a:cubicBezTo>
                      <a:lnTo>
                        <a:pt x="64" y="4505"/>
                      </a:lnTo>
                      <a:cubicBezTo>
                        <a:pt x="1" y="4694"/>
                        <a:pt x="158" y="4852"/>
                        <a:pt x="347" y="4852"/>
                      </a:cubicBezTo>
                      <a:lnTo>
                        <a:pt x="3813" y="4852"/>
                      </a:lnTo>
                      <a:cubicBezTo>
                        <a:pt x="4002" y="4852"/>
                        <a:pt x="4160" y="4694"/>
                        <a:pt x="4160" y="4505"/>
                      </a:cubicBezTo>
                      <a:lnTo>
                        <a:pt x="4160" y="4127"/>
                      </a:lnTo>
                      <a:cubicBezTo>
                        <a:pt x="4160" y="3340"/>
                        <a:pt x="3750" y="2678"/>
                        <a:pt x="3120" y="2332"/>
                      </a:cubicBezTo>
                      <a:cubicBezTo>
                        <a:pt x="3340" y="2079"/>
                        <a:pt x="3498" y="1733"/>
                        <a:pt x="3498" y="1386"/>
                      </a:cubicBezTo>
                      <a:cubicBezTo>
                        <a:pt x="3498" y="630"/>
                        <a:pt x="2868" y="0"/>
                        <a:pt x="211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4" name="Google Shape;9269;p73">
                  <a:extLst>
                    <a:ext uri="{FF2B5EF4-FFF2-40B4-BE49-F238E27FC236}">
                      <a16:creationId xmlns:a16="http://schemas.microsoft.com/office/drawing/2014/main" id="{453F360D-9884-6CA0-B763-21D11776D236}"/>
                    </a:ext>
                  </a:extLst>
                </p:cNvPr>
                <p:cNvSpPr/>
                <p:nvPr/>
              </p:nvSpPr>
              <p:spPr>
                <a:xfrm>
                  <a:off x="2140225" y="2318650"/>
                  <a:ext cx="307975" cy="29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19" h="11824" extrusionOk="0">
                      <a:moveTo>
                        <a:pt x="7712" y="682"/>
                      </a:moveTo>
                      <a:cubicBezTo>
                        <a:pt x="8607" y="682"/>
                        <a:pt x="9499" y="1029"/>
                        <a:pt x="10177" y="1690"/>
                      </a:cubicBezTo>
                      <a:cubicBezTo>
                        <a:pt x="11468" y="2982"/>
                        <a:pt x="11531" y="5187"/>
                        <a:pt x="10177" y="6573"/>
                      </a:cubicBezTo>
                      <a:cubicBezTo>
                        <a:pt x="9500" y="7266"/>
                        <a:pt x="8627" y="7590"/>
                        <a:pt x="7754" y="7590"/>
                      </a:cubicBezTo>
                      <a:cubicBezTo>
                        <a:pt x="6839" y="7590"/>
                        <a:pt x="5923" y="7234"/>
                        <a:pt x="5230" y="6573"/>
                      </a:cubicBezTo>
                      <a:cubicBezTo>
                        <a:pt x="3939" y="5282"/>
                        <a:pt x="3876" y="3045"/>
                        <a:pt x="5325" y="1659"/>
                      </a:cubicBezTo>
                      <a:cubicBezTo>
                        <a:pt x="6001" y="997"/>
                        <a:pt x="6858" y="682"/>
                        <a:pt x="7712" y="682"/>
                      </a:cubicBezTo>
                      <a:close/>
                      <a:moveTo>
                        <a:pt x="4128" y="6258"/>
                      </a:moveTo>
                      <a:cubicBezTo>
                        <a:pt x="4285" y="6573"/>
                        <a:pt x="4537" y="6857"/>
                        <a:pt x="4758" y="7078"/>
                      </a:cubicBezTo>
                      <a:cubicBezTo>
                        <a:pt x="5010" y="7330"/>
                        <a:pt x="5293" y="7550"/>
                        <a:pt x="5577" y="7708"/>
                      </a:cubicBezTo>
                      <a:lnTo>
                        <a:pt x="5136" y="8180"/>
                      </a:lnTo>
                      <a:cubicBezTo>
                        <a:pt x="5073" y="8243"/>
                        <a:pt x="4978" y="8275"/>
                        <a:pt x="4888" y="8275"/>
                      </a:cubicBezTo>
                      <a:cubicBezTo>
                        <a:pt x="4797" y="8275"/>
                        <a:pt x="4710" y="8243"/>
                        <a:pt x="4663" y="8180"/>
                      </a:cubicBezTo>
                      <a:lnTo>
                        <a:pt x="3655" y="7204"/>
                      </a:lnTo>
                      <a:cubicBezTo>
                        <a:pt x="3498" y="7078"/>
                        <a:pt x="3498" y="6857"/>
                        <a:pt x="3655" y="6731"/>
                      </a:cubicBezTo>
                      <a:lnTo>
                        <a:pt x="4128" y="6258"/>
                      </a:lnTo>
                      <a:close/>
                      <a:moveTo>
                        <a:pt x="3403" y="7960"/>
                      </a:moveTo>
                      <a:lnTo>
                        <a:pt x="3876" y="8432"/>
                      </a:lnTo>
                      <a:lnTo>
                        <a:pt x="3309" y="8968"/>
                      </a:lnTo>
                      <a:lnTo>
                        <a:pt x="2836" y="8495"/>
                      </a:lnTo>
                      <a:lnTo>
                        <a:pt x="3403" y="7960"/>
                      </a:lnTo>
                      <a:close/>
                      <a:moveTo>
                        <a:pt x="2363" y="8968"/>
                      </a:moveTo>
                      <a:lnTo>
                        <a:pt x="2836" y="9440"/>
                      </a:lnTo>
                      <a:lnTo>
                        <a:pt x="1292" y="10984"/>
                      </a:lnTo>
                      <a:cubicBezTo>
                        <a:pt x="1245" y="11047"/>
                        <a:pt x="1158" y="11079"/>
                        <a:pt x="1068" y="11079"/>
                      </a:cubicBezTo>
                      <a:cubicBezTo>
                        <a:pt x="977" y="11079"/>
                        <a:pt x="883" y="11047"/>
                        <a:pt x="820" y="10984"/>
                      </a:cubicBezTo>
                      <a:cubicBezTo>
                        <a:pt x="725" y="10858"/>
                        <a:pt x="725" y="10669"/>
                        <a:pt x="820" y="10512"/>
                      </a:cubicBezTo>
                      <a:lnTo>
                        <a:pt x="2363" y="8968"/>
                      </a:lnTo>
                      <a:close/>
                      <a:moveTo>
                        <a:pt x="7731" y="1"/>
                      </a:moveTo>
                      <a:cubicBezTo>
                        <a:pt x="6669" y="1"/>
                        <a:pt x="5604" y="403"/>
                        <a:pt x="4789" y="1218"/>
                      </a:cubicBezTo>
                      <a:cubicBezTo>
                        <a:pt x="3592" y="2446"/>
                        <a:pt x="3309" y="4179"/>
                        <a:pt x="3844" y="5628"/>
                      </a:cubicBezTo>
                      <a:lnTo>
                        <a:pt x="3182" y="6290"/>
                      </a:lnTo>
                      <a:cubicBezTo>
                        <a:pt x="2867" y="6605"/>
                        <a:pt x="2804" y="7078"/>
                        <a:pt x="2993" y="7487"/>
                      </a:cubicBezTo>
                      <a:lnTo>
                        <a:pt x="410" y="10071"/>
                      </a:lnTo>
                      <a:cubicBezTo>
                        <a:pt x="0" y="10480"/>
                        <a:pt x="0" y="11142"/>
                        <a:pt x="410" y="11520"/>
                      </a:cubicBezTo>
                      <a:cubicBezTo>
                        <a:pt x="580" y="11721"/>
                        <a:pt x="826" y="11823"/>
                        <a:pt x="1081" y="11823"/>
                      </a:cubicBezTo>
                      <a:cubicBezTo>
                        <a:pt x="1345" y="11823"/>
                        <a:pt x="1619" y="11713"/>
                        <a:pt x="1828" y="11488"/>
                      </a:cubicBezTo>
                      <a:lnTo>
                        <a:pt x="4411" y="8905"/>
                      </a:lnTo>
                      <a:cubicBezTo>
                        <a:pt x="4565" y="8976"/>
                        <a:pt x="4727" y="9011"/>
                        <a:pt x="4887" y="9011"/>
                      </a:cubicBezTo>
                      <a:cubicBezTo>
                        <a:pt x="5153" y="9011"/>
                        <a:pt x="5411" y="8913"/>
                        <a:pt x="5608" y="8716"/>
                      </a:cubicBezTo>
                      <a:lnTo>
                        <a:pt x="6270" y="8023"/>
                      </a:lnTo>
                      <a:cubicBezTo>
                        <a:pt x="6736" y="8205"/>
                        <a:pt x="7231" y="8296"/>
                        <a:pt x="7729" y="8296"/>
                      </a:cubicBezTo>
                      <a:cubicBezTo>
                        <a:pt x="8781" y="8296"/>
                        <a:pt x="9847" y="7890"/>
                        <a:pt x="10681" y="7078"/>
                      </a:cubicBezTo>
                      <a:cubicBezTo>
                        <a:pt x="12319" y="5439"/>
                        <a:pt x="12287" y="2793"/>
                        <a:pt x="10681" y="1218"/>
                      </a:cubicBezTo>
                      <a:cubicBezTo>
                        <a:pt x="9873" y="410"/>
                        <a:pt x="8804" y="1"/>
                        <a:pt x="773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11" name="Google Shape;9270;p73">
                <a:extLst>
                  <a:ext uri="{FF2B5EF4-FFF2-40B4-BE49-F238E27FC236}">
                    <a16:creationId xmlns:a16="http://schemas.microsoft.com/office/drawing/2014/main" id="{DB19A429-F021-5856-E522-33967F3996B5}"/>
                  </a:ext>
                </a:extLst>
              </p:cNvPr>
              <p:cNvGrpSpPr/>
              <p:nvPr/>
            </p:nvGrpSpPr>
            <p:grpSpPr>
              <a:xfrm>
                <a:off x="3300954" y="2924662"/>
                <a:ext cx="504627" cy="500571"/>
                <a:chOff x="2139425" y="2682250"/>
                <a:chExt cx="298550" cy="296150"/>
              </a:xfrm>
              <a:grpFill/>
            </p:grpSpPr>
            <p:sp>
              <p:nvSpPr>
                <p:cNvPr id="17749" name="Google Shape;9271;p73">
                  <a:extLst>
                    <a:ext uri="{FF2B5EF4-FFF2-40B4-BE49-F238E27FC236}">
                      <a16:creationId xmlns:a16="http://schemas.microsoft.com/office/drawing/2014/main" id="{CCA5FED2-7B32-27FB-737F-3DAE115C630B}"/>
                    </a:ext>
                  </a:extLst>
                </p:cNvPr>
                <p:cNvSpPr/>
                <p:nvPr/>
              </p:nvSpPr>
              <p:spPr>
                <a:xfrm>
                  <a:off x="2139425" y="2787000"/>
                  <a:ext cx="159125" cy="19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5" h="7656" extrusionOk="0">
                      <a:moveTo>
                        <a:pt x="3214" y="630"/>
                      </a:moveTo>
                      <a:cubicBezTo>
                        <a:pt x="3813" y="630"/>
                        <a:pt x="4286" y="1103"/>
                        <a:pt x="4286" y="1670"/>
                      </a:cubicBezTo>
                      <a:cubicBezTo>
                        <a:pt x="4286" y="2206"/>
                        <a:pt x="3813" y="2678"/>
                        <a:pt x="3214" y="2678"/>
                      </a:cubicBezTo>
                      <a:cubicBezTo>
                        <a:pt x="2647" y="2678"/>
                        <a:pt x="2175" y="2206"/>
                        <a:pt x="2175" y="1670"/>
                      </a:cubicBezTo>
                      <a:cubicBezTo>
                        <a:pt x="2175" y="1166"/>
                        <a:pt x="2647" y="630"/>
                        <a:pt x="3214" y="630"/>
                      </a:cubicBezTo>
                      <a:close/>
                      <a:moveTo>
                        <a:pt x="3183" y="3403"/>
                      </a:moveTo>
                      <a:cubicBezTo>
                        <a:pt x="4538" y="3403"/>
                        <a:pt x="5609" y="4506"/>
                        <a:pt x="5609" y="5829"/>
                      </a:cubicBezTo>
                      <a:lnTo>
                        <a:pt x="5609" y="6931"/>
                      </a:lnTo>
                      <a:lnTo>
                        <a:pt x="757" y="6931"/>
                      </a:lnTo>
                      <a:lnTo>
                        <a:pt x="757" y="5829"/>
                      </a:lnTo>
                      <a:cubicBezTo>
                        <a:pt x="757" y="4506"/>
                        <a:pt x="1860" y="3403"/>
                        <a:pt x="3183" y="3403"/>
                      </a:cubicBezTo>
                      <a:close/>
                      <a:moveTo>
                        <a:pt x="3183" y="0"/>
                      </a:moveTo>
                      <a:cubicBezTo>
                        <a:pt x="2238" y="0"/>
                        <a:pt x="1419" y="788"/>
                        <a:pt x="1419" y="1733"/>
                      </a:cubicBezTo>
                      <a:cubicBezTo>
                        <a:pt x="1419" y="2206"/>
                        <a:pt x="1608" y="2678"/>
                        <a:pt x="1954" y="2993"/>
                      </a:cubicBezTo>
                      <a:cubicBezTo>
                        <a:pt x="820" y="3466"/>
                        <a:pt x="1" y="4569"/>
                        <a:pt x="1" y="5892"/>
                      </a:cubicBezTo>
                      <a:lnTo>
                        <a:pt x="1" y="7309"/>
                      </a:lnTo>
                      <a:cubicBezTo>
                        <a:pt x="64" y="7498"/>
                        <a:pt x="222" y="7656"/>
                        <a:pt x="442" y="7656"/>
                      </a:cubicBezTo>
                      <a:lnTo>
                        <a:pt x="6018" y="7656"/>
                      </a:lnTo>
                      <a:cubicBezTo>
                        <a:pt x="6207" y="7656"/>
                        <a:pt x="6365" y="7498"/>
                        <a:pt x="6365" y="7309"/>
                      </a:cubicBezTo>
                      <a:lnTo>
                        <a:pt x="6365" y="5892"/>
                      </a:lnTo>
                      <a:cubicBezTo>
                        <a:pt x="6365" y="4569"/>
                        <a:pt x="5546" y="3466"/>
                        <a:pt x="4412" y="2993"/>
                      </a:cubicBezTo>
                      <a:cubicBezTo>
                        <a:pt x="4758" y="2647"/>
                        <a:pt x="4947" y="2206"/>
                        <a:pt x="4947" y="1733"/>
                      </a:cubicBezTo>
                      <a:cubicBezTo>
                        <a:pt x="4947" y="788"/>
                        <a:pt x="4160" y="0"/>
                        <a:pt x="318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0" name="Google Shape;9272;p73">
                  <a:extLst>
                    <a:ext uri="{FF2B5EF4-FFF2-40B4-BE49-F238E27FC236}">
                      <a16:creationId xmlns:a16="http://schemas.microsoft.com/office/drawing/2014/main" id="{FCE80E55-FB11-118F-CA88-AE654B298279}"/>
                    </a:ext>
                  </a:extLst>
                </p:cNvPr>
                <p:cNvSpPr/>
                <p:nvPr/>
              </p:nvSpPr>
              <p:spPr>
                <a:xfrm>
                  <a:off x="2280425" y="2682250"/>
                  <a:ext cx="157550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6239" extrusionOk="0">
                      <a:moveTo>
                        <a:pt x="3182" y="662"/>
                      </a:moveTo>
                      <a:cubicBezTo>
                        <a:pt x="4506" y="662"/>
                        <a:pt x="5608" y="1764"/>
                        <a:pt x="5608" y="3088"/>
                      </a:cubicBezTo>
                      <a:cubicBezTo>
                        <a:pt x="5577" y="4442"/>
                        <a:pt x="4474" y="5545"/>
                        <a:pt x="3151" y="5545"/>
                      </a:cubicBezTo>
                      <a:cubicBezTo>
                        <a:pt x="2710" y="5545"/>
                        <a:pt x="2300" y="5419"/>
                        <a:pt x="1954" y="5230"/>
                      </a:cubicBezTo>
                      <a:cubicBezTo>
                        <a:pt x="1891" y="5198"/>
                        <a:pt x="1796" y="5198"/>
                        <a:pt x="1733" y="5198"/>
                      </a:cubicBezTo>
                      <a:lnTo>
                        <a:pt x="946" y="5388"/>
                      </a:lnTo>
                      <a:lnTo>
                        <a:pt x="1166" y="4663"/>
                      </a:lnTo>
                      <a:cubicBezTo>
                        <a:pt x="1198" y="4568"/>
                        <a:pt x="1166" y="4474"/>
                        <a:pt x="1135" y="4411"/>
                      </a:cubicBezTo>
                      <a:cubicBezTo>
                        <a:pt x="883" y="4001"/>
                        <a:pt x="725" y="3560"/>
                        <a:pt x="725" y="3088"/>
                      </a:cubicBezTo>
                      <a:cubicBezTo>
                        <a:pt x="725" y="1764"/>
                        <a:pt x="1828" y="662"/>
                        <a:pt x="3182" y="662"/>
                      </a:cubicBezTo>
                      <a:close/>
                      <a:moveTo>
                        <a:pt x="3151" y="0"/>
                      </a:moveTo>
                      <a:cubicBezTo>
                        <a:pt x="1418" y="0"/>
                        <a:pt x="32" y="1418"/>
                        <a:pt x="32" y="3088"/>
                      </a:cubicBezTo>
                      <a:cubicBezTo>
                        <a:pt x="32" y="3655"/>
                        <a:pt x="158" y="4159"/>
                        <a:pt x="410" y="4631"/>
                      </a:cubicBezTo>
                      <a:lnTo>
                        <a:pt x="32" y="5766"/>
                      </a:lnTo>
                      <a:cubicBezTo>
                        <a:pt x="0" y="5892"/>
                        <a:pt x="32" y="6018"/>
                        <a:pt x="95" y="6144"/>
                      </a:cubicBezTo>
                      <a:cubicBezTo>
                        <a:pt x="189" y="6207"/>
                        <a:pt x="315" y="6238"/>
                        <a:pt x="473" y="6238"/>
                      </a:cubicBezTo>
                      <a:lnTo>
                        <a:pt x="1765" y="5923"/>
                      </a:lnTo>
                      <a:cubicBezTo>
                        <a:pt x="2206" y="6175"/>
                        <a:pt x="2678" y="6238"/>
                        <a:pt x="3182" y="6238"/>
                      </a:cubicBezTo>
                      <a:cubicBezTo>
                        <a:pt x="4915" y="6238"/>
                        <a:pt x="6301" y="4820"/>
                        <a:pt x="6301" y="3151"/>
                      </a:cubicBezTo>
                      <a:cubicBezTo>
                        <a:pt x="6238" y="1418"/>
                        <a:pt x="4884" y="0"/>
                        <a:pt x="315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1" name="Google Shape;9273;p73">
                  <a:extLst>
                    <a:ext uri="{FF2B5EF4-FFF2-40B4-BE49-F238E27FC236}">
                      <a16:creationId xmlns:a16="http://schemas.microsoft.com/office/drawing/2014/main" id="{3473AA95-5743-6B43-1034-8CA9163B34AC}"/>
                    </a:ext>
                  </a:extLst>
                </p:cNvPr>
                <p:cNvSpPr/>
                <p:nvPr/>
              </p:nvSpPr>
              <p:spPr>
                <a:xfrm>
                  <a:off x="2349725" y="2725550"/>
                  <a:ext cx="18150" cy="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695" extrusionOk="0">
                      <a:moveTo>
                        <a:pt x="379" y="1"/>
                      </a:moveTo>
                      <a:cubicBezTo>
                        <a:pt x="158" y="1"/>
                        <a:pt x="1" y="158"/>
                        <a:pt x="1" y="348"/>
                      </a:cubicBezTo>
                      <a:cubicBezTo>
                        <a:pt x="1" y="537"/>
                        <a:pt x="158" y="694"/>
                        <a:pt x="379" y="694"/>
                      </a:cubicBezTo>
                      <a:cubicBezTo>
                        <a:pt x="568" y="694"/>
                        <a:pt x="725" y="537"/>
                        <a:pt x="725" y="348"/>
                      </a:cubicBezTo>
                      <a:cubicBezTo>
                        <a:pt x="725" y="158"/>
                        <a:pt x="568" y="1"/>
                        <a:pt x="37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2" name="Google Shape;9274;p73">
                  <a:extLst>
                    <a:ext uri="{FF2B5EF4-FFF2-40B4-BE49-F238E27FC236}">
                      <a16:creationId xmlns:a16="http://schemas.microsoft.com/office/drawing/2014/main" id="{930EE990-9113-5D81-EF39-B4CA9E8DAAAA}"/>
                    </a:ext>
                  </a:extLst>
                </p:cNvPr>
                <p:cNvSpPr/>
                <p:nvPr/>
              </p:nvSpPr>
              <p:spPr>
                <a:xfrm>
                  <a:off x="2349725" y="2751550"/>
                  <a:ext cx="18150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2112" extrusionOk="0">
                      <a:moveTo>
                        <a:pt x="379" y="1"/>
                      </a:moveTo>
                      <a:cubicBezTo>
                        <a:pt x="158" y="1"/>
                        <a:pt x="1" y="158"/>
                        <a:pt x="1" y="379"/>
                      </a:cubicBezTo>
                      <a:lnTo>
                        <a:pt x="1" y="1733"/>
                      </a:lnTo>
                      <a:cubicBezTo>
                        <a:pt x="1" y="1954"/>
                        <a:pt x="158" y="2111"/>
                        <a:pt x="379" y="2111"/>
                      </a:cubicBezTo>
                      <a:cubicBezTo>
                        <a:pt x="568" y="2111"/>
                        <a:pt x="725" y="1954"/>
                        <a:pt x="725" y="1733"/>
                      </a:cubicBezTo>
                      <a:lnTo>
                        <a:pt x="725" y="379"/>
                      </a:lnTo>
                      <a:cubicBezTo>
                        <a:pt x="725" y="158"/>
                        <a:pt x="568" y="1"/>
                        <a:pt x="37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12" name="Google Shape;9275;p73">
                <a:extLst>
                  <a:ext uri="{FF2B5EF4-FFF2-40B4-BE49-F238E27FC236}">
                    <a16:creationId xmlns:a16="http://schemas.microsoft.com/office/drawing/2014/main" id="{9992E002-32B7-0E30-6174-A4B5C360A5AD}"/>
                  </a:ext>
                </a:extLst>
              </p:cNvPr>
              <p:cNvGrpSpPr/>
              <p:nvPr/>
            </p:nvGrpSpPr>
            <p:grpSpPr>
              <a:xfrm>
                <a:off x="6474398" y="1748451"/>
                <a:ext cx="501965" cy="379464"/>
                <a:chOff x="3962775" y="1990700"/>
                <a:chExt cx="296975" cy="224500"/>
              </a:xfrm>
              <a:grpFill/>
            </p:grpSpPr>
            <p:sp>
              <p:nvSpPr>
                <p:cNvPr id="17745" name="Google Shape;9276;p73">
                  <a:extLst>
                    <a:ext uri="{FF2B5EF4-FFF2-40B4-BE49-F238E27FC236}">
                      <a16:creationId xmlns:a16="http://schemas.microsoft.com/office/drawing/2014/main" id="{9A6BE43D-6526-2C57-8AE3-491E6B04F395}"/>
                    </a:ext>
                  </a:extLst>
                </p:cNvPr>
                <p:cNvSpPr/>
                <p:nvPr/>
              </p:nvSpPr>
              <p:spPr>
                <a:xfrm>
                  <a:off x="4216400" y="2093100"/>
                  <a:ext cx="433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4" h="726" extrusionOk="0">
                      <a:moveTo>
                        <a:pt x="379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5"/>
                        <a:pt x="379" y="725"/>
                      </a:cubicBezTo>
                      <a:lnTo>
                        <a:pt x="1387" y="725"/>
                      </a:lnTo>
                      <a:cubicBezTo>
                        <a:pt x="1576" y="725"/>
                        <a:pt x="1733" y="568"/>
                        <a:pt x="1733" y="347"/>
                      </a:cubicBezTo>
                      <a:cubicBezTo>
                        <a:pt x="1702" y="158"/>
                        <a:pt x="1544" y="1"/>
                        <a:pt x="13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6" name="Google Shape;9277;p73">
                  <a:extLst>
                    <a:ext uri="{FF2B5EF4-FFF2-40B4-BE49-F238E27FC236}">
                      <a16:creationId xmlns:a16="http://schemas.microsoft.com/office/drawing/2014/main" id="{236248FC-F985-6163-39F8-110A0FE78691}"/>
                    </a:ext>
                  </a:extLst>
                </p:cNvPr>
                <p:cNvSpPr/>
                <p:nvPr/>
              </p:nvSpPr>
              <p:spPr>
                <a:xfrm>
                  <a:off x="4206950" y="2129325"/>
                  <a:ext cx="35475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56" extrusionOk="0">
                      <a:moveTo>
                        <a:pt x="351" y="1"/>
                      </a:moveTo>
                      <a:cubicBezTo>
                        <a:pt x="260" y="1"/>
                        <a:pt x="174" y="32"/>
                        <a:pt x="127" y="95"/>
                      </a:cubicBezTo>
                      <a:cubicBezTo>
                        <a:pt x="1" y="221"/>
                        <a:pt x="1" y="410"/>
                        <a:pt x="127" y="568"/>
                      </a:cubicBezTo>
                      <a:lnTo>
                        <a:pt x="820" y="1261"/>
                      </a:lnTo>
                      <a:cubicBezTo>
                        <a:pt x="883" y="1324"/>
                        <a:pt x="969" y="1356"/>
                        <a:pt x="1056" y="1356"/>
                      </a:cubicBezTo>
                      <a:cubicBezTo>
                        <a:pt x="1143" y="1356"/>
                        <a:pt x="1229" y="1324"/>
                        <a:pt x="1292" y="1261"/>
                      </a:cubicBezTo>
                      <a:cubicBezTo>
                        <a:pt x="1418" y="1166"/>
                        <a:pt x="1418" y="914"/>
                        <a:pt x="1292" y="788"/>
                      </a:cubicBezTo>
                      <a:lnTo>
                        <a:pt x="599" y="95"/>
                      </a:lnTo>
                      <a:cubicBezTo>
                        <a:pt x="536" y="32"/>
                        <a:pt x="442" y="1"/>
                        <a:pt x="35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7" name="Google Shape;9278;p73">
                  <a:extLst>
                    <a:ext uri="{FF2B5EF4-FFF2-40B4-BE49-F238E27FC236}">
                      <a16:creationId xmlns:a16="http://schemas.microsoft.com/office/drawing/2014/main" id="{62771EB1-DF7A-AD96-9E55-49EE46E628E6}"/>
                    </a:ext>
                  </a:extLst>
                </p:cNvPr>
                <p:cNvSpPr/>
                <p:nvPr/>
              </p:nvSpPr>
              <p:spPr>
                <a:xfrm>
                  <a:off x="4207750" y="2041900"/>
                  <a:ext cx="35450" cy="3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380" extrusionOk="0">
                      <a:moveTo>
                        <a:pt x="1067" y="1"/>
                      </a:moveTo>
                      <a:cubicBezTo>
                        <a:pt x="977" y="1"/>
                        <a:pt x="882" y="32"/>
                        <a:pt x="819" y="95"/>
                      </a:cubicBezTo>
                      <a:lnTo>
                        <a:pt x="126" y="788"/>
                      </a:lnTo>
                      <a:cubicBezTo>
                        <a:pt x="0" y="914"/>
                        <a:pt x="0" y="1135"/>
                        <a:pt x="126" y="1261"/>
                      </a:cubicBezTo>
                      <a:cubicBezTo>
                        <a:pt x="189" y="1340"/>
                        <a:pt x="268" y="1379"/>
                        <a:pt x="351" y="1379"/>
                      </a:cubicBezTo>
                      <a:cubicBezTo>
                        <a:pt x="433" y="1379"/>
                        <a:pt x="520" y="1340"/>
                        <a:pt x="599" y="1261"/>
                      </a:cubicBezTo>
                      <a:lnTo>
                        <a:pt x="1292" y="568"/>
                      </a:lnTo>
                      <a:cubicBezTo>
                        <a:pt x="1418" y="442"/>
                        <a:pt x="1418" y="190"/>
                        <a:pt x="1292" y="95"/>
                      </a:cubicBezTo>
                      <a:cubicBezTo>
                        <a:pt x="1244" y="32"/>
                        <a:pt x="1158" y="1"/>
                        <a:pt x="106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8" name="Google Shape;9279;p73">
                  <a:extLst>
                    <a:ext uri="{FF2B5EF4-FFF2-40B4-BE49-F238E27FC236}">
                      <a16:creationId xmlns:a16="http://schemas.microsoft.com/office/drawing/2014/main" id="{985E1139-1F37-473A-CE4D-6E92EBFD3D6E}"/>
                    </a:ext>
                  </a:extLst>
                </p:cNvPr>
                <p:cNvSpPr/>
                <p:nvPr/>
              </p:nvSpPr>
              <p:spPr>
                <a:xfrm>
                  <a:off x="3962775" y="1990700"/>
                  <a:ext cx="226075" cy="22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3" h="8980" extrusionOk="0">
                      <a:moveTo>
                        <a:pt x="1419" y="3403"/>
                      </a:moveTo>
                      <a:lnTo>
                        <a:pt x="1419" y="4790"/>
                      </a:lnTo>
                      <a:cubicBezTo>
                        <a:pt x="1009" y="4790"/>
                        <a:pt x="694" y="4506"/>
                        <a:pt x="694" y="4097"/>
                      </a:cubicBezTo>
                      <a:cubicBezTo>
                        <a:pt x="694" y="3719"/>
                        <a:pt x="1009" y="3403"/>
                        <a:pt x="1419" y="3403"/>
                      </a:cubicBezTo>
                      <a:close/>
                      <a:moveTo>
                        <a:pt x="4191" y="2710"/>
                      </a:moveTo>
                      <a:lnTo>
                        <a:pt x="4191" y="5483"/>
                      </a:lnTo>
                      <a:lnTo>
                        <a:pt x="2490" y="5483"/>
                      </a:lnTo>
                      <a:cubicBezTo>
                        <a:pt x="2269" y="5483"/>
                        <a:pt x="2112" y="5325"/>
                        <a:pt x="2112" y="5105"/>
                      </a:cubicBezTo>
                      <a:lnTo>
                        <a:pt x="2112" y="3088"/>
                      </a:lnTo>
                      <a:cubicBezTo>
                        <a:pt x="2112" y="2868"/>
                        <a:pt x="2269" y="2710"/>
                        <a:pt x="2490" y="2710"/>
                      </a:cubicBezTo>
                      <a:close/>
                      <a:moveTo>
                        <a:pt x="6995" y="1828"/>
                      </a:moveTo>
                      <a:lnTo>
                        <a:pt x="6995" y="6428"/>
                      </a:lnTo>
                      <a:cubicBezTo>
                        <a:pt x="6428" y="5924"/>
                        <a:pt x="5672" y="5609"/>
                        <a:pt x="4884" y="5514"/>
                      </a:cubicBezTo>
                      <a:lnTo>
                        <a:pt x="4884" y="2710"/>
                      </a:lnTo>
                      <a:cubicBezTo>
                        <a:pt x="5672" y="2647"/>
                        <a:pt x="6428" y="2332"/>
                        <a:pt x="6995" y="1828"/>
                      </a:cubicBezTo>
                      <a:close/>
                      <a:moveTo>
                        <a:pt x="8066" y="631"/>
                      </a:moveTo>
                      <a:cubicBezTo>
                        <a:pt x="8255" y="631"/>
                        <a:pt x="8413" y="789"/>
                        <a:pt x="8413" y="978"/>
                      </a:cubicBezTo>
                      <a:lnTo>
                        <a:pt x="8413" y="7216"/>
                      </a:lnTo>
                      <a:cubicBezTo>
                        <a:pt x="8413" y="7405"/>
                        <a:pt x="8255" y="7562"/>
                        <a:pt x="8066" y="7562"/>
                      </a:cubicBezTo>
                      <a:cubicBezTo>
                        <a:pt x="7877" y="7562"/>
                        <a:pt x="7720" y="7405"/>
                        <a:pt x="7720" y="7216"/>
                      </a:cubicBezTo>
                      <a:lnTo>
                        <a:pt x="7720" y="978"/>
                      </a:lnTo>
                      <a:cubicBezTo>
                        <a:pt x="7720" y="789"/>
                        <a:pt x="7877" y="631"/>
                        <a:pt x="8066" y="631"/>
                      </a:cubicBezTo>
                      <a:close/>
                      <a:moveTo>
                        <a:pt x="3498" y="6176"/>
                      </a:moveTo>
                      <a:lnTo>
                        <a:pt x="3498" y="7909"/>
                      </a:lnTo>
                      <a:cubicBezTo>
                        <a:pt x="3498" y="8129"/>
                        <a:pt x="3340" y="8287"/>
                        <a:pt x="3151" y="8287"/>
                      </a:cubicBezTo>
                      <a:cubicBezTo>
                        <a:pt x="2962" y="8287"/>
                        <a:pt x="2805" y="8129"/>
                        <a:pt x="2805" y="7909"/>
                      </a:cubicBezTo>
                      <a:lnTo>
                        <a:pt x="2805" y="6176"/>
                      </a:lnTo>
                      <a:close/>
                      <a:moveTo>
                        <a:pt x="8035" y="1"/>
                      </a:moveTo>
                      <a:cubicBezTo>
                        <a:pt x="7531" y="1"/>
                        <a:pt x="7090" y="411"/>
                        <a:pt x="6995" y="883"/>
                      </a:cubicBezTo>
                      <a:lnTo>
                        <a:pt x="6680" y="1198"/>
                      </a:lnTo>
                      <a:cubicBezTo>
                        <a:pt x="6144" y="1734"/>
                        <a:pt x="5325" y="2049"/>
                        <a:pt x="4538" y="2049"/>
                      </a:cubicBezTo>
                      <a:lnTo>
                        <a:pt x="2427" y="2049"/>
                      </a:lnTo>
                      <a:cubicBezTo>
                        <a:pt x="2017" y="2049"/>
                        <a:pt x="1608" y="2332"/>
                        <a:pt x="1450" y="2773"/>
                      </a:cubicBezTo>
                      <a:lnTo>
                        <a:pt x="1387" y="2773"/>
                      </a:lnTo>
                      <a:cubicBezTo>
                        <a:pt x="631" y="2773"/>
                        <a:pt x="1" y="3403"/>
                        <a:pt x="1" y="4128"/>
                      </a:cubicBezTo>
                      <a:cubicBezTo>
                        <a:pt x="1" y="4884"/>
                        <a:pt x="631" y="5514"/>
                        <a:pt x="1387" y="5514"/>
                      </a:cubicBezTo>
                      <a:lnTo>
                        <a:pt x="1450" y="5514"/>
                      </a:lnTo>
                      <a:cubicBezTo>
                        <a:pt x="1576" y="5798"/>
                        <a:pt x="1797" y="6018"/>
                        <a:pt x="2080" y="6144"/>
                      </a:cubicBezTo>
                      <a:lnTo>
                        <a:pt x="2080" y="7940"/>
                      </a:lnTo>
                      <a:cubicBezTo>
                        <a:pt x="2112" y="8507"/>
                        <a:pt x="2584" y="8980"/>
                        <a:pt x="3151" y="8980"/>
                      </a:cubicBezTo>
                      <a:cubicBezTo>
                        <a:pt x="3750" y="8980"/>
                        <a:pt x="4160" y="8507"/>
                        <a:pt x="4160" y="7972"/>
                      </a:cubicBezTo>
                      <a:lnTo>
                        <a:pt x="4160" y="6239"/>
                      </a:lnTo>
                      <a:lnTo>
                        <a:pt x="4538" y="6239"/>
                      </a:lnTo>
                      <a:cubicBezTo>
                        <a:pt x="5325" y="6239"/>
                        <a:pt x="6144" y="6554"/>
                        <a:pt x="6680" y="7090"/>
                      </a:cubicBezTo>
                      <a:lnTo>
                        <a:pt x="6995" y="7405"/>
                      </a:lnTo>
                      <a:cubicBezTo>
                        <a:pt x="7090" y="7909"/>
                        <a:pt x="7531" y="8287"/>
                        <a:pt x="8035" y="8287"/>
                      </a:cubicBezTo>
                      <a:cubicBezTo>
                        <a:pt x="8633" y="8287"/>
                        <a:pt x="9043" y="7814"/>
                        <a:pt x="9043" y="7247"/>
                      </a:cubicBezTo>
                      <a:lnTo>
                        <a:pt x="9043" y="1041"/>
                      </a:lnTo>
                      <a:cubicBezTo>
                        <a:pt x="9043" y="442"/>
                        <a:pt x="8570" y="1"/>
                        <a:pt x="803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13" name="Google Shape;9280;p73">
                <a:extLst>
                  <a:ext uri="{FF2B5EF4-FFF2-40B4-BE49-F238E27FC236}">
                    <a16:creationId xmlns:a16="http://schemas.microsoft.com/office/drawing/2014/main" id="{09BBC2A9-E7C4-93C2-F40E-AA512C8C5D79}"/>
                  </a:ext>
                </a:extLst>
              </p:cNvPr>
              <p:cNvGrpSpPr/>
              <p:nvPr/>
            </p:nvGrpSpPr>
            <p:grpSpPr>
              <a:xfrm>
                <a:off x="6475075" y="2280968"/>
                <a:ext cx="500612" cy="500612"/>
                <a:chOff x="3963575" y="2317575"/>
                <a:chExt cx="296175" cy="296175"/>
              </a:xfrm>
              <a:grpFill/>
            </p:grpSpPr>
            <p:sp>
              <p:nvSpPr>
                <p:cNvPr id="17729" name="Google Shape;9281;p73">
                  <a:extLst>
                    <a:ext uri="{FF2B5EF4-FFF2-40B4-BE49-F238E27FC236}">
                      <a16:creationId xmlns:a16="http://schemas.microsoft.com/office/drawing/2014/main" id="{4ACFAD76-47BB-4318-2B20-CB9E8240F179}"/>
                    </a:ext>
                  </a:extLst>
                </p:cNvPr>
                <p:cNvSpPr/>
                <p:nvPr/>
              </p:nvSpPr>
              <p:spPr>
                <a:xfrm>
                  <a:off x="3963575" y="2317575"/>
                  <a:ext cx="296175" cy="29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7" h="11847" extrusionOk="0">
                      <a:moveTo>
                        <a:pt x="9483" y="1418"/>
                      </a:moveTo>
                      <a:cubicBezTo>
                        <a:pt x="9672" y="1418"/>
                        <a:pt x="9830" y="1576"/>
                        <a:pt x="9830" y="1765"/>
                      </a:cubicBezTo>
                      <a:lnTo>
                        <a:pt x="9830" y="2836"/>
                      </a:lnTo>
                      <a:lnTo>
                        <a:pt x="788" y="2836"/>
                      </a:lnTo>
                      <a:lnTo>
                        <a:pt x="788" y="1765"/>
                      </a:lnTo>
                      <a:lnTo>
                        <a:pt x="725" y="1765"/>
                      </a:lnTo>
                      <a:cubicBezTo>
                        <a:pt x="725" y="1576"/>
                        <a:pt x="883" y="1418"/>
                        <a:pt x="1072" y="1418"/>
                      </a:cubicBezTo>
                      <a:lnTo>
                        <a:pt x="1418" y="1418"/>
                      </a:lnTo>
                      <a:lnTo>
                        <a:pt x="1418" y="1765"/>
                      </a:lnTo>
                      <a:cubicBezTo>
                        <a:pt x="1418" y="1954"/>
                        <a:pt x="1576" y="2143"/>
                        <a:pt x="1765" y="2143"/>
                      </a:cubicBezTo>
                      <a:cubicBezTo>
                        <a:pt x="1954" y="2143"/>
                        <a:pt x="2111" y="1954"/>
                        <a:pt x="2111" y="1765"/>
                      </a:cubicBezTo>
                      <a:lnTo>
                        <a:pt x="2111" y="1418"/>
                      </a:lnTo>
                      <a:lnTo>
                        <a:pt x="3498" y="1418"/>
                      </a:lnTo>
                      <a:lnTo>
                        <a:pt x="3498" y="1765"/>
                      </a:lnTo>
                      <a:cubicBezTo>
                        <a:pt x="3498" y="1954"/>
                        <a:pt x="3655" y="2143"/>
                        <a:pt x="3844" y="2143"/>
                      </a:cubicBezTo>
                      <a:cubicBezTo>
                        <a:pt x="4065" y="2143"/>
                        <a:pt x="4222" y="1954"/>
                        <a:pt x="4222" y="1765"/>
                      </a:cubicBezTo>
                      <a:lnTo>
                        <a:pt x="4222" y="1418"/>
                      </a:lnTo>
                      <a:lnTo>
                        <a:pt x="6333" y="1418"/>
                      </a:lnTo>
                      <a:lnTo>
                        <a:pt x="6333" y="1765"/>
                      </a:lnTo>
                      <a:cubicBezTo>
                        <a:pt x="6333" y="1954"/>
                        <a:pt x="6490" y="2143"/>
                        <a:pt x="6680" y="2143"/>
                      </a:cubicBezTo>
                      <a:cubicBezTo>
                        <a:pt x="6900" y="2143"/>
                        <a:pt x="7058" y="1954"/>
                        <a:pt x="7058" y="1765"/>
                      </a:cubicBezTo>
                      <a:lnTo>
                        <a:pt x="7058" y="1418"/>
                      </a:lnTo>
                      <a:lnTo>
                        <a:pt x="8412" y="1418"/>
                      </a:lnTo>
                      <a:lnTo>
                        <a:pt x="8412" y="1765"/>
                      </a:lnTo>
                      <a:cubicBezTo>
                        <a:pt x="8412" y="1954"/>
                        <a:pt x="8570" y="2143"/>
                        <a:pt x="8790" y="2143"/>
                      </a:cubicBezTo>
                      <a:cubicBezTo>
                        <a:pt x="8979" y="2143"/>
                        <a:pt x="9137" y="1954"/>
                        <a:pt x="9137" y="1765"/>
                      </a:cubicBezTo>
                      <a:lnTo>
                        <a:pt x="9137" y="1418"/>
                      </a:lnTo>
                      <a:close/>
                      <a:moveTo>
                        <a:pt x="9767" y="3497"/>
                      </a:moveTo>
                      <a:lnTo>
                        <a:pt x="9767" y="7026"/>
                      </a:lnTo>
                      <a:cubicBezTo>
                        <a:pt x="9641" y="7026"/>
                        <a:pt x="9546" y="6963"/>
                        <a:pt x="9420" y="6963"/>
                      </a:cubicBezTo>
                      <a:cubicBezTo>
                        <a:pt x="8066" y="6963"/>
                        <a:pt x="6963" y="8066"/>
                        <a:pt x="6963" y="9420"/>
                      </a:cubicBezTo>
                      <a:cubicBezTo>
                        <a:pt x="6963" y="9546"/>
                        <a:pt x="6963" y="9641"/>
                        <a:pt x="7026" y="9767"/>
                      </a:cubicBezTo>
                      <a:lnTo>
                        <a:pt x="1040" y="9767"/>
                      </a:lnTo>
                      <a:cubicBezTo>
                        <a:pt x="820" y="9767"/>
                        <a:pt x="662" y="9609"/>
                        <a:pt x="662" y="9420"/>
                      </a:cubicBezTo>
                      <a:lnTo>
                        <a:pt x="662" y="3497"/>
                      </a:lnTo>
                      <a:close/>
                      <a:moveTo>
                        <a:pt x="9420" y="7688"/>
                      </a:moveTo>
                      <a:cubicBezTo>
                        <a:pt x="10366" y="7688"/>
                        <a:pt x="11153" y="8475"/>
                        <a:pt x="11153" y="9420"/>
                      </a:cubicBezTo>
                      <a:cubicBezTo>
                        <a:pt x="11153" y="10397"/>
                        <a:pt x="10366" y="11185"/>
                        <a:pt x="9420" y="11185"/>
                      </a:cubicBezTo>
                      <a:cubicBezTo>
                        <a:pt x="8475" y="11185"/>
                        <a:pt x="7688" y="10397"/>
                        <a:pt x="7688" y="9420"/>
                      </a:cubicBezTo>
                      <a:cubicBezTo>
                        <a:pt x="7688" y="8475"/>
                        <a:pt x="8475" y="7688"/>
                        <a:pt x="9420" y="7688"/>
                      </a:cubicBezTo>
                      <a:close/>
                      <a:moveTo>
                        <a:pt x="1733" y="0"/>
                      </a:moveTo>
                      <a:cubicBezTo>
                        <a:pt x="1544" y="0"/>
                        <a:pt x="1387" y="158"/>
                        <a:pt x="1387" y="347"/>
                      </a:cubicBezTo>
                      <a:lnTo>
                        <a:pt x="1387" y="725"/>
                      </a:lnTo>
                      <a:lnTo>
                        <a:pt x="1040" y="725"/>
                      </a:lnTo>
                      <a:cubicBezTo>
                        <a:pt x="442" y="725"/>
                        <a:pt x="0" y="1166"/>
                        <a:pt x="0" y="1733"/>
                      </a:cubicBezTo>
                      <a:lnTo>
                        <a:pt x="0" y="9389"/>
                      </a:lnTo>
                      <a:cubicBezTo>
                        <a:pt x="0" y="9956"/>
                        <a:pt x="473" y="10429"/>
                        <a:pt x="1040" y="10429"/>
                      </a:cubicBezTo>
                      <a:lnTo>
                        <a:pt x="7215" y="10429"/>
                      </a:lnTo>
                      <a:cubicBezTo>
                        <a:pt x="7593" y="11279"/>
                        <a:pt x="8444" y="11846"/>
                        <a:pt x="9420" y="11846"/>
                      </a:cubicBezTo>
                      <a:cubicBezTo>
                        <a:pt x="10744" y="11846"/>
                        <a:pt x="11846" y="10744"/>
                        <a:pt x="11846" y="9420"/>
                      </a:cubicBezTo>
                      <a:cubicBezTo>
                        <a:pt x="11846" y="8444"/>
                        <a:pt x="11311" y="7593"/>
                        <a:pt x="10492" y="7215"/>
                      </a:cubicBezTo>
                      <a:lnTo>
                        <a:pt x="10492" y="1733"/>
                      </a:lnTo>
                      <a:cubicBezTo>
                        <a:pt x="10492" y="1135"/>
                        <a:pt x="10019" y="725"/>
                        <a:pt x="9452" y="725"/>
                      </a:cubicBezTo>
                      <a:lnTo>
                        <a:pt x="9105" y="725"/>
                      </a:lnTo>
                      <a:lnTo>
                        <a:pt x="9105" y="347"/>
                      </a:lnTo>
                      <a:cubicBezTo>
                        <a:pt x="9105" y="158"/>
                        <a:pt x="8948" y="0"/>
                        <a:pt x="8759" y="0"/>
                      </a:cubicBezTo>
                      <a:cubicBezTo>
                        <a:pt x="8538" y="0"/>
                        <a:pt x="8381" y="158"/>
                        <a:pt x="8381" y="347"/>
                      </a:cubicBezTo>
                      <a:lnTo>
                        <a:pt x="8381" y="725"/>
                      </a:lnTo>
                      <a:lnTo>
                        <a:pt x="7026" y="725"/>
                      </a:lnTo>
                      <a:lnTo>
                        <a:pt x="7026" y="347"/>
                      </a:lnTo>
                      <a:cubicBezTo>
                        <a:pt x="7026" y="158"/>
                        <a:pt x="6869" y="0"/>
                        <a:pt x="6648" y="0"/>
                      </a:cubicBezTo>
                      <a:cubicBezTo>
                        <a:pt x="6459" y="0"/>
                        <a:pt x="6301" y="158"/>
                        <a:pt x="6301" y="347"/>
                      </a:cubicBezTo>
                      <a:lnTo>
                        <a:pt x="6301" y="725"/>
                      </a:lnTo>
                      <a:lnTo>
                        <a:pt x="4191" y="725"/>
                      </a:lnTo>
                      <a:lnTo>
                        <a:pt x="4191" y="347"/>
                      </a:lnTo>
                      <a:cubicBezTo>
                        <a:pt x="4191" y="158"/>
                        <a:pt x="4033" y="0"/>
                        <a:pt x="3813" y="0"/>
                      </a:cubicBezTo>
                      <a:cubicBezTo>
                        <a:pt x="3624" y="0"/>
                        <a:pt x="3466" y="158"/>
                        <a:pt x="3466" y="347"/>
                      </a:cubicBezTo>
                      <a:lnTo>
                        <a:pt x="3466" y="725"/>
                      </a:lnTo>
                      <a:lnTo>
                        <a:pt x="2080" y="725"/>
                      </a:lnTo>
                      <a:lnTo>
                        <a:pt x="2080" y="347"/>
                      </a:lnTo>
                      <a:cubicBezTo>
                        <a:pt x="2080" y="158"/>
                        <a:pt x="1922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0" name="Google Shape;9282;p73">
                  <a:extLst>
                    <a:ext uri="{FF2B5EF4-FFF2-40B4-BE49-F238E27FC236}">
                      <a16:creationId xmlns:a16="http://schemas.microsoft.com/office/drawing/2014/main" id="{F915654A-EB5E-1504-971D-A2EFD0EB4374}"/>
                    </a:ext>
                  </a:extLst>
                </p:cNvPr>
                <p:cNvSpPr/>
                <p:nvPr/>
              </p:nvSpPr>
              <p:spPr>
                <a:xfrm>
                  <a:off x="4190400" y="2526300"/>
                  <a:ext cx="34700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1418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1071"/>
                      </a:lnTo>
                      <a:cubicBezTo>
                        <a:pt x="1" y="1260"/>
                        <a:pt x="127" y="1418"/>
                        <a:pt x="347" y="1418"/>
                      </a:cubicBezTo>
                      <a:lnTo>
                        <a:pt x="1041" y="1418"/>
                      </a:lnTo>
                      <a:cubicBezTo>
                        <a:pt x="1261" y="1418"/>
                        <a:pt x="1387" y="1260"/>
                        <a:pt x="1387" y="1071"/>
                      </a:cubicBezTo>
                      <a:cubicBezTo>
                        <a:pt x="1387" y="882"/>
                        <a:pt x="1261" y="725"/>
                        <a:pt x="1041" y="725"/>
                      </a:cubicBezTo>
                      <a:lnTo>
                        <a:pt x="694" y="725"/>
                      </a:lnTo>
                      <a:lnTo>
                        <a:pt x="694" y="347"/>
                      </a:lnTo>
                      <a:cubicBezTo>
                        <a:pt x="694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1" name="Google Shape;9283;p73">
                  <a:extLst>
                    <a:ext uri="{FF2B5EF4-FFF2-40B4-BE49-F238E27FC236}">
                      <a16:creationId xmlns:a16="http://schemas.microsoft.com/office/drawing/2014/main" id="{D9CCDAD3-7ACC-8A2B-DBD8-8794DBE7B00E}"/>
                    </a:ext>
                  </a:extLst>
                </p:cNvPr>
                <p:cNvSpPr/>
                <p:nvPr/>
              </p:nvSpPr>
              <p:spPr>
                <a:xfrm>
                  <a:off x="3998225" y="242155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78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2" name="Google Shape;9284;p73">
                  <a:extLst>
                    <a:ext uri="{FF2B5EF4-FFF2-40B4-BE49-F238E27FC236}">
                      <a16:creationId xmlns:a16="http://schemas.microsoft.com/office/drawing/2014/main" id="{DC98ADCD-F984-75D7-0D34-4DCE5E9E2DEC}"/>
                    </a:ext>
                  </a:extLst>
                </p:cNvPr>
                <p:cNvSpPr/>
                <p:nvPr/>
              </p:nvSpPr>
              <p:spPr>
                <a:xfrm>
                  <a:off x="4050225" y="2421550"/>
                  <a:ext cx="354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1071" y="725"/>
                      </a:lnTo>
                      <a:cubicBezTo>
                        <a:pt x="1260" y="725"/>
                        <a:pt x="1418" y="567"/>
                        <a:pt x="1418" y="378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3" name="Google Shape;9285;p73">
                  <a:extLst>
                    <a:ext uri="{FF2B5EF4-FFF2-40B4-BE49-F238E27FC236}">
                      <a16:creationId xmlns:a16="http://schemas.microsoft.com/office/drawing/2014/main" id="{5F57DC27-1768-468A-FCC6-DA7377ED975D}"/>
                    </a:ext>
                  </a:extLst>
                </p:cNvPr>
                <p:cNvSpPr/>
                <p:nvPr/>
              </p:nvSpPr>
              <p:spPr>
                <a:xfrm>
                  <a:off x="4102200" y="242155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78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78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4" name="Google Shape;9286;p73">
                  <a:extLst>
                    <a:ext uri="{FF2B5EF4-FFF2-40B4-BE49-F238E27FC236}">
                      <a16:creationId xmlns:a16="http://schemas.microsoft.com/office/drawing/2014/main" id="{0307012C-8DD4-A8EA-C7D9-C43E51FF320C}"/>
                    </a:ext>
                  </a:extLst>
                </p:cNvPr>
                <p:cNvSpPr/>
                <p:nvPr/>
              </p:nvSpPr>
              <p:spPr>
                <a:xfrm>
                  <a:off x="4155750" y="242155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78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5" name="Google Shape;9287;p73">
                  <a:extLst>
                    <a:ext uri="{FF2B5EF4-FFF2-40B4-BE49-F238E27FC236}">
                      <a16:creationId xmlns:a16="http://schemas.microsoft.com/office/drawing/2014/main" id="{9887EE4A-DCD2-8B46-86C5-BBC99CCAF27A}"/>
                    </a:ext>
                  </a:extLst>
                </p:cNvPr>
                <p:cNvSpPr/>
                <p:nvPr/>
              </p:nvSpPr>
              <p:spPr>
                <a:xfrm>
                  <a:off x="3998225" y="2456975"/>
                  <a:ext cx="354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79"/>
                      </a:cubicBezTo>
                      <a:cubicBezTo>
                        <a:pt x="1" y="568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8"/>
                        <a:pt x="1418" y="379"/>
                      </a:cubicBezTo>
                      <a:cubicBezTo>
                        <a:pt x="1418" y="158"/>
                        <a:pt x="1261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6" name="Google Shape;9288;p73">
                  <a:extLst>
                    <a:ext uri="{FF2B5EF4-FFF2-40B4-BE49-F238E27FC236}">
                      <a16:creationId xmlns:a16="http://schemas.microsoft.com/office/drawing/2014/main" id="{3EEE8EC4-6573-BE9A-8865-5AB0A4395BBB}"/>
                    </a:ext>
                  </a:extLst>
                </p:cNvPr>
                <p:cNvSpPr/>
                <p:nvPr/>
              </p:nvSpPr>
              <p:spPr>
                <a:xfrm>
                  <a:off x="4050225" y="2456975"/>
                  <a:ext cx="354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lnTo>
                        <a:pt x="1071" y="725"/>
                      </a:lnTo>
                      <a:cubicBezTo>
                        <a:pt x="1260" y="725"/>
                        <a:pt x="1418" y="568"/>
                        <a:pt x="1418" y="379"/>
                      </a:cubicBezTo>
                      <a:cubicBezTo>
                        <a:pt x="1418" y="158"/>
                        <a:pt x="1260" y="1"/>
                        <a:pt x="10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7" name="Google Shape;9289;p73">
                  <a:extLst>
                    <a:ext uri="{FF2B5EF4-FFF2-40B4-BE49-F238E27FC236}">
                      <a16:creationId xmlns:a16="http://schemas.microsoft.com/office/drawing/2014/main" id="{E6A5328B-40C2-2107-F03A-C4E239F7D646}"/>
                    </a:ext>
                  </a:extLst>
                </p:cNvPr>
                <p:cNvSpPr/>
                <p:nvPr/>
              </p:nvSpPr>
              <p:spPr>
                <a:xfrm>
                  <a:off x="4102200" y="2456975"/>
                  <a:ext cx="354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6" extrusionOk="0">
                      <a:moveTo>
                        <a:pt x="378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78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8"/>
                        <a:pt x="1418" y="379"/>
                      </a:cubicBezTo>
                      <a:cubicBezTo>
                        <a:pt x="1418" y="158"/>
                        <a:pt x="1261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8" name="Google Shape;9290;p73">
                  <a:extLst>
                    <a:ext uri="{FF2B5EF4-FFF2-40B4-BE49-F238E27FC236}">
                      <a16:creationId xmlns:a16="http://schemas.microsoft.com/office/drawing/2014/main" id="{355276FD-ACB4-C4C3-8D86-553E6FC500D0}"/>
                    </a:ext>
                  </a:extLst>
                </p:cNvPr>
                <p:cNvSpPr/>
                <p:nvPr/>
              </p:nvSpPr>
              <p:spPr>
                <a:xfrm>
                  <a:off x="4155750" y="2456975"/>
                  <a:ext cx="354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79"/>
                      </a:cubicBezTo>
                      <a:cubicBezTo>
                        <a:pt x="1" y="568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8"/>
                        <a:pt x="1418" y="379"/>
                      </a:cubicBezTo>
                      <a:cubicBezTo>
                        <a:pt x="1418" y="158"/>
                        <a:pt x="1261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9" name="Google Shape;9291;p73">
                  <a:extLst>
                    <a:ext uri="{FF2B5EF4-FFF2-40B4-BE49-F238E27FC236}">
                      <a16:creationId xmlns:a16="http://schemas.microsoft.com/office/drawing/2014/main" id="{C78FFD35-DDAA-E582-B6AE-38ABEFE8A455}"/>
                    </a:ext>
                  </a:extLst>
                </p:cNvPr>
                <p:cNvSpPr/>
                <p:nvPr/>
              </p:nvSpPr>
              <p:spPr>
                <a:xfrm>
                  <a:off x="3998225" y="249165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78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0" name="Google Shape;9292;p73">
                  <a:extLst>
                    <a:ext uri="{FF2B5EF4-FFF2-40B4-BE49-F238E27FC236}">
                      <a16:creationId xmlns:a16="http://schemas.microsoft.com/office/drawing/2014/main" id="{D2D28103-AC5B-C98D-CA3B-E0F28D5366CC}"/>
                    </a:ext>
                  </a:extLst>
                </p:cNvPr>
                <p:cNvSpPr/>
                <p:nvPr/>
              </p:nvSpPr>
              <p:spPr>
                <a:xfrm>
                  <a:off x="4050225" y="2491650"/>
                  <a:ext cx="354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1071" y="725"/>
                      </a:lnTo>
                      <a:cubicBezTo>
                        <a:pt x="1260" y="725"/>
                        <a:pt x="1418" y="567"/>
                        <a:pt x="1418" y="378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1" name="Google Shape;9293;p73">
                  <a:extLst>
                    <a:ext uri="{FF2B5EF4-FFF2-40B4-BE49-F238E27FC236}">
                      <a16:creationId xmlns:a16="http://schemas.microsoft.com/office/drawing/2014/main" id="{14C4D3AF-FC19-D52A-6760-5AAB3A0334B8}"/>
                    </a:ext>
                  </a:extLst>
                </p:cNvPr>
                <p:cNvSpPr/>
                <p:nvPr/>
              </p:nvSpPr>
              <p:spPr>
                <a:xfrm>
                  <a:off x="4102200" y="249165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78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78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2" name="Google Shape;9294;p73">
                  <a:extLst>
                    <a:ext uri="{FF2B5EF4-FFF2-40B4-BE49-F238E27FC236}">
                      <a16:creationId xmlns:a16="http://schemas.microsoft.com/office/drawing/2014/main" id="{7DF28D38-DBFC-EE2C-8B35-57748802FA17}"/>
                    </a:ext>
                  </a:extLst>
                </p:cNvPr>
                <p:cNvSpPr/>
                <p:nvPr/>
              </p:nvSpPr>
              <p:spPr>
                <a:xfrm>
                  <a:off x="3998225" y="252630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47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3" name="Google Shape;9295;p73">
                  <a:extLst>
                    <a:ext uri="{FF2B5EF4-FFF2-40B4-BE49-F238E27FC236}">
                      <a16:creationId xmlns:a16="http://schemas.microsoft.com/office/drawing/2014/main" id="{B5582F63-8634-6F41-9AD0-701188A1D81B}"/>
                    </a:ext>
                  </a:extLst>
                </p:cNvPr>
                <p:cNvSpPr/>
                <p:nvPr/>
              </p:nvSpPr>
              <p:spPr>
                <a:xfrm>
                  <a:off x="4050225" y="2526300"/>
                  <a:ext cx="354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1071" y="725"/>
                      </a:lnTo>
                      <a:cubicBezTo>
                        <a:pt x="1260" y="725"/>
                        <a:pt x="1418" y="567"/>
                        <a:pt x="1418" y="347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4" name="Google Shape;9296;p73">
                  <a:extLst>
                    <a:ext uri="{FF2B5EF4-FFF2-40B4-BE49-F238E27FC236}">
                      <a16:creationId xmlns:a16="http://schemas.microsoft.com/office/drawing/2014/main" id="{F88CDD5B-38C4-74C6-E1F5-11424EE71FA1}"/>
                    </a:ext>
                  </a:extLst>
                </p:cNvPr>
                <p:cNvSpPr/>
                <p:nvPr/>
              </p:nvSpPr>
              <p:spPr>
                <a:xfrm>
                  <a:off x="4102200" y="252630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7"/>
                        <a:pt x="158" y="725"/>
                        <a:pt x="378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47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14" name="Google Shape;9297;p73">
                <a:extLst>
                  <a:ext uri="{FF2B5EF4-FFF2-40B4-BE49-F238E27FC236}">
                    <a16:creationId xmlns:a16="http://schemas.microsoft.com/office/drawing/2014/main" id="{ADBBCCCF-F539-E234-B372-BEF7E91BE309}"/>
                  </a:ext>
                </a:extLst>
              </p:cNvPr>
              <p:cNvGrpSpPr/>
              <p:nvPr/>
            </p:nvGrpSpPr>
            <p:grpSpPr>
              <a:xfrm>
                <a:off x="6475075" y="2925316"/>
                <a:ext cx="500612" cy="499261"/>
                <a:chOff x="3962775" y="2683025"/>
                <a:chExt cx="296175" cy="295375"/>
              </a:xfrm>
              <a:grpFill/>
            </p:grpSpPr>
            <p:sp>
              <p:nvSpPr>
                <p:cNvPr id="17726" name="Google Shape;9298;p73">
                  <a:extLst>
                    <a:ext uri="{FF2B5EF4-FFF2-40B4-BE49-F238E27FC236}">
                      <a16:creationId xmlns:a16="http://schemas.microsoft.com/office/drawing/2014/main" id="{333D9696-6FDE-A3C6-FE69-0381D9019E8C}"/>
                    </a:ext>
                  </a:extLst>
                </p:cNvPr>
                <p:cNvSpPr/>
                <p:nvPr/>
              </p:nvSpPr>
              <p:spPr>
                <a:xfrm>
                  <a:off x="3962775" y="2838200"/>
                  <a:ext cx="296175" cy="14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7" h="5608" extrusionOk="0">
                      <a:moveTo>
                        <a:pt x="3530" y="3466"/>
                      </a:moveTo>
                      <a:lnTo>
                        <a:pt x="3530" y="4883"/>
                      </a:lnTo>
                      <a:lnTo>
                        <a:pt x="757" y="4883"/>
                      </a:lnTo>
                      <a:lnTo>
                        <a:pt x="757" y="3466"/>
                      </a:lnTo>
                      <a:close/>
                      <a:moveTo>
                        <a:pt x="7688" y="725"/>
                      </a:moveTo>
                      <a:lnTo>
                        <a:pt x="7688" y="4883"/>
                      </a:lnTo>
                      <a:lnTo>
                        <a:pt x="4223" y="4883"/>
                      </a:lnTo>
                      <a:lnTo>
                        <a:pt x="4223" y="725"/>
                      </a:lnTo>
                      <a:close/>
                      <a:moveTo>
                        <a:pt x="11185" y="2111"/>
                      </a:moveTo>
                      <a:lnTo>
                        <a:pt x="11185" y="4883"/>
                      </a:lnTo>
                      <a:lnTo>
                        <a:pt x="8381" y="4883"/>
                      </a:lnTo>
                      <a:lnTo>
                        <a:pt x="8381" y="2111"/>
                      </a:lnTo>
                      <a:close/>
                      <a:moveTo>
                        <a:pt x="3845" y="0"/>
                      </a:moveTo>
                      <a:cubicBezTo>
                        <a:pt x="3656" y="0"/>
                        <a:pt x="3498" y="158"/>
                        <a:pt x="3498" y="378"/>
                      </a:cubicBezTo>
                      <a:lnTo>
                        <a:pt x="3498" y="2804"/>
                      </a:lnTo>
                      <a:lnTo>
                        <a:pt x="348" y="2804"/>
                      </a:lnTo>
                      <a:cubicBezTo>
                        <a:pt x="158" y="2804"/>
                        <a:pt x="1" y="2962"/>
                        <a:pt x="1" y="3151"/>
                      </a:cubicBezTo>
                      <a:lnTo>
                        <a:pt x="1" y="5261"/>
                      </a:lnTo>
                      <a:cubicBezTo>
                        <a:pt x="1" y="5450"/>
                        <a:pt x="158" y="5608"/>
                        <a:pt x="348" y="5608"/>
                      </a:cubicBezTo>
                      <a:lnTo>
                        <a:pt x="11500" y="5608"/>
                      </a:lnTo>
                      <a:cubicBezTo>
                        <a:pt x="11689" y="5608"/>
                        <a:pt x="11847" y="5450"/>
                        <a:pt x="11847" y="5261"/>
                      </a:cubicBezTo>
                      <a:lnTo>
                        <a:pt x="11847" y="1733"/>
                      </a:lnTo>
                      <a:cubicBezTo>
                        <a:pt x="11847" y="1544"/>
                        <a:pt x="11689" y="1386"/>
                        <a:pt x="11532" y="1386"/>
                      </a:cubicBezTo>
                      <a:lnTo>
                        <a:pt x="8381" y="1386"/>
                      </a:lnTo>
                      <a:lnTo>
                        <a:pt x="8381" y="378"/>
                      </a:lnTo>
                      <a:cubicBezTo>
                        <a:pt x="8381" y="158"/>
                        <a:pt x="8224" y="0"/>
                        <a:pt x="80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27" name="Google Shape;9299;p73">
                  <a:extLst>
                    <a:ext uri="{FF2B5EF4-FFF2-40B4-BE49-F238E27FC236}">
                      <a16:creationId xmlns:a16="http://schemas.microsoft.com/office/drawing/2014/main" id="{BD19671C-DEC7-A68F-2540-4184CC9D4166}"/>
                    </a:ext>
                  </a:extLst>
                </p:cNvPr>
                <p:cNvSpPr/>
                <p:nvPr/>
              </p:nvSpPr>
              <p:spPr>
                <a:xfrm>
                  <a:off x="4051000" y="2683025"/>
                  <a:ext cx="122100" cy="13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5546" extrusionOk="0">
                      <a:moveTo>
                        <a:pt x="2426" y="662"/>
                      </a:moveTo>
                      <a:cubicBezTo>
                        <a:pt x="2804" y="662"/>
                        <a:pt x="3120" y="977"/>
                        <a:pt x="3120" y="1387"/>
                      </a:cubicBezTo>
                      <a:cubicBezTo>
                        <a:pt x="3120" y="1765"/>
                        <a:pt x="2804" y="2080"/>
                        <a:pt x="2426" y="2080"/>
                      </a:cubicBezTo>
                      <a:cubicBezTo>
                        <a:pt x="2017" y="2080"/>
                        <a:pt x="1702" y="1765"/>
                        <a:pt x="1702" y="1387"/>
                      </a:cubicBezTo>
                      <a:cubicBezTo>
                        <a:pt x="1702" y="977"/>
                        <a:pt x="2017" y="662"/>
                        <a:pt x="2426" y="662"/>
                      </a:cubicBezTo>
                      <a:close/>
                      <a:moveTo>
                        <a:pt x="2426" y="2742"/>
                      </a:moveTo>
                      <a:cubicBezTo>
                        <a:pt x="3340" y="2742"/>
                        <a:pt x="4128" y="3529"/>
                        <a:pt x="4128" y="4474"/>
                      </a:cubicBezTo>
                      <a:lnTo>
                        <a:pt x="4128" y="4852"/>
                      </a:lnTo>
                      <a:lnTo>
                        <a:pt x="694" y="4852"/>
                      </a:lnTo>
                      <a:lnTo>
                        <a:pt x="694" y="4474"/>
                      </a:lnTo>
                      <a:cubicBezTo>
                        <a:pt x="694" y="3498"/>
                        <a:pt x="1481" y="2742"/>
                        <a:pt x="2426" y="2742"/>
                      </a:cubicBezTo>
                      <a:close/>
                      <a:moveTo>
                        <a:pt x="2489" y="1"/>
                      </a:moveTo>
                      <a:cubicBezTo>
                        <a:pt x="1733" y="1"/>
                        <a:pt x="1103" y="631"/>
                        <a:pt x="1103" y="1387"/>
                      </a:cubicBezTo>
                      <a:cubicBezTo>
                        <a:pt x="1103" y="1733"/>
                        <a:pt x="1229" y="2049"/>
                        <a:pt x="1450" y="2269"/>
                      </a:cubicBezTo>
                      <a:cubicBezTo>
                        <a:pt x="568" y="2679"/>
                        <a:pt x="1" y="3498"/>
                        <a:pt x="1" y="4474"/>
                      </a:cubicBezTo>
                      <a:lnTo>
                        <a:pt x="1" y="5199"/>
                      </a:lnTo>
                      <a:cubicBezTo>
                        <a:pt x="1" y="5388"/>
                        <a:pt x="158" y="5546"/>
                        <a:pt x="379" y="5546"/>
                      </a:cubicBezTo>
                      <a:lnTo>
                        <a:pt x="4537" y="5546"/>
                      </a:lnTo>
                      <a:cubicBezTo>
                        <a:pt x="4726" y="5546"/>
                        <a:pt x="4884" y="5388"/>
                        <a:pt x="4884" y="5199"/>
                      </a:cubicBezTo>
                      <a:lnTo>
                        <a:pt x="4884" y="4474"/>
                      </a:lnTo>
                      <a:cubicBezTo>
                        <a:pt x="4884" y="3498"/>
                        <a:pt x="4348" y="2679"/>
                        <a:pt x="3529" y="2269"/>
                      </a:cubicBezTo>
                      <a:cubicBezTo>
                        <a:pt x="3750" y="2049"/>
                        <a:pt x="3876" y="1733"/>
                        <a:pt x="3876" y="1387"/>
                      </a:cubicBezTo>
                      <a:cubicBezTo>
                        <a:pt x="3876" y="631"/>
                        <a:pt x="3246" y="1"/>
                        <a:pt x="248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28" name="Google Shape;9300;p73">
                  <a:extLst>
                    <a:ext uri="{FF2B5EF4-FFF2-40B4-BE49-F238E27FC236}">
                      <a16:creationId xmlns:a16="http://schemas.microsoft.com/office/drawing/2014/main" id="{FD1271EC-2AFC-FB89-6820-C759C1A3226B}"/>
                    </a:ext>
                  </a:extLst>
                </p:cNvPr>
                <p:cNvSpPr/>
                <p:nvPr/>
              </p:nvSpPr>
              <p:spPr>
                <a:xfrm>
                  <a:off x="4084875" y="2873200"/>
                  <a:ext cx="52800" cy="69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2791" extrusionOk="0">
                      <a:moveTo>
                        <a:pt x="1095" y="0"/>
                      </a:moveTo>
                      <a:cubicBezTo>
                        <a:pt x="1001" y="0"/>
                        <a:pt x="903" y="28"/>
                        <a:pt x="819" y="112"/>
                      </a:cubicBezTo>
                      <a:lnTo>
                        <a:pt x="126" y="805"/>
                      </a:lnTo>
                      <a:cubicBezTo>
                        <a:pt x="0" y="931"/>
                        <a:pt x="0" y="1184"/>
                        <a:pt x="126" y="1278"/>
                      </a:cubicBezTo>
                      <a:cubicBezTo>
                        <a:pt x="205" y="1341"/>
                        <a:pt x="292" y="1373"/>
                        <a:pt x="378" y="1373"/>
                      </a:cubicBezTo>
                      <a:cubicBezTo>
                        <a:pt x="465" y="1373"/>
                        <a:pt x="552" y="1341"/>
                        <a:pt x="630" y="1278"/>
                      </a:cubicBezTo>
                      <a:lnTo>
                        <a:pt x="756" y="1184"/>
                      </a:lnTo>
                      <a:lnTo>
                        <a:pt x="756" y="2066"/>
                      </a:lnTo>
                      <a:lnTo>
                        <a:pt x="378" y="2066"/>
                      </a:lnTo>
                      <a:cubicBezTo>
                        <a:pt x="189" y="2066"/>
                        <a:pt x="32" y="2223"/>
                        <a:pt x="32" y="2444"/>
                      </a:cubicBezTo>
                      <a:cubicBezTo>
                        <a:pt x="32" y="2633"/>
                        <a:pt x="189" y="2790"/>
                        <a:pt x="378" y="2790"/>
                      </a:cubicBezTo>
                      <a:lnTo>
                        <a:pt x="1765" y="2790"/>
                      </a:lnTo>
                      <a:cubicBezTo>
                        <a:pt x="1954" y="2790"/>
                        <a:pt x="2111" y="2633"/>
                        <a:pt x="2111" y="2444"/>
                      </a:cubicBezTo>
                      <a:cubicBezTo>
                        <a:pt x="2111" y="2223"/>
                        <a:pt x="1954" y="2066"/>
                        <a:pt x="1765" y="2066"/>
                      </a:cubicBezTo>
                      <a:lnTo>
                        <a:pt x="1418" y="2066"/>
                      </a:lnTo>
                      <a:lnTo>
                        <a:pt x="1418" y="333"/>
                      </a:lnTo>
                      <a:cubicBezTo>
                        <a:pt x="1418" y="175"/>
                        <a:pt x="1323" y="81"/>
                        <a:pt x="1229" y="18"/>
                      </a:cubicBezTo>
                      <a:cubicBezTo>
                        <a:pt x="1187" y="7"/>
                        <a:pt x="1141" y="0"/>
                        <a:pt x="109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715" name="Google Shape;9301;p73">
                <a:extLst>
                  <a:ext uri="{FF2B5EF4-FFF2-40B4-BE49-F238E27FC236}">
                    <a16:creationId xmlns:a16="http://schemas.microsoft.com/office/drawing/2014/main" id="{14DA1911-5FD4-7075-5C5A-8EB22ADBC316}"/>
                  </a:ext>
                </a:extLst>
              </p:cNvPr>
              <p:cNvSpPr/>
              <p:nvPr/>
            </p:nvSpPr>
            <p:spPr>
              <a:xfrm>
                <a:off x="9643409" y="1688548"/>
                <a:ext cx="507290" cy="499261"/>
              </a:xfrm>
              <a:custGeom>
                <a:avLst/>
                <a:gdLst/>
                <a:ahLst/>
                <a:cxnLst/>
                <a:rect l="l" t="t" r="r" b="b"/>
                <a:pathLst>
                  <a:path w="12005" h="11815" extrusionOk="0">
                    <a:moveTo>
                      <a:pt x="6003" y="693"/>
                    </a:moveTo>
                    <a:cubicBezTo>
                      <a:pt x="6089" y="693"/>
                      <a:pt x="6176" y="725"/>
                      <a:pt x="6239" y="788"/>
                    </a:cubicBezTo>
                    <a:lnTo>
                      <a:pt x="8444" y="2993"/>
                    </a:lnTo>
                    <a:lnTo>
                      <a:pt x="7972" y="3466"/>
                    </a:lnTo>
                    <a:lnTo>
                      <a:pt x="7751" y="3214"/>
                    </a:lnTo>
                    <a:cubicBezTo>
                      <a:pt x="7562" y="3025"/>
                      <a:pt x="7279" y="2899"/>
                      <a:pt x="6995" y="2899"/>
                    </a:cubicBezTo>
                    <a:cubicBezTo>
                      <a:pt x="6711" y="2899"/>
                      <a:pt x="6459" y="3025"/>
                      <a:pt x="6239" y="3214"/>
                    </a:cubicBezTo>
                    <a:cubicBezTo>
                      <a:pt x="5861" y="3623"/>
                      <a:pt x="5861" y="4285"/>
                      <a:pt x="6239" y="4663"/>
                    </a:cubicBezTo>
                    <a:lnTo>
                      <a:pt x="6491" y="4915"/>
                    </a:lnTo>
                    <a:lnTo>
                      <a:pt x="6018" y="5388"/>
                    </a:lnTo>
                    <a:lnTo>
                      <a:pt x="5262" y="4631"/>
                    </a:lnTo>
                    <a:cubicBezTo>
                      <a:pt x="5199" y="4568"/>
                      <a:pt x="5113" y="4537"/>
                      <a:pt x="5026" y="4537"/>
                    </a:cubicBezTo>
                    <a:cubicBezTo>
                      <a:pt x="4939" y="4537"/>
                      <a:pt x="4853" y="4568"/>
                      <a:pt x="4790" y="4631"/>
                    </a:cubicBezTo>
                    <a:lnTo>
                      <a:pt x="4317" y="5104"/>
                    </a:lnTo>
                    <a:cubicBezTo>
                      <a:pt x="4254" y="5167"/>
                      <a:pt x="4167" y="5198"/>
                      <a:pt x="4081" y="5198"/>
                    </a:cubicBezTo>
                    <a:cubicBezTo>
                      <a:pt x="3994" y="5198"/>
                      <a:pt x="3907" y="5167"/>
                      <a:pt x="3844" y="5104"/>
                    </a:cubicBezTo>
                    <a:cubicBezTo>
                      <a:pt x="3718" y="4978"/>
                      <a:pt x="3718" y="4757"/>
                      <a:pt x="3844" y="4631"/>
                    </a:cubicBezTo>
                    <a:lnTo>
                      <a:pt x="4317" y="4159"/>
                    </a:lnTo>
                    <a:cubicBezTo>
                      <a:pt x="4443" y="4033"/>
                      <a:pt x="4443" y="3812"/>
                      <a:pt x="4317" y="3686"/>
                    </a:cubicBezTo>
                    <a:lnTo>
                      <a:pt x="3624" y="2993"/>
                    </a:lnTo>
                    <a:lnTo>
                      <a:pt x="5766" y="788"/>
                    </a:lnTo>
                    <a:cubicBezTo>
                      <a:pt x="5829" y="725"/>
                      <a:pt x="5916" y="693"/>
                      <a:pt x="6003" y="693"/>
                    </a:cubicBezTo>
                    <a:close/>
                    <a:moveTo>
                      <a:pt x="3088" y="3466"/>
                    </a:moveTo>
                    <a:lnTo>
                      <a:pt x="3561" y="3938"/>
                    </a:lnTo>
                    <a:lnTo>
                      <a:pt x="3340" y="4159"/>
                    </a:lnTo>
                    <a:cubicBezTo>
                      <a:pt x="2931" y="4568"/>
                      <a:pt x="2931" y="5230"/>
                      <a:pt x="3340" y="5608"/>
                    </a:cubicBezTo>
                    <a:cubicBezTo>
                      <a:pt x="3529" y="5813"/>
                      <a:pt x="3797" y="5915"/>
                      <a:pt x="4065" y="5915"/>
                    </a:cubicBezTo>
                    <a:cubicBezTo>
                      <a:pt x="4333" y="5915"/>
                      <a:pt x="4601" y="5813"/>
                      <a:pt x="4790" y="5608"/>
                    </a:cubicBezTo>
                    <a:lnTo>
                      <a:pt x="5042" y="5388"/>
                    </a:lnTo>
                    <a:lnTo>
                      <a:pt x="5514" y="5860"/>
                    </a:lnTo>
                    <a:lnTo>
                      <a:pt x="4758" y="6616"/>
                    </a:lnTo>
                    <a:cubicBezTo>
                      <a:pt x="4632" y="6711"/>
                      <a:pt x="4632" y="6963"/>
                      <a:pt x="4758" y="7089"/>
                    </a:cubicBezTo>
                    <a:lnTo>
                      <a:pt x="5231" y="7561"/>
                    </a:lnTo>
                    <a:cubicBezTo>
                      <a:pt x="5357" y="7656"/>
                      <a:pt x="5357" y="7908"/>
                      <a:pt x="5231" y="8002"/>
                    </a:cubicBezTo>
                    <a:cubicBezTo>
                      <a:pt x="5168" y="8065"/>
                      <a:pt x="5081" y="8097"/>
                      <a:pt x="4994" y="8097"/>
                    </a:cubicBezTo>
                    <a:cubicBezTo>
                      <a:pt x="4908" y="8097"/>
                      <a:pt x="4821" y="8065"/>
                      <a:pt x="4758" y="8002"/>
                    </a:cubicBezTo>
                    <a:lnTo>
                      <a:pt x="4286" y="7561"/>
                    </a:lnTo>
                    <a:cubicBezTo>
                      <a:pt x="4223" y="7498"/>
                      <a:pt x="4136" y="7467"/>
                      <a:pt x="4049" y="7467"/>
                    </a:cubicBezTo>
                    <a:cubicBezTo>
                      <a:pt x="3963" y="7467"/>
                      <a:pt x="3876" y="7498"/>
                      <a:pt x="3813" y="7561"/>
                    </a:cubicBezTo>
                    <a:lnTo>
                      <a:pt x="3088" y="8254"/>
                    </a:lnTo>
                    <a:lnTo>
                      <a:pt x="883" y="6049"/>
                    </a:lnTo>
                    <a:cubicBezTo>
                      <a:pt x="789" y="6018"/>
                      <a:pt x="789" y="5829"/>
                      <a:pt x="883" y="5671"/>
                    </a:cubicBezTo>
                    <a:lnTo>
                      <a:pt x="3088" y="3466"/>
                    </a:lnTo>
                    <a:close/>
                    <a:moveTo>
                      <a:pt x="8917" y="3529"/>
                    </a:moveTo>
                    <a:lnTo>
                      <a:pt x="11122" y="5671"/>
                    </a:lnTo>
                    <a:cubicBezTo>
                      <a:pt x="11248" y="5766"/>
                      <a:pt x="11248" y="6018"/>
                      <a:pt x="11122" y="6144"/>
                    </a:cubicBezTo>
                    <a:lnTo>
                      <a:pt x="8917" y="8349"/>
                    </a:lnTo>
                    <a:lnTo>
                      <a:pt x="8444" y="7876"/>
                    </a:lnTo>
                    <a:lnTo>
                      <a:pt x="8696" y="7624"/>
                    </a:lnTo>
                    <a:cubicBezTo>
                      <a:pt x="9074" y="7246"/>
                      <a:pt x="9074" y="6553"/>
                      <a:pt x="8696" y="6175"/>
                    </a:cubicBezTo>
                    <a:cubicBezTo>
                      <a:pt x="8491" y="5970"/>
                      <a:pt x="8224" y="5868"/>
                      <a:pt x="7956" y="5868"/>
                    </a:cubicBezTo>
                    <a:cubicBezTo>
                      <a:pt x="7688" y="5868"/>
                      <a:pt x="7420" y="5970"/>
                      <a:pt x="7216" y="6175"/>
                    </a:cubicBezTo>
                    <a:lnTo>
                      <a:pt x="6995" y="6396"/>
                    </a:lnTo>
                    <a:lnTo>
                      <a:pt x="6522" y="5923"/>
                    </a:lnTo>
                    <a:lnTo>
                      <a:pt x="7279" y="5198"/>
                    </a:lnTo>
                    <a:cubicBezTo>
                      <a:pt x="7373" y="5072"/>
                      <a:pt x="7373" y="4820"/>
                      <a:pt x="7279" y="4726"/>
                    </a:cubicBezTo>
                    <a:lnTo>
                      <a:pt x="6806" y="4222"/>
                    </a:lnTo>
                    <a:cubicBezTo>
                      <a:pt x="6680" y="4127"/>
                      <a:pt x="6680" y="3875"/>
                      <a:pt x="6806" y="3749"/>
                    </a:cubicBezTo>
                    <a:cubicBezTo>
                      <a:pt x="6869" y="3686"/>
                      <a:pt x="6963" y="3655"/>
                      <a:pt x="7026" y="3655"/>
                    </a:cubicBezTo>
                    <a:cubicBezTo>
                      <a:pt x="7121" y="3655"/>
                      <a:pt x="7216" y="3686"/>
                      <a:pt x="7279" y="3749"/>
                    </a:cubicBezTo>
                    <a:lnTo>
                      <a:pt x="7751" y="4222"/>
                    </a:lnTo>
                    <a:cubicBezTo>
                      <a:pt x="7798" y="4285"/>
                      <a:pt x="7885" y="4316"/>
                      <a:pt x="7976" y="4316"/>
                    </a:cubicBezTo>
                    <a:cubicBezTo>
                      <a:pt x="8066" y="4316"/>
                      <a:pt x="8161" y="4285"/>
                      <a:pt x="8224" y="4222"/>
                    </a:cubicBezTo>
                    <a:lnTo>
                      <a:pt x="8917" y="3529"/>
                    </a:lnTo>
                    <a:close/>
                    <a:moveTo>
                      <a:pt x="5987" y="6396"/>
                    </a:moveTo>
                    <a:lnTo>
                      <a:pt x="6711" y="7152"/>
                    </a:lnTo>
                    <a:cubicBezTo>
                      <a:pt x="6774" y="7215"/>
                      <a:pt x="6869" y="7246"/>
                      <a:pt x="6960" y="7246"/>
                    </a:cubicBezTo>
                    <a:cubicBezTo>
                      <a:pt x="7050" y="7246"/>
                      <a:pt x="7137" y="7215"/>
                      <a:pt x="7184" y="7152"/>
                    </a:cubicBezTo>
                    <a:lnTo>
                      <a:pt x="7657" y="6679"/>
                    </a:lnTo>
                    <a:cubicBezTo>
                      <a:pt x="7720" y="6616"/>
                      <a:pt x="7814" y="6585"/>
                      <a:pt x="7905" y="6585"/>
                    </a:cubicBezTo>
                    <a:cubicBezTo>
                      <a:pt x="7995" y="6585"/>
                      <a:pt x="8082" y="6616"/>
                      <a:pt x="8129" y="6679"/>
                    </a:cubicBezTo>
                    <a:cubicBezTo>
                      <a:pt x="8255" y="6805"/>
                      <a:pt x="8255" y="7026"/>
                      <a:pt x="8129" y="7152"/>
                    </a:cubicBezTo>
                    <a:lnTo>
                      <a:pt x="7657" y="7624"/>
                    </a:lnTo>
                    <a:cubicBezTo>
                      <a:pt x="7562" y="7750"/>
                      <a:pt x="7562" y="7971"/>
                      <a:pt x="7657" y="8097"/>
                    </a:cubicBezTo>
                    <a:lnTo>
                      <a:pt x="8381" y="8822"/>
                    </a:lnTo>
                    <a:lnTo>
                      <a:pt x="6239" y="11027"/>
                    </a:lnTo>
                    <a:cubicBezTo>
                      <a:pt x="6192" y="11074"/>
                      <a:pt x="6105" y="11098"/>
                      <a:pt x="6014" y="11098"/>
                    </a:cubicBezTo>
                    <a:cubicBezTo>
                      <a:pt x="5924" y="11098"/>
                      <a:pt x="5829" y="11074"/>
                      <a:pt x="5766" y="11027"/>
                    </a:cubicBezTo>
                    <a:lnTo>
                      <a:pt x="3561" y="8822"/>
                    </a:lnTo>
                    <a:lnTo>
                      <a:pt x="4034" y="8349"/>
                    </a:lnTo>
                    <a:lnTo>
                      <a:pt x="4286" y="8570"/>
                    </a:lnTo>
                    <a:cubicBezTo>
                      <a:pt x="4475" y="8774"/>
                      <a:pt x="4742" y="8877"/>
                      <a:pt x="5010" y="8877"/>
                    </a:cubicBezTo>
                    <a:cubicBezTo>
                      <a:pt x="5278" y="8877"/>
                      <a:pt x="5546" y="8774"/>
                      <a:pt x="5735" y="8570"/>
                    </a:cubicBezTo>
                    <a:cubicBezTo>
                      <a:pt x="6144" y="8191"/>
                      <a:pt x="6144" y="7498"/>
                      <a:pt x="5735" y="7120"/>
                    </a:cubicBezTo>
                    <a:lnTo>
                      <a:pt x="5514" y="6868"/>
                    </a:lnTo>
                    <a:lnTo>
                      <a:pt x="5987" y="6396"/>
                    </a:lnTo>
                    <a:close/>
                    <a:moveTo>
                      <a:pt x="5999" y="0"/>
                    </a:moveTo>
                    <a:cubicBezTo>
                      <a:pt x="5735" y="0"/>
                      <a:pt x="5467" y="95"/>
                      <a:pt x="5262" y="284"/>
                    </a:cubicBezTo>
                    <a:lnTo>
                      <a:pt x="379" y="5167"/>
                    </a:lnTo>
                    <a:cubicBezTo>
                      <a:pt x="1" y="5577"/>
                      <a:pt x="1" y="6238"/>
                      <a:pt x="379" y="6648"/>
                    </a:cubicBezTo>
                    <a:lnTo>
                      <a:pt x="5262" y="11531"/>
                    </a:lnTo>
                    <a:cubicBezTo>
                      <a:pt x="5467" y="11720"/>
                      <a:pt x="5735" y="11814"/>
                      <a:pt x="5999" y="11814"/>
                    </a:cubicBezTo>
                    <a:cubicBezTo>
                      <a:pt x="6262" y="11814"/>
                      <a:pt x="6522" y="11720"/>
                      <a:pt x="6711" y="11531"/>
                    </a:cubicBezTo>
                    <a:lnTo>
                      <a:pt x="11595" y="6648"/>
                    </a:lnTo>
                    <a:cubicBezTo>
                      <a:pt x="12004" y="6238"/>
                      <a:pt x="12004" y="5577"/>
                      <a:pt x="11595" y="5167"/>
                    </a:cubicBezTo>
                    <a:lnTo>
                      <a:pt x="6711" y="284"/>
                    </a:lnTo>
                    <a:cubicBezTo>
                      <a:pt x="6522" y="95"/>
                      <a:pt x="6262" y="0"/>
                      <a:pt x="599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716" name="Google Shape;9302;p73">
                <a:extLst>
                  <a:ext uri="{FF2B5EF4-FFF2-40B4-BE49-F238E27FC236}">
                    <a16:creationId xmlns:a16="http://schemas.microsoft.com/office/drawing/2014/main" id="{60881AC9-BD18-E5F0-7B17-5FB02523783E}"/>
                  </a:ext>
                </a:extLst>
              </p:cNvPr>
              <p:cNvGrpSpPr/>
              <p:nvPr/>
            </p:nvGrpSpPr>
            <p:grpSpPr>
              <a:xfrm>
                <a:off x="9647501" y="2281645"/>
                <a:ext cx="499261" cy="499261"/>
                <a:chOff x="5775900" y="2308125"/>
                <a:chExt cx="295375" cy="295375"/>
              </a:xfrm>
              <a:grpFill/>
            </p:grpSpPr>
            <p:sp>
              <p:nvSpPr>
                <p:cNvPr id="17721" name="Google Shape;9303;p73">
                  <a:extLst>
                    <a:ext uri="{FF2B5EF4-FFF2-40B4-BE49-F238E27FC236}">
                      <a16:creationId xmlns:a16="http://schemas.microsoft.com/office/drawing/2014/main" id="{C315BE69-2D51-3986-520F-2B3F46A5DBCE}"/>
                    </a:ext>
                  </a:extLst>
                </p:cNvPr>
                <p:cNvSpPr/>
                <p:nvPr/>
              </p:nvSpPr>
              <p:spPr>
                <a:xfrm>
                  <a:off x="5984625" y="2482975"/>
                  <a:ext cx="181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26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8"/>
                        <a:pt x="158" y="725"/>
                        <a:pt x="378" y="725"/>
                      </a:cubicBezTo>
                      <a:cubicBezTo>
                        <a:pt x="567" y="725"/>
                        <a:pt x="725" y="568"/>
                        <a:pt x="725" y="347"/>
                      </a:cubicBezTo>
                      <a:cubicBezTo>
                        <a:pt x="725" y="158"/>
                        <a:pt x="567" y="0"/>
                        <a:pt x="3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22" name="Google Shape;9304;p73">
                  <a:extLst>
                    <a:ext uri="{FF2B5EF4-FFF2-40B4-BE49-F238E27FC236}">
                      <a16:creationId xmlns:a16="http://schemas.microsoft.com/office/drawing/2014/main" id="{8EA4FAFB-6124-ADED-0FCB-5127B8608600}"/>
                    </a:ext>
                  </a:extLst>
                </p:cNvPr>
                <p:cNvSpPr/>
                <p:nvPr/>
              </p:nvSpPr>
              <p:spPr>
                <a:xfrm>
                  <a:off x="5775900" y="2308125"/>
                  <a:ext cx="295375" cy="29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11815" extrusionOk="0">
                      <a:moveTo>
                        <a:pt x="7845" y="725"/>
                      </a:moveTo>
                      <a:cubicBezTo>
                        <a:pt x="7719" y="914"/>
                        <a:pt x="7656" y="1166"/>
                        <a:pt x="7656" y="1450"/>
                      </a:cubicBezTo>
                      <a:cubicBezTo>
                        <a:pt x="7656" y="1670"/>
                        <a:pt x="7719" y="1922"/>
                        <a:pt x="7845" y="2143"/>
                      </a:cubicBezTo>
                      <a:lnTo>
                        <a:pt x="1387" y="2143"/>
                      </a:lnTo>
                      <a:cubicBezTo>
                        <a:pt x="1009" y="2143"/>
                        <a:pt x="694" y="1828"/>
                        <a:pt x="694" y="1450"/>
                      </a:cubicBezTo>
                      <a:cubicBezTo>
                        <a:pt x="694" y="1040"/>
                        <a:pt x="1009" y="725"/>
                        <a:pt x="1387" y="725"/>
                      </a:cubicBezTo>
                      <a:close/>
                      <a:moveTo>
                        <a:pt x="6112" y="6994"/>
                      </a:moveTo>
                      <a:cubicBezTo>
                        <a:pt x="5955" y="7183"/>
                        <a:pt x="5829" y="7436"/>
                        <a:pt x="5766" y="7719"/>
                      </a:cubicBezTo>
                      <a:lnTo>
                        <a:pt x="3466" y="7719"/>
                      </a:lnTo>
                      <a:lnTo>
                        <a:pt x="3466" y="6994"/>
                      </a:lnTo>
                      <a:close/>
                      <a:moveTo>
                        <a:pt x="694" y="2678"/>
                      </a:moveTo>
                      <a:cubicBezTo>
                        <a:pt x="883" y="2773"/>
                        <a:pt x="1103" y="2867"/>
                        <a:pt x="1387" y="2867"/>
                      </a:cubicBezTo>
                      <a:lnTo>
                        <a:pt x="1387" y="10460"/>
                      </a:lnTo>
                      <a:cubicBezTo>
                        <a:pt x="1009" y="10460"/>
                        <a:pt x="694" y="10145"/>
                        <a:pt x="694" y="9767"/>
                      </a:cubicBezTo>
                      <a:lnTo>
                        <a:pt x="694" y="2678"/>
                      </a:lnTo>
                      <a:close/>
                      <a:moveTo>
                        <a:pt x="8381" y="2836"/>
                      </a:moveTo>
                      <a:lnTo>
                        <a:pt x="8381" y="5608"/>
                      </a:lnTo>
                      <a:cubicBezTo>
                        <a:pt x="7814" y="5703"/>
                        <a:pt x="7247" y="5923"/>
                        <a:pt x="6774" y="6301"/>
                      </a:cubicBezTo>
                      <a:lnTo>
                        <a:pt x="3151" y="6301"/>
                      </a:lnTo>
                      <a:cubicBezTo>
                        <a:pt x="2962" y="6301"/>
                        <a:pt x="2804" y="6459"/>
                        <a:pt x="2804" y="6648"/>
                      </a:cubicBezTo>
                      <a:lnTo>
                        <a:pt x="2804" y="8034"/>
                      </a:lnTo>
                      <a:cubicBezTo>
                        <a:pt x="2804" y="8223"/>
                        <a:pt x="2962" y="8381"/>
                        <a:pt x="3151" y="8381"/>
                      </a:cubicBezTo>
                      <a:lnTo>
                        <a:pt x="5640" y="8381"/>
                      </a:lnTo>
                      <a:lnTo>
                        <a:pt x="5640" y="8727"/>
                      </a:lnTo>
                      <a:cubicBezTo>
                        <a:pt x="5640" y="9357"/>
                        <a:pt x="5829" y="9956"/>
                        <a:pt x="6144" y="10492"/>
                      </a:cubicBezTo>
                      <a:lnTo>
                        <a:pt x="2080" y="10492"/>
                      </a:lnTo>
                      <a:lnTo>
                        <a:pt x="2080" y="10460"/>
                      </a:lnTo>
                      <a:lnTo>
                        <a:pt x="2080" y="2836"/>
                      </a:lnTo>
                      <a:close/>
                      <a:moveTo>
                        <a:pt x="8727" y="6301"/>
                      </a:moveTo>
                      <a:cubicBezTo>
                        <a:pt x="10050" y="6301"/>
                        <a:pt x="11153" y="7404"/>
                        <a:pt x="11153" y="8727"/>
                      </a:cubicBezTo>
                      <a:cubicBezTo>
                        <a:pt x="11153" y="10082"/>
                        <a:pt x="10050" y="11216"/>
                        <a:pt x="8727" y="11216"/>
                      </a:cubicBezTo>
                      <a:cubicBezTo>
                        <a:pt x="7373" y="11216"/>
                        <a:pt x="6270" y="10113"/>
                        <a:pt x="6270" y="8727"/>
                      </a:cubicBezTo>
                      <a:cubicBezTo>
                        <a:pt x="6270" y="7373"/>
                        <a:pt x="7373" y="6301"/>
                        <a:pt x="8727" y="6301"/>
                      </a:cubicBezTo>
                      <a:close/>
                      <a:moveTo>
                        <a:pt x="1387" y="0"/>
                      </a:moveTo>
                      <a:cubicBezTo>
                        <a:pt x="630" y="0"/>
                        <a:pt x="0" y="630"/>
                        <a:pt x="0" y="1355"/>
                      </a:cubicBezTo>
                      <a:lnTo>
                        <a:pt x="0" y="9704"/>
                      </a:lnTo>
                      <a:cubicBezTo>
                        <a:pt x="0" y="10460"/>
                        <a:pt x="630" y="11090"/>
                        <a:pt x="1387" y="11090"/>
                      </a:cubicBezTo>
                      <a:lnTo>
                        <a:pt x="6742" y="11090"/>
                      </a:lnTo>
                      <a:cubicBezTo>
                        <a:pt x="7310" y="11563"/>
                        <a:pt x="8003" y="11815"/>
                        <a:pt x="8727" y="11815"/>
                      </a:cubicBezTo>
                      <a:cubicBezTo>
                        <a:pt x="10460" y="11815"/>
                        <a:pt x="11815" y="10334"/>
                        <a:pt x="11815" y="8664"/>
                      </a:cubicBezTo>
                      <a:cubicBezTo>
                        <a:pt x="11815" y="7120"/>
                        <a:pt x="10618" y="5829"/>
                        <a:pt x="9074" y="5608"/>
                      </a:cubicBezTo>
                      <a:lnTo>
                        <a:pt x="9074" y="2458"/>
                      </a:lnTo>
                      <a:cubicBezTo>
                        <a:pt x="9074" y="2269"/>
                        <a:pt x="9042" y="2143"/>
                        <a:pt x="8822" y="2080"/>
                      </a:cubicBezTo>
                      <a:cubicBezTo>
                        <a:pt x="8538" y="1985"/>
                        <a:pt x="8349" y="1733"/>
                        <a:pt x="8349" y="1418"/>
                      </a:cubicBezTo>
                      <a:cubicBezTo>
                        <a:pt x="8349" y="1135"/>
                        <a:pt x="8538" y="851"/>
                        <a:pt x="8822" y="725"/>
                      </a:cubicBezTo>
                      <a:cubicBezTo>
                        <a:pt x="8979" y="694"/>
                        <a:pt x="9074" y="536"/>
                        <a:pt x="9074" y="410"/>
                      </a:cubicBezTo>
                      <a:lnTo>
                        <a:pt x="9074" y="347"/>
                      </a:lnTo>
                      <a:cubicBezTo>
                        <a:pt x="9074" y="158"/>
                        <a:pt x="8916" y="0"/>
                        <a:pt x="87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23" name="Google Shape;9305;p73">
                  <a:extLst>
                    <a:ext uri="{FF2B5EF4-FFF2-40B4-BE49-F238E27FC236}">
                      <a16:creationId xmlns:a16="http://schemas.microsoft.com/office/drawing/2014/main" id="{969F07C5-887C-FB3F-279F-7867412849D8}"/>
                    </a:ext>
                  </a:extLst>
                </p:cNvPr>
                <p:cNvSpPr/>
                <p:nvPr/>
              </p:nvSpPr>
              <p:spPr>
                <a:xfrm>
                  <a:off x="5984625" y="2508975"/>
                  <a:ext cx="18125" cy="6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2458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2111"/>
                      </a:lnTo>
                      <a:cubicBezTo>
                        <a:pt x="0" y="2300"/>
                        <a:pt x="158" y="2458"/>
                        <a:pt x="378" y="2458"/>
                      </a:cubicBezTo>
                      <a:cubicBezTo>
                        <a:pt x="567" y="2458"/>
                        <a:pt x="725" y="2300"/>
                        <a:pt x="725" y="2111"/>
                      </a:cubicBezTo>
                      <a:lnTo>
                        <a:pt x="725" y="347"/>
                      </a:lnTo>
                      <a:cubicBezTo>
                        <a:pt x="725" y="158"/>
                        <a:pt x="567" y="0"/>
                        <a:pt x="3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24" name="Google Shape;9306;p73">
                  <a:extLst>
                    <a:ext uri="{FF2B5EF4-FFF2-40B4-BE49-F238E27FC236}">
                      <a16:creationId xmlns:a16="http://schemas.microsoft.com/office/drawing/2014/main" id="{52646B94-04D6-D82D-2DEA-F89E0F52965E}"/>
                    </a:ext>
                  </a:extLst>
                </p:cNvPr>
                <p:cNvSpPr/>
                <p:nvPr/>
              </p:nvSpPr>
              <p:spPr>
                <a:xfrm>
                  <a:off x="5845200" y="2395550"/>
                  <a:ext cx="12290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99"/>
                        <a:pt x="158" y="694"/>
                        <a:pt x="347" y="694"/>
                      </a:cubicBezTo>
                      <a:lnTo>
                        <a:pt x="4569" y="694"/>
                      </a:lnTo>
                      <a:cubicBezTo>
                        <a:pt x="4758" y="694"/>
                        <a:pt x="4916" y="536"/>
                        <a:pt x="4916" y="347"/>
                      </a:cubicBezTo>
                      <a:cubicBezTo>
                        <a:pt x="4916" y="158"/>
                        <a:pt x="4758" y="0"/>
                        <a:pt x="456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25" name="Google Shape;9307;p73">
                  <a:extLst>
                    <a:ext uri="{FF2B5EF4-FFF2-40B4-BE49-F238E27FC236}">
                      <a16:creationId xmlns:a16="http://schemas.microsoft.com/office/drawing/2014/main" id="{278BE2AC-7EB9-3087-0EA6-0582E9A943CB}"/>
                    </a:ext>
                  </a:extLst>
                </p:cNvPr>
                <p:cNvSpPr/>
                <p:nvPr/>
              </p:nvSpPr>
              <p:spPr>
                <a:xfrm>
                  <a:off x="5845200" y="2431000"/>
                  <a:ext cx="12290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47" y="693"/>
                      </a:cubicBezTo>
                      <a:lnTo>
                        <a:pt x="4569" y="693"/>
                      </a:lnTo>
                      <a:cubicBezTo>
                        <a:pt x="4758" y="693"/>
                        <a:pt x="4916" y="536"/>
                        <a:pt x="4916" y="347"/>
                      </a:cubicBezTo>
                      <a:cubicBezTo>
                        <a:pt x="4916" y="158"/>
                        <a:pt x="4758" y="0"/>
                        <a:pt x="456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17" name="Google Shape;9308;p73">
                <a:extLst>
                  <a:ext uri="{FF2B5EF4-FFF2-40B4-BE49-F238E27FC236}">
                    <a16:creationId xmlns:a16="http://schemas.microsoft.com/office/drawing/2014/main" id="{C7B4293F-CFA1-CC0E-B1A1-63DF61C0214C}"/>
                  </a:ext>
                </a:extLst>
              </p:cNvPr>
              <p:cNvGrpSpPr/>
              <p:nvPr/>
            </p:nvGrpSpPr>
            <p:grpSpPr>
              <a:xfrm>
                <a:off x="9677461" y="2924641"/>
                <a:ext cx="439341" cy="500612"/>
                <a:chOff x="5794025" y="2673575"/>
                <a:chExt cx="259925" cy="296175"/>
              </a:xfrm>
              <a:grpFill/>
            </p:grpSpPr>
            <p:sp>
              <p:nvSpPr>
                <p:cNvPr id="17719" name="Google Shape;9309;p73">
                  <a:extLst>
                    <a:ext uri="{FF2B5EF4-FFF2-40B4-BE49-F238E27FC236}">
                      <a16:creationId xmlns:a16="http://schemas.microsoft.com/office/drawing/2014/main" id="{10C723F2-4B1A-FD8C-E163-53E7CFB1607D}"/>
                    </a:ext>
                  </a:extLst>
                </p:cNvPr>
                <p:cNvSpPr/>
                <p:nvPr/>
              </p:nvSpPr>
              <p:spPr>
                <a:xfrm>
                  <a:off x="5794025" y="2673575"/>
                  <a:ext cx="259925" cy="29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97" h="11847" extrusionOk="0">
                      <a:moveTo>
                        <a:pt x="5860" y="694"/>
                      </a:moveTo>
                      <a:cubicBezTo>
                        <a:pt x="7089" y="694"/>
                        <a:pt x="8097" y="1639"/>
                        <a:pt x="8254" y="2805"/>
                      </a:cubicBezTo>
                      <a:cubicBezTo>
                        <a:pt x="8160" y="2773"/>
                        <a:pt x="8065" y="2773"/>
                        <a:pt x="7939" y="2773"/>
                      </a:cubicBezTo>
                      <a:lnTo>
                        <a:pt x="7561" y="2773"/>
                      </a:lnTo>
                      <a:cubicBezTo>
                        <a:pt x="7404" y="1985"/>
                        <a:pt x="6679" y="1387"/>
                        <a:pt x="5860" y="1387"/>
                      </a:cubicBezTo>
                      <a:lnTo>
                        <a:pt x="4474" y="1387"/>
                      </a:lnTo>
                      <a:cubicBezTo>
                        <a:pt x="3655" y="1387"/>
                        <a:pt x="2930" y="1985"/>
                        <a:pt x="2804" y="2773"/>
                      </a:cubicBezTo>
                      <a:lnTo>
                        <a:pt x="2394" y="2773"/>
                      </a:lnTo>
                      <a:cubicBezTo>
                        <a:pt x="2268" y="2773"/>
                        <a:pt x="2142" y="2773"/>
                        <a:pt x="2079" y="2805"/>
                      </a:cubicBezTo>
                      <a:cubicBezTo>
                        <a:pt x="2237" y="1639"/>
                        <a:pt x="3277" y="694"/>
                        <a:pt x="4474" y="694"/>
                      </a:cubicBezTo>
                      <a:close/>
                      <a:moveTo>
                        <a:pt x="6206" y="2143"/>
                      </a:moveTo>
                      <a:cubicBezTo>
                        <a:pt x="6616" y="2300"/>
                        <a:pt x="6931" y="2647"/>
                        <a:pt x="6931" y="3120"/>
                      </a:cubicBezTo>
                      <a:lnTo>
                        <a:pt x="6931" y="3403"/>
                      </a:lnTo>
                      <a:cubicBezTo>
                        <a:pt x="6522" y="3246"/>
                        <a:pt x="6206" y="2899"/>
                        <a:pt x="6206" y="2427"/>
                      </a:cubicBezTo>
                      <a:lnTo>
                        <a:pt x="6206" y="2143"/>
                      </a:lnTo>
                      <a:close/>
                      <a:moveTo>
                        <a:pt x="5513" y="2080"/>
                      </a:moveTo>
                      <a:lnTo>
                        <a:pt x="5513" y="2427"/>
                      </a:lnTo>
                      <a:cubicBezTo>
                        <a:pt x="5513" y="3025"/>
                        <a:pt x="5041" y="3435"/>
                        <a:pt x="4474" y="3435"/>
                      </a:cubicBezTo>
                      <a:lnTo>
                        <a:pt x="3466" y="3435"/>
                      </a:lnTo>
                      <a:lnTo>
                        <a:pt x="3466" y="3088"/>
                      </a:lnTo>
                      <a:cubicBezTo>
                        <a:pt x="3466" y="2490"/>
                        <a:pt x="3938" y="2080"/>
                        <a:pt x="4474" y="2080"/>
                      </a:cubicBezTo>
                      <a:close/>
                      <a:moveTo>
                        <a:pt x="2741" y="3435"/>
                      </a:moveTo>
                      <a:lnTo>
                        <a:pt x="2741" y="5451"/>
                      </a:lnTo>
                      <a:cubicBezTo>
                        <a:pt x="2363" y="5293"/>
                        <a:pt x="2048" y="4947"/>
                        <a:pt x="2048" y="4474"/>
                      </a:cubicBezTo>
                      <a:lnTo>
                        <a:pt x="2048" y="3813"/>
                      </a:lnTo>
                      <a:cubicBezTo>
                        <a:pt x="2048" y="3592"/>
                        <a:pt x="2205" y="3435"/>
                        <a:pt x="2394" y="3435"/>
                      </a:cubicBezTo>
                      <a:close/>
                      <a:moveTo>
                        <a:pt x="7939" y="3498"/>
                      </a:moveTo>
                      <a:cubicBezTo>
                        <a:pt x="8160" y="3498"/>
                        <a:pt x="8317" y="3655"/>
                        <a:pt x="8317" y="3844"/>
                      </a:cubicBezTo>
                      <a:lnTo>
                        <a:pt x="8317" y="4506"/>
                      </a:lnTo>
                      <a:cubicBezTo>
                        <a:pt x="8317" y="4947"/>
                        <a:pt x="8034" y="5325"/>
                        <a:pt x="7593" y="5482"/>
                      </a:cubicBezTo>
                      <a:lnTo>
                        <a:pt x="7593" y="3498"/>
                      </a:lnTo>
                      <a:close/>
                      <a:moveTo>
                        <a:pt x="5891" y="3435"/>
                      </a:moveTo>
                      <a:cubicBezTo>
                        <a:pt x="6143" y="3750"/>
                        <a:pt x="6522" y="4033"/>
                        <a:pt x="6931" y="4128"/>
                      </a:cubicBezTo>
                      <a:lnTo>
                        <a:pt x="6931" y="5892"/>
                      </a:lnTo>
                      <a:cubicBezTo>
                        <a:pt x="6931" y="6491"/>
                        <a:pt x="6459" y="6900"/>
                        <a:pt x="5891" y="6900"/>
                      </a:cubicBezTo>
                      <a:lnTo>
                        <a:pt x="4505" y="6900"/>
                      </a:lnTo>
                      <a:cubicBezTo>
                        <a:pt x="3938" y="6900"/>
                        <a:pt x="3497" y="6428"/>
                        <a:pt x="3497" y="5892"/>
                      </a:cubicBezTo>
                      <a:lnTo>
                        <a:pt x="3497" y="4159"/>
                      </a:lnTo>
                      <a:lnTo>
                        <a:pt x="4505" y="4159"/>
                      </a:lnTo>
                      <a:cubicBezTo>
                        <a:pt x="5072" y="4159"/>
                        <a:pt x="5576" y="3876"/>
                        <a:pt x="5891" y="3435"/>
                      </a:cubicBezTo>
                      <a:close/>
                      <a:moveTo>
                        <a:pt x="6238" y="7593"/>
                      </a:moveTo>
                      <a:cubicBezTo>
                        <a:pt x="6333" y="7782"/>
                        <a:pt x="6459" y="7971"/>
                        <a:pt x="6616" y="8097"/>
                      </a:cubicBezTo>
                      <a:lnTo>
                        <a:pt x="5198" y="9547"/>
                      </a:lnTo>
                      <a:lnTo>
                        <a:pt x="3718" y="8097"/>
                      </a:lnTo>
                      <a:cubicBezTo>
                        <a:pt x="3875" y="7971"/>
                        <a:pt x="4033" y="7782"/>
                        <a:pt x="4096" y="7593"/>
                      </a:cubicBezTo>
                      <a:cubicBezTo>
                        <a:pt x="4190" y="7625"/>
                        <a:pt x="4379" y="7625"/>
                        <a:pt x="4474" y="7625"/>
                      </a:cubicBezTo>
                      <a:lnTo>
                        <a:pt x="5860" y="7625"/>
                      </a:lnTo>
                      <a:cubicBezTo>
                        <a:pt x="5986" y="7625"/>
                        <a:pt x="6143" y="7625"/>
                        <a:pt x="6238" y="7593"/>
                      </a:cubicBezTo>
                      <a:close/>
                      <a:moveTo>
                        <a:pt x="2961" y="8318"/>
                      </a:moveTo>
                      <a:lnTo>
                        <a:pt x="4852" y="10177"/>
                      </a:lnTo>
                      <a:lnTo>
                        <a:pt x="4852" y="11122"/>
                      </a:lnTo>
                      <a:lnTo>
                        <a:pt x="662" y="11122"/>
                      </a:lnTo>
                      <a:lnTo>
                        <a:pt x="662" y="9358"/>
                      </a:lnTo>
                      <a:cubicBezTo>
                        <a:pt x="662" y="8759"/>
                        <a:pt x="1134" y="8318"/>
                        <a:pt x="1701" y="8318"/>
                      </a:cubicBezTo>
                      <a:close/>
                      <a:moveTo>
                        <a:pt x="8664" y="8318"/>
                      </a:moveTo>
                      <a:cubicBezTo>
                        <a:pt x="9262" y="8318"/>
                        <a:pt x="9672" y="8790"/>
                        <a:pt x="9672" y="9358"/>
                      </a:cubicBezTo>
                      <a:lnTo>
                        <a:pt x="9672" y="11122"/>
                      </a:lnTo>
                      <a:lnTo>
                        <a:pt x="5513" y="11122"/>
                      </a:lnTo>
                      <a:lnTo>
                        <a:pt x="5513" y="10177"/>
                      </a:lnTo>
                      <a:lnTo>
                        <a:pt x="7404" y="8318"/>
                      </a:lnTo>
                      <a:close/>
                      <a:moveTo>
                        <a:pt x="4537" y="1"/>
                      </a:moveTo>
                      <a:cubicBezTo>
                        <a:pt x="2804" y="1"/>
                        <a:pt x="1418" y="1418"/>
                        <a:pt x="1418" y="3120"/>
                      </a:cubicBezTo>
                      <a:lnTo>
                        <a:pt x="1418" y="4506"/>
                      </a:lnTo>
                      <a:cubicBezTo>
                        <a:pt x="1418" y="5356"/>
                        <a:pt x="2048" y="6050"/>
                        <a:pt x="2835" y="6207"/>
                      </a:cubicBezTo>
                      <a:cubicBezTo>
                        <a:pt x="2898" y="6648"/>
                        <a:pt x="3151" y="7026"/>
                        <a:pt x="3497" y="7278"/>
                      </a:cubicBezTo>
                      <a:cubicBezTo>
                        <a:pt x="3466" y="7467"/>
                        <a:pt x="3308" y="7625"/>
                        <a:pt x="3119" y="7625"/>
                      </a:cubicBezTo>
                      <a:lnTo>
                        <a:pt x="1733" y="7625"/>
                      </a:lnTo>
                      <a:cubicBezTo>
                        <a:pt x="788" y="7625"/>
                        <a:pt x="0" y="8412"/>
                        <a:pt x="0" y="9358"/>
                      </a:cubicBezTo>
                      <a:lnTo>
                        <a:pt x="0" y="11468"/>
                      </a:lnTo>
                      <a:cubicBezTo>
                        <a:pt x="0" y="11689"/>
                        <a:pt x="158" y="11846"/>
                        <a:pt x="347" y="11846"/>
                      </a:cubicBezTo>
                      <a:lnTo>
                        <a:pt x="10050" y="11846"/>
                      </a:lnTo>
                      <a:cubicBezTo>
                        <a:pt x="10239" y="11846"/>
                        <a:pt x="10397" y="11689"/>
                        <a:pt x="10397" y="11468"/>
                      </a:cubicBezTo>
                      <a:lnTo>
                        <a:pt x="10397" y="9358"/>
                      </a:lnTo>
                      <a:cubicBezTo>
                        <a:pt x="10397" y="8412"/>
                        <a:pt x="9609" y="7625"/>
                        <a:pt x="8664" y="7625"/>
                      </a:cubicBezTo>
                      <a:lnTo>
                        <a:pt x="7278" y="7625"/>
                      </a:lnTo>
                      <a:cubicBezTo>
                        <a:pt x="7089" y="7625"/>
                        <a:pt x="6931" y="7467"/>
                        <a:pt x="6931" y="7278"/>
                      </a:cubicBezTo>
                      <a:cubicBezTo>
                        <a:pt x="7278" y="7026"/>
                        <a:pt x="7530" y="6648"/>
                        <a:pt x="7593" y="6207"/>
                      </a:cubicBezTo>
                      <a:cubicBezTo>
                        <a:pt x="8380" y="6050"/>
                        <a:pt x="9010" y="5325"/>
                        <a:pt x="9010" y="4506"/>
                      </a:cubicBezTo>
                      <a:lnTo>
                        <a:pt x="9010" y="3120"/>
                      </a:lnTo>
                      <a:cubicBezTo>
                        <a:pt x="9010" y="1387"/>
                        <a:pt x="7593" y="1"/>
                        <a:pt x="589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20" name="Google Shape;9310;p73">
                  <a:extLst>
                    <a:ext uri="{FF2B5EF4-FFF2-40B4-BE49-F238E27FC236}">
                      <a16:creationId xmlns:a16="http://schemas.microsoft.com/office/drawing/2014/main" id="{B05CCFA3-48D8-7480-099E-A806562AF8A5}"/>
                    </a:ext>
                  </a:extLst>
                </p:cNvPr>
                <p:cNvSpPr/>
                <p:nvPr/>
              </p:nvSpPr>
              <p:spPr>
                <a:xfrm>
                  <a:off x="5967300" y="2915375"/>
                  <a:ext cx="35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694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47" y="694"/>
                      </a:cubicBezTo>
                      <a:lnTo>
                        <a:pt x="1040" y="694"/>
                      </a:lnTo>
                      <a:cubicBezTo>
                        <a:pt x="1260" y="694"/>
                        <a:pt x="1418" y="536"/>
                        <a:pt x="1418" y="347"/>
                      </a:cubicBezTo>
                      <a:cubicBezTo>
                        <a:pt x="1418" y="158"/>
                        <a:pt x="1260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718" name="Google Shape;9311;p73">
                <a:extLst>
                  <a:ext uri="{FF2B5EF4-FFF2-40B4-BE49-F238E27FC236}">
                    <a16:creationId xmlns:a16="http://schemas.microsoft.com/office/drawing/2014/main" id="{BC503502-1B9A-5BE9-42B4-C1A2596CDF50}"/>
                  </a:ext>
                </a:extLst>
              </p:cNvPr>
              <p:cNvSpPr/>
              <p:nvPr/>
            </p:nvSpPr>
            <p:spPr>
              <a:xfrm>
                <a:off x="10926070" y="2281639"/>
                <a:ext cx="500612" cy="499261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11815" extrusionOk="0">
                    <a:moveTo>
                      <a:pt x="5892" y="693"/>
                    </a:moveTo>
                    <a:cubicBezTo>
                      <a:pt x="6491" y="693"/>
                      <a:pt x="6932" y="1134"/>
                      <a:pt x="6932" y="1701"/>
                    </a:cubicBezTo>
                    <a:cubicBezTo>
                      <a:pt x="6932" y="2269"/>
                      <a:pt x="6459" y="2710"/>
                      <a:pt x="5892" y="2710"/>
                    </a:cubicBezTo>
                    <a:cubicBezTo>
                      <a:pt x="5325" y="2710"/>
                      <a:pt x="4884" y="2269"/>
                      <a:pt x="4884" y="1701"/>
                    </a:cubicBezTo>
                    <a:cubicBezTo>
                      <a:pt x="4884" y="1134"/>
                      <a:pt x="5325" y="693"/>
                      <a:pt x="5892" y="693"/>
                    </a:cubicBezTo>
                    <a:close/>
                    <a:moveTo>
                      <a:pt x="5892" y="3466"/>
                    </a:moveTo>
                    <a:cubicBezTo>
                      <a:pt x="6176" y="3466"/>
                      <a:pt x="6428" y="3497"/>
                      <a:pt x="6680" y="3592"/>
                    </a:cubicBezTo>
                    <a:lnTo>
                      <a:pt x="5892" y="4631"/>
                    </a:lnTo>
                    <a:lnTo>
                      <a:pt x="5104" y="3592"/>
                    </a:lnTo>
                    <a:cubicBezTo>
                      <a:pt x="5357" y="3529"/>
                      <a:pt x="5609" y="3466"/>
                      <a:pt x="5892" y="3466"/>
                    </a:cubicBezTo>
                    <a:close/>
                    <a:moveTo>
                      <a:pt x="4222" y="2048"/>
                    </a:moveTo>
                    <a:cubicBezTo>
                      <a:pt x="4285" y="2426"/>
                      <a:pt x="4474" y="2710"/>
                      <a:pt x="4726" y="2962"/>
                    </a:cubicBezTo>
                    <a:cubicBezTo>
                      <a:pt x="4632" y="2993"/>
                      <a:pt x="4537" y="3056"/>
                      <a:pt x="4443" y="3088"/>
                    </a:cubicBezTo>
                    <a:cubicBezTo>
                      <a:pt x="4443" y="3088"/>
                      <a:pt x="4411" y="3088"/>
                      <a:pt x="4411" y="3119"/>
                    </a:cubicBezTo>
                    <a:cubicBezTo>
                      <a:pt x="3403" y="3623"/>
                      <a:pt x="2773" y="4694"/>
                      <a:pt x="2773" y="5829"/>
                    </a:cubicBezTo>
                    <a:lnTo>
                      <a:pt x="2773" y="6207"/>
                    </a:lnTo>
                    <a:lnTo>
                      <a:pt x="2143" y="6207"/>
                    </a:lnTo>
                    <a:lnTo>
                      <a:pt x="2647" y="2300"/>
                    </a:lnTo>
                    <a:cubicBezTo>
                      <a:pt x="2679" y="2174"/>
                      <a:pt x="2836" y="2048"/>
                      <a:pt x="2962" y="2048"/>
                    </a:cubicBezTo>
                    <a:close/>
                    <a:moveTo>
                      <a:pt x="4474" y="3907"/>
                    </a:moveTo>
                    <a:lnTo>
                      <a:pt x="5546" y="5325"/>
                    </a:lnTo>
                    <a:lnTo>
                      <a:pt x="5546" y="6238"/>
                    </a:lnTo>
                    <a:lnTo>
                      <a:pt x="3466" y="6238"/>
                    </a:lnTo>
                    <a:lnTo>
                      <a:pt x="3466" y="5892"/>
                    </a:lnTo>
                    <a:cubicBezTo>
                      <a:pt x="3466" y="5041"/>
                      <a:pt x="3844" y="4348"/>
                      <a:pt x="4474" y="3907"/>
                    </a:cubicBezTo>
                    <a:close/>
                    <a:moveTo>
                      <a:pt x="7278" y="3907"/>
                    </a:moveTo>
                    <a:cubicBezTo>
                      <a:pt x="7908" y="4348"/>
                      <a:pt x="8318" y="5104"/>
                      <a:pt x="8318" y="5892"/>
                    </a:cubicBezTo>
                    <a:lnTo>
                      <a:pt x="8318" y="6238"/>
                    </a:lnTo>
                    <a:lnTo>
                      <a:pt x="6207" y="6238"/>
                    </a:lnTo>
                    <a:lnTo>
                      <a:pt x="6207" y="5325"/>
                    </a:lnTo>
                    <a:lnTo>
                      <a:pt x="7278" y="3907"/>
                    </a:lnTo>
                    <a:close/>
                    <a:moveTo>
                      <a:pt x="8854" y="2048"/>
                    </a:moveTo>
                    <a:cubicBezTo>
                      <a:pt x="9011" y="2048"/>
                      <a:pt x="9137" y="2143"/>
                      <a:pt x="9169" y="2300"/>
                    </a:cubicBezTo>
                    <a:lnTo>
                      <a:pt x="9673" y="6238"/>
                    </a:lnTo>
                    <a:lnTo>
                      <a:pt x="9043" y="6238"/>
                    </a:lnTo>
                    <a:lnTo>
                      <a:pt x="9043" y="5860"/>
                    </a:lnTo>
                    <a:cubicBezTo>
                      <a:pt x="9043" y="4694"/>
                      <a:pt x="8381" y="3655"/>
                      <a:pt x="7436" y="3151"/>
                    </a:cubicBezTo>
                    <a:cubicBezTo>
                      <a:pt x="7436" y="3151"/>
                      <a:pt x="7404" y="3151"/>
                      <a:pt x="7404" y="3119"/>
                    </a:cubicBezTo>
                    <a:cubicBezTo>
                      <a:pt x="7310" y="3088"/>
                      <a:pt x="7184" y="3056"/>
                      <a:pt x="7121" y="2993"/>
                    </a:cubicBezTo>
                    <a:cubicBezTo>
                      <a:pt x="7310" y="2773"/>
                      <a:pt x="7530" y="2458"/>
                      <a:pt x="7593" y="2048"/>
                    </a:cubicBezTo>
                    <a:close/>
                    <a:moveTo>
                      <a:pt x="10744" y="6900"/>
                    </a:moveTo>
                    <a:cubicBezTo>
                      <a:pt x="10933" y="6900"/>
                      <a:pt x="11090" y="7057"/>
                      <a:pt x="11090" y="7246"/>
                    </a:cubicBezTo>
                    <a:cubicBezTo>
                      <a:pt x="11090" y="7435"/>
                      <a:pt x="10933" y="7624"/>
                      <a:pt x="10744" y="7624"/>
                    </a:cubicBezTo>
                    <a:lnTo>
                      <a:pt x="1009" y="7624"/>
                    </a:lnTo>
                    <a:cubicBezTo>
                      <a:pt x="820" y="7624"/>
                      <a:pt x="662" y="7435"/>
                      <a:pt x="662" y="7246"/>
                    </a:cubicBezTo>
                    <a:cubicBezTo>
                      <a:pt x="662" y="7057"/>
                      <a:pt x="820" y="6900"/>
                      <a:pt x="1009" y="6900"/>
                    </a:cubicBezTo>
                    <a:close/>
                    <a:moveTo>
                      <a:pt x="10397" y="8317"/>
                    </a:moveTo>
                    <a:lnTo>
                      <a:pt x="10397" y="11121"/>
                    </a:lnTo>
                    <a:lnTo>
                      <a:pt x="1387" y="11121"/>
                    </a:lnTo>
                    <a:lnTo>
                      <a:pt x="1387" y="8317"/>
                    </a:lnTo>
                    <a:close/>
                    <a:moveTo>
                      <a:pt x="5892" y="0"/>
                    </a:moveTo>
                    <a:cubicBezTo>
                      <a:pt x="5073" y="0"/>
                      <a:pt x="4380" y="599"/>
                      <a:pt x="4222" y="1386"/>
                    </a:cubicBezTo>
                    <a:lnTo>
                      <a:pt x="2962" y="1386"/>
                    </a:lnTo>
                    <a:cubicBezTo>
                      <a:pt x="2458" y="1386"/>
                      <a:pt x="2080" y="1701"/>
                      <a:pt x="1954" y="2143"/>
                    </a:cubicBezTo>
                    <a:lnTo>
                      <a:pt x="1954" y="2174"/>
                    </a:lnTo>
                    <a:lnTo>
                      <a:pt x="1450" y="6238"/>
                    </a:lnTo>
                    <a:lnTo>
                      <a:pt x="1072" y="6238"/>
                    </a:lnTo>
                    <a:cubicBezTo>
                      <a:pt x="473" y="6238"/>
                      <a:pt x="1" y="6711"/>
                      <a:pt x="1" y="7246"/>
                    </a:cubicBezTo>
                    <a:cubicBezTo>
                      <a:pt x="1" y="7719"/>
                      <a:pt x="316" y="8065"/>
                      <a:pt x="694" y="8254"/>
                    </a:cubicBezTo>
                    <a:lnTo>
                      <a:pt x="694" y="11468"/>
                    </a:lnTo>
                    <a:cubicBezTo>
                      <a:pt x="694" y="11657"/>
                      <a:pt x="851" y="11815"/>
                      <a:pt x="1040" y="11815"/>
                    </a:cubicBezTo>
                    <a:lnTo>
                      <a:pt x="10775" y="11815"/>
                    </a:lnTo>
                    <a:cubicBezTo>
                      <a:pt x="10996" y="11815"/>
                      <a:pt x="11153" y="11657"/>
                      <a:pt x="11153" y="11468"/>
                    </a:cubicBezTo>
                    <a:lnTo>
                      <a:pt x="11153" y="8254"/>
                    </a:lnTo>
                    <a:cubicBezTo>
                      <a:pt x="11531" y="8065"/>
                      <a:pt x="11847" y="7719"/>
                      <a:pt x="11847" y="7246"/>
                    </a:cubicBezTo>
                    <a:cubicBezTo>
                      <a:pt x="11815" y="6711"/>
                      <a:pt x="11342" y="6238"/>
                      <a:pt x="10744" y="6238"/>
                    </a:cubicBezTo>
                    <a:lnTo>
                      <a:pt x="10366" y="6238"/>
                    </a:lnTo>
                    <a:lnTo>
                      <a:pt x="9830" y="2174"/>
                    </a:lnTo>
                    <a:lnTo>
                      <a:pt x="9830" y="2143"/>
                    </a:lnTo>
                    <a:cubicBezTo>
                      <a:pt x="9736" y="1701"/>
                      <a:pt x="9295" y="1386"/>
                      <a:pt x="8854" y="1386"/>
                    </a:cubicBezTo>
                    <a:lnTo>
                      <a:pt x="7593" y="1386"/>
                    </a:lnTo>
                    <a:cubicBezTo>
                      <a:pt x="7436" y="599"/>
                      <a:pt x="6711" y="0"/>
                      <a:pt x="58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BF28B2E-3C06-80D2-FDAE-323E72DBF284}"/>
                </a:ext>
              </a:extLst>
            </p:cNvPr>
            <p:cNvGrpSpPr/>
            <p:nvPr/>
          </p:nvGrpSpPr>
          <p:grpSpPr>
            <a:xfrm>
              <a:off x="764236" y="3833082"/>
              <a:ext cx="10663528" cy="1739406"/>
              <a:chOff x="763919" y="3746993"/>
              <a:chExt cx="10663528" cy="1739406"/>
            </a:xfrm>
            <a:grpFill/>
          </p:grpSpPr>
          <p:grpSp>
            <p:nvGrpSpPr>
              <p:cNvPr id="9" name="Google Shape;9312;p73">
                <a:extLst>
                  <a:ext uri="{FF2B5EF4-FFF2-40B4-BE49-F238E27FC236}">
                    <a16:creationId xmlns:a16="http://schemas.microsoft.com/office/drawing/2014/main" id="{9035EDF4-7054-B053-C953-078502A09BD0}"/>
                  </a:ext>
                </a:extLst>
              </p:cNvPr>
              <p:cNvGrpSpPr/>
              <p:nvPr/>
            </p:nvGrpSpPr>
            <p:grpSpPr>
              <a:xfrm>
                <a:off x="765249" y="3749233"/>
                <a:ext cx="503276" cy="497908"/>
                <a:chOff x="581525" y="3254850"/>
                <a:chExt cx="297750" cy="294575"/>
              </a:xfrm>
              <a:grpFill/>
            </p:grpSpPr>
            <p:sp>
              <p:nvSpPr>
                <p:cNvPr id="17666" name="Google Shape;9313;p73">
                  <a:extLst>
                    <a:ext uri="{FF2B5EF4-FFF2-40B4-BE49-F238E27FC236}">
                      <a16:creationId xmlns:a16="http://schemas.microsoft.com/office/drawing/2014/main" id="{2CA11248-D975-92CE-A611-6FAFDD9CBDCE}"/>
                    </a:ext>
                  </a:extLst>
                </p:cNvPr>
                <p:cNvSpPr/>
                <p:nvPr/>
              </p:nvSpPr>
              <p:spPr>
                <a:xfrm>
                  <a:off x="616950" y="3358025"/>
                  <a:ext cx="89025" cy="8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1" h="3466" extrusionOk="0">
                      <a:moveTo>
                        <a:pt x="1797" y="0"/>
                      </a:moveTo>
                      <a:cubicBezTo>
                        <a:pt x="789" y="0"/>
                        <a:pt x="1" y="788"/>
                        <a:pt x="1" y="1733"/>
                      </a:cubicBezTo>
                      <a:cubicBezTo>
                        <a:pt x="1" y="2710"/>
                        <a:pt x="789" y="3466"/>
                        <a:pt x="1797" y="3466"/>
                      </a:cubicBezTo>
                      <a:cubicBezTo>
                        <a:pt x="2773" y="3466"/>
                        <a:pt x="3561" y="2710"/>
                        <a:pt x="3561" y="1733"/>
                      </a:cubicBezTo>
                      <a:cubicBezTo>
                        <a:pt x="3561" y="788"/>
                        <a:pt x="2773" y="0"/>
                        <a:pt x="179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7" name="Google Shape;9314;p73">
                  <a:extLst>
                    <a:ext uri="{FF2B5EF4-FFF2-40B4-BE49-F238E27FC236}">
                      <a16:creationId xmlns:a16="http://schemas.microsoft.com/office/drawing/2014/main" id="{FDDB7711-8E0C-269C-CB8E-DDDBCA66BCB2}"/>
                    </a:ext>
                  </a:extLst>
                </p:cNvPr>
                <p:cNvSpPr/>
                <p:nvPr/>
              </p:nvSpPr>
              <p:spPr>
                <a:xfrm>
                  <a:off x="721725" y="3254850"/>
                  <a:ext cx="157550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6239" extrusionOk="0">
                      <a:moveTo>
                        <a:pt x="3151" y="1355"/>
                      </a:moveTo>
                      <a:cubicBezTo>
                        <a:pt x="3749" y="1355"/>
                        <a:pt x="4159" y="1827"/>
                        <a:pt x="4159" y="2363"/>
                      </a:cubicBezTo>
                      <a:cubicBezTo>
                        <a:pt x="4159" y="2773"/>
                        <a:pt x="3970" y="3119"/>
                        <a:pt x="3623" y="3277"/>
                      </a:cubicBezTo>
                      <a:cubicBezTo>
                        <a:pt x="3529" y="3308"/>
                        <a:pt x="3497" y="3434"/>
                        <a:pt x="3497" y="3560"/>
                      </a:cubicBezTo>
                      <a:cubicBezTo>
                        <a:pt x="3497" y="3749"/>
                        <a:pt x="3340" y="3907"/>
                        <a:pt x="3151" y="3907"/>
                      </a:cubicBezTo>
                      <a:cubicBezTo>
                        <a:pt x="2962" y="3907"/>
                        <a:pt x="2804" y="3749"/>
                        <a:pt x="2804" y="3560"/>
                      </a:cubicBezTo>
                      <a:cubicBezTo>
                        <a:pt x="2804" y="3151"/>
                        <a:pt x="2993" y="2836"/>
                        <a:pt x="3308" y="2647"/>
                      </a:cubicBezTo>
                      <a:cubicBezTo>
                        <a:pt x="3434" y="2552"/>
                        <a:pt x="3497" y="2458"/>
                        <a:pt x="3497" y="2332"/>
                      </a:cubicBezTo>
                      <a:cubicBezTo>
                        <a:pt x="3497" y="2143"/>
                        <a:pt x="3340" y="1953"/>
                        <a:pt x="3151" y="1953"/>
                      </a:cubicBezTo>
                      <a:cubicBezTo>
                        <a:pt x="2962" y="1953"/>
                        <a:pt x="2804" y="2143"/>
                        <a:pt x="2804" y="2332"/>
                      </a:cubicBezTo>
                      <a:cubicBezTo>
                        <a:pt x="2804" y="2521"/>
                        <a:pt x="2646" y="2678"/>
                        <a:pt x="2426" y="2678"/>
                      </a:cubicBezTo>
                      <a:cubicBezTo>
                        <a:pt x="2237" y="2678"/>
                        <a:pt x="2079" y="2521"/>
                        <a:pt x="2079" y="2332"/>
                      </a:cubicBezTo>
                      <a:cubicBezTo>
                        <a:pt x="2079" y="1827"/>
                        <a:pt x="2552" y="1355"/>
                        <a:pt x="3151" y="1355"/>
                      </a:cubicBezTo>
                      <a:close/>
                      <a:moveTo>
                        <a:pt x="3151" y="4096"/>
                      </a:moveTo>
                      <a:cubicBezTo>
                        <a:pt x="3340" y="4096"/>
                        <a:pt x="3497" y="4253"/>
                        <a:pt x="3497" y="4442"/>
                      </a:cubicBezTo>
                      <a:cubicBezTo>
                        <a:pt x="3497" y="4663"/>
                        <a:pt x="3340" y="4820"/>
                        <a:pt x="3151" y="4820"/>
                      </a:cubicBezTo>
                      <a:cubicBezTo>
                        <a:pt x="2962" y="4820"/>
                        <a:pt x="2804" y="4663"/>
                        <a:pt x="2804" y="4442"/>
                      </a:cubicBezTo>
                      <a:cubicBezTo>
                        <a:pt x="2804" y="4253"/>
                        <a:pt x="2962" y="4096"/>
                        <a:pt x="3151" y="4096"/>
                      </a:cubicBezTo>
                      <a:close/>
                      <a:moveTo>
                        <a:pt x="3182" y="0"/>
                      </a:moveTo>
                      <a:cubicBezTo>
                        <a:pt x="1481" y="0"/>
                        <a:pt x="63" y="1418"/>
                        <a:pt x="63" y="3119"/>
                      </a:cubicBezTo>
                      <a:cubicBezTo>
                        <a:pt x="63" y="3655"/>
                        <a:pt x="189" y="4159"/>
                        <a:pt x="473" y="4663"/>
                      </a:cubicBezTo>
                      <a:lnTo>
                        <a:pt x="32" y="5766"/>
                      </a:lnTo>
                      <a:cubicBezTo>
                        <a:pt x="0" y="5860"/>
                        <a:pt x="32" y="5986"/>
                        <a:pt x="126" y="6112"/>
                      </a:cubicBezTo>
                      <a:cubicBezTo>
                        <a:pt x="189" y="6175"/>
                        <a:pt x="347" y="6238"/>
                        <a:pt x="473" y="6238"/>
                      </a:cubicBezTo>
                      <a:lnTo>
                        <a:pt x="1764" y="5892"/>
                      </a:lnTo>
                      <a:cubicBezTo>
                        <a:pt x="2205" y="6144"/>
                        <a:pt x="2678" y="6238"/>
                        <a:pt x="3182" y="6238"/>
                      </a:cubicBezTo>
                      <a:cubicBezTo>
                        <a:pt x="4915" y="6238"/>
                        <a:pt x="6301" y="4789"/>
                        <a:pt x="6301" y="3119"/>
                      </a:cubicBezTo>
                      <a:cubicBezTo>
                        <a:pt x="6301" y="1386"/>
                        <a:pt x="4883" y="0"/>
                        <a:pt x="318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8" name="Google Shape;9315;p73">
                  <a:extLst>
                    <a:ext uri="{FF2B5EF4-FFF2-40B4-BE49-F238E27FC236}">
                      <a16:creationId xmlns:a16="http://schemas.microsoft.com/office/drawing/2014/main" id="{7D707936-5BC9-22F5-1282-A8C468BF59CA}"/>
                    </a:ext>
                  </a:extLst>
                </p:cNvPr>
                <p:cNvSpPr/>
                <p:nvPr/>
              </p:nvSpPr>
              <p:spPr>
                <a:xfrm>
                  <a:off x="581525" y="3440725"/>
                  <a:ext cx="157550" cy="10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4348" extrusionOk="0">
                      <a:moveTo>
                        <a:pt x="1355" y="0"/>
                      </a:moveTo>
                      <a:cubicBezTo>
                        <a:pt x="567" y="567"/>
                        <a:pt x="0" y="1513"/>
                        <a:pt x="0" y="2584"/>
                      </a:cubicBezTo>
                      <a:lnTo>
                        <a:pt x="0" y="4001"/>
                      </a:lnTo>
                      <a:cubicBezTo>
                        <a:pt x="63" y="4190"/>
                        <a:pt x="221" y="4348"/>
                        <a:pt x="410" y="4348"/>
                      </a:cubicBezTo>
                      <a:lnTo>
                        <a:pt x="5955" y="4348"/>
                      </a:lnTo>
                      <a:cubicBezTo>
                        <a:pt x="6144" y="4348"/>
                        <a:pt x="6301" y="4190"/>
                        <a:pt x="6301" y="4001"/>
                      </a:cubicBezTo>
                      <a:lnTo>
                        <a:pt x="6301" y="2584"/>
                      </a:lnTo>
                      <a:cubicBezTo>
                        <a:pt x="6301" y="1513"/>
                        <a:pt x="5797" y="599"/>
                        <a:pt x="4978" y="0"/>
                      </a:cubicBezTo>
                      <a:cubicBezTo>
                        <a:pt x="4537" y="536"/>
                        <a:pt x="3875" y="851"/>
                        <a:pt x="3151" y="851"/>
                      </a:cubicBezTo>
                      <a:cubicBezTo>
                        <a:pt x="2458" y="851"/>
                        <a:pt x="1796" y="536"/>
                        <a:pt x="13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0" name="Google Shape;9316;p73">
                <a:extLst>
                  <a:ext uri="{FF2B5EF4-FFF2-40B4-BE49-F238E27FC236}">
                    <a16:creationId xmlns:a16="http://schemas.microsoft.com/office/drawing/2014/main" id="{7D74966E-DF2B-B27A-60D5-0189C948950E}"/>
                  </a:ext>
                </a:extLst>
              </p:cNvPr>
              <p:cNvGrpSpPr/>
              <p:nvPr/>
            </p:nvGrpSpPr>
            <p:grpSpPr>
              <a:xfrm>
                <a:off x="763919" y="4376911"/>
                <a:ext cx="505937" cy="502642"/>
                <a:chOff x="580725" y="3617925"/>
                <a:chExt cx="299325" cy="297375"/>
              </a:xfrm>
              <a:grpFill/>
            </p:grpSpPr>
            <p:sp>
              <p:nvSpPr>
                <p:cNvPr id="17661" name="Google Shape;9317;p73">
                  <a:extLst>
                    <a:ext uri="{FF2B5EF4-FFF2-40B4-BE49-F238E27FC236}">
                      <a16:creationId xmlns:a16="http://schemas.microsoft.com/office/drawing/2014/main" id="{E130AB4B-8B5C-1FF4-FD60-3CC058A591DB}"/>
                    </a:ext>
                  </a:extLst>
                </p:cNvPr>
                <p:cNvSpPr/>
                <p:nvPr/>
              </p:nvSpPr>
              <p:spPr>
                <a:xfrm>
                  <a:off x="609075" y="3662050"/>
                  <a:ext cx="51225" cy="5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8" extrusionOk="0">
                      <a:moveTo>
                        <a:pt x="1041" y="0"/>
                      </a:moveTo>
                      <a:cubicBezTo>
                        <a:pt x="473" y="0"/>
                        <a:pt x="1" y="473"/>
                        <a:pt x="1" y="1040"/>
                      </a:cubicBezTo>
                      <a:cubicBezTo>
                        <a:pt x="1" y="1607"/>
                        <a:pt x="473" y="2048"/>
                        <a:pt x="1041" y="2048"/>
                      </a:cubicBezTo>
                      <a:cubicBezTo>
                        <a:pt x="1608" y="2048"/>
                        <a:pt x="2049" y="1607"/>
                        <a:pt x="2049" y="1040"/>
                      </a:cubicBezTo>
                      <a:cubicBezTo>
                        <a:pt x="2049" y="473"/>
                        <a:pt x="1608" y="0"/>
                        <a:pt x="10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2" name="Google Shape;9318;p73">
                  <a:extLst>
                    <a:ext uri="{FF2B5EF4-FFF2-40B4-BE49-F238E27FC236}">
                      <a16:creationId xmlns:a16="http://schemas.microsoft.com/office/drawing/2014/main" id="{CE12A510-C724-2A3A-36F1-4744E5E3B14E}"/>
                    </a:ext>
                  </a:extLst>
                </p:cNvPr>
                <p:cNvSpPr/>
                <p:nvPr/>
              </p:nvSpPr>
              <p:spPr>
                <a:xfrm>
                  <a:off x="668950" y="3617925"/>
                  <a:ext cx="122875" cy="10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5" h="4179" extrusionOk="0">
                      <a:moveTo>
                        <a:pt x="1040" y="1"/>
                      </a:moveTo>
                      <a:cubicBezTo>
                        <a:pt x="441" y="1"/>
                        <a:pt x="0" y="473"/>
                        <a:pt x="0" y="1072"/>
                      </a:cubicBezTo>
                      <a:lnTo>
                        <a:pt x="0" y="1797"/>
                      </a:lnTo>
                      <a:cubicBezTo>
                        <a:pt x="0" y="2364"/>
                        <a:pt x="473" y="2805"/>
                        <a:pt x="1040" y="2805"/>
                      </a:cubicBezTo>
                      <a:lnTo>
                        <a:pt x="2300" y="2805"/>
                      </a:lnTo>
                      <a:lnTo>
                        <a:pt x="3592" y="4097"/>
                      </a:lnTo>
                      <a:cubicBezTo>
                        <a:pt x="3672" y="4156"/>
                        <a:pt x="3764" y="4178"/>
                        <a:pt x="3853" y="4178"/>
                      </a:cubicBezTo>
                      <a:cubicBezTo>
                        <a:pt x="3905" y="4178"/>
                        <a:pt x="3955" y="4171"/>
                        <a:pt x="4001" y="4160"/>
                      </a:cubicBezTo>
                      <a:cubicBezTo>
                        <a:pt x="4127" y="4097"/>
                        <a:pt x="4190" y="3939"/>
                        <a:pt x="4190" y="3844"/>
                      </a:cubicBezTo>
                      <a:lnTo>
                        <a:pt x="4190" y="2742"/>
                      </a:lnTo>
                      <a:cubicBezTo>
                        <a:pt x="4600" y="2584"/>
                        <a:pt x="4915" y="2206"/>
                        <a:pt x="4915" y="1734"/>
                      </a:cubicBezTo>
                      <a:lnTo>
                        <a:pt x="4915" y="1072"/>
                      </a:lnTo>
                      <a:cubicBezTo>
                        <a:pt x="4915" y="473"/>
                        <a:pt x="4411" y="1"/>
                        <a:pt x="387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3" name="Google Shape;9319;p73">
                  <a:extLst>
                    <a:ext uri="{FF2B5EF4-FFF2-40B4-BE49-F238E27FC236}">
                      <a16:creationId xmlns:a16="http://schemas.microsoft.com/office/drawing/2014/main" id="{678751C9-2789-5C90-187B-71940DAB10EC}"/>
                    </a:ext>
                  </a:extLst>
                </p:cNvPr>
                <p:cNvSpPr/>
                <p:nvPr/>
              </p:nvSpPr>
              <p:spPr>
                <a:xfrm>
                  <a:off x="580725" y="3721900"/>
                  <a:ext cx="141800" cy="19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72" h="7681" extrusionOk="0">
                      <a:moveTo>
                        <a:pt x="3340" y="4506"/>
                      </a:moveTo>
                      <a:lnTo>
                        <a:pt x="3718" y="5577"/>
                      </a:lnTo>
                      <a:lnTo>
                        <a:pt x="1229" y="5577"/>
                      </a:lnTo>
                      <a:lnTo>
                        <a:pt x="1450" y="4600"/>
                      </a:lnTo>
                      <a:lnTo>
                        <a:pt x="1450" y="4506"/>
                      </a:lnTo>
                      <a:close/>
                      <a:moveTo>
                        <a:pt x="1450" y="1"/>
                      </a:moveTo>
                      <a:cubicBezTo>
                        <a:pt x="1135" y="1"/>
                        <a:pt x="883" y="221"/>
                        <a:pt x="788" y="505"/>
                      </a:cubicBezTo>
                      <a:lnTo>
                        <a:pt x="95" y="3624"/>
                      </a:lnTo>
                      <a:cubicBezTo>
                        <a:pt x="1" y="4096"/>
                        <a:pt x="316" y="4506"/>
                        <a:pt x="757" y="4506"/>
                      </a:cubicBezTo>
                      <a:lnTo>
                        <a:pt x="95" y="7247"/>
                      </a:lnTo>
                      <a:cubicBezTo>
                        <a:pt x="32" y="7436"/>
                        <a:pt x="158" y="7593"/>
                        <a:pt x="316" y="7656"/>
                      </a:cubicBezTo>
                      <a:cubicBezTo>
                        <a:pt x="350" y="7668"/>
                        <a:pt x="383" y="7673"/>
                        <a:pt x="415" y="7673"/>
                      </a:cubicBezTo>
                      <a:cubicBezTo>
                        <a:pt x="559" y="7673"/>
                        <a:pt x="679" y="7565"/>
                        <a:pt x="757" y="7436"/>
                      </a:cubicBezTo>
                      <a:lnTo>
                        <a:pt x="1040" y="6301"/>
                      </a:lnTo>
                      <a:lnTo>
                        <a:pt x="3939" y="6301"/>
                      </a:lnTo>
                      <a:lnTo>
                        <a:pt x="4254" y="7152"/>
                      </a:lnTo>
                      <a:cubicBezTo>
                        <a:pt x="4358" y="7492"/>
                        <a:pt x="4637" y="7680"/>
                        <a:pt x="4908" y="7680"/>
                      </a:cubicBezTo>
                      <a:cubicBezTo>
                        <a:pt x="4964" y="7680"/>
                        <a:pt x="5019" y="7672"/>
                        <a:pt x="5073" y="7656"/>
                      </a:cubicBezTo>
                      <a:cubicBezTo>
                        <a:pt x="5451" y="7593"/>
                        <a:pt x="5672" y="7184"/>
                        <a:pt x="5609" y="6837"/>
                      </a:cubicBezTo>
                      <a:lnTo>
                        <a:pt x="4569" y="3687"/>
                      </a:lnTo>
                      <a:cubicBezTo>
                        <a:pt x="4506" y="3372"/>
                        <a:pt x="4222" y="3183"/>
                        <a:pt x="3907" y="3183"/>
                      </a:cubicBezTo>
                      <a:lnTo>
                        <a:pt x="3183" y="3183"/>
                      </a:lnTo>
                      <a:cubicBezTo>
                        <a:pt x="2994" y="3183"/>
                        <a:pt x="2836" y="3025"/>
                        <a:pt x="2836" y="2836"/>
                      </a:cubicBezTo>
                      <a:cubicBezTo>
                        <a:pt x="2836" y="2615"/>
                        <a:pt x="2994" y="2458"/>
                        <a:pt x="3183" y="2458"/>
                      </a:cubicBezTo>
                      <a:lnTo>
                        <a:pt x="4222" y="2458"/>
                      </a:lnTo>
                      <a:cubicBezTo>
                        <a:pt x="4600" y="2458"/>
                        <a:pt x="4915" y="2143"/>
                        <a:pt x="4915" y="1765"/>
                      </a:cubicBezTo>
                      <a:cubicBezTo>
                        <a:pt x="4915" y="1355"/>
                        <a:pt x="4600" y="1040"/>
                        <a:pt x="4222" y="1040"/>
                      </a:cubicBezTo>
                      <a:lnTo>
                        <a:pt x="2332" y="1040"/>
                      </a:lnTo>
                      <a:lnTo>
                        <a:pt x="2080" y="379"/>
                      </a:lnTo>
                      <a:cubicBezTo>
                        <a:pt x="1985" y="158"/>
                        <a:pt x="1733" y="1"/>
                        <a:pt x="145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4" name="Google Shape;9320;p73">
                  <a:extLst>
                    <a:ext uri="{FF2B5EF4-FFF2-40B4-BE49-F238E27FC236}">
                      <a16:creationId xmlns:a16="http://schemas.microsoft.com/office/drawing/2014/main" id="{DC2A95C0-1839-374A-E941-E2C887988CD5}"/>
                    </a:ext>
                  </a:extLst>
                </p:cNvPr>
                <p:cNvSpPr/>
                <p:nvPr/>
              </p:nvSpPr>
              <p:spPr>
                <a:xfrm>
                  <a:off x="800475" y="3662050"/>
                  <a:ext cx="51225" cy="5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8" extrusionOk="0">
                      <a:moveTo>
                        <a:pt x="1009" y="0"/>
                      </a:moveTo>
                      <a:cubicBezTo>
                        <a:pt x="442" y="0"/>
                        <a:pt x="1" y="473"/>
                        <a:pt x="1" y="1040"/>
                      </a:cubicBezTo>
                      <a:cubicBezTo>
                        <a:pt x="1" y="1607"/>
                        <a:pt x="442" y="2048"/>
                        <a:pt x="1009" y="2048"/>
                      </a:cubicBezTo>
                      <a:cubicBezTo>
                        <a:pt x="1576" y="2048"/>
                        <a:pt x="2048" y="1607"/>
                        <a:pt x="2048" y="1040"/>
                      </a:cubicBezTo>
                      <a:cubicBezTo>
                        <a:pt x="2048" y="473"/>
                        <a:pt x="1576" y="0"/>
                        <a:pt x="10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5" name="Google Shape;9321;p73">
                  <a:extLst>
                    <a:ext uri="{FF2B5EF4-FFF2-40B4-BE49-F238E27FC236}">
                      <a16:creationId xmlns:a16="http://schemas.microsoft.com/office/drawing/2014/main" id="{0C969AFF-B2C6-B1DD-B57D-5339A8C908B3}"/>
                    </a:ext>
                  </a:extLst>
                </p:cNvPr>
                <p:cNvSpPr/>
                <p:nvPr/>
              </p:nvSpPr>
              <p:spPr>
                <a:xfrm>
                  <a:off x="738250" y="3722700"/>
                  <a:ext cx="141800" cy="192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72" h="7704" extrusionOk="0">
                      <a:moveTo>
                        <a:pt x="4222" y="4474"/>
                      </a:moveTo>
                      <a:lnTo>
                        <a:pt x="4222" y="4568"/>
                      </a:lnTo>
                      <a:lnTo>
                        <a:pt x="4443" y="5545"/>
                      </a:lnTo>
                      <a:lnTo>
                        <a:pt x="1985" y="5545"/>
                      </a:lnTo>
                      <a:lnTo>
                        <a:pt x="2332" y="4474"/>
                      </a:lnTo>
                      <a:close/>
                      <a:moveTo>
                        <a:pt x="4222" y="0"/>
                      </a:moveTo>
                      <a:cubicBezTo>
                        <a:pt x="3939" y="0"/>
                        <a:pt x="3718" y="158"/>
                        <a:pt x="3592" y="378"/>
                      </a:cubicBezTo>
                      <a:lnTo>
                        <a:pt x="3340" y="1071"/>
                      </a:lnTo>
                      <a:lnTo>
                        <a:pt x="1450" y="1071"/>
                      </a:lnTo>
                      <a:cubicBezTo>
                        <a:pt x="1072" y="1071"/>
                        <a:pt x="757" y="1386"/>
                        <a:pt x="757" y="1764"/>
                      </a:cubicBezTo>
                      <a:cubicBezTo>
                        <a:pt x="757" y="2174"/>
                        <a:pt x="1072" y="2489"/>
                        <a:pt x="1450" y="2489"/>
                      </a:cubicBezTo>
                      <a:lnTo>
                        <a:pt x="2490" y="2489"/>
                      </a:lnTo>
                      <a:cubicBezTo>
                        <a:pt x="2679" y="2489"/>
                        <a:pt x="2836" y="2646"/>
                        <a:pt x="2836" y="2835"/>
                      </a:cubicBezTo>
                      <a:cubicBezTo>
                        <a:pt x="2836" y="3024"/>
                        <a:pt x="2679" y="3182"/>
                        <a:pt x="2490" y="3182"/>
                      </a:cubicBezTo>
                      <a:lnTo>
                        <a:pt x="1765" y="3182"/>
                      </a:lnTo>
                      <a:cubicBezTo>
                        <a:pt x="1450" y="3182"/>
                        <a:pt x="1198" y="3371"/>
                        <a:pt x="1103" y="3686"/>
                      </a:cubicBezTo>
                      <a:lnTo>
                        <a:pt x="95" y="6837"/>
                      </a:lnTo>
                      <a:cubicBezTo>
                        <a:pt x="1" y="7215"/>
                        <a:pt x="190" y="7593"/>
                        <a:pt x="599" y="7687"/>
                      </a:cubicBezTo>
                      <a:cubicBezTo>
                        <a:pt x="643" y="7696"/>
                        <a:pt x="690" y="7701"/>
                        <a:pt x="738" y="7701"/>
                      </a:cubicBezTo>
                      <a:cubicBezTo>
                        <a:pt x="1030" y="7701"/>
                        <a:pt x="1364" y="7531"/>
                        <a:pt x="1418" y="7152"/>
                      </a:cubicBezTo>
                      <a:lnTo>
                        <a:pt x="1733" y="6301"/>
                      </a:lnTo>
                      <a:lnTo>
                        <a:pt x="4632" y="6301"/>
                      </a:lnTo>
                      <a:lnTo>
                        <a:pt x="4915" y="7435"/>
                      </a:lnTo>
                      <a:cubicBezTo>
                        <a:pt x="4967" y="7591"/>
                        <a:pt x="5104" y="7704"/>
                        <a:pt x="5257" y="7704"/>
                      </a:cubicBezTo>
                      <a:cubicBezTo>
                        <a:pt x="5290" y="7704"/>
                        <a:pt x="5323" y="7698"/>
                        <a:pt x="5356" y="7687"/>
                      </a:cubicBezTo>
                      <a:cubicBezTo>
                        <a:pt x="5546" y="7624"/>
                        <a:pt x="5672" y="7435"/>
                        <a:pt x="5577" y="7246"/>
                      </a:cubicBezTo>
                      <a:lnTo>
                        <a:pt x="4915" y="4537"/>
                      </a:lnTo>
                      <a:cubicBezTo>
                        <a:pt x="5356" y="4474"/>
                        <a:pt x="5672" y="4064"/>
                        <a:pt x="5609" y="3623"/>
                      </a:cubicBezTo>
                      <a:lnTo>
                        <a:pt x="4884" y="504"/>
                      </a:lnTo>
                      <a:cubicBezTo>
                        <a:pt x="4821" y="189"/>
                        <a:pt x="4537" y="0"/>
                        <a:pt x="422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" name="Google Shape;9322;p73">
                <a:extLst>
                  <a:ext uri="{FF2B5EF4-FFF2-40B4-BE49-F238E27FC236}">
                    <a16:creationId xmlns:a16="http://schemas.microsoft.com/office/drawing/2014/main" id="{1689C636-6C28-A6ED-1600-69FF0CC1F4F9}"/>
                  </a:ext>
                </a:extLst>
              </p:cNvPr>
              <p:cNvGrpSpPr/>
              <p:nvPr/>
            </p:nvGrpSpPr>
            <p:grpSpPr>
              <a:xfrm>
                <a:off x="766581" y="4984646"/>
                <a:ext cx="500612" cy="500612"/>
                <a:chOff x="583100" y="3982600"/>
                <a:chExt cx="296175" cy="296175"/>
              </a:xfrm>
              <a:grpFill/>
            </p:grpSpPr>
            <p:sp>
              <p:nvSpPr>
                <p:cNvPr id="17654" name="Google Shape;9323;p73">
                  <a:extLst>
                    <a:ext uri="{FF2B5EF4-FFF2-40B4-BE49-F238E27FC236}">
                      <a16:creationId xmlns:a16="http://schemas.microsoft.com/office/drawing/2014/main" id="{2AF59FAA-0209-FA52-2946-1A97203F5BFD}"/>
                    </a:ext>
                  </a:extLst>
                </p:cNvPr>
                <p:cNvSpPr/>
                <p:nvPr/>
              </p:nvSpPr>
              <p:spPr>
                <a:xfrm>
                  <a:off x="694925" y="3982600"/>
                  <a:ext cx="7092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7" h="2742" extrusionOk="0">
                      <a:moveTo>
                        <a:pt x="1419" y="1"/>
                      </a:moveTo>
                      <a:cubicBezTo>
                        <a:pt x="631" y="1"/>
                        <a:pt x="1" y="599"/>
                        <a:pt x="1" y="1355"/>
                      </a:cubicBezTo>
                      <a:cubicBezTo>
                        <a:pt x="1" y="2143"/>
                        <a:pt x="631" y="2742"/>
                        <a:pt x="1419" y="2742"/>
                      </a:cubicBezTo>
                      <a:cubicBezTo>
                        <a:pt x="2206" y="2742"/>
                        <a:pt x="2836" y="2143"/>
                        <a:pt x="2836" y="1355"/>
                      </a:cubicBezTo>
                      <a:cubicBezTo>
                        <a:pt x="2836" y="599"/>
                        <a:pt x="2206" y="1"/>
                        <a:pt x="141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5" name="Google Shape;9324;p73">
                  <a:extLst>
                    <a:ext uri="{FF2B5EF4-FFF2-40B4-BE49-F238E27FC236}">
                      <a16:creationId xmlns:a16="http://schemas.microsoft.com/office/drawing/2014/main" id="{1B144750-1306-6D0C-CAD0-D27A9E4A5767}"/>
                    </a:ext>
                  </a:extLst>
                </p:cNvPr>
                <p:cNvSpPr/>
                <p:nvPr/>
              </p:nvSpPr>
              <p:spPr>
                <a:xfrm>
                  <a:off x="609075" y="4139350"/>
                  <a:ext cx="69350" cy="6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2741" extrusionOk="0">
                      <a:moveTo>
                        <a:pt x="1387" y="0"/>
                      </a:moveTo>
                      <a:cubicBezTo>
                        <a:pt x="631" y="0"/>
                        <a:pt x="1" y="630"/>
                        <a:pt x="1" y="1355"/>
                      </a:cubicBezTo>
                      <a:cubicBezTo>
                        <a:pt x="1" y="2111"/>
                        <a:pt x="631" y="2741"/>
                        <a:pt x="1387" y="2741"/>
                      </a:cubicBezTo>
                      <a:cubicBezTo>
                        <a:pt x="2143" y="2741"/>
                        <a:pt x="2773" y="2111"/>
                        <a:pt x="2773" y="1355"/>
                      </a:cubicBezTo>
                      <a:cubicBezTo>
                        <a:pt x="2773" y="630"/>
                        <a:pt x="2143" y="0"/>
                        <a:pt x="138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6" name="Google Shape;9325;p73">
                  <a:extLst>
                    <a:ext uri="{FF2B5EF4-FFF2-40B4-BE49-F238E27FC236}">
                      <a16:creationId xmlns:a16="http://schemas.microsoft.com/office/drawing/2014/main" id="{AE2C3548-ACD7-0A79-080F-5011F755BC4C}"/>
                    </a:ext>
                  </a:extLst>
                </p:cNvPr>
                <p:cNvSpPr/>
                <p:nvPr/>
              </p:nvSpPr>
              <p:spPr>
                <a:xfrm>
                  <a:off x="783925" y="4140125"/>
                  <a:ext cx="68550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2" h="2742" extrusionOk="0">
                      <a:moveTo>
                        <a:pt x="1356" y="1"/>
                      </a:moveTo>
                      <a:cubicBezTo>
                        <a:pt x="631" y="1"/>
                        <a:pt x="1" y="631"/>
                        <a:pt x="1" y="1387"/>
                      </a:cubicBezTo>
                      <a:cubicBezTo>
                        <a:pt x="1" y="2111"/>
                        <a:pt x="631" y="2741"/>
                        <a:pt x="1356" y="2741"/>
                      </a:cubicBezTo>
                      <a:cubicBezTo>
                        <a:pt x="2112" y="2741"/>
                        <a:pt x="2742" y="2111"/>
                        <a:pt x="2742" y="1387"/>
                      </a:cubicBezTo>
                      <a:cubicBezTo>
                        <a:pt x="2742" y="631"/>
                        <a:pt x="2112" y="1"/>
                        <a:pt x="13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7" name="Google Shape;9326;p73">
                  <a:extLst>
                    <a:ext uri="{FF2B5EF4-FFF2-40B4-BE49-F238E27FC236}">
                      <a16:creationId xmlns:a16="http://schemas.microsoft.com/office/drawing/2014/main" id="{13519CD9-B131-CEB8-CE71-A95FF7CAC066}"/>
                    </a:ext>
                  </a:extLst>
                </p:cNvPr>
                <p:cNvSpPr/>
                <p:nvPr/>
              </p:nvSpPr>
              <p:spPr>
                <a:xfrm>
                  <a:off x="583100" y="4207075"/>
                  <a:ext cx="122100" cy="71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868" extrusionOk="0">
                      <a:moveTo>
                        <a:pt x="819" y="0"/>
                      </a:moveTo>
                      <a:cubicBezTo>
                        <a:pt x="347" y="442"/>
                        <a:pt x="0" y="1072"/>
                        <a:pt x="0" y="1796"/>
                      </a:cubicBezTo>
                      <a:lnTo>
                        <a:pt x="0" y="2521"/>
                      </a:lnTo>
                      <a:cubicBezTo>
                        <a:pt x="0" y="2710"/>
                        <a:pt x="158" y="2867"/>
                        <a:pt x="347" y="2867"/>
                      </a:cubicBezTo>
                      <a:lnTo>
                        <a:pt x="4505" y="2867"/>
                      </a:lnTo>
                      <a:cubicBezTo>
                        <a:pt x="4726" y="2867"/>
                        <a:pt x="4883" y="2710"/>
                        <a:pt x="4883" y="2521"/>
                      </a:cubicBezTo>
                      <a:lnTo>
                        <a:pt x="4883" y="1796"/>
                      </a:lnTo>
                      <a:cubicBezTo>
                        <a:pt x="4883" y="1103"/>
                        <a:pt x="4568" y="442"/>
                        <a:pt x="4033" y="0"/>
                      </a:cubicBezTo>
                      <a:cubicBezTo>
                        <a:pt x="3655" y="473"/>
                        <a:pt x="3088" y="788"/>
                        <a:pt x="2426" y="788"/>
                      </a:cubicBezTo>
                      <a:cubicBezTo>
                        <a:pt x="1796" y="788"/>
                        <a:pt x="1197" y="473"/>
                        <a:pt x="8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8" name="Google Shape;9327;p73">
                  <a:extLst>
                    <a:ext uri="{FF2B5EF4-FFF2-40B4-BE49-F238E27FC236}">
                      <a16:creationId xmlns:a16="http://schemas.microsoft.com/office/drawing/2014/main" id="{0E8EFEC1-A68B-DFC5-5161-DC6567013227}"/>
                    </a:ext>
                  </a:extLst>
                </p:cNvPr>
                <p:cNvSpPr/>
                <p:nvPr/>
              </p:nvSpPr>
              <p:spPr>
                <a:xfrm>
                  <a:off x="669725" y="4049550"/>
                  <a:ext cx="122900" cy="7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2899" extrusionOk="0">
                      <a:moveTo>
                        <a:pt x="851" y="1"/>
                      </a:moveTo>
                      <a:cubicBezTo>
                        <a:pt x="347" y="442"/>
                        <a:pt x="1" y="1103"/>
                        <a:pt x="1" y="1796"/>
                      </a:cubicBezTo>
                      <a:lnTo>
                        <a:pt x="1" y="2552"/>
                      </a:lnTo>
                      <a:cubicBezTo>
                        <a:pt x="1" y="2741"/>
                        <a:pt x="158" y="2899"/>
                        <a:pt x="347" y="2899"/>
                      </a:cubicBezTo>
                      <a:lnTo>
                        <a:pt x="4537" y="2899"/>
                      </a:lnTo>
                      <a:cubicBezTo>
                        <a:pt x="4758" y="2899"/>
                        <a:pt x="4915" y="2741"/>
                        <a:pt x="4915" y="2552"/>
                      </a:cubicBezTo>
                      <a:lnTo>
                        <a:pt x="4915" y="1796"/>
                      </a:lnTo>
                      <a:cubicBezTo>
                        <a:pt x="4915" y="1103"/>
                        <a:pt x="4600" y="442"/>
                        <a:pt x="4065" y="1"/>
                      </a:cubicBezTo>
                      <a:cubicBezTo>
                        <a:pt x="3687" y="473"/>
                        <a:pt x="3088" y="788"/>
                        <a:pt x="2458" y="788"/>
                      </a:cubicBezTo>
                      <a:cubicBezTo>
                        <a:pt x="1828" y="788"/>
                        <a:pt x="1198" y="473"/>
                        <a:pt x="85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9" name="Google Shape;9328;p73">
                  <a:extLst>
                    <a:ext uri="{FF2B5EF4-FFF2-40B4-BE49-F238E27FC236}">
                      <a16:creationId xmlns:a16="http://schemas.microsoft.com/office/drawing/2014/main" id="{8EA19CB0-C2AE-0790-79DF-C901CC7F51EE}"/>
                    </a:ext>
                  </a:extLst>
                </p:cNvPr>
                <p:cNvSpPr/>
                <p:nvPr/>
              </p:nvSpPr>
              <p:spPr>
                <a:xfrm>
                  <a:off x="757150" y="4207075"/>
                  <a:ext cx="122125" cy="71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2868" extrusionOk="0">
                      <a:moveTo>
                        <a:pt x="820" y="0"/>
                      </a:moveTo>
                      <a:cubicBezTo>
                        <a:pt x="316" y="442"/>
                        <a:pt x="1" y="1103"/>
                        <a:pt x="1" y="1796"/>
                      </a:cubicBezTo>
                      <a:lnTo>
                        <a:pt x="1" y="2521"/>
                      </a:lnTo>
                      <a:cubicBezTo>
                        <a:pt x="1" y="2710"/>
                        <a:pt x="158" y="2867"/>
                        <a:pt x="347" y="2867"/>
                      </a:cubicBezTo>
                      <a:lnTo>
                        <a:pt x="4506" y="2867"/>
                      </a:lnTo>
                      <a:cubicBezTo>
                        <a:pt x="4727" y="2867"/>
                        <a:pt x="4884" y="2710"/>
                        <a:pt x="4884" y="2521"/>
                      </a:cubicBezTo>
                      <a:lnTo>
                        <a:pt x="4884" y="1796"/>
                      </a:lnTo>
                      <a:cubicBezTo>
                        <a:pt x="4884" y="1103"/>
                        <a:pt x="4569" y="442"/>
                        <a:pt x="4033" y="0"/>
                      </a:cubicBezTo>
                      <a:cubicBezTo>
                        <a:pt x="3655" y="473"/>
                        <a:pt x="3088" y="788"/>
                        <a:pt x="2427" y="788"/>
                      </a:cubicBezTo>
                      <a:cubicBezTo>
                        <a:pt x="1797" y="788"/>
                        <a:pt x="1198" y="473"/>
                        <a:pt x="82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0" name="Google Shape;9329;p73">
                  <a:extLst>
                    <a:ext uri="{FF2B5EF4-FFF2-40B4-BE49-F238E27FC236}">
                      <a16:creationId xmlns:a16="http://schemas.microsoft.com/office/drawing/2014/main" id="{5FA1CDDF-800D-CB1F-8DFA-60DD2EB7A61B}"/>
                    </a:ext>
                  </a:extLst>
                </p:cNvPr>
                <p:cNvSpPr/>
                <p:nvPr/>
              </p:nvSpPr>
              <p:spPr>
                <a:xfrm>
                  <a:off x="691775" y="4139350"/>
                  <a:ext cx="77225" cy="6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9" h="2584" extrusionOk="0">
                      <a:moveTo>
                        <a:pt x="1198" y="0"/>
                      </a:moveTo>
                      <a:lnTo>
                        <a:pt x="1198" y="882"/>
                      </a:lnTo>
                      <a:lnTo>
                        <a:pt x="1" y="2079"/>
                      </a:lnTo>
                      <a:cubicBezTo>
                        <a:pt x="221" y="2237"/>
                        <a:pt x="284" y="2300"/>
                        <a:pt x="473" y="2583"/>
                      </a:cubicBezTo>
                      <a:lnTo>
                        <a:pt x="1545" y="1575"/>
                      </a:lnTo>
                      <a:lnTo>
                        <a:pt x="2616" y="2583"/>
                      </a:lnTo>
                      <a:cubicBezTo>
                        <a:pt x="2773" y="2394"/>
                        <a:pt x="2931" y="2237"/>
                        <a:pt x="3088" y="2111"/>
                      </a:cubicBezTo>
                      <a:lnTo>
                        <a:pt x="1891" y="882"/>
                      </a:lnTo>
                      <a:lnTo>
                        <a:pt x="189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" name="Google Shape;9330;p73">
                <a:extLst>
                  <a:ext uri="{FF2B5EF4-FFF2-40B4-BE49-F238E27FC236}">
                    <a16:creationId xmlns:a16="http://schemas.microsoft.com/office/drawing/2014/main" id="{0BCA5616-6E47-9969-49A4-1BDA2713DBAB}"/>
                  </a:ext>
                </a:extLst>
              </p:cNvPr>
              <p:cNvGrpSpPr/>
              <p:nvPr/>
            </p:nvGrpSpPr>
            <p:grpSpPr>
              <a:xfrm>
                <a:off x="3959219" y="3748874"/>
                <a:ext cx="439341" cy="498627"/>
                <a:chOff x="2423775" y="3226875"/>
                <a:chExt cx="259925" cy="295000"/>
              </a:xfrm>
              <a:grpFill/>
            </p:grpSpPr>
            <p:sp>
              <p:nvSpPr>
                <p:cNvPr id="17651" name="Google Shape;9331;p73">
                  <a:extLst>
                    <a:ext uri="{FF2B5EF4-FFF2-40B4-BE49-F238E27FC236}">
                      <a16:creationId xmlns:a16="http://schemas.microsoft.com/office/drawing/2014/main" id="{2C2355A4-7BD5-7AB9-74F7-0D05B76C2799}"/>
                    </a:ext>
                  </a:extLst>
                </p:cNvPr>
                <p:cNvSpPr/>
                <p:nvPr/>
              </p:nvSpPr>
              <p:spPr>
                <a:xfrm>
                  <a:off x="2509625" y="3365900"/>
                  <a:ext cx="86650" cy="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2080" extrusionOk="0">
                      <a:moveTo>
                        <a:pt x="1733" y="0"/>
                      </a:moveTo>
                      <a:cubicBezTo>
                        <a:pt x="788" y="0"/>
                        <a:pt x="0" y="788"/>
                        <a:pt x="0" y="1733"/>
                      </a:cubicBezTo>
                      <a:lnTo>
                        <a:pt x="0" y="2080"/>
                      </a:lnTo>
                      <a:lnTo>
                        <a:pt x="3466" y="2080"/>
                      </a:lnTo>
                      <a:lnTo>
                        <a:pt x="3466" y="1733"/>
                      </a:lnTo>
                      <a:cubicBezTo>
                        <a:pt x="3466" y="788"/>
                        <a:pt x="2678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2" name="Google Shape;9332;p73">
                  <a:extLst>
                    <a:ext uri="{FF2B5EF4-FFF2-40B4-BE49-F238E27FC236}">
                      <a16:creationId xmlns:a16="http://schemas.microsoft.com/office/drawing/2014/main" id="{57A65809-F218-F655-C8BA-EDF9A84E947D}"/>
                    </a:ext>
                  </a:extLst>
                </p:cNvPr>
                <p:cNvSpPr/>
                <p:nvPr/>
              </p:nvSpPr>
              <p:spPr>
                <a:xfrm>
                  <a:off x="2534825" y="3313925"/>
                  <a:ext cx="35475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8" extrusionOk="0">
                      <a:moveTo>
                        <a:pt x="725" y="0"/>
                      </a:moveTo>
                      <a:cubicBezTo>
                        <a:pt x="316" y="0"/>
                        <a:pt x="0" y="315"/>
                        <a:pt x="0" y="725"/>
                      </a:cubicBezTo>
                      <a:cubicBezTo>
                        <a:pt x="0" y="1103"/>
                        <a:pt x="316" y="1418"/>
                        <a:pt x="725" y="1418"/>
                      </a:cubicBezTo>
                      <a:cubicBezTo>
                        <a:pt x="1103" y="1418"/>
                        <a:pt x="1418" y="1103"/>
                        <a:pt x="1418" y="725"/>
                      </a:cubicBezTo>
                      <a:cubicBezTo>
                        <a:pt x="1418" y="315"/>
                        <a:pt x="1103" y="0"/>
                        <a:pt x="72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3" name="Google Shape;9333;p73">
                  <a:extLst>
                    <a:ext uri="{FF2B5EF4-FFF2-40B4-BE49-F238E27FC236}">
                      <a16:creationId xmlns:a16="http://schemas.microsoft.com/office/drawing/2014/main" id="{BF3DD045-A38E-DAE3-21F2-AB8B208CF132}"/>
                    </a:ext>
                  </a:extLst>
                </p:cNvPr>
                <p:cNvSpPr/>
                <p:nvPr/>
              </p:nvSpPr>
              <p:spPr>
                <a:xfrm>
                  <a:off x="2423775" y="3226875"/>
                  <a:ext cx="259925" cy="29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97" h="11800" extrusionOk="0">
                      <a:moveTo>
                        <a:pt x="5167" y="2757"/>
                      </a:moveTo>
                      <a:cubicBezTo>
                        <a:pt x="5923" y="2757"/>
                        <a:pt x="6553" y="3388"/>
                        <a:pt x="6553" y="4144"/>
                      </a:cubicBezTo>
                      <a:cubicBezTo>
                        <a:pt x="6553" y="4490"/>
                        <a:pt x="6396" y="4805"/>
                        <a:pt x="6175" y="5089"/>
                      </a:cubicBezTo>
                      <a:cubicBezTo>
                        <a:pt x="7026" y="5498"/>
                        <a:pt x="7593" y="6317"/>
                        <a:pt x="7593" y="7294"/>
                      </a:cubicBezTo>
                      <a:lnTo>
                        <a:pt x="7593" y="8019"/>
                      </a:lnTo>
                      <a:cubicBezTo>
                        <a:pt x="7593" y="8208"/>
                        <a:pt x="7435" y="8365"/>
                        <a:pt x="7246" y="8365"/>
                      </a:cubicBezTo>
                      <a:lnTo>
                        <a:pt x="3088" y="8365"/>
                      </a:lnTo>
                      <a:cubicBezTo>
                        <a:pt x="2867" y="8365"/>
                        <a:pt x="2710" y="8208"/>
                        <a:pt x="2710" y="8019"/>
                      </a:cubicBezTo>
                      <a:lnTo>
                        <a:pt x="2710" y="7294"/>
                      </a:lnTo>
                      <a:cubicBezTo>
                        <a:pt x="2710" y="6317"/>
                        <a:pt x="3308" y="5498"/>
                        <a:pt x="4127" y="5089"/>
                      </a:cubicBezTo>
                      <a:cubicBezTo>
                        <a:pt x="3907" y="4868"/>
                        <a:pt x="3781" y="4553"/>
                        <a:pt x="3781" y="4144"/>
                      </a:cubicBezTo>
                      <a:cubicBezTo>
                        <a:pt x="3781" y="3388"/>
                        <a:pt x="4411" y="2757"/>
                        <a:pt x="5167" y="2757"/>
                      </a:cubicBezTo>
                      <a:close/>
                      <a:moveTo>
                        <a:pt x="5183" y="1"/>
                      </a:moveTo>
                      <a:cubicBezTo>
                        <a:pt x="5128" y="1"/>
                        <a:pt x="5073" y="17"/>
                        <a:pt x="5010" y="48"/>
                      </a:cubicBezTo>
                      <a:cubicBezTo>
                        <a:pt x="3964" y="646"/>
                        <a:pt x="2946" y="940"/>
                        <a:pt x="1919" y="940"/>
                      </a:cubicBezTo>
                      <a:cubicBezTo>
                        <a:pt x="1430" y="940"/>
                        <a:pt x="939" y="873"/>
                        <a:pt x="441" y="741"/>
                      </a:cubicBezTo>
                      <a:cubicBezTo>
                        <a:pt x="402" y="722"/>
                        <a:pt x="363" y="714"/>
                        <a:pt x="326" y="714"/>
                      </a:cubicBezTo>
                      <a:cubicBezTo>
                        <a:pt x="243" y="714"/>
                        <a:pt x="170" y="751"/>
                        <a:pt x="126" y="773"/>
                      </a:cubicBezTo>
                      <a:cubicBezTo>
                        <a:pt x="32" y="836"/>
                        <a:pt x="0" y="930"/>
                        <a:pt x="0" y="1056"/>
                      </a:cubicBezTo>
                      <a:lnTo>
                        <a:pt x="0" y="5026"/>
                      </a:lnTo>
                      <a:cubicBezTo>
                        <a:pt x="0" y="8145"/>
                        <a:pt x="2080" y="10949"/>
                        <a:pt x="5104" y="11799"/>
                      </a:cubicBezTo>
                      <a:lnTo>
                        <a:pt x="5262" y="11799"/>
                      </a:lnTo>
                      <a:cubicBezTo>
                        <a:pt x="8255" y="10917"/>
                        <a:pt x="10397" y="8145"/>
                        <a:pt x="10397" y="5026"/>
                      </a:cubicBezTo>
                      <a:lnTo>
                        <a:pt x="10397" y="1056"/>
                      </a:lnTo>
                      <a:cubicBezTo>
                        <a:pt x="10397" y="930"/>
                        <a:pt x="10365" y="836"/>
                        <a:pt x="10271" y="773"/>
                      </a:cubicBezTo>
                      <a:cubicBezTo>
                        <a:pt x="10162" y="751"/>
                        <a:pt x="10084" y="714"/>
                        <a:pt x="10014" y="714"/>
                      </a:cubicBezTo>
                      <a:cubicBezTo>
                        <a:pt x="9983" y="714"/>
                        <a:pt x="9954" y="722"/>
                        <a:pt x="9924" y="741"/>
                      </a:cubicBezTo>
                      <a:cubicBezTo>
                        <a:pt x="9414" y="877"/>
                        <a:pt x="8910" y="946"/>
                        <a:pt x="8409" y="946"/>
                      </a:cubicBezTo>
                      <a:cubicBezTo>
                        <a:pt x="7395" y="946"/>
                        <a:pt x="6389" y="660"/>
                        <a:pt x="5356" y="48"/>
                      </a:cubicBezTo>
                      <a:cubicBezTo>
                        <a:pt x="5293" y="17"/>
                        <a:pt x="5238" y="1"/>
                        <a:pt x="518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3" name="Google Shape;9334;p73">
                <a:extLst>
                  <a:ext uri="{FF2B5EF4-FFF2-40B4-BE49-F238E27FC236}">
                    <a16:creationId xmlns:a16="http://schemas.microsoft.com/office/drawing/2014/main" id="{2880A604-157A-D2BE-E633-08B27D768D98}"/>
                  </a:ext>
                </a:extLst>
              </p:cNvPr>
              <p:cNvGrpSpPr/>
              <p:nvPr/>
            </p:nvGrpSpPr>
            <p:grpSpPr>
              <a:xfrm>
                <a:off x="3926595" y="4379912"/>
                <a:ext cx="504585" cy="496642"/>
                <a:chOff x="2404875" y="3592725"/>
                <a:chExt cx="298525" cy="293825"/>
              </a:xfrm>
              <a:grpFill/>
            </p:grpSpPr>
            <p:sp>
              <p:nvSpPr>
                <p:cNvPr id="17648" name="Google Shape;9335;p73">
                  <a:extLst>
                    <a:ext uri="{FF2B5EF4-FFF2-40B4-BE49-F238E27FC236}">
                      <a16:creationId xmlns:a16="http://schemas.microsoft.com/office/drawing/2014/main" id="{D09A70D7-2CFC-6D99-B488-A9634603AF50}"/>
                    </a:ext>
                  </a:extLst>
                </p:cNvPr>
                <p:cNvSpPr/>
                <p:nvPr/>
              </p:nvSpPr>
              <p:spPr>
                <a:xfrm>
                  <a:off x="2404875" y="3747900"/>
                  <a:ext cx="52775" cy="13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1" h="5546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5198"/>
                      </a:lnTo>
                      <a:cubicBezTo>
                        <a:pt x="0" y="5419"/>
                        <a:pt x="158" y="5545"/>
                        <a:pt x="378" y="5545"/>
                      </a:cubicBezTo>
                      <a:lnTo>
                        <a:pt x="1071" y="5545"/>
                      </a:lnTo>
                      <a:cubicBezTo>
                        <a:pt x="1670" y="5545"/>
                        <a:pt x="2111" y="5072"/>
                        <a:pt x="2111" y="4537"/>
                      </a:cubicBezTo>
                      <a:lnTo>
                        <a:pt x="2111" y="1040"/>
                      </a:lnTo>
                      <a:cubicBezTo>
                        <a:pt x="2111" y="441"/>
                        <a:pt x="1638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9" name="Google Shape;9336;p73">
                  <a:extLst>
                    <a:ext uri="{FF2B5EF4-FFF2-40B4-BE49-F238E27FC236}">
                      <a16:creationId xmlns:a16="http://schemas.microsoft.com/office/drawing/2014/main" id="{202861C0-0EB3-E3E7-C963-6010B6B6E0C4}"/>
                    </a:ext>
                  </a:extLst>
                </p:cNvPr>
                <p:cNvSpPr/>
                <p:nvPr/>
              </p:nvSpPr>
              <p:spPr>
                <a:xfrm>
                  <a:off x="2458425" y="3592725"/>
                  <a:ext cx="190625" cy="16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5" h="6428" extrusionOk="0">
                      <a:moveTo>
                        <a:pt x="3781" y="631"/>
                      </a:moveTo>
                      <a:cubicBezTo>
                        <a:pt x="3970" y="631"/>
                        <a:pt x="4128" y="788"/>
                        <a:pt x="4128" y="977"/>
                      </a:cubicBezTo>
                      <a:lnTo>
                        <a:pt x="4128" y="1418"/>
                      </a:lnTo>
                      <a:cubicBezTo>
                        <a:pt x="4380" y="1481"/>
                        <a:pt x="4569" y="1639"/>
                        <a:pt x="4758" y="1860"/>
                      </a:cubicBezTo>
                      <a:cubicBezTo>
                        <a:pt x="4884" y="2017"/>
                        <a:pt x="4884" y="2206"/>
                        <a:pt x="4726" y="2332"/>
                      </a:cubicBezTo>
                      <a:cubicBezTo>
                        <a:pt x="4657" y="2373"/>
                        <a:pt x="4583" y="2397"/>
                        <a:pt x="4510" y="2397"/>
                      </a:cubicBezTo>
                      <a:cubicBezTo>
                        <a:pt x="4416" y="2397"/>
                        <a:pt x="4325" y="2358"/>
                        <a:pt x="4254" y="2269"/>
                      </a:cubicBezTo>
                      <a:cubicBezTo>
                        <a:pt x="4114" y="2106"/>
                        <a:pt x="3957" y="2012"/>
                        <a:pt x="3821" y="2012"/>
                      </a:cubicBezTo>
                      <a:cubicBezTo>
                        <a:pt x="3773" y="2012"/>
                        <a:pt x="3728" y="2024"/>
                        <a:pt x="3687" y="2049"/>
                      </a:cubicBezTo>
                      <a:cubicBezTo>
                        <a:pt x="3592" y="2080"/>
                        <a:pt x="3466" y="2238"/>
                        <a:pt x="3466" y="2364"/>
                      </a:cubicBezTo>
                      <a:cubicBezTo>
                        <a:pt x="3466" y="2553"/>
                        <a:pt x="3624" y="2710"/>
                        <a:pt x="3813" y="2710"/>
                      </a:cubicBezTo>
                      <a:cubicBezTo>
                        <a:pt x="4411" y="2710"/>
                        <a:pt x="4852" y="3183"/>
                        <a:pt x="4852" y="3750"/>
                      </a:cubicBezTo>
                      <a:cubicBezTo>
                        <a:pt x="4852" y="4159"/>
                        <a:pt x="4600" y="4537"/>
                        <a:pt x="4222" y="4663"/>
                      </a:cubicBezTo>
                      <a:lnTo>
                        <a:pt x="4159" y="4663"/>
                      </a:lnTo>
                      <a:lnTo>
                        <a:pt x="4159" y="5073"/>
                      </a:lnTo>
                      <a:cubicBezTo>
                        <a:pt x="4159" y="5262"/>
                        <a:pt x="4002" y="5420"/>
                        <a:pt x="3813" y="5420"/>
                      </a:cubicBezTo>
                      <a:cubicBezTo>
                        <a:pt x="3624" y="5420"/>
                        <a:pt x="3466" y="5262"/>
                        <a:pt x="3466" y="5073"/>
                      </a:cubicBezTo>
                      <a:lnTo>
                        <a:pt x="3466" y="4663"/>
                      </a:lnTo>
                      <a:cubicBezTo>
                        <a:pt x="3277" y="4600"/>
                        <a:pt x="3119" y="4537"/>
                        <a:pt x="2962" y="4348"/>
                      </a:cubicBezTo>
                      <a:cubicBezTo>
                        <a:pt x="2836" y="4254"/>
                        <a:pt x="2804" y="4002"/>
                        <a:pt x="2962" y="3876"/>
                      </a:cubicBezTo>
                      <a:cubicBezTo>
                        <a:pt x="3013" y="3825"/>
                        <a:pt x="3108" y="3793"/>
                        <a:pt x="3206" y="3793"/>
                      </a:cubicBezTo>
                      <a:cubicBezTo>
                        <a:pt x="3290" y="3793"/>
                        <a:pt x="3376" y="3817"/>
                        <a:pt x="3435" y="3876"/>
                      </a:cubicBezTo>
                      <a:cubicBezTo>
                        <a:pt x="3549" y="3990"/>
                        <a:pt x="3679" y="4071"/>
                        <a:pt x="3803" y="4071"/>
                      </a:cubicBezTo>
                      <a:cubicBezTo>
                        <a:pt x="3850" y="4071"/>
                        <a:pt x="3895" y="4059"/>
                        <a:pt x="3939" y="4033"/>
                      </a:cubicBezTo>
                      <a:cubicBezTo>
                        <a:pt x="4065" y="4002"/>
                        <a:pt x="4128" y="3844"/>
                        <a:pt x="4128" y="3718"/>
                      </a:cubicBezTo>
                      <a:cubicBezTo>
                        <a:pt x="4128" y="3529"/>
                        <a:pt x="3970" y="3372"/>
                        <a:pt x="3781" y="3372"/>
                      </a:cubicBezTo>
                      <a:cubicBezTo>
                        <a:pt x="3182" y="3372"/>
                        <a:pt x="2741" y="2899"/>
                        <a:pt x="2741" y="2364"/>
                      </a:cubicBezTo>
                      <a:cubicBezTo>
                        <a:pt x="2741" y="1954"/>
                        <a:pt x="3025" y="1576"/>
                        <a:pt x="3435" y="1418"/>
                      </a:cubicBezTo>
                      <a:lnTo>
                        <a:pt x="3435" y="977"/>
                      </a:lnTo>
                      <a:cubicBezTo>
                        <a:pt x="3435" y="788"/>
                        <a:pt x="3592" y="631"/>
                        <a:pt x="3781" y="631"/>
                      </a:cubicBezTo>
                      <a:close/>
                      <a:moveTo>
                        <a:pt x="3813" y="1"/>
                      </a:moveTo>
                      <a:cubicBezTo>
                        <a:pt x="1733" y="1"/>
                        <a:pt x="0" y="1734"/>
                        <a:pt x="0" y="3813"/>
                      </a:cubicBezTo>
                      <a:cubicBezTo>
                        <a:pt x="0" y="4537"/>
                        <a:pt x="190" y="5231"/>
                        <a:pt x="536" y="5829"/>
                      </a:cubicBezTo>
                      <a:cubicBezTo>
                        <a:pt x="1009" y="5546"/>
                        <a:pt x="1544" y="5420"/>
                        <a:pt x="2080" y="5420"/>
                      </a:cubicBezTo>
                      <a:cubicBezTo>
                        <a:pt x="2146" y="5414"/>
                        <a:pt x="2213" y="5411"/>
                        <a:pt x="2279" y="5411"/>
                      </a:cubicBezTo>
                      <a:cubicBezTo>
                        <a:pt x="2936" y="5411"/>
                        <a:pt x="3587" y="5692"/>
                        <a:pt x="4159" y="6207"/>
                      </a:cubicBezTo>
                      <a:lnTo>
                        <a:pt x="5892" y="6207"/>
                      </a:lnTo>
                      <a:cubicBezTo>
                        <a:pt x="6144" y="6207"/>
                        <a:pt x="6364" y="6302"/>
                        <a:pt x="6585" y="6428"/>
                      </a:cubicBezTo>
                      <a:cubicBezTo>
                        <a:pt x="7215" y="5735"/>
                        <a:pt x="7625" y="4789"/>
                        <a:pt x="7625" y="3813"/>
                      </a:cubicBezTo>
                      <a:cubicBezTo>
                        <a:pt x="7625" y="1734"/>
                        <a:pt x="5892" y="1"/>
                        <a:pt x="381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0" name="Google Shape;9337;p73">
                  <a:extLst>
                    <a:ext uri="{FF2B5EF4-FFF2-40B4-BE49-F238E27FC236}">
                      <a16:creationId xmlns:a16="http://schemas.microsoft.com/office/drawing/2014/main" id="{0E484778-C7DC-3D31-B612-1C510BFD146C}"/>
                    </a:ext>
                  </a:extLst>
                </p:cNvPr>
                <p:cNvSpPr/>
                <p:nvPr/>
              </p:nvSpPr>
              <p:spPr>
                <a:xfrm>
                  <a:off x="2474975" y="3742775"/>
                  <a:ext cx="228425" cy="12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37" h="5026" extrusionOk="0">
                      <a:moveTo>
                        <a:pt x="1422" y="0"/>
                      </a:moveTo>
                      <a:cubicBezTo>
                        <a:pt x="918" y="0"/>
                        <a:pt x="416" y="160"/>
                        <a:pt x="0" y="457"/>
                      </a:cubicBezTo>
                      <a:lnTo>
                        <a:pt x="0" y="5025"/>
                      </a:lnTo>
                      <a:lnTo>
                        <a:pt x="5230" y="5025"/>
                      </a:lnTo>
                      <a:cubicBezTo>
                        <a:pt x="5923" y="5025"/>
                        <a:pt x="6490" y="4679"/>
                        <a:pt x="6900" y="4143"/>
                      </a:cubicBezTo>
                      <a:lnTo>
                        <a:pt x="8916" y="1245"/>
                      </a:lnTo>
                      <a:cubicBezTo>
                        <a:pt x="9137" y="930"/>
                        <a:pt x="9074" y="489"/>
                        <a:pt x="8727" y="268"/>
                      </a:cubicBezTo>
                      <a:cubicBezTo>
                        <a:pt x="8633" y="221"/>
                        <a:pt x="8517" y="196"/>
                        <a:pt x="8398" y="196"/>
                      </a:cubicBezTo>
                      <a:cubicBezTo>
                        <a:pt x="8196" y="196"/>
                        <a:pt x="7983" y="268"/>
                        <a:pt x="7845" y="426"/>
                      </a:cubicBezTo>
                      <a:lnTo>
                        <a:pt x="5955" y="2726"/>
                      </a:lnTo>
                      <a:cubicBezTo>
                        <a:pt x="5829" y="2883"/>
                        <a:pt x="5545" y="2978"/>
                        <a:pt x="5419" y="2978"/>
                      </a:cubicBezTo>
                      <a:lnTo>
                        <a:pt x="3119" y="2978"/>
                      </a:lnTo>
                      <a:cubicBezTo>
                        <a:pt x="2899" y="2978"/>
                        <a:pt x="2741" y="2820"/>
                        <a:pt x="2741" y="2631"/>
                      </a:cubicBezTo>
                      <a:cubicBezTo>
                        <a:pt x="2741" y="2411"/>
                        <a:pt x="2899" y="2253"/>
                        <a:pt x="3119" y="2253"/>
                      </a:cubicBezTo>
                      <a:lnTo>
                        <a:pt x="5198" y="2253"/>
                      </a:lnTo>
                      <a:cubicBezTo>
                        <a:pt x="5576" y="2253"/>
                        <a:pt x="5923" y="1938"/>
                        <a:pt x="5923" y="1560"/>
                      </a:cubicBezTo>
                      <a:cubicBezTo>
                        <a:pt x="5923" y="1150"/>
                        <a:pt x="5576" y="835"/>
                        <a:pt x="5198" y="835"/>
                      </a:cubicBezTo>
                      <a:lnTo>
                        <a:pt x="3340" y="835"/>
                      </a:lnTo>
                      <a:cubicBezTo>
                        <a:pt x="3182" y="835"/>
                        <a:pt x="3088" y="741"/>
                        <a:pt x="2962" y="615"/>
                      </a:cubicBezTo>
                      <a:cubicBezTo>
                        <a:pt x="2773" y="426"/>
                        <a:pt x="2520" y="300"/>
                        <a:pt x="2300" y="174"/>
                      </a:cubicBezTo>
                      <a:cubicBezTo>
                        <a:pt x="2019" y="56"/>
                        <a:pt x="1720" y="0"/>
                        <a:pt x="142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" name="Google Shape;9338;p73">
                <a:extLst>
                  <a:ext uri="{FF2B5EF4-FFF2-40B4-BE49-F238E27FC236}">
                    <a16:creationId xmlns:a16="http://schemas.microsoft.com/office/drawing/2014/main" id="{7BEE8D3E-02A2-68D1-2230-55E4906C95B5}"/>
                  </a:ext>
                </a:extLst>
              </p:cNvPr>
              <p:cNvGrpSpPr/>
              <p:nvPr/>
            </p:nvGrpSpPr>
            <p:grpSpPr>
              <a:xfrm>
                <a:off x="3927927" y="4985321"/>
                <a:ext cx="501923" cy="499261"/>
                <a:chOff x="2404875" y="3955825"/>
                <a:chExt cx="296950" cy="295375"/>
              </a:xfrm>
              <a:grpFill/>
            </p:grpSpPr>
            <p:sp>
              <p:nvSpPr>
                <p:cNvPr id="17644" name="Google Shape;9339;p73">
                  <a:extLst>
                    <a:ext uri="{FF2B5EF4-FFF2-40B4-BE49-F238E27FC236}">
                      <a16:creationId xmlns:a16="http://schemas.microsoft.com/office/drawing/2014/main" id="{7B9C8547-914E-9A98-EB96-6C42E0364FA0}"/>
                    </a:ext>
                  </a:extLst>
                </p:cNvPr>
                <p:cNvSpPr/>
                <p:nvPr/>
              </p:nvSpPr>
              <p:spPr>
                <a:xfrm>
                  <a:off x="2404875" y="3955825"/>
                  <a:ext cx="219775" cy="22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91" h="8980" extrusionOk="0">
                      <a:moveTo>
                        <a:pt x="4537" y="0"/>
                      </a:moveTo>
                      <a:cubicBezTo>
                        <a:pt x="2048" y="0"/>
                        <a:pt x="0" y="2017"/>
                        <a:pt x="0" y="4506"/>
                      </a:cubicBezTo>
                      <a:cubicBezTo>
                        <a:pt x="0" y="6963"/>
                        <a:pt x="2048" y="8979"/>
                        <a:pt x="4537" y="8979"/>
                      </a:cubicBezTo>
                      <a:cubicBezTo>
                        <a:pt x="6459" y="8979"/>
                        <a:pt x="8160" y="7719"/>
                        <a:pt x="8790" y="5986"/>
                      </a:cubicBezTo>
                      <a:cubicBezTo>
                        <a:pt x="8633" y="5860"/>
                        <a:pt x="8443" y="5640"/>
                        <a:pt x="8286" y="5514"/>
                      </a:cubicBezTo>
                      <a:lnTo>
                        <a:pt x="7498" y="5514"/>
                      </a:lnTo>
                      <a:cubicBezTo>
                        <a:pt x="7057" y="6742"/>
                        <a:pt x="5923" y="7593"/>
                        <a:pt x="4568" y="7593"/>
                      </a:cubicBezTo>
                      <a:cubicBezTo>
                        <a:pt x="2836" y="7593"/>
                        <a:pt x="1481" y="6175"/>
                        <a:pt x="1481" y="4506"/>
                      </a:cubicBezTo>
                      <a:cubicBezTo>
                        <a:pt x="1481" y="2804"/>
                        <a:pt x="2867" y="1387"/>
                        <a:pt x="4568" y="1387"/>
                      </a:cubicBezTo>
                      <a:cubicBezTo>
                        <a:pt x="5923" y="1387"/>
                        <a:pt x="7057" y="2237"/>
                        <a:pt x="7498" y="3466"/>
                      </a:cubicBezTo>
                      <a:lnTo>
                        <a:pt x="8286" y="3466"/>
                      </a:lnTo>
                      <a:cubicBezTo>
                        <a:pt x="8443" y="3308"/>
                        <a:pt x="8633" y="3088"/>
                        <a:pt x="8790" y="2993"/>
                      </a:cubicBezTo>
                      <a:cubicBezTo>
                        <a:pt x="8160" y="1261"/>
                        <a:pt x="6522" y="0"/>
                        <a:pt x="453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5" name="Google Shape;9340;p73">
                  <a:extLst>
                    <a:ext uri="{FF2B5EF4-FFF2-40B4-BE49-F238E27FC236}">
                      <a16:creationId xmlns:a16="http://schemas.microsoft.com/office/drawing/2014/main" id="{79D32FA3-5FD1-3027-BD13-D4D05A9234C5}"/>
                    </a:ext>
                  </a:extLst>
                </p:cNvPr>
                <p:cNvSpPr/>
                <p:nvPr/>
              </p:nvSpPr>
              <p:spPr>
                <a:xfrm>
                  <a:off x="2510400" y="4024075"/>
                  <a:ext cx="191425" cy="8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7" h="3503" extrusionOk="0">
                      <a:moveTo>
                        <a:pt x="7260" y="0"/>
                      </a:moveTo>
                      <a:cubicBezTo>
                        <a:pt x="7232" y="0"/>
                        <a:pt x="7206" y="4"/>
                        <a:pt x="7184" y="11"/>
                      </a:cubicBezTo>
                      <a:lnTo>
                        <a:pt x="5073" y="736"/>
                      </a:lnTo>
                      <a:cubicBezTo>
                        <a:pt x="5042" y="736"/>
                        <a:pt x="5010" y="767"/>
                        <a:pt x="4947" y="799"/>
                      </a:cubicBezTo>
                      <a:lnTo>
                        <a:pt x="4380" y="1398"/>
                      </a:lnTo>
                      <a:lnTo>
                        <a:pt x="347" y="1398"/>
                      </a:lnTo>
                      <a:cubicBezTo>
                        <a:pt x="158" y="1398"/>
                        <a:pt x="1" y="1555"/>
                        <a:pt x="1" y="1744"/>
                      </a:cubicBezTo>
                      <a:cubicBezTo>
                        <a:pt x="1" y="1965"/>
                        <a:pt x="158" y="2122"/>
                        <a:pt x="347" y="2122"/>
                      </a:cubicBezTo>
                      <a:lnTo>
                        <a:pt x="4380" y="2122"/>
                      </a:lnTo>
                      <a:lnTo>
                        <a:pt x="4947" y="2689"/>
                      </a:lnTo>
                      <a:cubicBezTo>
                        <a:pt x="5010" y="2752"/>
                        <a:pt x="5042" y="2784"/>
                        <a:pt x="5073" y="2784"/>
                      </a:cubicBezTo>
                      <a:lnTo>
                        <a:pt x="7184" y="3477"/>
                      </a:lnTo>
                      <a:cubicBezTo>
                        <a:pt x="7210" y="3494"/>
                        <a:pt x="7242" y="3502"/>
                        <a:pt x="7275" y="3502"/>
                      </a:cubicBezTo>
                      <a:cubicBezTo>
                        <a:pt x="7362" y="3502"/>
                        <a:pt x="7462" y="3451"/>
                        <a:pt x="7531" y="3382"/>
                      </a:cubicBezTo>
                      <a:cubicBezTo>
                        <a:pt x="7594" y="3256"/>
                        <a:pt x="7657" y="3099"/>
                        <a:pt x="7562" y="2973"/>
                      </a:cubicBezTo>
                      <a:lnTo>
                        <a:pt x="6932" y="1744"/>
                      </a:lnTo>
                      <a:lnTo>
                        <a:pt x="7562" y="547"/>
                      </a:lnTo>
                      <a:cubicBezTo>
                        <a:pt x="7657" y="389"/>
                        <a:pt x="7594" y="232"/>
                        <a:pt x="7531" y="137"/>
                      </a:cubicBezTo>
                      <a:cubicBezTo>
                        <a:pt x="7458" y="41"/>
                        <a:pt x="7349" y="0"/>
                        <a:pt x="726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6" name="Google Shape;9341;p73">
                  <a:extLst>
                    <a:ext uri="{FF2B5EF4-FFF2-40B4-BE49-F238E27FC236}">
                      <a16:creationId xmlns:a16="http://schemas.microsoft.com/office/drawing/2014/main" id="{6B2F5F68-A0A0-31D1-E294-653B0079809A}"/>
                    </a:ext>
                  </a:extLst>
                </p:cNvPr>
                <p:cNvSpPr/>
                <p:nvPr/>
              </p:nvSpPr>
              <p:spPr>
                <a:xfrm>
                  <a:off x="2424550" y="4188175"/>
                  <a:ext cx="189050" cy="6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2" h="2521" extrusionOk="0">
                      <a:moveTo>
                        <a:pt x="1828" y="0"/>
                      </a:moveTo>
                      <a:lnTo>
                        <a:pt x="1482" y="1135"/>
                      </a:lnTo>
                      <a:lnTo>
                        <a:pt x="1040" y="1135"/>
                      </a:lnTo>
                      <a:cubicBezTo>
                        <a:pt x="442" y="1135"/>
                        <a:pt x="1" y="1607"/>
                        <a:pt x="1" y="2174"/>
                      </a:cubicBezTo>
                      <a:cubicBezTo>
                        <a:pt x="1" y="2363"/>
                        <a:pt x="158" y="2521"/>
                        <a:pt x="379" y="2521"/>
                      </a:cubicBezTo>
                      <a:lnTo>
                        <a:pt x="7310" y="2521"/>
                      </a:lnTo>
                      <a:cubicBezTo>
                        <a:pt x="7404" y="2489"/>
                        <a:pt x="7562" y="2363"/>
                        <a:pt x="7562" y="2174"/>
                      </a:cubicBezTo>
                      <a:cubicBezTo>
                        <a:pt x="7562" y="1576"/>
                        <a:pt x="7089" y="1135"/>
                        <a:pt x="6554" y="1135"/>
                      </a:cubicBezTo>
                      <a:lnTo>
                        <a:pt x="6113" y="1135"/>
                      </a:lnTo>
                      <a:lnTo>
                        <a:pt x="5766" y="0"/>
                      </a:lnTo>
                      <a:cubicBezTo>
                        <a:pt x="5168" y="252"/>
                        <a:pt x="4506" y="410"/>
                        <a:pt x="3781" y="410"/>
                      </a:cubicBezTo>
                      <a:cubicBezTo>
                        <a:pt x="3088" y="410"/>
                        <a:pt x="2427" y="252"/>
                        <a:pt x="182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7" name="Google Shape;9342;p73">
                  <a:extLst>
                    <a:ext uri="{FF2B5EF4-FFF2-40B4-BE49-F238E27FC236}">
                      <a16:creationId xmlns:a16="http://schemas.microsoft.com/office/drawing/2014/main" id="{6B852E53-75A7-33CD-1665-5411490CE9EA}"/>
                    </a:ext>
                  </a:extLst>
                </p:cNvPr>
                <p:cNvSpPr/>
                <p:nvPr/>
              </p:nvSpPr>
              <p:spPr>
                <a:xfrm>
                  <a:off x="2457625" y="4007025"/>
                  <a:ext cx="115025" cy="12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01" h="4884" extrusionOk="0">
                      <a:moveTo>
                        <a:pt x="2427" y="0"/>
                      </a:moveTo>
                      <a:cubicBezTo>
                        <a:pt x="1104" y="0"/>
                        <a:pt x="1" y="1103"/>
                        <a:pt x="1" y="2458"/>
                      </a:cubicBezTo>
                      <a:cubicBezTo>
                        <a:pt x="1" y="3781"/>
                        <a:pt x="1104" y="4884"/>
                        <a:pt x="2427" y="4884"/>
                      </a:cubicBezTo>
                      <a:cubicBezTo>
                        <a:pt x="3404" y="4884"/>
                        <a:pt x="4254" y="4348"/>
                        <a:pt x="4601" y="3497"/>
                      </a:cubicBezTo>
                      <a:lnTo>
                        <a:pt x="2427" y="3497"/>
                      </a:lnTo>
                      <a:cubicBezTo>
                        <a:pt x="1828" y="3497"/>
                        <a:pt x="1419" y="3025"/>
                        <a:pt x="1419" y="2489"/>
                      </a:cubicBezTo>
                      <a:cubicBezTo>
                        <a:pt x="1356" y="1859"/>
                        <a:pt x="1828" y="1386"/>
                        <a:pt x="2427" y="1386"/>
                      </a:cubicBezTo>
                      <a:lnTo>
                        <a:pt x="4601" y="1386"/>
                      </a:lnTo>
                      <a:cubicBezTo>
                        <a:pt x="4191" y="567"/>
                        <a:pt x="3372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5" name="Google Shape;9343;p73">
                <a:extLst>
                  <a:ext uri="{FF2B5EF4-FFF2-40B4-BE49-F238E27FC236}">
                    <a16:creationId xmlns:a16="http://schemas.microsoft.com/office/drawing/2014/main" id="{B5BF2ADC-839E-859A-C448-DAAA4EF9317B}"/>
                  </a:ext>
                </a:extLst>
              </p:cNvPr>
              <p:cNvGrpSpPr/>
              <p:nvPr/>
            </p:nvGrpSpPr>
            <p:grpSpPr>
              <a:xfrm>
                <a:off x="7112857" y="3747882"/>
                <a:ext cx="499303" cy="500612"/>
                <a:chOff x="4263650" y="3235150"/>
                <a:chExt cx="295400" cy="296175"/>
              </a:xfrm>
              <a:grpFill/>
            </p:grpSpPr>
            <p:sp>
              <p:nvSpPr>
                <p:cNvPr id="17639" name="Google Shape;9344;p73">
                  <a:extLst>
                    <a:ext uri="{FF2B5EF4-FFF2-40B4-BE49-F238E27FC236}">
                      <a16:creationId xmlns:a16="http://schemas.microsoft.com/office/drawing/2014/main" id="{C098E9C2-2384-1C97-B71B-3100C39912D0}"/>
                    </a:ext>
                  </a:extLst>
                </p:cNvPr>
                <p:cNvSpPr/>
                <p:nvPr/>
              </p:nvSpPr>
              <p:spPr>
                <a:xfrm>
                  <a:off x="4393625" y="3391100"/>
                  <a:ext cx="3545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419" extrusionOk="0">
                      <a:moveTo>
                        <a:pt x="725" y="1"/>
                      </a:moveTo>
                      <a:cubicBezTo>
                        <a:pt x="315" y="1"/>
                        <a:pt x="0" y="316"/>
                        <a:pt x="0" y="694"/>
                      </a:cubicBezTo>
                      <a:cubicBezTo>
                        <a:pt x="63" y="1103"/>
                        <a:pt x="315" y="1418"/>
                        <a:pt x="725" y="1418"/>
                      </a:cubicBezTo>
                      <a:cubicBezTo>
                        <a:pt x="1103" y="1418"/>
                        <a:pt x="1418" y="1103"/>
                        <a:pt x="1418" y="694"/>
                      </a:cubicBez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0" name="Google Shape;9345;p73">
                  <a:extLst>
                    <a:ext uri="{FF2B5EF4-FFF2-40B4-BE49-F238E27FC236}">
                      <a16:creationId xmlns:a16="http://schemas.microsoft.com/office/drawing/2014/main" id="{806C3D01-27A4-6593-73B8-50B2AFB9FA1B}"/>
                    </a:ext>
                  </a:extLst>
                </p:cNvPr>
                <p:cNvSpPr/>
                <p:nvPr/>
              </p:nvSpPr>
              <p:spPr>
                <a:xfrm>
                  <a:off x="4377075" y="3443875"/>
                  <a:ext cx="70125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1387" extrusionOk="0">
                      <a:moveTo>
                        <a:pt x="1387" y="0"/>
                      </a:moveTo>
                      <a:cubicBezTo>
                        <a:pt x="631" y="0"/>
                        <a:pt x="1" y="630"/>
                        <a:pt x="1" y="1387"/>
                      </a:cubicBezTo>
                      <a:lnTo>
                        <a:pt x="2805" y="1387"/>
                      </a:lnTo>
                      <a:cubicBezTo>
                        <a:pt x="2805" y="630"/>
                        <a:pt x="2174" y="0"/>
                        <a:pt x="138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1" name="Google Shape;9346;p73">
                  <a:extLst>
                    <a:ext uri="{FF2B5EF4-FFF2-40B4-BE49-F238E27FC236}">
                      <a16:creationId xmlns:a16="http://schemas.microsoft.com/office/drawing/2014/main" id="{ACE04FB1-65EA-9D42-2EF6-F8F709F30A90}"/>
                    </a:ext>
                  </a:extLst>
                </p:cNvPr>
                <p:cNvSpPr/>
                <p:nvPr/>
              </p:nvSpPr>
              <p:spPr>
                <a:xfrm>
                  <a:off x="4333750" y="3357225"/>
                  <a:ext cx="156775" cy="17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1" h="6964" extrusionOk="0">
                      <a:moveTo>
                        <a:pt x="3088" y="725"/>
                      </a:moveTo>
                      <a:cubicBezTo>
                        <a:pt x="3813" y="725"/>
                        <a:pt x="4506" y="1356"/>
                        <a:pt x="4506" y="2080"/>
                      </a:cubicBezTo>
                      <a:cubicBezTo>
                        <a:pt x="4506" y="2458"/>
                        <a:pt x="4348" y="2805"/>
                        <a:pt x="4096" y="3025"/>
                      </a:cubicBezTo>
                      <a:cubicBezTo>
                        <a:pt x="4727" y="3372"/>
                        <a:pt x="5168" y="4065"/>
                        <a:pt x="5168" y="4853"/>
                      </a:cubicBezTo>
                      <a:lnTo>
                        <a:pt x="5168" y="5199"/>
                      </a:lnTo>
                      <a:cubicBezTo>
                        <a:pt x="5168" y="5388"/>
                        <a:pt x="5010" y="5546"/>
                        <a:pt x="4821" y="5546"/>
                      </a:cubicBezTo>
                      <a:lnTo>
                        <a:pt x="1293" y="5546"/>
                      </a:lnTo>
                      <a:cubicBezTo>
                        <a:pt x="1103" y="5546"/>
                        <a:pt x="946" y="5388"/>
                        <a:pt x="946" y="5199"/>
                      </a:cubicBezTo>
                      <a:lnTo>
                        <a:pt x="946" y="4853"/>
                      </a:lnTo>
                      <a:lnTo>
                        <a:pt x="1040" y="4853"/>
                      </a:lnTo>
                      <a:cubicBezTo>
                        <a:pt x="1040" y="4065"/>
                        <a:pt x="1450" y="3403"/>
                        <a:pt x="2080" y="3025"/>
                      </a:cubicBezTo>
                      <a:cubicBezTo>
                        <a:pt x="1860" y="2805"/>
                        <a:pt x="1702" y="2458"/>
                        <a:pt x="1702" y="2080"/>
                      </a:cubicBezTo>
                      <a:cubicBezTo>
                        <a:pt x="1702" y="1356"/>
                        <a:pt x="2332" y="725"/>
                        <a:pt x="3088" y="725"/>
                      </a:cubicBezTo>
                      <a:close/>
                      <a:moveTo>
                        <a:pt x="1" y="1"/>
                      </a:moveTo>
                      <a:lnTo>
                        <a:pt x="1" y="6617"/>
                      </a:lnTo>
                      <a:cubicBezTo>
                        <a:pt x="1" y="6806"/>
                        <a:pt x="158" y="6963"/>
                        <a:pt x="347" y="6963"/>
                      </a:cubicBezTo>
                      <a:lnTo>
                        <a:pt x="5924" y="6963"/>
                      </a:lnTo>
                      <a:cubicBezTo>
                        <a:pt x="6113" y="6963"/>
                        <a:pt x="6270" y="6806"/>
                        <a:pt x="6270" y="6617"/>
                      </a:cubicBezTo>
                      <a:lnTo>
                        <a:pt x="62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2" name="Google Shape;9347;p73">
                  <a:extLst>
                    <a:ext uri="{FF2B5EF4-FFF2-40B4-BE49-F238E27FC236}">
                      <a16:creationId xmlns:a16="http://schemas.microsoft.com/office/drawing/2014/main" id="{16E9D48B-FC26-F9F5-E912-FD5AE52A0D7A}"/>
                    </a:ext>
                  </a:extLst>
                </p:cNvPr>
                <p:cNvSpPr/>
                <p:nvPr/>
              </p:nvSpPr>
              <p:spPr>
                <a:xfrm>
                  <a:off x="4316425" y="3235150"/>
                  <a:ext cx="19142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7" h="1419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1418"/>
                      </a:lnTo>
                      <a:lnTo>
                        <a:pt x="7625" y="1418"/>
                      </a:lnTo>
                      <a:lnTo>
                        <a:pt x="7625" y="347"/>
                      </a:lnTo>
                      <a:lnTo>
                        <a:pt x="7656" y="347"/>
                      </a:lnTo>
                      <a:cubicBezTo>
                        <a:pt x="7656" y="158"/>
                        <a:pt x="7499" y="1"/>
                        <a:pt x="731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3" name="Google Shape;9348;p73">
                  <a:extLst>
                    <a:ext uri="{FF2B5EF4-FFF2-40B4-BE49-F238E27FC236}">
                      <a16:creationId xmlns:a16="http://schemas.microsoft.com/office/drawing/2014/main" id="{E440A9DE-CB79-60A4-5A04-6C73795B3CA8}"/>
                    </a:ext>
                  </a:extLst>
                </p:cNvPr>
                <p:cNvSpPr/>
                <p:nvPr/>
              </p:nvSpPr>
              <p:spPr>
                <a:xfrm>
                  <a:off x="4263650" y="3288700"/>
                  <a:ext cx="295400" cy="137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6" h="5515" extrusionOk="0">
                      <a:moveTo>
                        <a:pt x="10082" y="662"/>
                      </a:moveTo>
                      <a:cubicBezTo>
                        <a:pt x="10303" y="662"/>
                        <a:pt x="10461" y="820"/>
                        <a:pt x="10461" y="1009"/>
                      </a:cubicBezTo>
                      <a:cubicBezTo>
                        <a:pt x="10461" y="1198"/>
                        <a:pt x="10303" y="1356"/>
                        <a:pt x="10082" y="1356"/>
                      </a:cubicBezTo>
                      <a:cubicBezTo>
                        <a:pt x="9893" y="1356"/>
                        <a:pt x="9736" y="1198"/>
                        <a:pt x="9736" y="1009"/>
                      </a:cubicBezTo>
                      <a:cubicBezTo>
                        <a:pt x="9767" y="820"/>
                        <a:pt x="9893" y="662"/>
                        <a:pt x="10082" y="662"/>
                      </a:cubicBezTo>
                      <a:close/>
                      <a:moveTo>
                        <a:pt x="1041" y="1"/>
                      </a:moveTo>
                      <a:cubicBezTo>
                        <a:pt x="442" y="1"/>
                        <a:pt x="1" y="442"/>
                        <a:pt x="1" y="1009"/>
                      </a:cubicBezTo>
                      <a:lnTo>
                        <a:pt x="1" y="4475"/>
                      </a:lnTo>
                      <a:cubicBezTo>
                        <a:pt x="1" y="5073"/>
                        <a:pt x="473" y="5514"/>
                        <a:pt x="1041" y="5514"/>
                      </a:cubicBezTo>
                      <a:lnTo>
                        <a:pt x="2112" y="5514"/>
                      </a:lnTo>
                      <a:lnTo>
                        <a:pt x="2112" y="2395"/>
                      </a:lnTo>
                      <a:cubicBezTo>
                        <a:pt x="2112" y="2206"/>
                        <a:pt x="2269" y="2049"/>
                        <a:pt x="2458" y="2049"/>
                      </a:cubicBezTo>
                      <a:lnTo>
                        <a:pt x="9421" y="2049"/>
                      </a:lnTo>
                      <a:cubicBezTo>
                        <a:pt x="9610" y="2049"/>
                        <a:pt x="9767" y="2206"/>
                        <a:pt x="9767" y="2395"/>
                      </a:cubicBezTo>
                      <a:lnTo>
                        <a:pt x="9767" y="5514"/>
                      </a:lnTo>
                      <a:lnTo>
                        <a:pt x="10807" y="5514"/>
                      </a:lnTo>
                      <a:cubicBezTo>
                        <a:pt x="11406" y="5514"/>
                        <a:pt x="11815" y="5042"/>
                        <a:pt x="11815" y="4475"/>
                      </a:cubicBezTo>
                      <a:lnTo>
                        <a:pt x="11815" y="1009"/>
                      </a:lnTo>
                      <a:cubicBezTo>
                        <a:pt x="11815" y="410"/>
                        <a:pt x="11343" y="1"/>
                        <a:pt x="1080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" name="Google Shape;9349;p73">
                <a:extLst>
                  <a:ext uri="{FF2B5EF4-FFF2-40B4-BE49-F238E27FC236}">
                    <a16:creationId xmlns:a16="http://schemas.microsoft.com/office/drawing/2014/main" id="{A53DB0AD-C77F-C0A0-D8FD-E6EA4C56A750}"/>
                  </a:ext>
                </a:extLst>
              </p:cNvPr>
              <p:cNvGrpSpPr/>
              <p:nvPr/>
            </p:nvGrpSpPr>
            <p:grpSpPr>
              <a:xfrm>
                <a:off x="7109540" y="4393899"/>
                <a:ext cx="505937" cy="468667"/>
                <a:chOff x="4266025" y="3609275"/>
                <a:chExt cx="299325" cy="277275"/>
              </a:xfrm>
              <a:grpFill/>
            </p:grpSpPr>
            <p:sp>
              <p:nvSpPr>
                <p:cNvPr id="17637" name="Google Shape;9350;p73">
                  <a:extLst>
                    <a:ext uri="{FF2B5EF4-FFF2-40B4-BE49-F238E27FC236}">
                      <a16:creationId xmlns:a16="http://schemas.microsoft.com/office/drawing/2014/main" id="{FD628F08-F74C-1A1B-DCB9-FE4CF1CC98CC}"/>
                    </a:ext>
                  </a:extLst>
                </p:cNvPr>
                <p:cNvSpPr/>
                <p:nvPr/>
              </p:nvSpPr>
              <p:spPr>
                <a:xfrm>
                  <a:off x="4266025" y="3609275"/>
                  <a:ext cx="299325" cy="22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73" h="8980" extrusionOk="0">
                      <a:moveTo>
                        <a:pt x="2017" y="3749"/>
                      </a:moveTo>
                      <a:lnTo>
                        <a:pt x="3119" y="5514"/>
                      </a:lnTo>
                      <a:lnTo>
                        <a:pt x="914" y="5514"/>
                      </a:lnTo>
                      <a:lnTo>
                        <a:pt x="2017" y="3749"/>
                      </a:lnTo>
                      <a:close/>
                      <a:moveTo>
                        <a:pt x="9641" y="3749"/>
                      </a:moveTo>
                      <a:lnTo>
                        <a:pt x="10744" y="5514"/>
                      </a:lnTo>
                      <a:lnTo>
                        <a:pt x="8538" y="5514"/>
                      </a:lnTo>
                      <a:lnTo>
                        <a:pt x="9641" y="3749"/>
                      </a:lnTo>
                      <a:close/>
                      <a:moveTo>
                        <a:pt x="5892" y="0"/>
                      </a:moveTo>
                      <a:cubicBezTo>
                        <a:pt x="5325" y="0"/>
                        <a:pt x="4852" y="473"/>
                        <a:pt x="4852" y="1040"/>
                      </a:cubicBezTo>
                      <a:lnTo>
                        <a:pt x="4852" y="1166"/>
                      </a:lnTo>
                      <a:lnTo>
                        <a:pt x="4537" y="1324"/>
                      </a:lnTo>
                      <a:cubicBezTo>
                        <a:pt x="3812" y="1733"/>
                        <a:pt x="3529" y="1891"/>
                        <a:pt x="3025" y="1954"/>
                      </a:cubicBezTo>
                      <a:cubicBezTo>
                        <a:pt x="2867" y="1607"/>
                        <a:pt x="2521" y="1324"/>
                        <a:pt x="2080" y="1324"/>
                      </a:cubicBezTo>
                      <a:cubicBezTo>
                        <a:pt x="1702" y="1324"/>
                        <a:pt x="1324" y="1576"/>
                        <a:pt x="1166" y="1922"/>
                      </a:cubicBezTo>
                      <a:cubicBezTo>
                        <a:pt x="946" y="1891"/>
                        <a:pt x="693" y="1796"/>
                        <a:pt x="504" y="1733"/>
                      </a:cubicBezTo>
                      <a:cubicBezTo>
                        <a:pt x="454" y="1708"/>
                        <a:pt x="403" y="1696"/>
                        <a:pt x="355" y="1696"/>
                      </a:cubicBezTo>
                      <a:cubicBezTo>
                        <a:pt x="223" y="1696"/>
                        <a:pt x="110" y="1784"/>
                        <a:pt x="63" y="1922"/>
                      </a:cubicBezTo>
                      <a:cubicBezTo>
                        <a:pt x="0" y="2111"/>
                        <a:pt x="63" y="2332"/>
                        <a:pt x="252" y="2363"/>
                      </a:cubicBezTo>
                      <a:cubicBezTo>
                        <a:pt x="536" y="2489"/>
                        <a:pt x="820" y="2552"/>
                        <a:pt x="1135" y="2615"/>
                      </a:cubicBezTo>
                      <a:cubicBezTo>
                        <a:pt x="1198" y="2867"/>
                        <a:pt x="1387" y="3119"/>
                        <a:pt x="1607" y="3277"/>
                      </a:cubicBezTo>
                      <a:lnTo>
                        <a:pt x="95" y="5671"/>
                      </a:lnTo>
                      <a:cubicBezTo>
                        <a:pt x="95" y="5703"/>
                        <a:pt x="63" y="5829"/>
                        <a:pt x="63" y="5860"/>
                      </a:cubicBezTo>
                      <a:lnTo>
                        <a:pt x="63" y="6238"/>
                      </a:lnTo>
                      <a:cubicBezTo>
                        <a:pt x="63" y="7372"/>
                        <a:pt x="1009" y="8318"/>
                        <a:pt x="2143" y="8318"/>
                      </a:cubicBezTo>
                      <a:cubicBezTo>
                        <a:pt x="3308" y="8318"/>
                        <a:pt x="4254" y="7372"/>
                        <a:pt x="4254" y="6238"/>
                      </a:cubicBezTo>
                      <a:lnTo>
                        <a:pt x="4254" y="5860"/>
                      </a:lnTo>
                      <a:cubicBezTo>
                        <a:pt x="4254" y="5829"/>
                        <a:pt x="4191" y="5703"/>
                        <a:pt x="4191" y="5671"/>
                      </a:cubicBezTo>
                      <a:lnTo>
                        <a:pt x="2710" y="3277"/>
                      </a:lnTo>
                      <a:cubicBezTo>
                        <a:pt x="2930" y="3151"/>
                        <a:pt x="3088" y="2930"/>
                        <a:pt x="3182" y="2647"/>
                      </a:cubicBezTo>
                      <a:cubicBezTo>
                        <a:pt x="3844" y="2521"/>
                        <a:pt x="4191" y="2363"/>
                        <a:pt x="4947" y="1922"/>
                      </a:cubicBezTo>
                      <a:lnTo>
                        <a:pt x="4947" y="8979"/>
                      </a:lnTo>
                      <a:lnTo>
                        <a:pt x="7089" y="8979"/>
                      </a:lnTo>
                      <a:lnTo>
                        <a:pt x="7089" y="1922"/>
                      </a:lnTo>
                      <a:cubicBezTo>
                        <a:pt x="7814" y="2332"/>
                        <a:pt x="8192" y="2521"/>
                        <a:pt x="8853" y="2647"/>
                      </a:cubicBezTo>
                      <a:cubicBezTo>
                        <a:pt x="8916" y="2899"/>
                        <a:pt x="9074" y="3119"/>
                        <a:pt x="9326" y="3277"/>
                      </a:cubicBezTo>
                      <a:lnTo>
                        <a:pt x="7814" y="5671"/>
                      </a:lnTo>
                      <a:cubicBezTo>
                        <a:pt x="7814" y="5703"/>
                        <a:pt x="7782" y="5829"/>
                        <a:pt x="7782" y="5860"/>
                      </a:cubicBezTo>
                      <a:lnTo>
                        <a:pt x="7782" y="6238"/>
                      </a:lnTo>
                      <a:cubicBezTo>
                        <a:pt x="7782" y="7372"/>
                        <a:pt x="8727" y="8318"/>
                        <a:pt x="9861" y="8318"/>
                      </a:cubicBezTo>
                      <a:cubicBezTo>
                        <a:pt x="11027" y="8318"/>
                        <a:pt x="11972" y="7372"/>
                        <a:pt x="11972" y="6238"/>
                      </a:cubicBezTo>
                      <a:lnTo>
                        <a:pt x="11972" y="5860"/>
                      </a:lnTo>
                      <a:cubicBezTo>
                        <a:pt x="11972" y="5829"/>
                        <a:pt x="11909" y="5703"/>
                        <a:pt x="11909" y="5671"/>
                      </a:cubicBezTo>
                      <a:lnTo>
                        <a:pt x="10429" y="3277"/>
                      </a:lnTo>
                      <a:cubicBezTo>
                        <a:pt x="10429" y="3151"/>
                        <a:pt x="10618" y="2930"/>
                        <a:pt x="10681" y="2615"/>
                      </a:cubicBezTo>
                      <a:cubicBezTo>
                        <a:pt x="10933" y="2521"/>
                        <a:pt x="11248" y="2458"/>
                        <a:pt x="11531" y="2363"/>
                      </a:cubicBezTo>
                      <a:cubicBezTo>
                        <a:pt x="11720" y="2300"/>
                        <a:pt x="11815" y="2080"/>
                        <a:pt x="11720" y="1922"/>
                      </a:cubicBezTo>
                      <a:cubicBezTo>
                        <a:pt x="11674" y="1784"/>
                        <a:pt x="11560" y="1696"/>
                        <a:pt x="11429" y="1696"/>
                      </a:cubicBezTo>
                      <a:cubicBezTo>
                        <a:pt x="11380" y="1696"/>
                        <a:pt x="11330" y="1708"/>
                        <a:pt x="11279" y="1733"/>
                      </a:cubicBezTo>
                      <a:cubicBezTo>
                        <a:pt x="11059" y="1796"/>
                        <a:pt x="10870" y="1891"/>
                        <a:pt x="10618" y="1922"/>
                      </a:cubicBezTo>
                      <a:cubicBezTo>
                        <a:pt x="10460" y="1576"/>
                        <a:pt x="10113" y="1324"/>
                        <a:pt x="9704" y="1324"/>
                      </a:cubicBezTo>
                      <a:cubicBezTo>
                        <a:pt x="9294" y="1324"/>
                        <a:pt x="8916" y="1576"/>
                        <a:pt x="8790" y="1954"/>
                      </a:cubicBezTo>
                      <a:cubicBezTo>
                        <a:pt x="8255" y="1891"/>
                        <a:pt x="8003" y="1733"/>
                        <a:pt x="7278" y="1324"/>
                      </a:cubicBezTo>
                      <a:lnTo>
                        <a:pt x="6963" y="1166"/>
                      </a:lnTo>
                      <a:lnTo>
                        <a:pt x="6963" y="1040"/>
                      </a:lnTo>
                      <a:cubicBezTo>
                        <a:pt x="6963" y="441"/>
                        <a:pt x="6490" y="0"/>
                        <a:pt x="589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8" name="Google Shape;9351;p73">
                  <a:extLst>
                    <a:ext uri="{FF2B5EF4-FFF2-40B4-BE49-F238E27FC236}">
                      <a16:creationId xmlns:a16="http://schemas.microsoft.com/office/drawing/2014/main" id="{FBB0ACE1-D13C-F133-FF0A-0467C8ECF9B6}"/>
                    </a:ext>
                  </a:extLst>
                </p:cNvPr>
                <p:cNvSpPr/>
                <p:nvPr/>
              </p:nvSpPr>
              <p:spPr>
                <a:xfrm>
                  <a:off x="4332975" y="3851850"/>
                  <a:ext cx="157550" cy="3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1388" extrusionOk="0">
                      <a:moveTo>
                        <a:pt x="693" y="1"/>
                      </a:moveTo>
                      <a:cubicBezTo>
                        <a:pt x="315" y="1"/>
                        <a:pt x="0" y="316"/>
                        <a:pt x="0" y="694"/>
                      </a:cubicBezTo>
                      <a:lnTo>
                        <a:pt x="0" y="1040"/>
                      </a:lnTo>
                      <a:cubicBezTo>
                        <a:pt x="0" y="1261"/>
                        <a:pt x="158" y="1387"/>
                        <a:pt x="347" y="1387"/>
                      </a:cubicBezTo>
                      <a:lnTo>
                        <a:pt x="5955" y="1387"/>
                      </a:lnTo>
                      <a:cubicBezTo>
                        <a:pt x="6144" y="1356"/>
                        <a:pt x="6301" y="1198"/>
                        <a:pt x="6301" y="1040"/>
                      </a:cubicBezTo>
                      <a:lnTo>
                        <a:pt x="6301" y="694"/>
                      </a:lnTo>
                      <a:cubicBezTo>
                        <a:pt x="6301" y="316"/>
                        <a:pt x="5986" y="1"/>
                        <a:pt x="557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" name="Google Shape;9352;p73">
                <a:extLst>
                  <a:ext uri="{FF2B5EF4-FFF2-40B4-BE49-F238E27FC236}">
                    <a16:creationId xmlns:a16="http://schemas.microsoft.com/office/drawing/2014/main" id="{22DF14BE-FCA8-5FE1-9C8D-7BCBAC18854B}"/>
                  </a:ext>
                </a:extLst>
              </p:cNvPr>
              <p:cNvGrpSpPr/>
              <p:nvPr/>
            </p:nvGrpSpPr>
            <p:grpSpPr>
              <a:xfrm>
                <a:off x="7110195" y="4985321"/>
                <a:ext cx="504627" cy="499261"/>
                <a:chOff x="4263650" y="3963700"/>
                <a:chExt cx="298550" cy="295375"/>
              </a:xfrm>
              <a:grpFill/>
            </p:grpSpPr>
            <p:sp>
              <p:nvSpPr>
                <p:cNvPr id="17630" name="Google Shape;9353;p73">
                  <a:extLst>
                    <a:ext uri="{FF2B5EF4-FFF2-40B4-BE49-F238E27FC236}">
                      <a16:creationId xmlns:a16="http://schemas.microsoft.com/office/drawing/2014/main" id="{CE12B7CC-42EB-7CD7-50F9-BCBDC197DC73}"/>
                    </a:ext>
                  </a:extLst>
                </p:cNvPr>
                <p:cNvSpPr/>
                <p:nvPr/>
              </p:nvSpPr>
              <p:spPr>
                <a:xfrm>
                  <a:off x="4384950" y="3963700"/>
                  <a:ext cx="53575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" h="2049" extrusionOk="0">
                      <a:moveTo>
                        <a:pt x="1072" y="1"/>
                      </a:moveTo>
                      <a:cubicBezTo>
                        <a:pt x="473" y="1"/>
                        <a:pt x="1" y="473"/>
                        <a:pt x="1" y="1040"/>
                      </a:cubicBezTo>
                      <a:cubicBezTo>
                        <a:pt x="1" y="1607"/>
                        <a:pt x="473" y="2048"/>
                        <a:pt x="1072" y="2048"/>
                      </a:cubicBezTo>
                      <a:cubicBezTo>
                        <a:pt x="1670" y="2048"/>
                        <a:pt x="2143" y="1576"/>
                        <a:pt x="2143" y="1040"/>
                      </a:cubicBezTo>
                      <a:cubicBezTo>
                        <a:pt x="2143" y="442"/>
                        <a:pt x="1670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1" name="Google Shape;9354;p73">
                  <a:extLst>
                    <a:ext uri="{FF2B5EF4-FFF2-40B4-BE49-F238E27FC236}">
                      <a16:creationId xmlns:a16="http://schemas.microsoft.com/office/drawing/2014/main" id="{E85AE841-DF29-78CB-4CC8-EE8AA27A4051}"/>
                    </a:ext>
                  </a:extLst>
                </p:cNvPr>
                <p:cNvSpPr/>
                <p:nvPr/>
              </p:nvSpPr>
              <p:spPr>
                <a:xfrm>
                  <a:off x="4315650" y="4136975"/>
                  <a:ext cx="512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2049" extrusionOk="0">
                      <a:moveTo>
                        <a:pt x="1040" y="1"/>
                      </a:moveTo>
                      <a:cubicBezTo>
                        <a:pt x="473" y="1"/>
                        <a:pt x="0" y="473"/>
                        <a:pt x="0" y="1040"/>
                      </a:cubicBezTo>
                      <a:cubicBezTo>
                        <a:pt x="0" y="1576"/>
                        <a:pt x="473" y="2048"/>
                        <a:pt x="1040" y="2048"/>
                      </a:cubicBezTo>
                      <a:cubicBezTo>
                        <a:pt x="1607" y="2048"/>
                        <a:pt x="2048" y="1576"/>
                        <a:pt x="2048" y="1040"/>
                      </a:cubicBezTo>
                      <a:cubicBezTo>
                        <a:pt x="2048" y="473"/>
                        <a:pt x="1607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2" name="Google Shape;9355;p73">
                  <a:extLst>
                    <a:ext uri="{FF2B5EF4-FFF2-40B4-BE49-F238E27FC236}">
                      <a16:creationId xmlns:a16="http://schemas.microsoft.com/office/drawing/2014/main" id="{EB6206C5-A6C6-D760-65F6-62EBC383F674}"/>
                    </a:ext>
                  </a:extLst>
                </p:cNvPr>
                <p:cNvSpPr/>
                <p:nvPr/>
              </p:nvSpPr>
              <p:spPr>
                <a:xfrm>
                  <a:off x="4455850" y="4136975"/>
                  <a:ext cx="512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2049" extrusionOk="0">
                      <a:moveTo>
                        <a:pt x="1040" y="1"/>
                      </a:moveTo>
                      <a:cubicBezTo>
                        <a:pt x="473" y="1"/>
                        <a:pt x="0" y="473"/>
                        <a:pt x="0" y="1040"/>
                      </a:cubicBezTo>
                      <a:cubicBezTo>
                        <a:pt x="0" y="1576"/>
                        <a:pt x="473" y="2048"/>
                        <a:pt x="1040" y="2048"/>
                      </a:cubicBezTo>
                      <a:cubicBezTo>
                        <a:pt x="1575" y="2048"/>
                        <a:pt x="2048" y="1576"/>
                        <a:pt x="2048" y="1040"/>
                      </a:cubicBezTo>
                      <a:cubicBezTo>
                        <a:pt x="2048" y="473"/>
                        <a:pt x="1575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3" name="Google Shape;9356;p73">
                  <a:extLst>
                    <a:ext uri="{FF2B5EF4-FFF2-40B4-BE49-F238E27FC236}">
                      <a16:creationId xmlns:a16="http://schemas.microsoft.com/office/drawing/2014/main" id="{9493EE88-A472-9356-B7BC-4FD4EAB1D03A}"/>
                    </a:ext>
                  </a:extLst>
                </p:cNvPr>
                <p:cNvSpPr/>
                <p:nvPr/>
              </p:nvSpPr>
              <p:spPr>
                <a:xfrm>
                  <a:off x="4263650" y="4085000"/>
                  <a:ext cx="298550" cy="12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2" h="4884" extrusionOk="0">
                      <a:moveTo>
                        <a:pt x="1545" y="0"/>
                      </a:moveTo>
                      <a:cubicBezTo>
                        <a:pt x="1041" y="0"/>
                        <a:pt x="599" y="347"/>
                        <a:pt x="505" y="851"/>
                      </a:cubicBezTo>
                      <a:lnTo>
                        <a:pt x="64" y="3655"/>
                      </a:lnTo>
                      <a:cubicBezTo>
                        <a:pt x="1" y="3970"/>
                        <a:pt x="95" y="4253"/>
                        <a:pt x="284" y="4474"/>
                      </a:cubicBezTo>
                      <a:cubicBezTo>
                        <a:pt x="410" y="4631"/>
                        <a:pt x="599" y="4757"/>
                        <a:pt x="788" y="4789"/>
                      </a:cubicBezTo>
                      <a:cubicBezTo>
                        <a:pt x="1009" y="4442"/>
                        <a:pt x="1324" y="4127"/>
                        <a:pt x="1639" y="3938"/>
                      </a:cubicBezTo>
                      <a:cubicBezTo>
                        <a:pt x="1513" y="3686"/>
                        <a:pt x="1419" y="3434"/>
                        <a:pt x="1419" y="3151"/>
                      </a:cubicBezTo>
                      <a:cubicBezTo>
                        <a:pt x="1419" y="2206"/>
                        <a:pt x="2206" y="1418"/>
                        <a:pt x="3151" y="1418"/>
                      </a:cubicBezTo>
                      <a:cubicBezTo>
                        <a:pt x="4097" y="1418"/>
                        <a:pt x="4884" y="2206"/>
                        <a:pt x="4884" y="3151"/>
                      </a:cubicBezTo>
                      <a:cubicBezTo>
                        <a:pt x="4884" y="3434"/>
                        <a:pt x="4821" y="3686"/>
                        <a:pt x="4695" y="3938"/>
                      </a:cubicBezTo>
                      <a:cubicBezTo>
                        <a:pt x="5042" y="4159"/>
                        <a:pt x="5325" y="4474"/>
                        <a:pt x="5577" y="4883"/>
                      </a:cubicBezTo>
                      <a:lnTo>
                        <a:pt x="6396" y="4883"/>
                      </a:lnTo>
                      <a:cubicBezTo>
                        <a:pt x="6585" y="4537"/>
                        <a:pt x="6900" y="4159"/>
                        <a:pt x="7247" y="3938"/>
                      </a:cubicBezTo>
                      <a:cubicBezTo>
                        <a:pt x="7152" y="3686"/>
                        <a:pt x="7058" y="3434"/>
                        <a:pt x="7058" y="3151"/>
                      </a:cubicBezTo>
                      <a:cubicBezTo>
                        <a:pt x="7058" y="2206"/>
                        <a:pt x="7846" y="1418"/>
                        <a:pt x="8791" y="1418"/>
                      </a:cubicBezTo>
                      <a:cubicBezTo>
                        <a:pt x="9736" y="1418"/>
                        <a:pt x="10524" y="2206"/>
                        <a:pt x="10524" y="3151"/>
                      </a:cubicBezTo>
                      <a:cubicBezTo>
                        <a:pt x="10524" y="3434"/>
                        <a:pt x="10461" y="3686"/>
                        <a:pt x="10334" y="3938"/>
                      </a:cubicBezTo>
                      <a:cubicBezTo>
                        <a:pt x="10681" y="4159"/>
                        <a:pt x="10965" y="4442"/>
                        <a:pt x="11154" y="4789"/>
                      </a:cubicBezTo>
                      <a:cubicBezTo>
                        <a:pt x="11343" y="4757"/>
                        <a:pt x="11563" y="4631"/>
                        <a:pt x="11658" y="4474"/>
                      </a:cubicBezTo>
                      <a:cubicBezTo>
                        <a:pt x="11878" y="4253"/>
                        <a:pt x="11941" y="3938"/>
                        <a:pt x="11910" y="3655"/>
                      </a:cubicBezTo>
                      <a:lnTo>
                        <a:pt x="11343" y="851"/>
                      </a:lnTo>
                      <a:cubicBezTo>
                        <a:pt x="11280" y="347"/>
                        <a:pt x="10839" y="0"/>
                        <a:pt x="1033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4" name="Google Shape;9357;p73">
                  <a:extLst>
                    <a:ext uri="{FF2B5EF4-FFF2-40B4-BE49-F238E27FC236}">
                      <a16:creationId xmlns:a16="http://schemas.microsoft.com/office/drawing/2014/main" id="{C45D9313-DB7C-C43D-1E9B-5CEF847A27F7}"/>
                    </a:ext>
                  </a:extLst>
                </p:cNvPr>
                <p:cNvSpPr/>
                <p:nvPr/>
              </p:nvSpPr>
              <p:spPr>
                <a:xfrm>
                  <a:off x="4431425" y="4196825"/>
                  <a:ext cx="104000" cy="6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2490" extrusionOk="0">
                      <a:moveTo>
                        <a:pt x="977" y="1"/>
                      </a:moveTo>
                      <a:cubicBezTo>
                        <a:pt x="536" y="284"/>
                        <a:pt x="189" y="694"/>
                        <a:pt x="63" y="1198"/>
                      </a:cubicBezTo>
                      <a:cubicBezTo>
                        <a:pt x="32" y="1387"/>
                        <a:pt x="0" y="1576"/>
                        <a:pt x="0" y="1797"/>
                      </a:cubicBezTo>
                      <a:lnTo>
                        <a:pt x="0" y="2143"/>
                      </a:lnTo>
                      <a:cubicBezTo>
                        <a:pt x="0" y="2332"/>
                        <a:pt x="158" y="2490"/>
                        <a:pt x="347" y="2490"/>
                      </a:cubicBezTo>
                      <a:lnTo>
                        <a:pt x="3813" y="2490"/>
                      </a:lnTo>
                      <a:cubicBezTo>
                        <a:pt x="4002" y="2490"/>
                        <a:pt x="4159" y="2332"/>
                        <a:pt x="4159" y="2143"/>
                      </a:cubicBezTo>
                      <a:lnTo>
                        <a:pt x="4159" y="1797"/>
                      </a:lnTo>
                      <a:cubicBezTo>
                        <a:pt x="4096" y="1576"/>
                        <a:pt x="4065" y="1356"/>
                        <a:pt x="4002" y="1198"/>
                      </a:cubicBezTo>
                      <a:cubicBezTo>
                        <a:pt x="3844" y="694"/>
                        <a:pt x="3529" y="284"/>
                        <a:pt x="3119" y="1"/>
                      </a:cubicBezTo>
                      <a:cubicBezTo>
                        <a:pt x="2804" y="253"/>
                        <a:pt x="2426" y="410"/>
                        <a:pt x="2048" y="410"/>
                      </a:cubicBezTo>
                      <a:cubicBezTo>
                        <a:pt x="1639" y="410"/>
                        <a:pt x="1261" y="253"/>
                        <a:pt x="97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5" name="Google Shape;9358;p73">
                  <a:extLst>
                    <a:ext uri="{FF2B5EF4-FFF2-40B4-BE49-F238E27FC236}">
                      <a16:creationId xmlns:a16="http://schemas.microsoft.com/office/drawing/2014/main" id="{D4F3474D-C890-1A83-3A70-23E7A8C3A172}"/>
                    </a:ext>
                  </a:extLst>
                </p:cNvPr>
                <p:cNvSpPr/>
                <p:nvPr/>
              </p:nvSpPr>
              <p:spPr>
                <a:xfrm>
                  <a:off x="4359750" y="4022775"/>
                  <a:ext cx="104775" cy="44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1765" extrusionOk="0">
                      <a:moveTo>
                        <a:pt x="1009" y="0"/>
                      </a:moveTo>
                      <a:cubicBezTo>
                        <a:pt x="379" y="347"/>
                        <a:pt x="0" y="1040"/>
                        <a:pt x="0" y="1765"/>
                      </a:cubicBezTo>
                      <a:lnTo>
                        <a:pt x="4191" y="1765"/>
                      </a:lnTo>
                      <a:cubicBezTo>
                        <a:pt x="4191" y="1040"/>
                        <a:pt x="3813" y="347"/>
                        <a:pt x="3214" y="0"/>
                      </a:cubicBezTo>
                      <a:cubicBezTo>
                        <a:pt x="2899" y="252"/>
                        <a:pt x="2521" y="378"/>
                        <a:pt x="2111" y="378"/>
                      </a:cubicBezTo>
                      <a:cubicBezTo>
                        <a:pt x="1733" y="378"/>
                        <a:pt x="1324" y="252"/>
                        <a:pt x="10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6" name="Google Shape;9359;p73">
                  <a:extLst>
                    <a:ext uri="{FF2B5EF4-FFF2-40B4-BE49-F238E27FC236}">
                      <a16:creationId xmlns:a16="http://schemas.microsoft.com/office/drawing/2014/main" id="{38E58DFF-7F27-C4DB-0ECD-1C449449B39F}"/>
                    </a:ext>
                  </a:extLst>
                </p:cNvPr>
                <p:cNvSpPr/>
                <p:nvPr/>
              </p:nvSpPr>
              <p:spPr>
                <a:xfrm>
                  <a:off x="4291225" y="4196825"/>
                  <a:ext cx="102425" cy="6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7" h="2490" extrusionOk="0">
                      <a:moveTo>
                        <a:pt x="1009" y="1"/>
                      </a:moveTo>
                      <a:cubicBezTo>
                        <a:pt x="568" y="284"/>
                        <a:pt x="221" y="694"/>
                        <a:pt x="95" y="1198"/>
                      </a:cubicBezTo>
                      <a:cubicBezTo>
                        <a:pt x="64" y="1387"/>
                        <a:pt x="1" y="1576"/>
                        <a:pt x="1" y="1797"/>
                      </a:cubicBezTo>
                      <a:lnTo>
                        <a:pt x="1" y="2143"/>
                      </a:lnTo>
                      <a:cubicBezTo>
                        <a:pt x="1" y="2332"/>
                        <a:pt x="158" y="2490"/>
                        <a:pt x="379" y="2490"/>
                      </a:cubicBezTo>
                      <a:lnTo>
                        <a:pt x="3844" y="2490"/>
                      </a:lnTo>
                      <a:cubicBezTo>
                        <a:pt x="3939" y="2490"/>
                        <a:pt x="4096" y="2332"/>
                        <a:pt x="4096" y="2143"/>
                      </a:cubicBezTo>
                      <a:lnTo>
                        <a:pt x="4096" y="1797"/>
                      </a:lnTo>
                      <a:cubicBezTo>
                        <a:pt x="4096" y="1576"/>
                        <a:pt x="4065" y="1356"/>
                        <a:pt x="4033" y="1198"/>
                      </a:cubicBezTo>
                      <a:cubicBezTo>
                        <a:pt x="3876" y="694"/>
                        <a:pt x="3561" y="284"/>
                        <a:pt x="3120" y="1"/>
                      </a:cubicBezTo>
                      <a:cubicBezTo>
                        <a:pt x="2804" y="253"/>
                        <a:pt x="2458" y="410"/>
                        <a:pt x="2048" y="410"/>
                      </a:cubicBezTo>
                      <a:cubicBezTo>
                        <a:pt x="1670" y="410"/>
                        <a:pt x="1261" y="253"/>
                        <a:pt x="100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6" name="Google Shape;9360;p73">
                <a:extLst>
                  <a:ext uri="{FF2B5EF4-FFF2-40B4-BE49-F238E27FC236}">
                    <a16:creationId xmlns:a16="http://schemas.microsoft.com/office/drawing/2014/main" id="{7B3C8F50-FCC3-ADDB-7ECE-B8D21341563A}"/>
                  </a:ext>
                </a:extLst>
              </p:cNvPr>
              <p:cNvGrpSpPr/>
              <p:nvPr/>
            </p:nvGrpSpPr>
            <p:grpSpPr>
              <a:xfrm>
                <a:off x="10368218" y="3747882"/>
                <a:ext cx="323559" cy="500612"/>
                <a:chOff x="6164975" y="3211525"/>
                <a:chExt cx="191425" cy="296175"/>
              </a:xfrm>
              <a:grpFill/>
            </p:grpSpPr>
            <p:sp>
              <p:nvSpPr>
                <p:cNvPr id="17623" name="Google Shape;9361;p73">
                  <a:extLst>
                    <a:ext uri="{FF2B5EF4-FFF2-40B4-BE49-F238E27FC236}">
                      <a16:creationId xmlns:a16="http://schemas.microsoft.com/office/drawing/2014/main" id="{E9B61830-08E5-DBDB-1FB0-AEF6ED29F1F2}"/>
                    </a:ext>
                  </a:extLst>
                </p:cNvPr>
                <p:cNvSpPr/>
                <p:nvPr/>
              </p:nvSpPr>
              <p:spPr>
                <a:xfrm>
                  <a:off x="6269750" y="3371400"/>
                  <a:ext cx="68525" cy="8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1" h="3372" extrusionOk="0">
                      <a:moveTo>
                        <a:pt x="1670" y="1"/>
                      </a:moveTo>
                      <a:cubicBezTo>
                        <a:pt x="1166" y="316"/>
                        <a:pt x="599" y="505"/>
                        <a:pt x="0" y="568"/>
                      </a:cubicBezTo>
                      <a:lnTo>
                        <a:pt x="0" y="1482"/>
                      </a:lnTo>
                      <a:lnTo>
                        <a:pt x="1890" y="3372"/>
                      </a:lnTo>
                      <a:lnTo>
                        <a:pt x="2741" y="3372"/>
                      </a:lnTo>
                      <a:lnTo>
                        <a:pt x="2741" y="3340"/>
                      </a:lnTo>
                      <a:lnTo>
                        <a:pt x="2741" y="2301"/>
                      </a:lnTo>
                      <a:cubicBezTo>
                        <a:pt x="2741" y="1356"/>
                        <a:pt x="2300" y="536"/>
                        <a:pt x="167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4" name="Google Shape;9362;p73">
                  <a:extLst>
                    <a:ext uri="{FF2B5EF4-FFF2-40B4-BE49-F238E27FC236}">
                      <a16:creationId xmlns:a16="http://schemas.microsoft.com/office/drawing/2014/main" id="{95896AB9-CC59-DC51-453D-78FA0CEAA96D}"/>
                    </a:ext>
                  </a:extLst>
                </p:cNvPr>
                <p:cNvSpPr/>
                <p:nvPr/>
              </p:nvSpPr>
              <p:spPr>
                <a:xfrm>
                  <a:off x="6228775" y="3424175"/>
                  <a:ext cx="62250" cy="3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0" h="1230" extrusionOk="0">
                      <a:moveTo>
                        <a:pt x="1229" y="1"/>
                      </a:moveTo>
                      <a:lnTo>
                        <a:pt x="1" y="1229"/>
                      </a:lnTo>
                      <a:lnTo>
                        <a:pt x="2490" y="1229"/>
                      </a:lnTo>
                      <a:lnTo>
                        <a:pt x="1229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5" name="Google Shape;9363;p73">
                  <a:extLst>
                    <a:ext uri="{FF2B5EF4-FFF2-40B4-BE49-F238E27FC236}">
                      <a16:creationId xmlns:a16="http://schemas.microsoft.com/office/drawing/2014/main" id="{6EA11231-E77C-AD7E-9223-F899A608E0DB}"/>
                    </a:ext>
                  </a:extLst>
                </p:cNvPr>
                <p:cNvSpPr/>
                <p:nvPr/>
              </p:nvSpPr>
              <p:spPr>
                <a:xfrm>
                  <a:off x="6182300" y="3369825"/>
                  <a:ext cx="69350" cy="8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3404" extrusionOk="0">
                      <a:moveTo>
                        <a:pt x="1072" y="1"/>
                      </a:moveTo>
                      <a:cubicBezTo>
                        <a:pt x="411" y="599"/>
                        <a:pt x="1" y="1419"/>
                        <a:pt x="1" y="2332"/>
                      </a:cubicBezTo>
                      <a:lnTo>
                        <a:pt x="1" y="3403"/>
                      </a:lnTo>
                      <a:lnTo>
                        <a:pt x="883" y="3403"/>
                      </a:lnTo>
                      <a:lnTo>
                        <a:pt x="2773" y="1513"/>
                      </a:lnTo>
                      <a:lnTo>
                        <a:pt x="2773" y="599"/>
                      </a:lnTo>
                      <a:cubicBezTo>
                        <a:pt x="2143" y="568"/>
                        <a:pt x="1576" y="316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6" name="Google Shape;9364;p73">
                  <a:extLst>
                    <a:ext uri="{FF2B5EF4-FFF2-40B4-BE49-F238E27FC236}">
                      <a16:creationId xmlns:a16="http://schemas.microsoft.com/office/drawing/2014/main" id="{946A751B-3071-CC6E-49A6-3DD0C666A8BC}"/>
                    </a:ext>
                  </a:extLst>
                </p:cNvPr>
                <p:cNvSpPr/>
                <p:nvPr/>
              </p:nvSpPr>
              <p:spPr>
                <a:xfrm>
                  <a:off x="6164975" y="3472225"/>
                  <a:ext cx="19142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7" h="1419" extrusionOk="0">
                      <a:moveTo>
                        <a:pt x="725" y="1"/>
                      </a:moveTo>
                      <a:cubicBezTo>
                        <a:pt x="316" y="1"/>
                        <a:pt x="1" y="316"/>
                        <a:pt x="1" y="725"/>
                      </a:cubicBezTo>
                      <a:cubicBezTo>
                        <a:pt x="1" y="1103"/>
                        <a:pt x="316" y="1418"/>
                        <a:pt x="725" y="1418"/>
                      </a:cubicBezTo>
                      <a:lnTo>
                        <a:pt x="6932" y="1418"/>
                      </a:lnTo>
                      <a:cubicBezTo>
                        <a:pt x="7341" y="1418"/>
                        <a:pt x="7657" y="1103"/>
                        <a:pt x="7657" y="725"/>
                      </a:cubicBezTo>
                      <a:cubicBezTo>
                        <a:pt x="7594" y="316"/>
                        <a:pt x="7278" y="1"/>
                        <a:pt x="693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7" name="Google Shape;9365;p73">
                  <a:extLst>
                    <a:ext uri="{FF2B5EF4-FFF2-40B4-BE49-F238E27FC236}">
                      <a16:creationId xmlns:a16="http://schemas.microsoft.com/office/drawing/2014/main" id="{11E705B1-8D0F-BD1A-15CD-FFBD5794FB6E}"/>
                    </a:ext>
                  </a:extLst>
                </p:cNvPr>
                <p:cNvSpPr/>
                <p:nvPr/>
              </p:nvSpPr>
              <p:spPr>
                <a:xfrm>
                  <a:off x="6164975" y="3211525"/>
                  <a:ext cx="19142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7" h="1419" extrusionOk="0">
                      <a:moveTo>
                        <a:pt x="725" y="0"/>
                      </a:moveTo>
                      <a:cubicBezTo>
                        <a:pt x="316" y="0"/>
                        <a:pt x="1" y="315"/>
                        <a:pt x="1" y="725"/>
                      </a:cubicBezTo>
                      <a:cubicBezTo>
                        <a:pt x="1" y="1103"/>
                        <a:pt x="316" y="1418"/>
                        <a:pt x="725" y="1418"/>
                      </a:cubicBezTo>
                      <a:lnTo>
                        <a:pt x="6932" y="1418"/>
                      </a:lnTo>
                      <a:cubicBezTo>
                        <a:pt x="7341" y="1418"/>
                        <a:pt x="7657" y="1103"/>
                        <a:pt x="7657" y="725"/>
                      </a:cubicBezTo>
                      <a:cubicBezTo>
                        <a:pt x="7594" y="284"/>
                        <a:pt x="7278" y="0"/>
                        <a:pt x="693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8" name="Google Shape;9366;p73">
                  <a:extLst>
                    <a:ext uri="{FF2B5EF4-FFF2-40B4-BE49-F238E27FC236}">
                      <a16:creationId xmlns:a16="http://schemas.microsoft.com/office/drawing/2014/main" id="{5040498E-F63D-9A14-3B46-15A6F3C9E136}"/>
                    </a:ext>
                  </a:extLst>
                </p:cNvPr>
                <p:cNvSpPr/>
                <p:nvPr/>
              </p:nvSpPr>
              <p:spPr>
                <a:xfrm>
                  <a:off x="6183100" y="3262725"/>
                  <a:ext cx="155175" cy="3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07" h="1426" extrusionOk="0">
                      <a:moveTo>
                        <a:pt x="0" y="0"/>
                      </a:moveTo>
                      <a:lnTo>
                        <a:pt x="0" y="441"/>
                      </a:lnTo>
                      <a:lnTo>
                        <a:pt x="568" y="788"/>
                      </a:lnTo>
                      <a:cubicBezTo>
                        <a:pt x="1355" y="1213"/>
                        <a:pt x="2237" y="1426"/>
                        <a:pt x="3112" y="1426"/>
                      </a:cubicBezTo>
                      <a:cubicBezTo>
                        <a:pt x="3986" y="1426"/>
                        <a:pt x="4852" y="1213"/>
                        <a:pt x="5608" y="788"/>
                      </a:cubicBezTo>
                      <a:lnTo>
                        <a:pt x="6207" y="441"/>
                      </a:lnTo>
                      <a:lnTo>
                        <a:pt x="620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9" name="Google Shape;9367;p73">
                  <a:extLst>
                    <a:ext uri="{FF2B5EF4-FFF2-40B4-BE49-F238E27FC236}">
                      <a16:creationId xmlns:a16="http://schemas.microsoft.com/office/drawing/2014/main" id="{B0858F6B-8EA1-D6F3-8AB3-76CB95FEC2BB}"/>
                    </a:ext>
                  </a:extLst>
                </p:cNvPr>
                <p:cNvSpPr/>
                <p:nvPr/>
              </p:nvSpPr>
              <p:spPr>
                <a:xfrm>
                  <a:off x="6181525" y="3294225"/>
                  <a:ext cx="155975" cy="74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39" h="2962" extrusionOk="0">
                      <a:moveTo>
                        <a:pt x="0" y="0"/>
                      </a:moveTo>
                      <a:cubicBezTo>
                        <a:pt x="126" y="1607"/>
                        <a:pt x="1481" y="2962"/>
                        <a:pt x="3119" y="2962"/>
                      </a:cubicBezTo>
                      <a:cubicBezTo>
                        <a:pt x="4758" y="2962"/>
                        <a:pt x="6112" y="1607"/>
                        <a:pt x="6238" y="0"/>
                      </a:cubicBezTo>
                      <a:lnTo>
                        <a:pt x="6238" y="0"/>
                      </a:lnTo>
                      <a:lnTo>
                        <a:pt x="5986" y="126"/>
                      </a:lnTo>
                      <a:cubicBezTo>
                        <a:pt x="5136" y="631"/>
                        <a:pt x="4096" y="883"/>
                        <a:pt x="3119" y="883"/>
                      </a:cubicBezTo>
                      <a:cubicBezTo>
                        <a:pt x="2143" y="883"/>
                        <a:pt x="1166" y="631"/>
                        <a:pt x="252" y="126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7" name="Google Shape;9368;p73">
                <a:extLst>
                  <a:ext uri="{FF2B5EF4-FFF2-40B4-BE49-F238E27FC236}">
                    <a16:creationId xmlns:a16="http://schemas.microsoft.com/office/drawing/2014/main" id="{0C918AD8-61B4-7C99-3D2C-56F7D691927D}"/>
                  </a:ext>
                </a:extLst>
              </p:cNvPr>
              <p:cNvGrpSpPr/>
              <p:nvPr/>
            </p:nvGrpSpPr>
            <p:grpSpPr>
              <a:xfrm>
                <a:off x="1400391" y="3747903"/>
                <a:ext cx="504627" cy="500571"/>
                <a:chOff x="946175" y="3253275"/>
                <a:chExt cx="298550" cy="296150"/>
              </a:xfrm>
              <a:grpFill/>
            </p:grpSpPr>
            <p:sp>
              <p:nvSpPr>
                <p:cNvPr id="17618" name="Google Shape;9369;p73">
                  <a:extLst>
                    <a:ext uri="{FF2B5EF4-FFF2-40B4-BE49-F238E27FC236}">
                      <a16:creationId xmlns:a16="http://schemas.microsoft.com/office/drawing/2014/main" id="{C0258E95-0A8B-A7BB-0640-2F7405AA407C}"/>
                    </a:ext>
                  </a:extLst>
                </p:cNvPr>
                <p:cNvSpPr/>
                <p:nvPr/>
              </p:nvSpPr>
              <p:spPr>
                <a:xfrm>
                  <a:off x="946175" y="3253275"/>
                  <a:ext cx="209550" cy="26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2" h="10460" extrusionOk="0">
                      <a:moveTo>
                        <a:pt x="348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10113"/>
                      </a:lnTo>
                      <a:cubicBezTo>
                        <a:pt x="1" y="10302"/>
                        <a:pt x="158" y="10460"/>
                        <a:pt x="348" y="10460"/>
                      </a:cubicBezTo>
                      <a:lnTo>
                        <a:pt x="694" y="10460"/>
                      </a:lnTo>
                      <a:lnTo>
                        <a:pt x="694" y="3875"/>
                      </a:lnTo>
                      <a:cubicBezTo>
                        <a:pt x="694" y="3623"/>
                        <a:pt x="820" y="3340"/>
                        <a:pt x="1009" y="3151"/>
                      </a:cubicBezTo>
                      <a:lnTo>
                        <a:pt x="3151" y="1008"/>
                      </a:lnTo>
                      <a:cubicBezTo>
                        <a:pt x="3340" y="819"/>
                        <a:pt x="3624" y="693"/>
                        <a:pt x="3908" y="693"/>
                      </a:cubicBezTo>
                      <a:lnTo>
                        <a:pt x="8381" y="693"/>
                      </a:lnTo>
                      <a:lnTo>
                        <a:pt x="8381" y="347"/>
                      </a:lnTo>
                      <a:cubicBezTo>
                        <a:pt x="8381" y="158"/>
                        <a:pt x="8224" y="0"/>
                        <a:pt x="80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9" name="Google Shape;9370;p73">
                  <a:extLst>
                    <a:ext uri="{FF2B5EF4-FFF2-40B4-BE49-F238E27FC236}">
                      <a16:creationId xmlns:a16="http://schemas.microsoft.com/office/drawing/2014/main" id="{6E757580-B190-2DF0-F306-FB822FC0E757}"/>
                    </a:ext>
                  </a:extLst>
                </p:cNvPr>
                <p:cNvSpPr/>
                <p:nvPr/>
              </p:nvSpPr>
              <p:spPr>
                <a:xfrm>
                  <a:off x="986350" y="3293425"/>
                  <a:ext cx="47300" cy="4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2" h="1923" extrusionOk="0">
                      <a:moveTo>
                        <a:pt x="1891" y="1"/>
                      </a:moveTo>
                      <a:lnTo>
                        <a:pt x="1" y="1923"/>
                      </a:lnTo>
                      <a:lnTo>
                        <a:pt x="1891" y="1923"/>
                      </a:lnTo>
                      <a:lnTo>
                        <a:pt x="189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0" name="Google Shape;9371;p73">
                  <a:extLst>
                    <a:ext uri="{FF2B5EF4-FFF2-40B4-BE49-F238E27FC236}">
                      <a16:creationId xmlns:a16="http://schemas.microsoft.com/office/drawing/2014/main" id="{8CD3E4A4-C9B3-A0CB-953C-9407F4A292EC}"/>
                    </a:ext>
                  </a:extLst>
                </p:cNvPr>
                <p:cNvSpPr/>
                <p:nvPr/>
              </p:nvSpPr>
              <p:spPr>
                <a:xfrm>
                  <a:off x="1051725" y="3359600"/>
                  <a:ext cx="122100" cy="1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4853" extrusionOk="0">
                      <a:moveTo>
                        <a:pt x="2427" y="0"/>
                      </a:moveTo>
                      <a:cubicBezTo>
                        <a:pt x="1103" y="0"/>
                        <a:pt x="1" y="1103"/>
                        <a:pt x="1" y="2426"/>
                      </a:cubicBezTo>
                      <a:cubicBezTo>
                        <a:pt x="1" y="3749"/>
                        <a:pt x="1103" y="4852"/>
                        <a:pt x="2427" y="4852"/>
                      </a:cubicBezTo>
                      <a:cubicBezTo>
                        <a:pt x="3781" y="4852"/>
                        <a:pt x="4884" y="3749"/>
                        <a:pt x="4884" y="2426"/>
                      </a:cubicBezTo>
                      <a:cubicBezTo>
                        <a:pt x="4884" y="1103"/>
                        <a:pt x="3781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1" name="Google Shape;9372;p73">
                  <a:extLst>
                    <a:ext uri="{FF2B5EF4-FFF2-40B4-BE49-F238E27FC236}">
                      <a16:creationId xmlns:a16="http://schemas.microsoft.com/office/drawing/2014/main" id="{1B0E7B84-A2B2-6B55-1E71-555BC7FC988A}"/>
                    </a:ext>
                  </a:extLst>
                </p:cNvPr>
                <p:cNvSpPr/>
                <p:nvPr/>
              </p:nvSpPr>
              <p:spPr>
                <a:xfrm>
                  <a:off x="980050" y="3289500"/>
                  <a:ext cx="192200" cy="242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8" h="9704" extrusionOk="0">
                      <a:moveTo>
                        <a:pt x="2868" y="0"/>
                      </a:moveTo>
                      <a:lnTo>
                        <a:pt x="2868" y="2426"/>
                      </a:lnTo>
                      <a:cubicBezTo>
                        <a:pt x="2868" y="2647"/>
                        <a:pt x="2679" y="2804"/>
                        <a:pt x="2490" y="2804"/>
                      </a:cubicBezTo>
                      <a:lnTo>
                        <a:pt x="1" y="2804"/>
                      </a:lnTo>
                      <a:lnTo>
                        <a:pt x="1" y="9357"/>
                      </a:lnTo>
                      <a:cubicBezTo>
                        <a:pt x="1" y="9578"/>
                        <a:pt x="190" y="9704"/>
                        <a:pt x="379" y="9704"/>
                      </a:cubicBezTo>
                      <a:lnTo>
                        <a:pt x="7341" y="9704"/>
                      </a:lnTo>
                      <a:cubicBezTo>
                        <a:pt x="7467" y="9704"/>
                        <a:pt x="7593" y="9641"/>
                        <a:pt x="7625" y="9578"/>
                      </a:cubicBezTo>
                      <a:lnTo>
                        <a:pt x="6239" y="8192"/>
                      </a:lnTo>
                      <a:cubicBezTo>
                        <a:pt x="5924" y="8318"/>
                        <a:pt x="5609" y="8349"/>
                        <a:pt x="5262" y="8349"/>
                      </a:cubicBezTo>
                      <a:cubicBezTo>
                        <a:pt x="3529" y="8349"/>
                        <a:pt x="2143" y="6931"/>
                        <a:pt x="2143" y="5230"/>
                      </a:cubicBezTo>
                      <a:cubicBezTo>
                        <a:pt x="2143" y="3529"/>
                        <a:pt x="3561" y="2111"/>
                        <a:pt x="5262" y="2111"/>
                      </a:cubicBezTo>
                      <a:cubicBezTo>
                        <a:pt x="6239" y="2111"/>
                        <a:pt x="7121" y="2584"/>
                        <a:pt x="7688" y="3308"/>
                      </a:cubicBezTo>
                      <a:lnTo>
                        <a:pt x="7688" y="347"/>
                      </a:lnTo>
                      <a:cubicBezTo>
                        <a:pt x="7688" y="158"/>
                        <a:pt x="7530" y="0"/>
                        <a:pt x="73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2" name="Google Shape;9373;p73">
                  <a:extLst>
                    <a:ext uri="{FF2B5EF4-FFF2-40B4-BE49-F238E27FC236}">
                      <a16:creationId xmlns:a16="http://schemas.microsoft.com/office/drawing/2014/main" id="{B19C946F-EA76-57F6-9342-93A30F1212A4}"/>
                    </a:ext>
                  </a:extLst>
                </p:cNvPr>
                <p:cNvSpPr/>
                <p:nvPr/>
              </p:nvSpPr>
              <p:spPr>
                <a:xfrm>
                  <a:off x="1154125" y="3460400"/>
                  <a:ext cx="90600" cy="8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4" h="3561" extrusionOk="0">
                      <a:moveTo>
                        <a:pt x="977" y="1"/>
                      </a:moveTo>
                      <a:cubicBezTo>
                        <a:pt x="693" y="410"/>
                        <a:pt x="378" y="757"/>
                        <a:pt x="0" y="1009"/>
                      </a:cubicBezTo>
                      <a:lnTo>
                        <a:pt x="2363" y="3372"/>
                      </a:lnTo>
                      <a:cubicBezTo>
                        <a:pt x="2489" y="3498"/>
                        <a:pt x="2662" y="3561"/>
                        <a:pt x="2840" y="3561"/>
                      </a:cubicBezTo>
                      <a:cubicBezTo>
                        <a:pt x="3017" y="3561"/>
                        <a:pt x="3198" y="3498"/>
                        <a:pt x="3340" y="3372"/>
                      </a:cubicBezTo>
                      <a:cubicBezTo>
                        <a:pt x="3623" y="3088"/>
                        <a:pt x="3623" y="2647"/>
                        <a:pt x="3340" y="2364"/>
                      </a:cubicBezTo>
                      <a:lnTo>
                        <a:pt x="977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8" name="Google Shape;9374;p73">
                <a:extLst>
                  <a:ext uri="{FF2B5EF4-FFF2-40B4-BE49-F238E27FC236}">
                    <a16:creationId xmlns:a16="http://schemas.microsoft.com/office/drawing/2014/main" id="{A03939B5-1B4F-4864-0285-63A00761A0B9}"/>
                  </a:ext>
                </a:extLst>
              </p:cNvPr>
              <p:cNvGrpSpPr/>
              <p:nvPr/>
            </p:nvGrpSpPr>
            <p:grpSpPr>
              <a:xfrm>
                <a:off x="1401722" y="4379912"/>
                <a:ext cx="501965" cy="496642"/>
                <a:chOff x="946175" y="3619500"/>
                <a:chExt cx="296975" cy="293825"/>
              </a:xfrm>
              <a:grpFill/>
            </p:grpSpPr>
            <p:sp>
              <p:nvSpPr>
                <p:cNvPr id="17612" name="Google Shape;9375;p73">
                  <a:extLst>
                    <a:ext uri="{FF2B5EF4-FFF2-40B4-BE49-F238E27FC236}">
                      <a16:creationId xmlns:a16="http://schemas.microsoft.com/office/drawing/2014/main" id="{DF81B1FE-4969-2C09-1103-CAC977211DC5}"/>
                    </a:ext>
                  </a:extLst>
                </p:cNvPr>
                <p:cNvSpPr/>
                <p:nvPr/>
              </p:nvSpPr>
              <p:spPr>
                <a:xfrm>
                  <a:off x="963525" y="3619500"/>
                  <a:ext cx="207950" cy="29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18" h="11753" extrusionOk="0">
                      <a:moveTo>
                        <a:pt x="3828" y="2742"/>
                      </a:moveTo>
                      <a:cubicBezTo>
                        <a:pt x="3915" y="2742"/>
                        <a:pt x="4001" y="2773"/>
                        <a:pt x="4064" y="2836"/>
                      </a:cubicBezTo>
                      <a:cubicBezTo>
                        <a:pt x="4253" y="2994"/>
                        <a:pt x="4253" y="3183"/>
                        <a:pt x="4096" y="3340"/>
                      </a:cubicBezTo>
                      <a:lnTo>
                        <a:pt x="2678" y="4695"/>
                      </a:lnTo>
                      <a:cubicBezTo>
                        <a:pt x="2615" y="4790"/>
                        <a:pt x="2520" y="4821"/>
                        <a:pt x="2457" y="4821"/>
                      </a:cubicBezTo>
                      <a:cubicBezTo>
                        <a:pt x="2363" y="4821"/>
                        <a:pt x="2268" y="4790"/>
                        <a:pt x="2205" y="4695"/>
                      </a:cubicBezTo>
                      <a:lnTo>
                        <a:pt x="1512" y="4002"/>
                      </a:lnTo>
                      <a:cubicBezTo>
                        <a:pt x="1386" y="3876"/>
                        <a:pt x="1386" y="3655"/>
                        <a:pt x="1512" y="3529"/>
                      </a:cubicBezTo>
                      <a:cubicBezTo>
                        <a:pt x="1575" y="3466"/>
                        <a:pt x="1662" y="3435"/>
                        <a:pt x="1749" y="3435"/>
                      </a:cubicBezTo>
                      <a:cubicBezTo>
                        <a:pt x="1835" y="3435"/>
                        <a:pt x="1922" y="3466"/>
                        <a:pt x="1985" y="3529"/>
                      </a:cubicBezTo>
                      <a:lnTo>
                        <a:pt x="2426" y="3971"/>
                      </a:lnTo>
                      <a:lnTo>
                        <a:pt x="3592" y="2836"/>
                      </a:lnTo>
                      <a:cubicBezTo>
                        <a:pt x="3655" y="2773"/>
                        <a:pt x="3741" y="2742"/>
                        <a:pt x="3828" y="2742"/>
                      </a:cubicBezTo>
                      <a:close/>
                      <a:moveTo>
                        <a:pt x="3828" y="4790"/>
                      </a:moveTo>
                      <a:cubicBezTo>
                        <a:pt x="3915" y="4790"/>
                        <a:pt x="4001" y="4821"/>
                        <a:pt x="4064" y="4884"/>
                      </a:cubicBezTo>
                      <a:cubicBezTo>
                        <a:pt x="4253" y="5042"/>
                        <a:pt x="4253" y="5262"/>
                        <a:pt x="4096" y="5388"/>
                      </a:cubicBezTo>
                      <a:lnTo>
                        <a:pt x="2678" y="6774"/>
                      </a:lnTo>
                      <a:cubicBezTo>
                        <a:pt x="2615" y="6837"/>
                        <a:pt x="2520" y="6869"/>
                        <a:pt x="2457" y="6869"/>
                      </a:cubicBezTo>
                      <a:cubicBezTo>
                        <a:pt x="2363" y="6869"/>
                        <a:pt x="2268" y="6837"/>
                        <a:pt x="2205" y="6774"/>
                      </a:cubicBezTo>
                      <a:lnTo>
                        <a:pt x="1512" y="6050"/>
                      </a:lnTo>
                      <a:cubicBezTo>
                        <a:pt x="1386" y="5924"/>
                        <a:pt x="1386" y="5703"/>
                        <a:pt x="1512" y="5577"/>
                      </a:cubicBezTo>
                      <a:cubicBezTo>
                        <a:pt x="1575" y="5514"/>
                        <a:pt x="1662" y="5483"/>
                        <a:pt x="1749" y="5483"/>
                      </a:cubicBezTo>
                      <a:cubicBezTo>
                        <a:pt x="1835" y="5483"/>
                        <a:pt x="1922" y="5514"/>
                        <a:pt x="1985" y="5577"/>
                      </a:cubicBezTo>
                      <a:lnTo>
                        <a:pt x="2426" y="6018"/>
                      </a:lnTo>
                      <a:lnTo>
                        <a:pt x="3592" y="4884"/>
                      </a:lnTo>
                      <a:cubicBezTo>
                        <a:pt x="3655" y="4821"/>
                        <a:pt x="3741" y="4790"/>
                        <a:pt x="3828" y="4790"/>
                      </a:cubicBezTo>
                      <a:close/>
                      <a:moveTo>
                        <a:pt x="3828" y="6869"/>
                      </a:moveTo>
                      <a:cubicBezTo>
                        <a:pt x="3915" y="6869"/>
                        <a:pt x="4001" y="6900"/>
                        <a:pt x="4064" y="6963"/>
                      </a:cubicBezTo>
                      <a:cubicBezTo>
                        <a:pt x="4253" y="7121"/>
                        <a:pt x="4253" y="7342"/>
                        <a:pt x="4096" y="7468"/>
                      </a:cubicBezTo>
                      <a:lnTo>
                        <a:pt x="2678" y="8854"/>
                      </a:lnTo>
                      <a:cubicBezTo>
                        <a:pt x="2615" y="8917"/>
                        <a:pt x="2520" y="8980"/>
                        <a:pt x="2457" y="8980"/>
                      </a:cubicBezTo>
                      <a:cubicBezTo>
                        <a:pt x="2363" y="8980"/>
                        <a:pt x="2268" y="8917"/>
                        <a:pt x="2205" y="8854"/>
                      </a:cubicBezTo>
                      <a:lnTo>
                        <a:pt x="1512" y="8129"/>
                      </a:lnTo>
                      <a:cubicBezTo>
                        <a:pt x="1386" y="8003"/>
                        <a:pt x="1386" y="7783"/>
                        <a:pt x="1512" y="7657"/>
                      </a:cubicBezTo>
                      <a:cubicBezTo>
                        <a:pt x="1575" y="7594"/>
                        <a:pt x="1662" y="7562"/>
                        <a:pt x="1749" y="7562"/>
                      </a:cubicBezTo>
                      <a:cubicBezTo>
                        <a:pt x="1835" y="7562"/>
                        <a:pt x="1922" y="7594"/>
                        <a:pt x="1985" y="7657"/>
                      </a:cubicBezTo>
                      <a:lnTo>
                        <a:pt x="2426" y="8098"/>
                      </a:lnTo>
                      <a:lnTo>
                        <a:pt x="3592" y="6963"/>
                      </a:lnTo>
                      <a:cubicBezTo>
                        <a:pt x="3655" y="6900"/>
                        <a:pt x="3741" y="6869"/>
                        <a:pt x="3828" y="6869"/>
                      </a:cubicBezTo>
                      <a:close/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lnTo>
                        <a:pt x="0" y="9673"/>
                      </a:lnTo>
                      <a:lnTo>
                        <a:pt x="6301" y="9673"/>
                      </a:lnTo>
                      <a:lnTo>
                        <a:pt x="6301" y="10397"/>
                      </a:lnTo>
                      <a:lnTo>
                        <a:pt x="6301" y="10744"/>
                      </a:lnTo>
                      <a:lnTo>
                        <a:pt x="6270" y="10744"/>
                      </a:lnTo>
                      <a:cubicBezTo>
                        <a:pt x="6270" y="11343"/>
                        <a:pt x="6742" y="11752"/>
                        <a:pt x="7278" y="11752"/>
                      </a:cubicBezTo>
                      <a:cubicBezTo>
                        <a:pt x="7876" y="11752"/>
                        <a:pt x="8317" y="11280"/>
                        <a:pt x="8317" y="10744"/>
                      </a:cubicBezTo>
                      <a:lnTo>
                        <a:pt x="8317" y="7972"/>
                      </a:lnTo>
                      <a:lnTo>
                        <a:pt x="7498" y="8822"/>
                      </a:lnTo>
                      <a:lnTo>
                        <a:pt x="5608" y="9547"/>
                      </a:lnTo>
                      <a:cubicBezTo>
                        <a:pt x="5497" y="9576"/>
                        <a:pt x="5390" y="9590"/>
                        <a:pt x="5288" y="9590"/>
                      </a:cubicBezTo>
                      <a:cubicBezTo>
                        <a:pt x="4954" y="9590"/>
                        <a:pt x="4674" y="9441"/>
                        <a:pt x="4505" y="9200"/>
                      </a:cubicBezTo>
                      <a:cubicBezTo>
                        <a:pt x="4316" y="8980"/>
                        <a:pt x="4222" y="8665"/>
                        <a:pt x="4316" y="8255"/>
                      </a:cubicBezTo>
                      <a:lnTo>
                        <a:pt x="5041" y="6365"/>
                      </a:lnTo>
                      <a:lnTo>
                        <a:pt x="8317" y="3088"/>
                      </a:lnTo>
                      <a:lnTo>
                        <a:pt x="8317" y="2773"/>
                      </a:lnTo>
                      <a:lnTo>
                        <a:pt x="5891" y="2773"/>
                      </a:lnTo>
                      <a:cubicBezTo>
                        <a:pt x="5671" y="2773"/>
                        <a:pt x="5513" y="2616"/>
                        <a:pt x="5513" y="2427"/>
                      </a:cubicBezTo>
                      <a:lnTo>
                        <a:pt x="551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3" name="Google Shape;9376;p73">
                  <a:extLst>
                    <a:ext uri="{FF2B5EF4-FFF2-40B4-BE49-F238E27FC236}">
                      <a16:creationId xmlns:a16="http://schemas.microsoft.com/office/drawing/2014/main" id="{CC3C7FFD-6BF5-B164-D73C-D00A23485A25}"/>
                    </a:ext>
                  </a:extLst>
                </p:cNvPr>
                <p:cNvSpPr/>
                <p:nvPr/>
              </p:nvSpPr>
              <p:spPr>
                <a:xfrm>
                  <a:off x="1185625" y="3688025"/>
                  <a:ext cx="57525" cy="55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1" h="2238" extrusionOk="0">
                      <a:moveTo>
                        <a:pt x="1072" y="1"/>
                      </a:moveTo>
                      <a:cubicBezTo>
                        <a:pt x="890" y="1"/>
                        <a:pt x="709" y="64"/>
                        <a:pt x="568" y="190"/>
                      </a:cubicBezTo>
                      <a:lnTo>
                        <a:pt x="0" y="788"/>
                      </a:lnTo>
                      <a:lnTo>
                        <a:pt x="1450" y="2238"/>
                      </a:lnTo>
                      <a:lnTo>
                        <a:pt x="2048" y="1639"/>
                      </a:lnTo>
                      <a:cubicBezTo>
                        <a:pt x="2300" y="1387"/>
                        <a:pt x="2300" y="946"/>
                        <a:pt x="2048" y="662"/>
                      </a:cubicBezTo>
                      <a:lnTo>
                        <a:pt x="1576" y="190"/>
                      </a:lnTo>
                      <a:cubicBezTo>
                        <a:pt x="1434" y="64"/>
                        <a:pt x="1253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4" name="Google Shape;9377;p73">
                  <a:extLst>
                    <a:ext uri="{FF2B5EF4-FFF2-40B4-BE49-F238E27FC236}">
                      <a16:creationId xmlns:a16="http://schemas.microsoft.com/office/drawing/2014/main" id="{B36E0BAF-1EDF-1BA7-3065-8BEE528F7CEC}"/>
                    </a:ext>
                  </a:extLst>
                </p:cNvPr>
                <p:cNvSpPr/>
                <p:nvPr/>
              </p:nvSpPr>
              <p:spPr>
                <a:xfrm>
                  <a:off x="1088075" y="3795925"/>
                  <a:ext cx="46375" cy="4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5" h="1801" extrusionOk="0">
                      <a:moveTo>
                        <a:pt x="594" y="1"/>
                      </a:moveTo>
                      <a:lnTo>
                        <a:pt x="59" y="1387"/>
                      </a:lnTo>
                      <a:cubicBezTo>
                        <a:pt x="0" y="1621"/>
                        <a:pt x="186" y="1800"/>
                        <a:pt x="414" y="1800"/>
                      </a:cubicBezTo>
                      <a:cubicBezTo>
                        <a:pt x="432" y="1800"/>
                        <a:pt x="450" y="1799"/>
                        <a:pt x="468" y="1797"/>
                      </a:cubicBezTo>
                      <a:lnTo>
                        <a:pt x="1855" y="1261"/>
                      </a:lnTo>
                      <a:lnTo>
                        <a:pt x="594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5" name="Google Shape;9378;p73">
                  <a:extLst>
                    <a:ext uri="{FF2B5EF4-FFF2-40B4-BE49-F238E27FC236}">
                      <a16:creationId xmlns:a16="http://schemas.microsoft.com/office/drawing/2014/main" id="{E8CA8052-313A-8A34-92D2-0AB933167262}"/>
                    </a:ext>
                  </a:extLst>
                </p:cNvPr>
                <p:cNvSpPr/>
                <p:nvPr/>
              </p:nvSpPr>
              <p:spPr>
                <a:xfrm>
                  <a:off x="1112375" y="3720325"/>
                  <a:ext cx="97700" cy="9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8" h="3908" extrusionOk="0">
                      <a:moveTo>
                        <a:pt x="2426" y="1"/>
                      </a:moveTo>
                      <a:lnTo>
                        <a:pt x="1" y="2458"/>
                      </a:lnTo>
                      <a:lnTo>
                        <a:pt x="1450" y="3907"/>
                      </a:lnTo>
                      <a:lnTo>
                        <a:pt x="3907" y="1481"/>
                      </a:lnTo>
                      <a:lnTo>
                        <a:pt x="242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6" name="Google Shape;9379;p73">
                  <a:extLst>
                    <a:ext uri="{FF2B5EF4-FFF2-40B4-BE49-F238E27FC236}">
                      <a16:creationId xmlns:a16="http://schemas.microsoft.com/office/drawing/2014/main" id="{D986B056-DD1D-89B2-11CD-A01E3EAC1C1C}"/>
                    </a:ext>
                  </a:extLst>
                </p:cNvPr>
                <p:cNvSpPr/>
                <p:nvPr/>
              </p:nvSpPr>
              <p:spPr>
                <a:xfrm>
                  <a:off x="1120250" y="3623450"/>
                  <a:ext cx="47275" cy="47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1" h="1891" extrusionOk="0">
                      <a:moveTo>
                        <a:pt x="1" y="0"/>
                      </a:moveTo>
                      <a:lnTo>
                        <a:pt x="1" y="1891"/>
                      </a:lnTo>
                      <a:lnTo>
                        <a:pt x="1891" y="1891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7" name="Google Shape;9380;p73">
                  <a:extLst>
                    <a:ext uri="{FF2B5EF4-FFF2-40B4-BE49-F238E27FC236}">
                      <a16:creationId xmlns:a16="http://schemas.microsoft.com/office/drawing/2014/main" id="{2C44968C-6333-A6AE-6195-14AEA754B52E}"/>
                    </a:ext>
                  </a:extLst>
                </p:cNvPr>
                <p:cNvSpPr/>
                <p:nvPr/>
              </p:nvSpPr>
              <p:spPr>
                <a:xfrm>
                  <a:off x="946175" y="3879425"/>
                  <a:ext cx="166225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49" h="1356" extrusionOk="0">
                      <a:moveTo>
                        <a:pt x="348" y="0"/>
                      </a:moveTo>
                      <a:cubicBezTo>
                        <a:pt x="158" y="0"/>
                        <a:pt x="1" y="190"/>
                        <a:pt x="1" y="347"/>
                      </a:cubicBezTo>
                      <a:lnTo>
                        <a:pt x="1" y="694"/>
                      </a:lnTo>
                      <a:cubicBezTo>
                        <a:pt x="1" y="1040"/>
                        <a:pt x="316" y="1355"/>
                        <a:pt x="694" y="1355"/>
                      </a:cubicBezTo>
                      <a:lnTo>
                        <a:pt x="6649" y="1355"/>
                      </a:lnTo>
                      <a:cubicBezTo>
                        <a:pt x="6428" y="1103"/>
                        <a:pt x="6302" y="725"/>
                        <a:pt x="6302" y="347"/>
                      </a:cubicBezTo>
                      <a:lnTo>
                        <a:pt x="630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oogle Shape;9381;p73">
                <a:extLst>
                  <a:ext uri="{FF2B5EF4-FFF2-40B4-BE49-F238E27FC236}">
                    <a16:creationId xmlns:a16="http://schemas.microsoft.com/office/drawing/2014/main" id="{F9DECB90-2218-E40A-BE04-87EB3188DC7A}"/>
                  </a:ext>
                </a:extLst>
              </p:cNvPr>
              <p:cNvGrpSpPr/>
              <p:nvPr/>
            </p:nvGrpSpPr>
            <p:grpSpPr>
              <a:xfrm>
                <a:off x="1401067" y="4983990"/>
                <a:ext cx="503276" cy="501923"/>
                <a:chOff x="944600" y="3981825"/>
                <a:chExt cx="297750" cy="296950"/>
              </a:xfrm>
              <a:grpFill/>
            </p:grpSpPr>
            <p:sp>
              <p:nvSpPr>
                <p:cNvPr id="17608" name="Google Shape;9382;p73">
                  <a:extLst>
                    <a:ext uri="{FF2B5EF4-FFF2-40B4-BE49-F238E27FC236}">
                      <a16:creationId xmlns:a16="http://schemas.microsoft.com/office/drawing/2014/main" id="{7508D665-116A-984D-276A-36FD9F3B5257}"/>
                    </a:ext>
                  </a:extLst>
                </p:cNvPr>
                <p:cNvSpPr/>
                <p:nvPr/>
              </p:nvSpPr>
              <p:spPr>
                <a:xfrm>
                  <a:off x="944600" y="3981825"/>
                  <a:ext cx="297750" cy="296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11878" extrusionOk="0">
                      <a:moveTo>
                        <a:pt x="6333" y="1418"/>
                      </a:moveTo>
                      <a:cubicBezTo>
                        <a:pt x="8539" y="1575"/>
                        <a:pt x="10303" y="3340"/>
                        <a:pt x="10461" y="5545"/>
                      </a:cubicBezTo>
                      <a:lnTo>
                        <a:pt x="10146" y="5545"/>
                      </a:lnTo>
                      <a:cubicBezTo>
                        <a:pt x="9957" y="5545"/>
                        <a:pt x="9799" y="5702"/>
                        <a:pt x="9799" y="5892"/>
                      </a:cubicBezTo>
                      <a:cubicBezTo>
                        <a:pt x="9799" y="6081"/>
                        <a:pt x="9957" y="6238"/>
                        <a:pt x="10146" y="6238"/>
                      </a:cubicBezTo>
                      <a:lnTo>
                        <a:pt x="10461" y="6238"/>
                      </a:lnTo>
                      <a:cubicBezTo>
                        <a:pt x="10303" y="8443"/>
                        <a:pt x="8539" y="10239"/>
                        <a:pt x="6333" y="10397"/>
                      </a:cubicBezTo>
                      <a:lnTo>
                        <a:pt x="6333" y="10082"/>
                      </a:lnTo>
                      <a:cubicBezTo>
                        <a:pt x="6333" y="9861"/>
                        <a:pt x="6176" y="9704"/>
                        <a:pt x="5955" y="9704"/>
                      </a:cubicBezTo>
                      <a:cubicBezTo>
                        <a:pt x="5766" y="9704"/>
                        <a:pt x="5609" y="9861"/>
                        <a:pt x="5609" y="10082"/>
                      </a:cubicBezTo>
                      <a:lnTo>
                        <a:pt x="5609" y="10397"/>
                      </a:lnTo>
                      <a:cubicBezTo>
                        <a:pt x="3403" y="10239"/>
                        <a:pt x="1639" y="8443"/>
                        <a:pt x="1482" y="6238"/>
                      </a:cubicBezTo>
                      <a:lnTo>
                        <a:pt x="1797" y="6238"/>
                      </a:lnTo>
                      <a:cubicBezTo>
                        <a:pt x="1986" y="6238"/>
                        <a:pt x="2143" y="6081"/>
                        <a:pt x="2143" y="5892"/>
                      </a:cubicBezTo>
                      <a:cubicBezTo>
                        <a:pt x="2143" y="5702"/>
                        <a:pt x="1986" y="5545"/>
                        <a:pt x="1797" y="5545"/>
                      </a:cubicBezTo>
                      <a:lnTo>
                        <a:pt x="1482" y="5545"/>
                      </a:lnTo>
                      <a:cubicBezTo>
                        <a:pt x="1639" y="3340"/>
                        <a:pt x="3403" y="1575"/>
                        <a:pt x="5609" y="1418"/>
                      </a:cubicBezTo>
                      <a:lnTo>
                        <a:pt x="5609" y="1733"/>
                      </a:lnTo>
                      <a:cubicBezTo>
                        <a:pt x="5609" y="1922"/>
                        <a:pt x="5766" y="2079"/>
                        <a:pt x="5955" y="2079"/>
                      </a:cubicBezTo>
                      <a:cubicBezTo>
                        <a:pt x="6176" y="2079"/>
                        <a:pt x="6333" y="1922"/>
                        <a:pt x="6333" y="1733"/>
                      </a:cubicBezTo>
                      <a:lnTo>
                        <a:pt x="6333" y="1418"/>
                      </a:lnTo>
                      <a:close/>
                      <a:moveTo>
                        <a:pt x="5955" y="0"/>
                      </a:moveTo>
                      <a:cubicBezTo>
                        <a:pt x="5766" y="0"/>
                        <a:pt x="5609" y="126"/>
                        <a:pt x="5609" y="347"/>
                      </a:cubicBezTo>
                      <a:lnTo>
                        <a:pt x="5609" y="725"/>
                      </a:lnTo>
                      <a:cubicBezTo>
                        <a:pt x="2994" y="882"/>
                        <a:pt x="946" y="2962"/>
                        <a:pt x="757" y="5576"/>
                      </a:cubicBezTo>
                      <a:lnTo>
                        <a:pt x="379" y="5576"/>
                      </a:lnTo>
                      <a:cubicBezTo>
                        <a:pt x="158" y="5576"/>
                        <a:pt x="1" y="5734"/>
                        <a:pt x="1" y="5923"/>
                      </a:cubicBezTo>
                      <a:cubicBezTo>
                        <a:pt x="1" y="6112"/>
                        <a:pt x="158" y="6270"/>
                        <a:pt x="379" y="6270"/>
                      </a:cubicBezTo>
                      <a:lnTo>
                        <a:pt x="757" y="6270"/>
                      </a:lnTo>
                      <a:cubicBezTo>
                        <a:pt x="915" y="8884"/>
                        <a:pt x="2994" y="10932"/>
                        <a:pt x="5609" y="11121"/>
                      </a:cubicBezTo>
                      <a:lnTo>
                        <a:pt x="5609" y="11531"/>
                      </a:lnTo>
                      <a:cubicBezTo>
                        <a:pt x="5609" y="11720"/>
                        <a:pt x="5766" y="11877"/>
                        <a:pt x="5955" y="11877"/>
                      </a:cubicBezTo>
                      <a:cubicBezTo>
                        <a:pt x="6176" y="11877"/>
                        <a:pt x="6333" y="11720"/>
                        <a:pt x="6333" y="11531"/>
                      </a:cubicBezTo>
                      <a:lnTo>
                        <a:pt x="6333" y="11121"/>
                      </a:lnTo>
                      <a:cubicBezTo>
                        <a:pt x="8917" y="10964"/>
                        <a:pt x="10965" y="8884"/>
                        <a:pt x="11154" y="6270"/>
                      </a:cubicBezTo>
                      <a:lnTo>
                        <a:pt x="11563" y="6270"/>
                      </a:lnTo>
                      <a:cubicBezTo>
                        <a:pt x="11752" y="6270"/>
                        <a:pt x="11910" y="6112"/>
                        <a:pt x="11910" y="5923"/>
                      </a:cubicBezTo>
                      <a:cubicBezTo>
                        <a:pt x="11910" y="5734"/>
                        <a:pt x="11752" y="5576"/>
                        <a:pt x="11563" y="5576"/>
                      </a:cubicBezTo>
                      <a:lnTo>
                        <a:pt x="11154" y="5576"/>
                      </a:lnTo>
                      <a:cubicBezTo>
                        <a:pt x="10996" y="2962"/>
                        <a:pt x="8917" y="914"/>
                        <a:pt x="6333" y="725"/>
                      </a:cubicBezTo>
                      <a:lnTo>
                        <a:pt x="6333" y="347"/>
                      </a:lnTo>
                      <a:cubicBezTo>
                        <a:pt x="6333" y="126"/>
                        <a:pt x="6176" y="0"/>
                        <a:pt x="59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9" name="Google Shape;9383;p73">
                  <a:extLst>
                    <a:ext uri="{FF2B5EF4-FFF2-40B4-BE49-F238E27FC236}">
                      <a16:creationId xmlns:a16="http://schemas.microsoft.com/office/drawing/2014/main" id="{CBA4BCF6-63F3-DA4F-043B-CF5F4536F3CD}"/>
                    </a:ext>
                  </a:extLst>
                </p:cNvPr>
                <p:cNvSpPr/>
                <p:nvPr/>
              </p:nvSpPr>
              <p:spPr>
                <a:xfrm>
                  <a:off x="1058025" y="4155875"/>
                  <a:ext cx="72500" cy="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0" h="2080" extrusionOk="0">
                      <a:moveTo>
                        <a:pt x="1418" y="1"/>
                      </a:moveTo>
                      <a:cubicBezTo>
                        <a:pt x="851" y="1"/>
                        <a:pt x="316" y="347"/>
                        <a:pt x="127" y="914"/>
                      </a:cubicBezTo>
                      <a:cubicBezTo>
                        <a:pt x="1" y="1166"/>
                        <a:pt x="1" y="1450"/>
                        <a:pt x="95" y="1765"/>
                      </a:cubicBezTo>
                      <a:cubicBezTo>
                        <a:pt x="473" y="1954"/>
                        <a:pt x="946" y="2080"/>
                        <a:pt x="1418" y="2080"/>
                      </a:cubicBezTo>
                      <a:cubicBezTo>
                        <a:pt x="1891" y="2080"/>
                        <a:pt x="2332" y="1954"/>
                        <a:pt x="2773" y="1765"/>
                      </a:cubicBezTo>
                      <a:cubicBezTo>
                        <a:pt x="2899" y="1387"/>
                        <a:pt x="2805" y="946"/>
                        <a:pt x="2616" y="599"/>
                      </a:cubicBezTo>
                      <a:cubicBezTo>
                        <a:pt x="2332" y="221"/>
                        <a:pt x="1891" y="1"/>
                        <a:pt x="141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0" name="Google Shape;9384;p73">
                  <a:extLst>
                    <a:ext uri="{FF2B5EF4-FFF2-40B4-BE49-F238E27FC236}">
                      <a16:creationId xmlns:a16="http://schemas.microsoft.com/office/drawing/2014/main" id="{A0574817-49EC-2C65-AA3C-FE304C3D3326}"/>
                    </a:ext>
                  </a:extLst>
                </p:cNvPr>
                <p:cNvSpPr/>
                <p:nvPr/>
              </p:nvSpPr>
              <p:spPr>
                <a:xfrm>
                  <a:off x="1076150" y="4103900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693" y="0"/>
                      </a:moveTo>
                      <a:cubicBezTo>
                        <a:pt x="315" y="0"/>
                        <a:pt x="0" y="315"/>
                        <a:pt x="0" y="693"/>
                      </a:cubicBezTo>
                      <a:cubicBezTo>
                        <a:pt x="0" y="1103"/>
                        <a:pt x="315" y="1418"/>
                        <a:pt x="693" y="1418"/>
                      </a:cubicBezTo>
                      <a:cubicBezTo>
                        <a:pt x="1103" y="1355"/>
                        <a:pt x="1418" y="1040"/>
                        <a:pt x="1418" y="693"/>
                      </a:cubicBezTo>
                      <a:cubicBezTo>
                        <a:pt x="1418" y="315"/>
                        <a:pt x="1103" y="0"/>
                        <a:pt x="69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1" name="Google Shape;9385;p73">
                  <a:extLst>
                    <a:ext uri="{FF2B5EF4-FFF2-40B4-BE49-F238E27FC236}">
                      <a16:creationId xmlns:a16="http://schemas.microsoft.com/office/drawing/2014/main" id="{63866283-49A4-0652-5C75-5CC7A3C66A0A}"/>
                    </a:ext>
                  </a:extLst>
                </p:cNvPr>
                <p:cNvSpPr/>
                <p:nvPr/>
              </p:nvSpPr>
              <p:spPr>
                <a:xfrm>
                  <a:off x="1016275" y="4051125"/>
                  <a:ext cx="155975" cy="13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39" h="5483" extrusionOk="0">
                      <a:moveTo>
                        <a:pt x="3088" y="1"/>
                      </a:moveTo>
                      <a:cubicBezTo>
                        <a:pt x="1356" y="1"/>
                        <a:pt x="1" y="1387"/>
                        <a:pt x="1" y="3120"/>
                      </a:cubicBezTo>
                      <a:cubicBezTo>
                        <a:pt x="1" y="4033"/>
                        <a:pt x="379" y="4852"/>
                        <a:pt x="1041" y="5451"/>
                      </a:cubicBezTo>
                      <a:cubicBezTo>
                        <a:pt x="1041" y="5262"/>
                        <a:pt x="1104" y="5041"/>
                        <a:pt x="1167" y="4852"/>
                      </a:cubicBezTo>
                      <a:cubicBezTo>
                        <a:pt x="1324" y="4380"/>
                        <a:pt x="1671" y="4002"/>
                        <a:pt x="2112" y="3750"/>
                      </a:cubicBezTo>
                      <a:cubicBezTo>
                        <a:pt x="1891" y="3498"/>
                        <a:pt x="1734" y="3151"/>
                        <a:pt x="1734" y="2804"/>
                      </a:cubicBezTo>
                      <a:cubicBezTo>
                        <a:pt x="1734" y="2048"/>
                        <a:pt x="2364" y="1418"/>
                        <a:pt x="3088" y="1418"/>
                      </a:cubicBezTo>
                      <a:cubicBezTo>
                        <a:pt x="3845" y="1418"/>
                        <a:pt x="4475" y="2048"/>
                        <a:pt x="4475" y="2804"/>
                      </a:cubicBezTo>
                      <a:cubicBezTo>
                        <a:pt x="4475" y="3151"/>
                        <a:pt x="4317" y="3529"/>
                        <a:pt x="4097" y="3750"/>
                      </a:cubicBezTo>
                      <a:cubicBezTo>
                        <a:pt x="4349" y="3907"/>
                        <a:pt x="4632" y="4128"/>
                        <a:pt x="4790" y="4411"/>
                      </a:cubicBezTo>
                      <a:cubicBezTo>
                        <a:pt x="4979" y="4726"/>
                        <a:pt x="5105" y="5073"/>
                        <a:pt x="5136" y="5482"/>
                      </a:cubicBezTo>
                      <a:cubicBezTo>
                        <a:pt x="5766" y="4884"/>
                        <a:pt x="6207" y="4096"/>
                        <a:pt x="6207" y="3151"/>
                      </a:cubicBezTo>
                      <a:cubicBezTo>
                        <a:pt x="6239" y="1418"/>
                        <a:pt x="4821" y="1"/>
                        <a:pt x="308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0" name="Google Shape;9386;p73">
                <a:extLst>
                  <a:ext uri="{FF2B5EF4-FFF2-40B4-BE49-F238E27FC236}">
                    <a16:creationId xmlns:a16="http://schemas.microsoft.com/office/drawing/2014/main" id="{DD4E5B80-BE1D-3240-D036-CCC909225059}"/>
                  </a:ext>
                </a:extLst>
              </p:cNvPr>
              <p:cNvGrpSpPr/>
              <p:nvPr/>
            </p:nvGrpSpPr>
            <p:grpSpPr>
              <a:xfrm>
                <a:off x="4571286" y="3748557"/>
                <a:ext cx="500612" cy="499261"/>
                <a:chOff x="2768750" y="3227275"/>
                <a:chExt cx="296175" cy="295375"/>
              </a:xfrm>
              <a:grpFill/>
            </p:grpSpPr>
            <p:sp>
              <p:nvSpPr>
                <p:cNvPr id="17600" name="Google Shape;9387;p73">
                  <a:extLst>
                    <a:ext uri="{FF2B5EF4-FFF2-40B4-BE49-F238E27FC236}">
                      <a16:creationId xmlns:a16="http://schemas.microsoft.com/office/drawing/2014/main" id="{4C192508-E7BA-BDE2-4BEC-BD0927BF2510}"/>
                    </a:ext>
                  </a:extLst>
                </p:cNvPr>
                <p:cNvSpPr/>
                <p:nvPr/>
              </p:nvSpPr>
              <p:spPr>
                <a:xfrm>
                  <a:off x="2882950" y="3227275"/>
                  <a:ext cx="68550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2" h="2773" extrusionOk="0">
                      <a:moveTo>
                        <a:pt x="1355" y="1"/>
                      </a:moveTo>
                      <a:cubicBezTo>
                        <a:pt x="631" y="1"/>
                        <a:pt x="1" y="631"/>
                        <a:pt x="1" y="1387"/>
                      </a:cubicBezTo>
                      <a:cubicBezTo>
                        <a:pt x="1" y="2143"/>
                        <a:pt x="631" y="2773"/>
                        <a:pt x="1355" y="2773"/>
                      </a:cubicBezTo>
                      <a:cubicBezTo>
                        <a:pt x="2111" y="2773"/>
                        <a:pt x="2742" y="2174"/>
                        <a:pt x="2742" y="1387"/>
                      </a:cubicBezTo>
                      <a:cubicBezTo>
                        <a:pt x="2742" y="631"/>
                        <a:pt x="2111" y="1"/>
                        <a:pt x="135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1" name="Google Shape;9388;p73">
                  <a:extLst>
                    <a:ext uri="{FF2B5EF4-FFF2-40B4-BE49-F238E27FC236}">
                      <a16:creationId xmlns:a16="http://schemas.microsoft.com/office/drawing/2014/main" id="{0C125F1A-7402-2231-A962-D783CA8FCCEE}"/>
                    </a:ext>
                  </a:extLst>
                </p:cNvPr>
                <p:cNvSpPr/>
                <p:nvPr/>
              </p:nvSpPr>
              <p:spPr>
                <a:xfrm>
                  <a:off x="2856175" y="3436000"/>
                  <a:ext cx="17350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1387" extrusionOk="0">
                      <a:moveTo>
                        <a:pt x="0" y="0"/>
                      </a:moveTo>
                      <a:lnTo>
                        <a:pt x="0" y="1386"/>
                      </a:lnTo>
                      <a:lnTo>
                        <a:pt x="694" y="1386"/>
                      </a:lnTo>
                      <a:lnTo>
                        <a:pt x="69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2" name="Google Shape;9389;p73">
                  <a:extLst>
                    <a:ext uri="{FF2B5EF4-FFF2-40B4-BE49-F238E27FC236}">
                      <a16:creationId xmlns:a16="http://schemas.microsoft.com/office/drawing/2014/main" id="{E3DA08F3-5B84-0CFF-61F6-403C08F562F8}"/>
                    </a:ext>
                  </a:extLst>
                </p:cNvPr>
                <p:cNvSpPr/>
                <p:nvPr/>
              </p:nvSpPr>
              <p:spPr>
                <a:xfrm>
                  <a:off x="2890050" y="3436000"/>
                  <a:ext cx="18125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1387" extrusionOk="0">
                      <a:moveTo>
                        <a:pt x="0" y="0"/>
                      </a:moveTo>
                      <a:lnTo>
                        <a:pt x="0" y="1386"/>
                      </a:lnTo>
                      <a:lnTo>
                        <a:pt x="725" y="1386"/>
                      </a:lnTo>
                      <a:lnTo>
                        <a:pt x="72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3" name="Google Shape;9390;p73">
                  <a:extLst>
                    <a:ext uri="{FF2B5EF4-FFF2-40B4-BE49-F238E27FC236}">
                      <a16:creationId xmlns:a16="http://schemas.microsoft.com/office/drawing/2014/main" id="{EDCFA089-47CD-1CDD-1F70-5CD1C61B9D00}"/>
                    </a:ext>
                  </a:extLst>
                </p:cNvPr>
                <p:cNvSpPr/>
                <p:nvPr/>
              </p:nvSpPr>
              <p:spPr>
                <a:xfrm>
                  <a:off x="2821525" y="3436000"/>
                  <a:ext cx="17350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1387" extrusionOk="0">
                      <a:moveTo>
                        <a:pt x="0" y="0"/>
                      </a:moveTo>
                      <a:lnTo>
                        <a:pt x="0" y="1386"/>
                      </a:lnTo>
                      <a:lnTo>
                        <a:pt x="693" y="1386"/>
                      </a:lnTo>
                      <a:lnTo>
                        <a:pt x="69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4" name="Google Shape;9391;p73">
                  <a:extLst>
                    <a:ext uri="{FF2B5EF4-FFF2-40B4-BE49-F238E27FC236}">
                      <a16:creationId xmlns:a16="http://schemas.microsoft.com/office/drawing/2014/main" id="{1F3993A8-8454-FA3C-383F-20AA654A5404}"/>
                    </a:ext>
                  </a:extLst>
                </p:cNvPr>
                <p:cNvSpPr/>
                <p:nvPr/>
              </p:nvSpPr>
              <p:spPr>
                <a:xfrm>
                  <a:off x="2924700" y="3436000"/>
                  <a:ext cx="34675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1387" extrusionOk="0">
                      <a:moveTo>
                        <a:pt x="0" y="0"/>
                      </a:moveTo>
                      <a:lnTo>
                        <a:pt x="0" y="1386"/>
                      </a:lnTo>
                      <a:lnTo>
                        <a:pt x="1387" y="1386"/>
                      </a:lnTo>
                      <a:lnTo>
                        <a:pt x="138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5" name="Google Shape;9392;p73">
                  <a:extLst>
                    <a:ext uri="{FF2B5EF4-FFF2-40B4-BE49-F238E27FC236}">
                      <a16:creationId xmlns:a16="http://schemas.microsoft.com/office/drawing/2014/main" id="{5C0C3367-1663-4813-95EF-1375E78C43E4}"/>
                    </a:ext>
                  </a:extLst>
                </p:cNvPr>
                <p:cNvSpPr/>
                <p:nvPr/>
              </p:nvSpPr>
              <p:spPr>
                <a:xfrm>
                  <a:off x="2768750" y="3384800"/>
                  <a:ext cx="244175" cy="137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" h="5514" extrusionOk="0">
                      <a:moveTo>
                        <a:pt x="7971" y="1387"/>
                      </a:moveTo>
                      <a:cubicBezTo>
                        <a:pt x="8192" y="1387"/>
                        <a:pt x="8349" y="1544"/>
                        <a:pt x="8349" y="1733"/>
                      </a:cubicBezTo>
                      <a:lnTo>
                        <a:pt x="8349" y="3813"/>
                      </a:lnTo>
                      <a:cubicBezTo>
                        <a:pt x="8349" y="4033"/>
                        <a:pt x="8192" y="4191"/>
                        <a:pt x="7971" y="4191"/>
                      </a:cubicBezTo>
                      <a:lnTo>
                        <a:pt x="1765" y="4191"/>
                      </a:lnTo>
                      <a:cubicBezTo>
                        <a:pt x="1576" y="4191"/>
                        <a:pt x="1418" y="4033"/>
                        <a:pt x="1418" y="3813"/>
                      </a:cubicBezTo>
                      <a:lnTo>
                        <a:pt x="1418" y="1733"/>
                      </a:lnTo>
                      <a:cubicBezTo>
                        <a:pt x="1418" y="1544"/>
                        <a:pt x="1576" y="1387"/>
                        <a:pt x="1765" y="1387"/>
                      </a:cubicBezTo>
                      <a:close/>
                      <a:moveTo>
                        <a:pt x="1040" y="0"/>
                      </a:moveTo>
                      <a:cubicBezTo>
                        <a:pt x="473" y="0"/>
                        <a:pt x="32" y="473"/>
                        <a:pt x="32" y="1040"/>
                      </a:cubicBezTo>
                      <a:lnTo>
                        <a:pt x="32" y="4506"/>
                      </a:lnTo>
                      <a:cubicBezTo>
                        <a:pt x="0" y="5073"/>
                        <a:pt x="473" y="5514"/>
                        <a:pt x="1040" y="5514"/>
                      </a:cubicBezTo>
                      <a:lnTo>
                        <a:pt x="8727" y="5514"/>
                      </a:lnTo>
                      <a:cubicBezTo>
                        <a:pt x="9326" y="5514"/>
                        <a:pt x="9767" y="5041"/>
                        <a:pt x="9767" y="4506"/>
                      </a:cubicBezTo>
                      <a:lnTo>
                        <a:pt x="9767" y="1040"/>
                      </a:lnTo>
                      <a:cubicBezTo>
                        <a:pt x="9767" y="442"/>
                        <a:pt x="9294" y="0"/>
                        <a:pt x="87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6" name="Google Shape;9393;p73">
                  <a:extLst>
                    <a:ext uri="{FF2B5EF4-FFF2-40B4-BE49-F238E27FC236}">
                      <a16:creationId xmlns:a16="http://schemas.microsoft.com/office/drawing/2014/main" id="{EF780235-DC18-F184-BFBB-1E7298C2B9CD}"/>
                    </a:ext>
                  </a:extLst>
                </p:cNvPr>
                <p:cNvSpPr/>
                <p:nvPr/>
              </p:nvSpPr>
              <p:spPr>
                <a:xfrm>
                  <a:off x="3030250" y="3419450"/>
                  <a:ext cx="3467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2742" extrusionOk="0">
                      <a:moveTo>
                        <a:pt x="0" y="1"/>
                      </a:moveTo>
                      <a:lnTo>
                        <a:pt x="0" y="2742"/>
                      </a:lnTo>
                      <a:lnTo>
                        <a:pt x="1040" y="2742"/>
                      </a:lnTo>
                      <a:cubicBezTo>
                        <a:pt x="1229" y="2742"/>
                        <a:pt x="1386" y="2584"/>
                        <a:pt x="1386" y="2395"/>
                      </a:cubicBezTo>
                      <a:lnTo>
                        <a:pt x="1386" y="347"/>
                      </a:lnTo>
                      <a:cubicBezTo>
                        <a:pt x="1386" y="158"/>
                        <a:pt x="1229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7" name="Google Shape;9394;p73">
                  <a:extLst>
                    <a:ext uri="{FF2B5EF4-FFF2-40B4-BE49-F238E27FC236}">
                      <a16:creationId xmlns:a16="http://schemas.microsoft.com/office/drawing/2014/main" id="{16D4B60E-6AAA-ACD7-DB26-1C25322CDCCA}"/>
                    </a:ext>
                  </a:extLst>
                </p:cNvPr>
                <p:cNvSpPr/>
                <p:nvPr/>
              </p:nvSpPr>
              <p:spPr>
                <a:xfrm>
                  <a:off x="2856175" y="3294225"/>
                  <a:ext cx="122100" cy="7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931" extrusionOk="0">
                      <a:moveTo>
                        <a:pt x="820" y="0"/>
                      </a:moveTo>
                      <a:cubicBezTo>
                        <a:pt x="316" y="473"/>
                        <a:pt x="0" y="1103"/>
                        <a:pt x="0" y="1828"/>
                      </a:cubicBezTo>
                      <a:lnTo>
                        <a:pt x="0" y="2552"/>
                      </a:lnTo>
                      <a:cubicBezTo>
                        <a:pt x="0" y="2773"/>
                        <a:pt x="158" y="2930"/>
                        <a:pt x="347" y="2930"/>
                      </a:cubicBezTo>
                      <a:lnTo>
                        <a:pt x="4506" y="2930"/>
                      </a:lnTo>
                      <a:cubicBezTo>
                        <a:pt x="4726" y="2930"/>
                        <a:pt x="4884" y="2773"/>
                        <a:pt x="4884" y="2552"/>
                      </a:cubicBezTo>
                      <a:lnTo>
                        <a:pt x="4884" y="1828"/>
                      </a:lnTo>
                      <a:cubicBezTo>
                        <a:pt x="4884" y="1103"/>
                        <a:pt x="4569" y="441"/>
                        <a:pt x="4033" y="0"/>
                      </a:cubicBezTo>
                      <a:cubicBezTo>
                        <a:pt x="3655" y="473"/>
                        <a:pt x="3088" y="788"/>
                        <a:pt x="2426" y="788"/>
                      </a:cubicBezTo>
                      <a:cubicBezTo>
                        <a:pt x="1765" y="788"/>
                        <a:pt x="1198" y="473"/>
                        <a:pt x="82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1" name="Google Shape;9395;p73">
                <a:extLst>
                  <a:ext uri="{FF2B5EF4-FFF2-40B4-BE49-F238E27FC236}">
                    <a16:creationId xmlns:a16="http://schemas.microsoft.com/office/drawing/2014/main" id="{F346F73C-1795-248D-E992-B9A64255D805}"/>
                  </a:ext>
                </a:extLst>
              </p:cNvPr>
              <p:cNvGrpSpPr/>
              <p:nvPr/>
            </p:nvGrpSpPr>
            <p:grpSpPr>
              <a:xfrm>
                <a:off x="4601244" y="4379003"/>
                <a:ext cx="440694" cy="498458"/>
                <a:chOff x="2786075" y="3591800"/>
                <a:chExt cx="260725" cy="294900"/>
              </a:xfrm>
              <a:grpFill/>
            </p:grpSpPr>
            <p:sp>
              <p:nvSpPr>
                <p:cNvPr id="17595" name="Google Shape;9396;p73">
                  <a:extLst>
                    <a:ext uri="{FF2B5EF4-FFF2-40B4-BE49-F238E27FC236}">
                      <a16:creationId xmlns:a16="http://schemas.microsoft.com/office/drawing/2014/main" id="{717086EE-6990-BDF1-80C9-4B3600534B73}"/>
                    </a:ext>
                  </a:extLst>
                </p:cNvPr>
                <p:cNvSpPr/>
                <p:nvPr/>
              </p:nvSpPr>
              <p:spPr>
                <a:xfrm>
                  <a:off x="2898700" y="3677000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694" y="1"/>
                      </a:moveTo>
                      <a:cubicBezTo>
                        <a:pt x="316" y="1"/>
                        <a:pt x="1" y="316"/>
                        <a:pt x="1" y="725"/>
                      </a:cubicBezTo>
                      <a:cubicBezTo>
                        <a:pt x="1" y="1103"/>
                        <a:pt x="316" y="1418"/>
                        <a:pt x="694" y="1418"/>
                      </a:cubicBezTo>
                      <a:cubicBezTo>
                        <a:pt x="1103" y="1418"/>
                        <a:pt x="1418" y="1103"/>
                        <a:pt x="1418" y="725"/>
                      </a:cubicBezTo>
                      <a:cubicBezTo>
                        <a:pt x="1418" y="316"/>
                        <a:pt x="1103" y="1"/>
                        <a:pt x="69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6" name="Google Shape;9397;p73">
                  <a:extLst>
                    <a:ext uri="{FF2B5EF4-FFF2-40B4-BE49-F238E27FC236}">
                      <a16:creationId xmlns:a16="http://schemas.microsoft.com/office/drawing/2014/main" id="{773F2217-EB6E-692F-9502-83192E232BF4}"/>
                    </a:ext>
                  </a:extLst>
                </p:cNvPr>
                <p:cNvSpPr/>
                <p:nvPr/>
              </p:nvSpPr>
              <p:spPr>
                <a:xfrm>
                  <a:off x="2883750" y="3729775"/>
                  <a:ext cx="66975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356" extrusionOk="0">
                      <a:moveTo>
                        <a:pt x="1323" y="1"/>
                      </a:moveTo>
                      <a:cubicBezTo>
                        <a:pt x="693" y="1"/>
                        <a:pt x="189" y="379"/>
                        <a:pt x="0" y="977"/>
                      </a:cubicBezTo>
                      <a:cubicBezTo>
                        <a:pt x="378" y="1198"/>
                        <a:pt x="819" y="1355"/>
                        <a:pt x="1323" y="1355"/>
                      </a:cubicBezTo>
                      <a:cubicBezTo>
                        <a:pt x="1796" y="1355"/>
                        <a:pt x="2269" y="1198"/>
                        <a:pt x="2678" y="977"/>
                      </a:cubicBezTo>
                      <a:cubicBezTo>
                        <a:pt x="2489" y="410"/>
                        <a:pt x="1922" y="1"/>
                        <a:pt x="132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7" name="Google Shape;9398;p73">
                  <a:extLst>
                    <a:ext uri="{FF2B5EF4-FFF2-40B4-BE49-F238E27FC236}">
                      <a16:creationId xmlns:a16="http://schemas.microsoft.com/office/drawing/2014/main" id="{EB995277-A4E1-AF15-F0B6-F0320F9BB8CF}"/>
                    </a:ext>
                  </a:extLst>
                </p:cNvPr>
                <p:cNvSpPr/>
                <p:nvPr/>
              </p:nvSpPr>
              <p:spPr>
                <a:xfrm>
                  <a:off x="2855375" y="3643150"/>
                  <a:ext cx="122125" cy="98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3939" extrusionOk="0">
                      <a:moveTo>
                        <a:pt x="2458" y="0"/>
                      </a:moveTo>
                      <a:cubicBezTo>
                        <a:pt x="1198" y="0"/>
                        <a:pt x="222" y="977"/>
                        <a:pt x="64" y="2079"/>
                      </a:cubicBezTo>
                      <a:cubicBezTo>
                        <a:pt x="1" y="2741"/>
                        <a:pt x="159" y="3371"/>
                        <a:pt x="600" y="3938"/>
                      </a:cubicBezTo>
                      <a:cubicBezTo>
                        <a:pt x="820" y="3529"/>
                        <a:pt x="1135" y="3214"/>
                        <a:pt x="1482" y="3025"/>
                      </a:cubicBezTo>
                      <a:cubicBezTo>
                        <a:pt x="1230" y="2772"/>
                        <a:pt x="1072" y="2426"/>
                        <a:pt x="1072" y="2079"/>
                      </a:cubicBezTo>
                      <a:cubicBezTo>
                        <a:pt x="1072" y="1323"/>
                        <a:pt x="1734" y="693"/>
                        <a:pt x="2458" y="693"/>
                      </a:cubicBezTo>
                      <a:cubicBezTo>
                        <a:pt x="3214" y="693"/>
                        <a:pt x="3845" y="1323"/>
                        <a:pt x="3845" y="2079"/>
                      </a:cubicBezTo>
                      <a:cubicBezTo>
                        <a:pt x="3845" y="2426"/>
                        <a:pt x="3687" y="2772"/>
                        <a:pt x="3435" y="3025"/>
                      </a:cubicBezTo>
                      <a:cubicBezTo>
                        <a:pt x="3845" y="3214"/>
                        <a:pt x="4128" y="3529"/>
                        <a:pt x="4317" y="3938"/>
                      </a:cubicBezTo>
                      <a:cubicBezTo>
                        <a:pt x="4695" y="3466"/>
                        <a:pt x="4853" y="2930"/>
                        <a:pt x="4853" y="2394"/>
                      </a:cubicBezTo>
                      <a:cubicBezTo>
                        <a:pt x="4884" y="1103"/>
                        <a:pt x="3813" y="0"/>
                        <a:pt x="245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8" name="Google Shape;9399;p73">
                  <a:extLst>
                    <a:ext uri="{FF2B5EF4-FFF2-40B4-BE49-F238E27FC236}">
                      <a16:creationId xmlns:a16="http://schemas.microsoft.com/office/drawing/2014/main" id="{51E1ADE3-774A-EB1D-F26E-65F4112AB88B}"/>
                    </a:ext>
                  </a:extLst>
                </p:cNvPr>
                <p:cNvSpPr/>
                <p:nvPr/>
              </p:nvSpPr>
              <p:spPr>
                <a:xfrm>
                  <a:off x="2801050" y="3591800"/>
                  <a:ext cx="229225" cy="25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69" h="10340" extrusionOk="0">
                      <a:moveTo>
                        <a:pt x="4679" y="1327"/>
                      </a:moveTo>
                      <a:cubicBezTo>
                        <a:pt x="6369" y="1327"/>
                        <a:pt x="7750" y="2741"/>
                        <a:pt x="7750" y="4448"/>
                      </a:cubicBezTo>
                      <a:cubicBezTo>
                        <a:pt x="7750" y="6244"/>
                        <a:pt x="6301" y="7599"/>
                        <a:pt x="4631" y="7599"/>
                      </a:cubicBezTo>
                      <a:cubicBezTo>
                        <a:pt x="2836" y="7599"/>
                        <a:pt x="1292" y="5961"/>
                        <a:pt x="1575" y="4039"/>
                      </a:cubicBezTo>
                      <a:cubicBezTo>
                        <a:pt x="1764" y="2716"/>
                        <a:pt x="2867" y="1550"/>
                        <a:pt x="4222" y="1361"/>
                      </a:cubicBezTo>
                      <a:cubicBezTo>
                        <a:pt x="4376" y="1338"/>
                        <a:pt x="4529" y="1327"/>
                        <a:pt x="4679" y="1327"/>
                      </a:cubicBezTo>
                      <a:close/>
                      <a:moveTo>
                        <a:pt x="4597" y="0"/>
                      </a:moveTo>
                      <a:cubicBezTo>
                        <a:pt x="4401" y="0"/>
                        <a:pt x="4202" y="13"/>
                        <a:pt x="4001" y="38"/>
                      </a:cubicBezTo>
                      <a:cubicBezTo>
                        <a:pt x="1985" y="290"/>
                        <a:pt x="378" y="1928"/>
                        <a:pt x="158" y="3913"/>
                      </a:cubicBezTo>
                      <a:cubicBezTo>
                        <a:pt x="0" y="5110"/>
                        <a:pt x="315" y="6244"/>
                        <a:pt x="1008" y="7189"/>
                      </a:cubicBezTo>
                      <a:cubicBezTo>
                        <a:pt x="1197" y="7473"/>
                        <a:pt x="1449" y="7756"/>
                        <a:pt x="1670" y="7945"/>
                      </a:cubicBezTo>
                      <a:lnTo>
                        <a:pt x="4411" y="10277"/>
                      </a:lnTo>
                      <a:cubicBezTo>
                        <a:pt x="4474" y="10308"/>
                        <a:pt x="4568" y="10340"/>
                        <a:pt x="4631" y="10340"/>
                      </a:cubicBezTo>
                      <a:cubicBezTo>
                        <a:pt x="4726" y="10340"/>
                        <a:pt x="4789" y="10308"/>
                        <a:pt x="4883" y="10277"/>
                      </a:cubicBezTo>
                      <a:lnTo>
                        <a:pt x="7593" y="7945"/>
                      </a:lnTo>
                      <a:cubicBezTo>
                        <a:pt x="7845" y="7756"/>
                        <a:pt x="8065" y="7473"/>
                        <a:pt x="8254" y="7189"/>
                      </a:cubicBezTo>
                      <a:cubicBezTo>
                        <a:pt x="8853" y="6402"/>
                        <a:pt x="9168" y="5457"/>
                        <a:pt x="9168" y="4480"/>
                      </a:cubicBezTo>
                      <a:cubicBezTo>
                        <a:pt x="9139" y="1996"/>
                        <a:pt x="7104" y="0"/>
                        <a:pt x="459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9" name="Google Shape;9400;p73">
                  <a:extLst>
                    <a:ext uri="{FF2B5EF4-FFF2-40B4-BE49-F238E27FC236}">
                      <a16:creationId xmlns:a16="http://schemas.microsoft.com/office/drawing/2014/main" id="{3728BF86-F4F5-6308-6AFA-16841B562390}"/>
                    </a:ext>
                  </a:extLst>
                </p:cNvPr>
                <p:cNvSpPr/>
                <p:nvPr/>
              </p:nvSpPr>
              <p:spPr>
                <a:xfrm>
                  <a:off x="2786075" y="3800675"/>
                  <a:ext cx="260725" cy="8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29" h="3441" extrusionOk="0">
                      <a:moveTo>
                        <a:pt x="1702" y="0"/>
                      </a:moveTo>
                      <a:cubicBezTo>
                        <a:pt x="1576" y="0"/>
                        <a:pt x="1513" y="63"/>
                        <a:pt x="1418" y="189"/>
                      </a:cubicBezTo>
                      <a:lnTo>
                        <a:pt x="32" y="2930"/>
                      </a:lnTo>
                      <a:cubicBezTo>
                        <a:pt x="1" y="3056"/>
                        <a:pt x="1" y="3213"/>
                        <a:pt x="32" y="3308"/>
                      </a:cubicBezTo>
                      <a:cubicBezTo>
                        <a:pt x="95" y="3371"/>
                        <a:pt x="190" y="3434"/>
                        <a:pt x="316" y="3434"/>
                      </a:cubicBezTo>
                      <a:lnTo>
                        <a:pt x="10019" y="3434"/>
                      </a:lnTo>
                      <a:cubicBezTo>
                        <a:pt x="10045" y="3438"/>
                        <a:pt x="10070" y="3440"/>
                        <a:pt x="10093" y="3440"/>
                      </a:cubicBezTo>
                      <a:cubicBezTo>
                        <a:pt x="10241" y="3440"/>
                        <a:pt x="10338" y="3362"/>
                        <a:pt x="10366" y="3308"/>
                      </a:cubicBezTo>
                      <a:cubicBezTo>
                        <a:pt x="10429" y="3182"/>
                        <a:pt x="10429" y="3056"/>
                        <a:pt x="10366" y="2930"/>
                      </a:cubicBezTo>
                      <a:lnTo>
                        <a:pt x="8979" y="189"/>
                      </a:lnTo>
                      <a:cubicBezTo>
                        <a:pt x="8948" y="63"/>
                        <a:pt x="8822" y="32"/>
                        <a:pt x="8696" y="0"/>
                      </a:cubicBezTo>
                      <a:lnTo>
                        <a:pt x="8601" y="95"/>
                      </a:lnTo>
                      <a:lnTo>
                        <a:pt x="5860" y="2426"/>
                      </a:lnTo>
                      <a:cubicBezTo>
                        <a:pt x="5671" y="2583"/>
                        <a:pt x="5451" y="2678"/>
                        <a:pt x="5199" y="2678"/>
                      </a:cubicBezTo>
                      <a:cubicBezTo>
                        <a:pt x="4978" y="2678"/>
                        <a:pt x="4726" y="2583"/>
                        <a:pt x="4537" y="2426"/>
                      </a:cubicBezTo>
                      <a:lnTo>
                        <a:pt x="1828" y="95"/>
                      </a:lnTo>
                      <a:lnTo>
                        <a:pt x="170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08" name="Google Shape;9401;p73">
                <a:extLst>
                  <a:ext uri="{FF2B5EF4-FFF2-40B4-BE49-F238E27FC236}">
                    <a16:creationId xmlns:a16="http://schemas.microsoft.com/office/drawing/2014/main" id="{69B8C2F5-ECBA-5843-7856-6BE40B0E80F3}"/>
                  </a:ext>
                </a:extLst>
              </p:cNvPr>
              <p:cNvGrpSpPr/>
              <p:nvPr/>
            </p:nvGrpSpPr>
            <p:grpSpPr>
              <a:xfrm>
                <a:off x="4659158" y="4984646"/>
                <a:ext cx="324868" cy="500612"/>
                <a:chOff x="2819150" y="3955025"/>
                <a:chExt cx="192200" cy="296175"/>
              </a:xfrm>
              <a:grpFill/>
            </p:grpSpPr>
            <p:sp>
              <p:nvSpPr>
                <p:cNvPr id="17591" name="Google Shape;9402;p73">
                  <a:extLst>
                    <a:ext uri="{FF2B5EF4-FFF2-40B4-BE49-F238E27FC236}">
                      <a16:creationId xmlns:a16="http://schemas.microsoft.com/office/drawing/2014/main" id="{C7CCD5FC-6155-BEB5-8785-AE18A0FD0887}"/>
                    </a:ext>
                  </a:extLst>
                </p:cNvPr>
                <p:cNvSpPr/>
                <p:nvPr/>
              </p:nvSpPr>
              <p:spPr>
                <a:xfrm>
                  <a:off x="2856175" y="4007025"/>
                  <a:ext cx="122100" cy="7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805" extrusionOk="0">
                      <a:moveTo>
                        <a:pt x="1324" y="0"/>
                      </a:moveTo>
                      <a:cubicBezTo>
                        <a:pt x="631" y="0"/>
                        <a:pt x="127" y="725"/>
                        <a:pt x="347" y="1386"/>
                      </a:cubicBezTo>
                      <a:lnTo>
                        <a:pt x="599" y="2080"/>
                      </a:lnTo>
                      <a:lnTo>
                        <a:pt x="379" y="2080"/>
                      </a:lnTo>
                      <a:cubicBezTo>
                        <a:pt x="158" y="2080"/>
                        <a:pt x="0" y="2237"/>
                        <a:pt x="0" y="2458"/>
                      </a:cubicBezTo>
                      <a:cubicBezTo>
                        <a:pt x="0" y="2647"/>
                        <a:pt x="158" y="2804"/>
                        <a:pt x="347" y="2804"/>
                      </a:cubicBezTo>
                      <a:lnTo>
                        <a:pt x="4506" y="2804"/>
                      </a:lnTo>
                      <a:cubicBezTo>
                        <a:pt x="4726" y="2804"/>
                        <a:pt x="4884" y="2647"/>
                        <a:pt x="4884" y="2458"/>
                      </a:cubicBezTo>
                      <a:cubicBezTo>
                        <a:pt x="4884" y="2237"/>
                        <a:pt x="4726" y="2080"/>
                        <a:pt x="4506" y="2080"/>
                      </a:cubicBezTo>
                      <a:lnTo>
                        <a:pt x="4317" y="2080"/>
                      </a:lnTo>
                      <a:lnTo>
                        <a:pt x="4569" y="1386"/>
                      </a:lnTo>
                      <a:cubicBezTo>
                        <a:pt x="4789" y="725"/>
                        <a:pt x="4285" y="0"/>
                        <a:pt x="359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2" name="Google Shape;9403;p73">
                  <a:extLst>
                    <a:ext uri="{FF2B5EF4-FFF2-40B4-BE49-F238E27FC236}">
                      <a16:creationId xmlns:a16="http://schemas.microsoft.com/office/drawing/2014/main" id="{B0A99FA1-8B8D-6B48-113B-FB133EF1581C}"/>
                    </a:ext>
                  </a:extLst>
                </p:cNvPr>
                <p:cNvSpPr/>
                <p:nvPr/>
              </p:nvSpPr>
              <p:spPr>
                <a:xfrm>
                  <a:off x="2819150" y="4180300"/>
                  <a:ext cx="192200" cy="7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8" h="2836" extrusionOk="0">
                      <a:moveTo>
                        <a:pt x="1418" y="0"/>
                      </a:moveTo>
                      <a:cubicBezTo>
                        <a:pt x="1040" y="0"/>
                        <a:pt x="725" y="315"/>
                        <a:pt x="725" y="725"/>
                      </a:cubicBezTo>
                      <a:lnTo>
                        <a:pt x="725" y="1418"/>
                      </a:lnTo>
                      <a:cubicBezTo>
                        <a:pt x="316" y="1418"/>
                        <a:pt x="1" y="1733"/>
                        <a:pt x="1" y="2143"/>
                      </a:cubicBezTo>
                      <a:lnTo>
                        <a:pt x="1" y="2489"/>
                      </a:lnTo>
                      <a:cubicBezTo>
                        <a:pt x="1" y="2678"/>
                        <a:pt x="158" y="2836"/>
                        <a:pt x="379" y="2836"/>
                      </a:cubicBezTo>
                      <a:lnTo>
                        <a:pt x="7310" y="2836"/>
                      </a:lnTo>
                      <a:cubicBezTo>
                        <a:pt x="7530" y="2804"/>
                        <a:pt x="7688" y="2678"/>
                        <a:pt x="7688" y="2489"/>
                      </a:cubicBezTo>
                      <a:lnTo>
                        <a:pt x="7688" y="2143"/>
                      </a:lnTo>
                      <a:cubicBezTo>
                        <a:pt x="7688" y="1733"/>
                        <a:pt x="7373" y="1418"/>
                        <a:pt x="6995" y="1418"/>
                      </a:cubicBezTo>
                      <a:lnTo>
                        <a:pt x="6995" y="725"/>
                      </a:lnTo>
                      <a:cubicBezTo>
                        <a:pt x="6995" y="315"/>
                        <a:pt x="6680" y="0"/>
                        <a:pt x="627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3" name="Google Shape;9404;p73">
                  <a:extLst>
                    <a:ext uri="{FF2B5EF4-FFF2-40B4-BE49-F238E27FC236}">
                      <a16:creationId xmlns:a16="http://schemas.microsoft.com/office/drawing/2014/main" id="{CA318002-F839-B056-947C-BADBE9621506}"/>
                    </a:ext>
                  </a:extLst>
                </p:cNvPr>
                <p:cNvSpPr/>
                <p:nvPr/>
              </p:nvSpPr>
              <p:spPr>
                <a:xfrm>
                  <a:off x="2882950" y="3955025"/>
                  <a:ext cx="6855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2" h="1419" extrusionOk="0">
                      <a:moveTo>
                        <a:pt x="1355" y="1"/>
                      </a:moveTo>
                      <a:cubicBezTo>
                        <a:pt x="1166" y="1"/>
                        <a:pt x="1009" y="158"/>
                        <a:pt x="1009" y="348"/>
                      </a:cubicBezTo>
                      <a:lnTo>
                        <a:pt x="1009" y="726"/>
                      </a:lnTo>
                      <a:cubicBezTo>
                        <a:pt x="568" y="820"/>
                        <a:pt x="221" y="1072"/>
                        <a:pt x="1" y="1419"/>
                      </a:cubicBezTo>
                      <a:lnTo>
                        <a:pt x="2742" y="1419"/>
                      </a:lnTo>
                      <a:cubicBezTo>
                        <a:pt x="2521" y="1104"/>
                        <a:pt x="2111" y="852"/>
                        <a:pt x="1733" y="726"/>
                      </a:cubicBezTo>
                      <a:lnTo>
                        <a:pt x="1733" y="348"/>
                      </a:lnTo>
                      <a:cubicBezTo>
                        <a:pt x="1670" y="158"/>
                        <a:pt x="1513" y="1"/>
                        <a:pt x="135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4" name="Google Shape;9405;p73">
                  <a:extLst>
                    <a:ext uri="{FF2B5EF4-FFF2-40B4-BE49-F238E27FC236}">
                      <a16:creationId xmlns:a16="http://schemas.microsoft.com/office/drawing/2014/main" id="{0E5F19B2-8574-9229-DF45-19720659BCC7}"/>
                    </a:ext>
                  </a:extLst>
                </p:cNvPr>
                <p:cNvSpPr/>
                <p:nvPr/>
              </p:nvSpPr>
              <p:spPr>
                <a:xfrm>
                  <a:off x="2856975" y="4093650"/>
                  <a:ext cx="118950" cy="7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58" h="2805" extrusionOk="0">
                      <a:moveTo>
                        <a:pt x="473" y="1"/>
                      </a:moveTo>
                      <a:lnTo>
                        <a:pt x="0" y="2805"/>
                      </a:lnTo>
                      <a:lnTo>
                        <a:pt x="4757" y="2805"/>
                      </a:lnTo>
                      <a:lnTo>
                        <a:pt x="4285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09" name="Google Shape;9406;p73">
                <a:extLst>
                  <a:ext uri="{FF2B5EF4-FFF2-40B4-BE49-F238E27FC236}">
                    <a16:creationId xmlns:a16="http://schemas.microsoft.com/office/drawing/2014/main" id="{871CBE50-1A22-E037-B246-0BAF9DD1F9F4}"/>
                  </a:ext>
                </a:extLst>
              </p:cNvPr>
              <p:cNvGrpSpPr/>
              <p:nvPr/>
            </p:nvGrpSpPr>
            <p:grpSpPr>
              <a:xfrm>
                <a:off x="7743692" y="3749212"/>
                <a:ext cx="499261" cy="497951"/>
                <a:chOff x="4629125" y="3235150"/>
                <a:chExt cx="295375" cy="294600"/>
              </a:xfrm>
              <a:grpFill/>
            </p:grpSpPr>
            <p:sp>
              <p:nvSpPr>
                <p:cNvPr id="17586" name="Google Shape;9407;p73">
                  <a:extLst>
                    <a:ext uri="{FF2B5EF4-FFF2-40B4-BE49-F238E27FC236}">
                      <a16:creationId xmlns:a16="http://schemas.microsoft.com/office/drawing/2014/main" id="{3543AA37-583C-0CF0-4B49-AC685A3CC28C}"/>
                    </a:ext>
                  </a:extLst>
                </p:cNvPr>
                <p:cNvSpPr/>
                <p:nvPr/>
              </p:nvSpPr>
              <p:spPr>
                <a:xfrm>
                  <a:off x="4696850" y="3391100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725" y="1"/>
                      </a:moveTo>
                      <a:cubicBezTo>
                        <a:pt x="316" y="1"/>
                        <a:pt x="1" y="316"/>
                        <a:pt x="1" y="694"/>
                      </a:cubicBezTo>
                      <a:cubicBezTo>
                        <a:pt x="64" y="1103"/>
                        <a:pt x="316" y="1418"/>
                        <a:pt x="725" y="1418"/>
                      </a:cubicBezTo>
                      <a:cubicBezTo>
                        <a:pt x="1103" y="1418"/>
                        <a:pt x="1418" y="1103"/>
                        <a:pt x="1418" y="694"/>
                      </a:cubicBez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7" name="Google Shape;9408;p73">
                  <a:extLst>
                    <a:ext uri="{FF2B5EF4-FFF2-40B4-BE49-F238E27FC236}">
                      <a16:creationId xmlns:a16="http://schemas.microsoft.com/office/drawing/2014/main" id="{751A7304-FB16-696C-88BB-2D8E7F01FC3D}"/>
                    </a:ext>
                  </a:extLst>
                </p:cNvPr>
                <p:cNvSpPr/>
                <p:nvPr/>
              </p:nvSpPr>
              <p:spPr>
                <a:xfrm>
                  <a:off x="4680300" y="3443875"/>
                  <a:ext cx="69350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1387" extrusionOk="0">
                      <a:moveTo>
                        <a:pt x="1387" y="0"/>
                      </a:moveTo>
                      <a:cubicBezTo>
                        <a:pt x="631" y="0"/>
                        <a:pt x="1" y="630"/>
                        <a:pt x="1" y="1387"/>
                      </a:cubicBezTo>
                      <a:lnTo>
                        <a:pt x="2773" y="1387"/>
                      </a:lnTo>
                      <a:cubicBezTo>
                        <a:pt x="2773" y="630"/>
                        <a:pt x="2175" y="0"/>
                        <a:pt x="138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8" name="Google Shape;9409;p73">
                  <a:extLst>
                    <a:ext uri="{FF2B5EF4-FFF2-40B4-BE49-F238E27FC236}">
                      <a16:creationId xmlns:a16="http://schemas.microsoft.com/office/drawing/2014/main" id="{3EEBF074-F609-A403-0A01-40E4FE895FE8}"/>
                    </a:ext>
                  </a:extLst>
                </p:cNvPr>
                <p:cNvSpPr/>
                <p:nvPr/>
              </p:nvSpPr>
              <p:spPr>
                <a:xfrm>
                  <a:off x="4629125" y="3339900"/>
                  <a:ext cx="295375" cy="18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7594" extrusionOk="0">
                      <a:moveTo>
                        <a:pt x="10050" y="2080"/>
                      </a:moveTo>
                      <a:cubicBezTo>
                        <a:pt x="10239" y="2080"/>
                        <a:pt x="10397" y="2238"/>
                        <a:pt x="10397" y="2427"/>
                      </a:cubicBezTo>
                      <a:cubicBezTo>
                        <a:pt x="10397" y="2616"/>
                        <a:pt x="10239" y="2773"/>
                        <a:pt x="10050" y="2773"/>
                      </a:cubicBezTo>
                      <a:lnTo>
                        <a:pt x="6553" y="2773"/>
                      </a:lnTo>
                      <a:cubicBezTo>
                        <a:pt x="6333" y="2773"/>
                        <a:pt x="6175" y="2616"/>
                        <a:pt x="6175" y="2427"/>
                      </a:cubicBezTo>
                      <a:cubicBezTo>
                        <a:pt x="6175" y="2238"/>
                        <a:pt x="6333" y="2080"/>
                        <a:pt x="6553" y="2080"/>
                      </a:cubicBezTo>
                      <a:close/>
                      <a:moveTo>
                        <a:pt x="10050" y="3466"/>
                      </a:moveTo>
                      <a:cubicBezTo>
                        <a:pt x="10239" y="3466"/>
                        <a:pt x="10397" y="3624"/>
                        <a:pt x="10397" y="3813"/>
                      </a:cubicBezTo>
                      <a:cubicBezTo>
                        <a:pt x="10397" y="4002"/>
                        <a:pt x="10239" y="4159"/>
                        <a:pt x="10050" y="4159"/>
                      </a:cubicBezTo>
                      <a:lnTo>
                        <a:pt x="6553" y="4159"/>
                      </a:lnTo>
                      <a:cubicBezTo>
                        <a:pt x="6333" y="4159"/>
                        <a:pt x="6175" y="4002"/>
                        <a:pt x="6175" y="3813"/>
                      </a:cubicBezTo>
                      <a:cubicBezTo>
                        <a:pt x="6175" y="3624"/>
                        <a:pt x="6333" y="3466"/>
                        <a:pt x="6553" y="3466"/>
                      </a:cubicBezTo>
                      <a:close/>
                      <a:moveTo>
                        <a:pt x="10050" y="4821"/>
                      </a:moveTo>
                      <a:cubicBezTo>
                        <a:pt x="10239" y="4821"/>
                        <a:pt x="10397" y="4978"/>
                        <a:pt x="10397" y="5199"/>
                      </a:cubicBezTo>
                      <a:cubicBezTo>
                        <a:pt x="10397" y="5388"/>
                        <a:pt x="10239" y="5546"/>
                        <a:pt x="10050" y="5546"/>
                      </a:cubicBezTo>
                      <a:lnTo>
                        <a:pt x="6553" y="5546"/>
                      </a:lnTo>
                      <a:cubicBezTo>
                        <a:pt x="6333" y="5546"/>
                        <a:pt x="6175" y="5388"/>
                        <a:pt x="6175" y="5199"/>
                      </a:cubicBezTo>
                      <a:cubicBezTo>
                        <a:pt x="6175" y="4978"/>
                        <a:pt x="6333" y="4821"/>
                        <a:pt x="6553" y="4821"/>
                      </a:cubicBezTo>
                      <a:close/>
                      <a:moveTo>
                        <a:pt x="3403" y="1418"/>
                      </a:moveTo>
                      <a:cubicBezTo>
                        <a:pt x="4127" y="1418"/>
                        <a:pt x="4757" y="2049"/>
                        <a:pt x="4757" y="2773"/>
                      </a:cubicBezTo>
                      <a:cubicBezTo>
                        <a:pt x="4757" y="3151"/>
                        <a:pt x="4600" y="3498"/>
                        <a:pt x="4379" y="3718"/>
                      </a:cubicBezTo>
                      <a:cubicBezTo>
                        <a:pt x="5009" y="4065"/>
                        <a:pt x="5451" y="4758"/>
                        <a:pt x="5451" y="5546"/>
                      </a:cubicBezTo>
                      <a:lnTo>
                        <a:pt x="5451" y="5892"/>
                      </a:lnTo>
                      <a:lnTo>
                        <a:pt x="5514" y="5892"/>
                      </a:lnTo>
                      <a:cubicBezTo>
                        <a:pt x="5514" y="6081"/>
                        <a:pt x="5356" y="6239"/>
                        <a:pt x="5167" y="6239"/>
                      </a:cubicBezTo>
                      <a:lnTo>
                        <a:pt x="1701" y="6239"/>
                      </a:lnTo>
                      <a:cubicBezTo>
                        <a:pt x="1512" y="6239"/>
                        <a:pt x="1355" y="6081"/>
                        <a:pt x="1355" y="5892"/>
                      </a:cubicBezTo>
                      <a:lnTo>
                        <a:pt x="1355" y="5546"/>
                      </a:lnTo>
                      <a:cubicBezTo>
                        <a:pt x="1355" y="4758"/>
                        <a:pt x="1764" y="4096"/>
                        <a:pt x="2395" y="3718"/>
                      </a:cubicBezTo>
                      <a:cubicBezTo>
                        <a:pt x="2174" y="3498"/>
                        <a:pt x="2016" y="3151"/>
                        <a:pt x="2016" y="2773"/>
                      </a:cubicBezTo>
                      <a:cubicBezTo>
                        <a:pt x="2016" y="2049"/>
                        <a:pt x="2647" y="1418"/>
                        <a:pt x="3403" y="1418"/>
                      </a:cubicBezTo>
                      <a:close/>
                      <a:moveTo>
                        <a:pt x="1040" y="1"/>
                      </a:moveTo>
                      <a:cubicBezTo>
                        <a:pt x="441" y="1"/>
                        <a:pt x="0" y="473"/>
                        <a:pt x="0" y="1009"/>
                      </a:cubicBezTo>
                      <a:lnTo>
                        <a:pt x="0" y="6554"/>
                      </a:lnTo>
                      <a:cubicBezTo>
                        <a:pt x="0" y="7152"/>
                        <a:pt x="473" y="7593"/>
                        <a:pt x="1040" y="7593"/>
                      </a:cubicBezTo>
                      <a:lnTo>
                        <a:pt x="10806" y="7593"/>
                      </a:lnTo>
                      <a:cubicBezTo>
                        <a:pt x="11373" y="7593"/>
                        <a:pt x="11815" y="7121"/>
                        <a:pt x="11815" y="6554"/>
                      </a:cubicBezTo>
                      <a:lnTo>
                        <a:pt x="11815" y="1009"/>
                      </a:lnTo>
                      <a:cubicBezTo>
                        <a:pt x="11783" y="473"/>
                        <a:pt x="11310" y="1"/>
                        <a:pt x="10743" y="1"/>
                      </a:cubicBezTo>
                      <a:lnTo>
                        <a:pt x="7593" y="1"/>
                      </a:lnTo>
                      <a:lnTo>
                        <a:pt x="7593" y="347"/>
                      </a:lnTo>
                      <a:cubicBezTo>
                        <a:pt x="7593" y="946"/>
                        <a:pt x="7120" y="1355"/>
                        <a:pt x="6585" y="1355"/>
                      </a:cubicBezTo>
                      <a:lnTo>
                        <a:pt x="5198" y="1355"/>
                      </a:lnTo>
                      <a:cubicBezTo>
                        <a:pt x="4600" y="1355"/>
                        <a:pt x="4190" y="883"/>
                        <a:pt x="4190" y="347"/>
                      </a:cubicBezTo>
                      <a:lnTo>
                        <a:pt x="419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9" name="Google Shape;9410;p73">
                  <a:extLst>
                    <a:ext uri="{FF2B5EF4-FFF2-40B4-BE49-F238E27FC236}">
                      <a16:creationId xmlns:a16="http://schemas.microsoft.com/office/drawing/2014/main" id="{45E78B23-702F-30BF-1F0D-A3726ACCB546}"/>
                    </a:ext>
                  </a:extLst>
                </p:cNvPr>
                <p:cNvSpPr/>
                <p:nvPr/>
              </p:nvSpPr>
              <p:spPr>
                <a:xfrm>
                  <a:off x="4714975" y="3287125"/>
                  <a:ext cx="122100" cy="7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805" extrusionOk="0">
                      <a:moveTo>
                        <a:pt x="693" y="1"/>
                      </a:moveTo>
                      <a:cubicBezTo>
                        <a:pt x="315" y="1"/>
                        <a:pt x="0" y="316"/>
                        <a:pt x="0" y="725"/>
                      </a:cubicBezTo>
                      <a:cubicBezTo>
                        <a:pt x="0" y="1104"/>
                        <a:pt x="315" y="1419"/>
                        <a:pt x="693" y="1419"/>
                      </a:cubicBezTo>
                      <a:lnTo>
                        <a:pt x="1418" y="1419"/>
                      </a:lnTo>
                      <a:lnTo>
                        <a:pt x="1418" y="2458"/>
                      </a:lnTo>
                      <a:cubicBezTo>
                        <a:pt x="1386" y="2647"/>
                        <a:pt x="1544" y="2805"/>
                        <a:pt x="1733" y="2805"/>
                      </a:cubicBezTo>
                      <a:lnTo>
                        <a:pt x="3119" y="2805"/>
                      </a:lnTo>
                      <a:cubicBezTo>
                        <a:pt x="3308" y="2805"/>
                        <a:pt x="3466" y="2647"/>
                        <a:pt x="3466" y="2458"/>
                      </a:cubicBezTo>
                      <a:lnTo>
                        <a:pt x="3466" y="1419"/>
                      </a:lnTo>
                      <a:lnTo>
                        <a:pt x="4159" y="1419"/>
                      </a:lnTo>
                      <a:cubicBezTo>
                        <a:pt x="4568" y="1419"/>
                        <a:pt x="4883" y="1104"/>
                        <a:pt x="4883" y="725"/>
                      </a:cubicBezTo>
                      <a:cubicBezTo>
                        <a:pt x="4883" y="316"/>
                        <a:pt x="4568" y="1"/>
                        <a:pt x="415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0" name="Google Shape;9411;p73">
                  <a:extLst>
                    <a:ext uri="{FF2B5EF4-FFF2-40B4-BE49-F238E27FC236}">
                      <a16:creationId xmlns:a16="http://schemas.microsoft.com/office/drawing/2014/main" id="{2F08716E-9465-D9F8-06A9-F0AA8252315A}"/>
                    </a:ext>
                  </a:extLst>
                </p:cNvPr>
                <p:cNvSpPr/>
                <p:nvPr/>
              </p:nvSpPr>
              <p:spPr>
                <a:xfrm>
                  <a:off x="4732300" y="3235150"/>
                  <a:ext cx="8665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1419" extrusionOk="0">
                      <a:moveTo>
                        <a:pt x="378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lnTo>
                        <a:pt x="0" y="1418"/>
                      </a:lnTo>
                      <a:lnTo>
                        <a:pt x="3466" y="1418"/>
                      </a:lnTo>
                      <a:lnTo>
                        <a:pt x="3466" y="347"/>
                      </a:lnTo>
                      <a:cubicBezTo>
                        <a:pt x="3466" y="158"/>
                        <a:pt x="3308" y="1"/>
                        <a:pt x="311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12" name="Google Shape;9412;p73">
                <a:extLst>
                  <a:ext uri="{FF2B5EF4-FFF2-40B4-BE49-F238E27FC236}">
                    <a16:creationId xmlns:a16="http://schemas.microsoft.com/office/drawing/2014/main" id="{365451BA-E846-9934-BED2-8228672F590F}"/>
                  </a:ext>
                </a:extLst>
              </p:cNvPr>
              <p:cNvGrpSpPr/>
              <p:nvPr/>
            </p:nvGrpSpPr>
            <p:grpSpPr>
              <a:xfrm>
                <a:off x="7743671" y="4378602"/>
                <a:ext cx="499303" cy="499261"/>
                <a:chOff x="4628325" y="3599825"/>
                <a:chExt cx="295400" cy="295375"/>
              </a:xfrm>
              <a:grpFill/>
            </p:grpSpPr>
            <p:sp>
              <p:nvSpPr>
                <p:cNvPr id="17574" name="Google Shape;9413;p73">
                  <a:extLst>
                    <a:ext uri="{FF2B5EF4-FFF2-40B4-BE49-F238E27FC236}">
                      <a16:creationId xmlns:a16="http://schemas.microsoft.com/office/drawing/2014/main" id="{209BAE0A-2C99-93E4-3BD4-78C91E52276B}"/>
                    </a:ext>
                  </a:extLst>
                </p:cNvPr>
                <p:cNvSpPr/>
                <p:nvPr/>
              </p:nvSpPr>
              <p:spPr>
                <a:xfrm>
                  <a:off x="4679525" y="3686450"/>
                  <a:ext cx="1735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3467" extrusionOk="0">
                      <a:moveTo>
                        <a:pt x="0" y="1"/>
                      </a:moveTo>
                      <a:lnTo>
                        <a:pt x="0" y="3466"/>
                      </a:lnTo>
                      <a:lnTo>
                        <a:pt x="694" y="3466"/>
                      </a:lnTo>
                      <a:lnTo>
                        <a:pt x="694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5" name="Google Shape;9414;p73">
                  <a:extLst>
                    <a:ext uri="{FF2B5EF4-FFF2-40B4-BE49-F238E27FC236}">
                      <a16:creationId xmlns:a16="http://schemas.microsoft.com/office/drawing/2014/main" id="{C68C2759-A659-4F2D-04E7-DE9720FDE9AF}"/>
                    </a:ext>
                  </a:extLst>
                </p:cNvPr>
                <p:cNvSpPr/>
                <p:nvPr/>
              </p:nvSpPr>
              <p:spPr>
                <a:xfrm>
                  <a:off x="4854375" y="3686450"/>
                  <a:ext cx="1815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3467" extrusionOk="0">
                      <a:moveTo>
                        <a:pt x="1" y="1"/>
                      </a:moveTo>
                      <a:lnTo>
                        <a:pt x="1" y="3466"/>
                      </a:lnTo>
                      <a:lnTo>
                        <a:pt x="725" y="3466"/>
                      </a:lnTo>
                      <a:lnTo>
                        <a:pt x="725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6" name="Google Shape;9415;p73">
                  <a:extLst>
                    <a:ext uri="{FF2B5EF4-FFF2-40B4-BE49-F238E27FC236}">
                      <a16:creationId xmlns:a16="http://schemas.microsoft.com/office/drawing/2014/main" id="{6DAE875E-C6A8-5179-C47B-B695A9E52B48}"/>
                    </a:ext>
                  </a:extLst>
                </p:cNvPr>
                <p:cNvSpPr/>
                <p:nvPr/>
              </p:nvSpPr>
              <p:spPr>
                <a:xfrm>
                  <a:off x="4679525" y="3790425"/>
                  <a:ext cx="17350" cy="10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4160" extrusionOk="0">
                      <a:moveTo>
                        <a:pt x="0" y="0"/>
                      </a:moveTo>
                      <a:lnTo>
                        <a:pt x="0" y="4159"/>
                      </a:lnTo>
                      <a:lnTo>
                        <a:pt x="694" y="4159"/>
                      </a:lnTo>
                      <a:lnTo>
                        <a:pt x="69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7" name="Google Shape;9416;p73">
                  <a:extLst>
                    <a:ext uri="{FF2B5EF4-FFF2-40B4-BE49-F238E27FC236}">
                      <a16:creationId xmlns:a16="http://schemas.microsoft.com/office/drawing/2014/main" id="{75816142-384D-F899-058F-963DF4A3D6C1}"/>
                    </a:ext>
                  </a:extLst>
                </p:cNvPr>
                <p:cNvSpPr/>
                <p:nvPr/>
              </p:nvSpPr>
              <p:spPr>
                <a:xfrm>
                  <a:off x="4854375" y="3790425"/>
                  <a:ext cx="18150" cy="10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4160" extrusionOk="0">
                      <a:moveTo>
                        <a:pt x="1" y="0"/>
                      </a:moveTo>
                      <a:lnTo>
                        <a:pt x="1" y="4159"/>
                      </a:lnTo>
                      <a:lnTo>
                        <a:pt x="725" y="4159"/>
                      </a:lnTo>
                      <a:lnTo>
                        <a:pt x="72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8" name="Google Shape;9417;p73">
                  <a:extLst>
                    <a:ext uri="{FF2B5EF4-FFF2-40B4-BE49-F238E27FC236}">
                      <a16:creationId xmlns:a16="http://schemas.microsoft.com/office/drawing/2014/main" id="{D3CB09C9-13C5-5968-C301-FB8A0C8A3AEE}"/>
                    </a:ext>
                  </a:extLst>
                </p:cNvPr>
                <p:cNvSpPr/>
                <p:nvPr/>
              </p:nvSpPr>
              <p:spPr>
                <a:xfrm>
                  <a:off x="4628325" y="3686450"/>
                  <a:ext cx="3467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3467" extrusionOk="0">
                      <a:moveTo>
                        <a:pt x="1009" y="1"/>
                      </a:moveTo>
                      <a:cubicBezTo>
                        <a:pt x="442" y="1"/>
                        <a:pt x="1" y="442"/>
                        <a:pt x="1" y="1009"/>
                      </a:cubicBezTo>
                      <a:lnTo>
                        <a:pt x="1" y="2049"/>
                      </a:lnTo>
                      <a:cubicBezTo>
                        <a:pt x="1" y="2427"/>
                        <a:pt x="158" y="2773"/>
                        <a:pt x="442" y="3025"/>
                      </a:cubicBezTo>
                      <a:cubicBezTo>
                        <a:pt x="662" y="3340"/>
                        <a:pt x="1009" y="3466"/>
                        <a:pt x="1387" y="3466"/>
                      </a:cubicBezTo>
                      <a:lnTo>
                        <a:pt x="1387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9" name="Google Shape;9418;p73">
                  <a:extLst>
                    <a:ext uri="{FF2B5EF4-FFF2-40B4-BE49-F238E27FC236}">
                      <a16:creationId xmlns:a16="http://schemas.microsoft.com/office/drawing/2014/main" id="{4C408F22-2649-AD07-00AF-474CA64AC285}"/>
                    </a:ext>
                  </a:extLst>
                </p:cNvPr>
                <p:cNvSpPr/>
                <p:nvPr/>
              </p:nvSpPr>
              <p:spPr>
                <a:xfrm>
                  <a:off x="4714975" y="3686450"/>
                  <a:ext cx="12210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3467" extrusionOk="0">
                      <a:moveTo>
                        <a:pt x="0" y="1"/>
                      </a:moveTo>
                      <a:lnTo>
                        <a:pt x="0" y="3466"/>
                      </a:lnTo>
                      <a:lnTo>
                        <a:pt x="4883" y="3466"/>
                      </a:lnTo>
                      <a:lnTo>
                        <a:pt x="488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0" name="Google Shape;9419;p73">
                  <a:extLst>
                    <a:ext uri="{FF2B5EF4-FFF2-40B4-BE49-F238E27FC236}">
                      <a16:creationId xmlns:a16="http://schemas.microsoft.com/office/drawing/2014/main" id="{A909F068-FEB1-2DBB-58A4-1086B7FC9F2C}"/>
                    </a:ext>
                  </a:extLst>
                </p:cNvPr>
                <p:cNvSpPr/>
                <p:nvPr/>
              </p:nvSpPr>
              <p:spPr>
                <a:xfrm>
                  <a:off x="4889025" y="3777825"/>
                  <a:ext cx="34700" cy="1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4695" extrusionOk="0">
                      <a:moveTo>
                        <a:pt x="1387" y="0"/>
                      </a:moveTo>
                      <a:cubicBezTo>
                        <a:pt x="977" y="315"/>
                        <a:pt x="505" y="504"/>
                        <a:pt x="1" y="504"/>
                      </a:cubicBezTo>
                      <a:lnTo>
                        <a:pt x="1" y="4695"/>
                      </a:lnTo>
                      <a:lnTo>
                        <a:pt x="347" y="4695"/>
                      </a:lnTo>
                      <a:cubicBezTo>
                        <a:pt x="946" y="4695"/>
                        <a:pt x="1387" y="4222"/>
                        <a:pt x="1387" y="3655"/>
                      </a:cubicBezTo>
                      <a:lnTo>
                        <a:pt x="138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1" name="Google Shape;9420;p73">
                  <a:extLst>
                    <a:ext uri="{FF2B5EF4-FFF2-40B4-BE49-F238E27FC236}">
                      <a16:creationId xmlns:a16="http://schemas.microsoft.com/office/drawing/2014/main" id="{1D3BFB6C-70A8-2CC5-E779-C2F5F4C63D4C}"/>
                    </a:ext>
                  </a:extLst>
                </p:cNvPr>
                <p:cNvSpPr/>
                <p:nvPr/>
              </p:nvSpPr>
              <p:spPr>
                <a:xfrm>
                  <a:off x="4628325" y="3777825"/>
                  <a:ext cx="34675" cy="11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4664" extrusionOk="0">
                      <a:moveTo>
                        <a:pt x="1" y="0"/>
                      </a:moveTo>
                      <a:lnTo>
                        <a:pt x="1" y="3655"/>
                      </a:lnTo>
                      <a:cubicBezTo>
                        <a:pt x="1" y="4222"/>
                        <a:pt x="442" y="4663"/>
                        <a:pt x="1009" y="4663"/>
                      </a:cubicBezTo>
                      <a:lnTo>
                        <a:pt x="1387" y="4663"/>
                      </a:lnTo>
                      <a:lnTo>
                        <a:pt x="1387" y="504"/>
                      </a:lnTo>
                      <a:cubicBezTo>
                        <a:pt x="851" y="504"/>
                        <a:pt x="379" y="315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2" name="Google Shape;9421;p73">
                  <a:extLst>
                    <a:ext uri="{FF2B5EF4-FFF2-40B4-BE49-F238E27FC236}">
                      <a16:creationId xmlns:a16="http://schemas.microsoft.com/office/drawing/2014/main" id="{A658E1BC-9DE2-27B8-C83F-B1706847E3E8}"/>
                    </a:ext>
                  </a:extLst>
                </p:cNvPr>
                <p:cNvSpPr/>
                <p:nvPr/>
              </p:nvSpPr>
              <p:spPr>
                <a:xfrm>
                  <a:off x="4766950" y="3790425"/>
                  <a:ext cx="173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26" extrusionOk="0">
                      <a:moveTo>
                        <a:pt x="1" y="0"/>
                      </a:moveTo>
                      <a:lnTo>
                        <a:pt x="1" y="347"/>
                      </a:lnTo>
                      <a:cubicBezTo>
                        <a:pt x="1" y="568"/>
                        <a:pt x="158" y="725"/>
                        <a:pt x="347" y="725"/>
                      </a:cubicBezTo>
                      <a:cubicBezTo>
                        <a:pt x="568" y="725"/>
                        <a:pt x="694" y="568"/>
                        <a:pt x="694" y="347"/>
                      </a:cubicBezTo>
                      <a:lnTo>
                        <a:pt x="69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3" name="Google Shape;9422;p73">
                  <a:extLst>
                    <a:ext uri="{FF2B5EF4-FFF2-40B4-BE49-F238E27FC236}">
                      <a16:creationId xmlns:a16="http://schemas.microsoft.com/office/drawing/2014/main" id="{846A7FF2-ACB0-D400-1E5E-CC355664392D}"/>
                    </a:ext>
                  </a:extLst>
                </p:cNvPr>
                <p:cNvSpPr/>
                <p:nvPr/>
              </p:nvSpPr>
              <p:spPr>
                <a:xfrm>
                  <a:off x="4889025" y="3686450"/>
                  <a:ext cx="3470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3467" extrusionOk="0">
                      <a:moveTo>
                        <a:pt x="1" y="1"/>
                      </a:moveTo>
                      <a:lnTo>
                        <a:pt x="1" y="3466"/>
                      </a:lnTo>
                      <a:cubicBezTo>
                        <a:pt x="347" y="3466"/>
                        <a:pt x="662" y="3340"/>
                        <a:pt x="946" y="3088"/>
                      </a:cubicBezTo>
                      <a:cubicBezTo>
                        <a:pt x="1229" y="2836"/>
                        <a:pt x="1387" y="2458"/>
                        <a:pt x="1387" y="2080"/>
                      </a:cubicBezTo>
                      <a:lnTo>
                        <a:pt x="1387" y="1040"/>
                      </a:lnTo>
                      <a:cubicBezTo>
                        <a:pt x="1387" y="442"/>
                        <a:pt x="914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4" name="Google Shape;9423;p73">
                  <a:extLst>
                    <a:ext uri="{FF2B5EF4-FFF2-40B4-BE49-F238E27FC236}">
                      <a16:creationId xmlns:a16="http://schemas.microsoft.com/office/drawing/2014/main" id="{E6DDD124-976D-1F6C-AF77-F6AF72684250}"/>
                    </a:ext>
                  </a:extLst>
                </p:cNvPr>
                <p:cNvSpPr/>
                <p:nvPr/>
              </p:nvSpPr>
              <p:spPr>
                <a:xfrm>
                  <a:off x="4714975" y="3790425"/>
                  <a:ext cx="122100" cy="10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4160" extrusionOk="0">
                      <a:moveTo>
                        <a:pt x="0" y="0"/>
                      </a:moveTo>
                      <a:lnTo>
                        <a:pt x="0" y="4159"/>
                      </a:lnTo>
                      <a:lnTo>
                        <a:pt x="4883" y="4159"/>
                      </a:lnTo>
                      <a:lnTo>
                        <a:pt x="4883" y="0"/>
                      </a:lnTo>
                      <a:lnTo>
                        <a:pt x="3466" y="0"/>
                      </a:lnTo>
                      <a:lnTo>
                        <a:pt x="3466" y="347"/>
                      </a:lnTo>
                      <a:cubicBezTo>
                        <a:pt x="3466" y="946"/>
                        <a:pt x="2993" y="1387"/>
                        <a:pt x="2426" y="1387"/>
                      </a:cubicBezTo>
                      <a:cubicBezTo>
                        <a:pt x="1827" y="1387"/>
                        <a:pt x="1418" y="914"/>
                        <a:pt x="1418" y="347"/>
                      </a:cubicBezTo>
                      <a:lnTo>
                        <a:pt x="141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5" name="Google Shape;9424;p73">
                  <a:extLst>
                    <a:ext uri="{FF2B5EF4-FFF2-40B4-BE49-F238E27FC236}">
                      <a16:creationId xmlns:a16="http://schemas.microsoft.com/office/drawing/2014/main" id="{9882AE84-2CF9-3B86-5939-D3B4F16BC5C7}"/>
                    </a:ext>
                  </a:extLst>
                </p:cNvPr>
                <p:cNvSpPr/>
                <p:nvPr/>
              </p:nvSpPr>
              <p:spPr>
                <a:xfrm>
                  <a:off x="4714175" y="3599825"/>
                  <a:ext cx="122100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773" extrusionOk="0">
                      <a:moveTo>
                        <a:pt x="2427" y="0"/>
                      </a:moveTo>
                      <a:cubicBezTo>
                        <a:pt x="1103" y="0"/>
                        <a:pt x="1" y="1103"/>
                        <a:pt x="1" y="2426"/>
                      </a:cubicBezTo>
                      <a:lnTo>
                        <a:pt x="1" y="2773"/>
                      </a:lnTo>
                      <a:lnTo>
                        <a:pt x="1355" y="2773"/>
                      </a:lnTo>
                      <a:lnTo>
                        <a:pt x="1355" y="2426"/>
                      </a:lnTo>
                      <a:cubicBezTo>
                        <a:pt x="1355" y="1828"/>
                        <a:pt x="1828" y="1418"/>
                        <a:pt x="2395" y="1418"/>
                      </a:cubicBezTo>
                      <a:cubicBezTo>
                        <a:pt x="2994" y="1418"/>
                        <a:pt x="3403" y="1891"/>
                        <a:pt x="3403" y="2426"/>
                      </a:cubicBezTo>
                      <a:lnTo>
                        <a:pt x="3403" y="2773"/>
                      </a:lnTo>
                      <a:lnTo>
                        <a:pt x="4884" y="2773"/>
                      </a:lnTo>
                      <a:lnTo>
                        <a:pt x="4884" y="2426"/>
                      </a:lnTo>
                      <a:cubicBezTo>
                        <a:pt x="4884" y="1103"/>
                        <a:pt x="3781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13" name="Google Shape;9425;p73">
                <a:extLst>
                  <a:ext uri="{FF2B5EF4-FFF2-40B4-BE49-F238E27FC236}">
                    <a16:creationId xmlns:a16="http://schemas.microsoft.com/office/drawing/2014/main" id="{CA9FF8C8-5FD8-CD69-D904-CB5DD56DA91D}"/>
                  </a:ext>
                </a:extLst>
              </p:cNvPr>
              <p:cNvGrpSpPr/>
              <p:nvPr/>
            </p:nvGrpSpPr>
            <p:grpSpPr>
              <a:xfrm>
                <a:off x="7773631" y="4984646"/>
                <a:ext cx="439383" cy="500612"/>
                <a:chOff x="4645650" y="3962900"/>
                <a:chExt cx="259950" cy="296175"/>
              </a:xfrm>
              <a:grpFill/>
            </p:grpSpPr>
            <p:sp>
              <p:nvSpPr>
                <p:cNvPr id="17568" name="Google Shape;9426;p73">
                  <a:extLst>
                    <a:ext uri="{FF2B5EF4-FFF2-40B4-BE49-F238E27FC236}">
                      <a16:creationId xmlns:a16="http://schemas.microsoft.com/office/drawing/2014/main" id="{5FCC2BB8-FE8E-D49F-6844-9563A945476D}"/>
                    </a:ext>
                  </a:extLst>
                </p:cNvPr>
                <p:cNvSpPr/>
                <p:nvPr/>
              </p:nvSpPr>
              <p:spPr>
                <a:xfrm>
                  <a:off x="4853600" y="4155100"/>
                  <a:ext cx="52000" cy="10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4159" extrusionOk="0">
                      <a:moveTo>
                        <a:pt x="0" y="0"/>
                      </a:moveTo>
                      <a:lnTo>
                        <a:pt x="0" y="4159"/>
                      </a:lnTo>
                      <a:lnTo>
                        <a:pt x="1733" y="4159"/>
                      </a:lnTo>
                      <a:cubicBezTo>
                        <a:pt x="1922" y="4159"/>
                        <a:pt x="2079" y="4001"/>
                        <a:pt x="2079" y="3812"/>
                      </a:cubicBezTo>
                      <a:lnTo>
                        <a:pt x="2079" y="1733"/>
                      </a:lnTo>
                      <a:cubicBezTo>
                        <a:pt x="2079" y="788"/>
                        <a:pt x="1292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9" name="Google Shape;9427;p73">
                  <a:extLst>
                    <a:ext uri="{FF2B5EF4-FFF2-40B4-BE49-F238E27FC236}">
                      <a16:creationId xmlns:a16="http://schemas.microsoft.com/office/drawing/2014/main" id="{909913F7-7A29-381D-BE3F-C7A8D813922E}"/>
                    </a:ext>
                  </a:extLst>
                </p:cNvPr>
                <p:cNvSpPr/>
                <p:nvPr/>
              </p:nvSpPr>
              <p:spPr>
                <a:xfrm>
                  <a:off x="4714975" y="4155100"/>
                  <a:ext cx="121300" cy="50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" h="2025" extrusionOk="0">
                      <a:moveTo>
                        <a:pt x="0" y="0"/>
                      </a:moveTo>
                      <a:lnTo>
                        <a:pt x="0" y="1481"/>
                      </a:lnTo>
                      <a:cubicBezTo>
                        <a:pt x="772" y="1843"/>
                        <a:pt x="1599" y="2024"/>
                        <a:pt x="2426" y="2024"/>
                      </a:cubicBezTo>
                      <a:cubicBezTo>
                        <a:pt x="3253" y="2024"/>
                        <a:pt x="4080" y="1843"/>
                        <a:pt x="4852" y="1481"/>
                      </a:cubicBezTo>
                      <a:lnTo>
                        <a:pt x="4852" y="0"/>
                      </a:lnTo>
                      <a:lnTo>
                        <a:pt x="4789" y="0"/>
                      </a:lnTo>
                      <a:cubicBezTo>
                        <a:pt x="4348" y="410"/>
                        <a:pt x="3781" y="693"/>
                        <a:pt x="3119" y="693"/>
                      </a:cubicBezTo>
                      <a:lnTo>
                        <a:pt x="1733" y="693"/>
                      </a:lnTo>
                      <a:cubicBezTo>
                        <a:pt x="1071" y="693"/>
                        <a:pt x="473" y="410"/>
                        <a:pt x="3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0" name="Google Shape;9428;p73">
                  <a:extLst>
                    <a:ext uri="{FF2B5EF4-FFF2-40B4-BE49-F238E27FC236}">
                      <a16:creationId xmlns:a16="http://schemas.microsoft.com/office/drawing/2014/main" id="{51A808E4-A639-DA3D-A654-F23829E9B70F}"/>
                    </a:ext>
                  </a:extLst>
                </p:cNvPr>
                <p:cNvSpPr/>
                <p:nvPr/>
              </p:nvSpPr>
              <p:spPr>
                <a:xfrm>
                  <a:off x="4714975" y="4211025"/>
                  <a:ext cx="121300" cy="48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" h="1922" extrusionOk="0">
                      <a:moveTo>
                        <a:pt x="0" y="0"/>
                      </a:moveTo>
                      <a:lnTo>
                        <a:pt x="0" y="1922"/>
                      </a:lnTo>
                      <a:lnTo>
                        <a:pt x="4852" y="1922"/>
                      </a:lnTo>
                      <a:lnTo>
                        <a:pt x="4852" y="0"/>
                      </a:lnTo>
                      <a:cubicBezTo>
                        <a:pt x="4080" y="315"/>
                        <a:pt x="3253" y="473"/>
                        <a:pt x="2426" y="473"/>
                      </a:cubicBezTo>
                      <a:cubicBezTo>
                        <a:pt x="1599" y="473"/>
                        <a:pt x="772" y="315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1" name="Google Shape;9429;p73">
                  <a:extLst>
                    <a:ext uri="{FF2B5EF4-FFF2-40B4-BE49-F238E27FC236}">
                      <a16:creationId xmlns:a16="http://schemas.microsoft.com/office/drawing/2014/main" id="{AAD9F809-EFB2-F088-BBEC-277661503745}"/>
                    </a:ext>
                  </a:extLst>
                </p:cNvPr>
                <p:cNvSpPr/>
                <p:nvPr/>
              </p:nvSpPr>
              <p:spPr>
                <a:xfrm>
                  <a:off x="4645650" y="4154300"/>
                  <a:ext cx="5202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1" h="4191" extrusionOk="0">
                      <a:moveTo>
                        <a:pt x="1734" y="1"/>
                      </a:moveTo>
                      <a:cubicBezTo>
                        <a:pt x="757" y="32"/>
                        <a:pt x="1" y="757"/>
                        <a:pt x="1" y="1765"/>
                      </a:cubicBezTo>
                      <a:lnTo>
                        <a:pt x="1" y="3844"/>
                      </a:lnTo>
                      <a:cubicBezTo>
                        <a:pt x="1" y="4033"/>
                        <a:pt x="158" y="4191"/>
                        <a:pt x="379" y="4191"/>
                      </a:cubicBezTo>
                      <a:lnTo>
                        <a:pt x="2080" y="4191"/>
                      </a:lnTo>
                      <a:lnTo>
                        <a:pt x="208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2" name="Google Shape;9430;p73">
                  <a:extLst>
                    <a:ext uri="{FF2B5EF4-FFF2-40B4-BE49-F238E27FC236}">
                      <a16:creationId xmlns:a16="http://schemas.microsoft.com/office/drawing/2014/main" id="{F20FE083-6335-F04E-0FA3-3CA3D403483A}"/>
                    </a:ext>
                  </a:extLst>
                </p:cNvPr>
                <p:cNvSpPr/>
                <p:nvPr/>
              </p:nvSpPr>
              <p:spPr>
                <a:xfrm>
                  <a:off x="4722850" y="4049550"/>
                  <a:ext cx="103975" cy="10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9" h="4223" extrusionOk="0">
                      <a:moveTo>
                        <a:pt x="2080" y="1"/>
                      </a:moveTo>
                      <a:cubicBezTo>
                        <a:pt x="1765" y="442"/>
                        <a:pt x="1260" y="694"/>
                        <a:pt x="693" y="694"/>
                      </a:cubicBezTo>
                      <a:lnTo>
                        <a:pt x="0" y="694"/>
                      </a:lnTo>
                      <a:lnTo>
                        <a:pt x="0" y="3498"/>
                      </a:lnTo>
                      <a:cubicBezTo>
                        <a:pt x="347" y="3939"/>
                        <a:pt x="851" y="4222"/>
                        <a:pt x="1418" y="4222"/>
                      </a:cubicBezTo>
                      <a:lnTo>
                        <a:pt x="2804" y="4222"/>
                      </a:lnTo>
                      <a:cubicBezTo>
                        <a:pt x="3340" y="4222"/>
                        <a:pt x="3844" y="3939"/>
                        <a:pt x="4159" y="3498"/>
                      </a:cubicBezTo>
                      <a:lnTo>
                        <a:pt x="4159" y="694"/>
                      </a:lnTo>
                      <a:lnTo>
                        <a:pt x="3466" y="694"/>
                      </a:lnTo>
                      <a:cubicBezTo>
                        <a:pt x="2899" y="694"/>
                        <a:pt x="2395" y="442"/>
                        <a:pt x="208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3" name="Google Shape;9431;p73">
                  <a:extLst>
                    <a:ext uri="{FF2B5EF4-FFF2-40B4-BE49-F238E27FC236}">
                      <a16:creationId xmlns:a16="http://schemas.microsoft.com/office/drawing/2014/main" id="{B74C58FC-8B62-A93C-3B11-AB80C294B175}"/>
                    </a:ext>
                  </a:extLst>
                </p:cNvPr>
                <p:cNvSpPr/>
                <p:nvPr/>
              </p:nvSpPr>
              <p:spPr>
                <a:xfrm>
                  <a:off x="4678725" y="3962900"/>
                  <a:ext cx="190650" cy="17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6" h="6964" extrusionOk="0">
                      <a:moveTo>
                        <a:pt x="3813" y="1"/>
                      </a:moveTo>
                      <a:cubicBezTo>
                        <a:pt x="1734" y="1"/>
                        <a:pt x="1" y="1702"/>
                        <a:pt x="1" y="3813"/>
                      </a:cubicBezTo>
                      <a:lnTo>
                        <a:pt x="1" y="5955"/>
                      </a:lnTo>
                      <a:lnTo>
                        <a:pt x="64" y="5955"/>
                      </a:lnTo>
                      <a:cubicBezTo>
                        <a:pt x="64" y="6522"/>
                        <a:pt x="537" y="6964"/>
                        <a:pt x="1104" y="6964"/>
                      </a:cubicBezTo>
                      <a:lnTo>
                        <a:pt x="1104" y="3813"/>
                      </a:lnTo>
                      <a:cubicBezTo>
                        <a:pt x="1104" y="3624"/>
                        <a:pt x="1261" y="3467"/>
                        <a:pt x="1450" y="3467"/>
                      </a:cubicBezTo>
                      <a:lnTo>
                        <a:pt x="2458" y="3467"/>
                      </a:lnTo>
                      <a:cubicBezTo>
                        <a:pt x="3057" y="3467"/>
                        <a:pt x="3498" y="2994"/>
                        <a:pt x="3498" y="2427"/>
                      </a:cubicBezTo>
                      <a:lnTo>
                        <a:pt x="3498" y="1734"/>
                      </a:lnTo>
                      <a:cubicBezTo>
                        <a:pt x="3498" y="1545"/>
                        <a:pt x="3656" y="1387"/>
                        <a:pt x="3845" y="1387"/>
                      </a:cubicBezTo>
                      <a:cubicBezTo>
                        <a:pt x="4034" y="1387"/>
                        <a:pt x="4191" y="1545"/>
                        <a:pt x="4191" y="1734"/>
                      </a:cubicBezTo>
                      <a:lnTo>
                        <a:pt x="4191" y="2427"/>
                      </a:lnTo>
                      <a:cubicBezTo>
                        <a:pt x="4191" y="3025"/>
                        <a:pt x="4664" y="3467"/>
                        <a:pt x="5231" y="3467"/>
                      </a:cubicBezTo>
                      <a:lnTo>
                        <a:pt x="6239" y="3467"/>
                      </a:lnTo>
                      <a:cubicBezTo>
                        <a:pt x="6459" y="3467"/>
                        <a:pt x="6617" y="3624"/>
                        <a:pt x="6617" y="3813"/>
                      </a:cubicBezTo>
                      <a:lnTo>
                        <a:pt x="6617" y="6964"/>
                      </a:lnTo>
                      <a:cubicBezTo>
                        <a:pt x="7184" y="6964"/>
                        <a:pt x="7625" y="6491"/>
                        <a:pt x="7625" y="5955"/>
                      </a:cubicBezTo>
                      <a:lnTo>
                        <a:pt x="7625" y="3813"/>
                      </a:lnTo>
                      <a:cubicBezTo>
                        <a:pt x="7625" y="1734"/>
                        <a:pt x="5924" y="1"/>
                        <a:pt x="381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14" name="Google Shape;9432;p73">
                <a:extLst>
                  <a:ext uri="{FF2B5EF4-FFF2-40B4-BE49-F238E27FC236}">
                    <a16:creationId xmlns:a16="http://schemas.microsoft.com/office/drawing/2014/main" id="{8FE7A288-1F55-37A0-DD67-99C1A7C90108}"/>
                  </a:ext>
                </a:extLst>
              </p:cNvPr>
              <p:cNvGrpSpPr/>
              <p:nvPr/>
            </p:nvGrpSpPr>
            <p:grpSpPr>
              <a:xfrm>
                <a:off x="10280367" y="4379278"/>
                <a:ext cx="499261" cy="497908"/>
                <a:chOff x="6143725" y="3582500"/>
                <a:chExt cx="295375" cy="294575"/>
              </a:xfrm>
              <a:grpFill/>
            </p:grpSpPr>
            <p:sp>
              <p:nvSpPr>
                <p:cNvPr id="17561" name="Google Shape;9433;p73">
                  <a:extLst>
                    <a:ext uri="{FF2B5EF4-FFF2-40B4-BE49-F238E27FC236}">
                      <a16:creationId xmlns:a16="http://schemas.microsoft.com/office/drawing/2014/main" id="{72C0D6E0-2DCB-AD7E-B5CD-3E07FE38565A}"/>
                    </a:ext>
                  </a:extLst>
                </p:cNvPr>
                <p:cNvSpPr/>
                <p:nvPr/>
              </p:nvSpPr>
              <p:spPr>
                <a:xfrm>
                  <a:off x="6143725" y="3720325"/>
                  <a:ext cx="295375" cy="15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6270" extrusionOk="0">
                      <a:moveTo>
                        <a:pt x="7309" y="1418"/>
                      </a:moveTo>
                      <a:cubicBezTo>
                        <a:pt x="7908" y="1418"/>
                        <a:pt x="8349" y="1891"/>
                        <a:pt x="8349" y="2458"/>
                      </a:cubicBezTo>
                      <a:cubicBezTo>
                        <a:pt x="8349" y="2993"/>
                        <a:pt x="7845" y="3466"/>
                        <a:pt x="7309" y="3466"/>
                      </a:cubicBezTo>
                      <a:lnTo>
                        <a:pt x="4474" y="3466"/>
                      </a:lnTo>
                      <a:cubicBezTo>
                        <a:pt x="3875" y="3466"/>
                        <a:pt x="3434" y="2993"/>
                        <a:pt x="3434" y="2458"/>
                      </a:cubicBezTo>
                      <a:cubicBezTo>
                        <a:pt x="3434" y="1859"/>
                        <a:pt x="3907" y="1418"/>
                        <a:pt x="4474" y="1418"/>
                      </a:cubicBezTo>
                      <a:close/>
                      <a:moveTo>
                        <a:pt x="1008" y="1"/>
                      </a:moveTo>
                      <a:cubicBezTo>
                        <a:pt x="410" y="1"/>
                        <a:pt x="0" y="473"/>
                        <a:pt x="0" y="1040"/>
                      </a:cubicBezTo>
                      <a:lnTo>
                        <a:pt x="0" y="5262"/>
                      </a:lnTo>
                      <a:cubicBezTo>
                        <a:pt x="0" y="5829"/>
                        <a:pt x="473" y="6270"/>
                        <a:pt x="1008" y="6270"/>
                      </a:cubicBezTo>
                      <a:lnTo>
                        <a:pt x="10775" y="6270"/>
                      </a:lnTo>
                      <a:cubicBezTo>
                        <a:pt x="11373" y="6270"/>
                        <a:pt x="11815" y="5797"/>
                        <a:pt x="11815" y="5262"/>
                      </a:cubicBezTo>
                      <a:lnTo>
                        <a:pt x="11815" y="1040"/>
                      </a:lnTo>
                      <a:cubicBezTo>
                        <a:pt x="11783" y="473"/>
                        <a:pt x="11342" y="1"/>
                        <a:pt x="1077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2" name="Google Shape;9434;p73">
                  <a:extLst>
                    <a:ext uri="{FF2B5EF4-FFF2-40B4-BE49-F238E27FC236}">
                      <a16:creationId xmlns:a16="http://schemas.microsoft.com/office/drawing/2014/main" id="{33655F89-2388-42FB-2BFA-166A3AB855B4}"/>
                    </a:ext>
                  </a:extLst>
                </p:cNvPr>
                <p:cNvSpPr/>
                <p:nvPr/>
              </p:nvSpPr>
              <p:spPr>
                <a:xfrm>
                  <a:off x="6246900" y="3773100"/>
                  <a:ext cx="882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9" h="694" extrusionOk="0">
                      <a:moveTo>
                        <a:pt x="347" y="0"/>
                      </a:moveTo>
                      <a:cubicBezTo>
                        <a:pt x="158" y="0"/>
                        <a:pt x="0" y="126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3182" y="693"/>
                      </a:lnTo>
                      <a:cubicBezTo>
                        <a:pt x="3371" y="693"/>
                        <a:pt x="3529" y="536"/>
                        <a:pt x="3529" y="347"/>
                      </a:cubicBezTo>
                      <a:cubicBezTo>
                        <a:pt x="3529" y="126"/>
                        <a:pt x="3371" y="0"/>
                        <a:pt x="318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3" name="Google Shape;9435;p73">
                  <a:extLst>
                    <a:ext uri="{FF2B5EF4-FFF2-40B4-BE49-F238E27FC236}">
                      <a16:creationId xmlns:a16="http://schemas.microsoft.com/office/drawing/2014/main" id="{52E6953E-BDCD-8431-F6DC-D7931CA3022E}"/>
                    </a:ext>
                  </a:extLst>
                </p:cNvPr>
                <p:cNvSpPr/>
                <p:nvPr/>
              </p:nvSpPr>
              <p:spPr>
                <a:xfrm>
                  <a:off x="6161050" y="3582500"/>
                  <a:ext cx="86650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1387" extrusionOk="0">
                      <a:moveTo>
                        <a:pt x="1008" y="0"/>
                      </a:moveTo>
                      <a:cubicBezTo>
                        <a:pt x="441" y="0"/>
                        <a:pt x="0" y="473"/>
                        <a:pt x="0" y="1040"/>
                      </a:cubicBezTo>
                      <a:lnTo>
                        <a:pt x="0" y="1386"/>
                      </a:lnTo>
                      <a:lnTo>
                        <a:pt x="3466" y="1386"/>
                      </a:lnTo>
                      <a:lnTo>
                        <a:pt x="3466" y="1040"/>
                      </a:lnTo>
                      <a:lnTo>
                        <a:pt x="3434" y="1040"/>
                      </a:lnTo>
                      <a:cubicBezTo>
                        <a:pt x="3434" y="441"/>
                        <a:pt x="2962" y="0"/>
                        <a:pt x="239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4" name="Google Shape;9436;p73">
                  <a:extLst>
                    <a:ext uri="{FF2B5EF4-FFF2-40B4-BE49-F238E27FC236}">
                      <a16:creationId xmlns:a16="http://schemas.microsoft.com/office/drawing/2014/main" id="{AC78BBB0-39F8-99D3-9EDB-1DDC9DD4C409}"/>
                    </a:ext>
                  </a:extLst>
                </p:cNvPr>
                <p:cNvSpPr/>
                <p:nvPr/>
              </p:nvSpPr>
              <p:spPr>
                <a:xfrm>
                  <a:off x="6160250" y="3633675"/>
                  <a:ext cx="86675" cy="6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2774" extrusionOk="0">
                      <a:moveTo>
                        <a:pt x="2112" y="726"/>
                      </a:moveTo>
                      <a:cubicBezTo>
                        <a:pt x="2332" y="726"/>
                        <a:pt x="2458" y="883"/>
                        <a:pt x="2458" y="1072"/>
                      </a:cubicBezTo>
                      <a:cubicBezTo>
                        <a:pt x="2458" y="1261"/>
                        <a:pt x="2332" y="1419"/>
                        <a:pt x="2112" y="1419"/>
                      </a:cubicBezTo>
                      <a:lnTo>
                        <a:pt x="1419" y="1419"/>
                      </a:lnTo>
                      <a:cubicBezTo>
                        <a:pt x="1230" y="1419"/>
                        <a:pt x="1072" y="1261"/>
                        <a:pt x="1072" y="1072"/>
                      </a:cubicBezTo>
                      <a:cubicBezTo>
                        <a:pt x="1072" y="883"/>
                        <a:pt x="1230" y="726"/>
                        <a:pt x="1419" y="726"/>
                      </a:cubicBezTo>
                      <a:close/>
                      <a:moveTo>
                        <a:pt x="1" y="1"/>
                      </a:moveTo>
                      <a:lnTo>
                        <a:pt x="1" y="2773"/>
                      </a:lnTo>
                      <a:lnTo>
                        <a:pt x="3466" y="2773"/>
                      </a:lnTo>
                      <a:lnTo>
                        <a:pt x="346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5" name="Google Shape;9437;p73">
                  <a:extLst>
                    <a:ext uri="{FF2B5EF4-FFF2-40B4-BE49-F238E27FC236}">
                      <a16:creationId xmlns:a16="http://schemas.microsoft.com/office/drawing/2014/main" id="{F8B21E28-2094-9FE4-C580-E5A286240D67}"/>
                    </a:ext>
                  </a:extLst>
                </p:cNvPr>
                <p:cNvSpPr/>
                <p:nvPr/>
              </p:nvSpPr>
              <p:spPr>
                <a:xfrm>
                  <a:off x="6336675" y="3599025"/>
                  <a:ext cx="85875" cy="6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5" h="2774" extrusionOk="0">
                      <a:moveTo>
                        <a:pt x="1986" y="1387"/>
                      </a:moveTo>
                      <a:cubicBezTo>
                        <a:pt x="2206" y="1387"/>
                        <a:pt x="2364" y="1545"/>
                        <a:pt x="2364" y="1765"/>
                      </a:cubicBezTo>
                      <a:cubicBezTo>
                        <a:pt x="2364" y="1954"/>
                        <a:pt x="2206" y="2112"/>
                        <a:pt x="1986" y="2112"/>
                      </a:cubicBezTo>
                      <a:lnTo>
                        <a:pt x="1293" y="2112"/>
                      </a:lnTo>
                      <a:cubicBezTo>
                        <a:pt x="1104" y="2112"/>
                        <a:pt x="946" y="1954"/>
                        <a:pt x="946" y="1765"/>
                      </a:cubicBezTo>
                      <a:cubicBezTo>
                        <a:pt x="946" y="1545"/>
                        <a:pt x="1104" y="1387"/>
                        <a:pt x="1293" y="1387"/>
                      </a:cubicBezTo>
                      <a:close/>
                      <a:moveTo>
                        <a:pt x="1009" y="1"/>
                      </a:moveTo>
                      <a:cubicBezTo>
                        <a:pt x="410" y="1"/>
                        <a:pt x="1" y="473"/>
                        <a:pt x="1" y="1040"/>
                      </a:cubicBezTo>
                      <a:lnTo>
                        <a:pt x="1" y="2773"/>
                      </a:lnTo>
                      <a:lnTo>
                        <a:pt x="3435" y="2773"/>
                      </a:lnTo>
                      <a:lnTo>
                        <a:pt x="3435" y="1040"/>
                      </a:lnTo>
                      <a:lnTo>
                        <a:pt x="3403" y="1040"/>
                      </a:lnTo>
                      <a:cubicBezTo>
                        <a:pt x="3403" y="442"/>
                        <a:pt x="2931" y="1"/>
                        <a:pt x="23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6" name="Google Shape;9438;p73">
                  <a:extLst>
                    <a:ext uri="{FF2B5EF4-FFF2-40B4-BE49-F238E27FC236}">
                      <a16:creationId xmlns:a16="http://schemas.microsoft.com/office/drawing/2014/main" id="{D11781E8-C313-914B-E0E1-FA7EFC88CDE5}"/>
                    </a:ext>
                  </a:extLst>
                </p:cNvPr>
                <p:cNvSpPr/>
                <p:nvPr/>
              </p:nvSpPr>
              <p:spPr>
                <a:xfrm>
                  <a:off x="6335100" y="3686450"/>
                  <a:ext cx="8667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694" extrusionOk="0">
                      <a:moveTo>
                        <a:pt x="1" y="1"/>
                      </a:moveTo>
                      <a:lnTo>
                        <a:pt x="1" y="694"/>
                      </a:lnTo>
                      <a:lnTo>
                        <a:pt x="3466" y="694"/>
                      </a:lnTo>
                      <a:lnTo>
                        <a:pt x="346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7" name="Google Shape;9439;p73">
                  <a:extLst>
                    <a:ext uri="{FF2B5EF4-FFF2-40B4-BE49-F238E27FC236}">
                      <a16:creationId xmlns:a16="http://schemas.microsoft.com/office/drawing/2014/main" id="{68D33169-8CDB-5828-08EF-4F808ADA2296}"/>
                    </a:ext>
                  </a:extLst>
                </p:cNvPr>
                <p:cNvSpPr/>
                <p:nvPr/>
              </p:nvSpPr>
              <p:spPr>
                <a:xfrm>
                  <a:off x="6264225" y="3617150"/>
                  <a:ext cx="53575" cy="8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" h="3466" extrusionOk="0">
                      <a:moveTo>
                        <a:pt x="1072" y="0"/>
                      </a:moveTo>
                      <a:cubicBezTo>
                        <a:pt x="473" y="0"/>
                        <a:pt x="0" y="441"/>
                        <a:pt x="0" y="1040"/>
                      </a:cubicBezTo>
                      <a:lnTo>
                        <a:pt x="0" y="3466"/>
                      </a:lnTo>
                      <a:lnTo>
                        <a:pt x="2143" y="3466"/>
                      </a:lnTo>
                      <a:lnTo>
                        <a:pt x="2143" y="1040"/>
                      </a:lnTo>
                      <a:cubicBezTo>
                        <a:pt x="2143" y="441"/>
                        <a:pt x="1670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15" name="Google Shape;9440;p73">
                <a:extLst>
                  <a:ext uri="{FF2B5EF4-FFF2-40B4-BE49-F238E27FC236}">
                    <a16:creationId xmlns:a16="http://schemas.microsoft.com/office/drawing/2014/main" id="{50CDE981-A05B-4B9A-9C03-91FA6F089CE8}"/>
                  </a:ext>
                </a:extLst>
              </p:cNvPr>
              <p:cNvGrpSpPr/>
              <p:nvPr/>
            </p:nvGrpSpPr>
            <p:grpSpPr>
              <a:xfrm>
                <a:off x="2037247" y="3747903"/>
                <a:ext cx="501923" cy="500571"/>
                <a:chOff x="1310075" y="3253275"/>
                <a:chExt cx="296950" cy="296150"/>
              </a:xfrm>
              <a:grpFill/>
            </p:grpSpPr>
            <p:sp>
              <p:nvSpPr>
                <p:cNvPr id="17558" name="Google Shape;9441;p73">
                  <a:extLst>
                    <a:ext uri="{FF2B5EF4-FFF2-40B4-BE49-F238E27FC236}">
                      <a16:creationId xmlns:a16="http://schemas.microsoft.com/office/drawing/2014/main" id="{7E72AA58-F23E-9C2F-6B4E-BDEAD3037002}"/>
                    </a:ext>
                  </a:extLst>
                </p:cNvPr>
                <p:cNvSpPr/>
                <p:nvPr/>
              </p:nvSpPr>
              <p:spPr>
                <a:xfrm>
                  <a:off x="1423475" y="3359600"/>
                  <a:ext cx="69350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2742" extrusionOk="0">
                      <a:moveTo>
                        <a:pt x="1387" y="0"/>
                      </a:moveTo>
                      <a:cubicBezTo>
                        <a:pt x="631" y="0"/>
                        <a:pt x="1" y="630"/>
                        <a:pt x="1" y="1355"/>
                      </a:cubicBezTo>
                      <a:cubicBezTo>
                        <a:pt x="1" y="2111"/>
                        <a:pt x="631" y="2741"/>
                        <a:pt x="1387" y="2741"/>
                      </a:cubicBezTo>
                      <a:cubicBezTo>
                        <a:pt x="2143" y="2741"/>
                        <a:pt x="2773" y="2111"/>
                        <a:pt x="2773" y="1355"/>
                      </a:cubicBezTo>
                      <a:cubicBezTo>
                        <a:pt x="2773" y="630"/>
                        <a:pt x="2143" y="0"/>
                        <a:pt x="138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9" name="Google Shape;9442;p73">
                  <a:extLst>
                    <a:ext uri="{FF2B5EF4-FFF2-40B4-BE49-F238E27FC236}">
                      <a16:creationId xmlns:a16="http://schemas.microsoft.com/office/drawing/2014/main" id="{62F007EA-4447-7922-F36F-841929C02451}"/>
                    </a:ext>
                  </a:extLst>
                </p:cNvPr>
                <p:cNvSpPr/>
                <p:nvPr/>
              </p:nvSpPr>
              <p:spPr>
                <a:xfrm>
                  <a:off x="1310075" y="3253275"/>
                  <a:ext cx="296950" cy="29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8" h="11846" extrusionOk="0">
                      <a:moveTo>
                        <a:pt x="5923" y="2111"/>
                      </a:moveTo>
                      <a:cubicBezTo>
                        <a:pt x="8003" y="2111"/>
                        <a:pt x="9735" y="3812"/>
                        <a:pt x="9735" y="5923"/>
                      </a:cubicBezTo>
                      <a:cubicBezTo>
                        <a:pt x="9735" y="8034"/>
                        <a:pt x="8034" y="9767"/>
                        <a:pt x="5923" y="9767"/>
                      </a:cubicBezTo>
                      <a:cubicBezTo>
                        <a:pt x="3844" y="9767"/>
                        <a:pt x="2080" y="8065"/>
                        <a:pt x="2080" y="5923"/>
                      </a:cubicBezTo>
                      <a:cubicBezTo>
                        <a:pt x="2111" y="3844"/>
                        <a:pt x="3844" y="2111"/>
                        <a:pt x="5923" y="2111"/>
                      </a:cubicBezTo>
                      <a:close/>
                      <a:moveTo>
                        <a:pt x="5262" y="0"/>
                      </a:moveTo>
                      <a:cubicBezTo>
                        <a:pt x="5104" y="0"/>
                        <a:pt x="4947" y="95"/>
                        <a:pt x="4884" y="252"/>
                      </a:cubicBezTo>
                      <a:lnTo>
                        <a:pt x="4726" y="1166"/>
                      </a:lnTo>
                      <a:cubicBezTo>
                        <a:pt x="4253" y="1292"/>
                        <a:pt x="3844" y="1481"/>
                        <a:pt x="3434" y="1733"/>
                      </a:cubicBezTo>
                      <a:lnTo>
                        <a:pt x="2678" y="1197"/>
                      </a:lnTo>
                      <a:cubicBezTo>
                        <a:pt x="2641" y="1160"/>
                        <a:pt x="2584" y="1142"/>
                        <a:pt x="2523" y="1142"/>
                      </a:cubicBezTo>
                      <a:cubicBezTo>
                        <a:pt x="2429" y="1142"/>
                        <a:pt x="2326" y="1184"/>
                        <a:pt x="2269" y="1260"/>
                      </a:cubicBezTo>
                      <a:lnTo>
                        <a:pt x="1260" y="2237"/>
                      </a:lnTo>
                      <a:cubicBezTo>
                        <a:pt x="1166" y="2363"/>
                        <a:pt x="1166" y="2552"/>
                        <a:pt x="1229" y="2678"/>
                      </a:cubicBezTo>
                      <a:lnTo>
                        <a:pt x="1733" y="3403"/>
                      </a:lnTo>
                      <a:cubicBezTo>
                        <a:pt x="1512" y="3812"/>
                        <a:pt x="1323" y="4253"/>
                        <a:pt x="1197" y="4726"/>
                      </a:cubicBezTo>
                      <a:lnTo>
                        <a:pt x="284" y="4883"/>
                      </a:lnTo>
                      <a:cubicBezTo>
                        <a:pt x="126" y="4915"/>
                        <a:pt x="0" y="5041"/>
                        <a:pt x="0" y="5230"/>
                      </a:cubicBezTo>
                      <a:lnTo>
                        <a:pt x="0" y="6616"/>
                      </a:lnTo>
                      <a:cubicBezTo>
                        <a:pt x="0" y="6805"/>
                        <a:pt x="126" y="6963"/>
                        <a:pt x="284" y="6963"/>
                      </a:cubicBezTo>
                      <a:lnTo>
                        <a:pt x="1197" y="7120"/>
                      </a:lnTo>
                      <a:cubicBezTo>
                        <a:pt x="1292" y="7593"/>
                        <a:pt x="1512" y="8002"/>
                        <a:pt x="1733" y="8412"/>
                      </a:cubicBezTo>
                      <a:lnTo>
                        <a:pt x="1229" y="9168"/>
                      </a:lnTo>
                      <a:cubicBezTo>
                        <a:pt x="1103" y="9263"/>
                        <a:pt x="1166" y="9483"/>
                        <a:pt x="1260" y="9578"/>
                      </a:cubicBezTo>
                      <a:lnTo>
                        <a:pt x="2269" y="10586"/>
                      </a:lnTo>
                      <a:cubicBezTo>
                        <a:pt x="2321" y="10638"/>
                        <a:pt x="2411" y="10661"/>
                        <a:pt x="2497" y="10661"/>
                      </a:cubicBezTo>
                      <a:cubicBezTo>
                        <a:pt x="2568" y="10661"/>
                        <a:pt x="2636" y="10646"/>
                        <a:pt x="2678" y="10617"/>
                      </a:cubicBezTo>
                      <a:lnTo>
                        <a:pt x="3434" y="10113"/>
                      </a:lnTo>
                      <a:cubicBezTo>
                        <a:pt x="3844" y="10334"/>
                        <a:pt x="4253" y="10554"/>
                        <a:pt x="4726" y="10649"/>
                      </a:cubicBezTo>
                      <a:lnTo>
                        <a:pt x="4884" y="11562"/>
                      </a:lnTo>
                      <a:cubicBezTo>
                        <a:pt x="4947" y="11720"/>
                        <a:pt x="5041" y="11846"/>
                        <a:pt x="5262" y="11846"/>
                      </a:cubicBezTo>
                      <a:lnTo>
                        <a:pt x="6616" y="11846"/>
                      </a:lnTo>
                      <a:cubicBezTo>
                        <a:pt x="6774" y="11846"/>
                        <a:pt x="6931" y="11720"/>
                        <a:pt x="6994" y="11562"/>
                      </a:cubicBezTo>
                      <a:lnTo>
                        <a:pt x="7152" y="10649"/>
                      </a:lnTo>
                      <a:cubicBezTo>
                        <a:pt x="7624" y="10523"/>
                        <a:pt x="8034" y="10334"/>
                        <a:pt x="8444" y="10113"/>
                      </a:cubicBezTo>
                      <a:lnTo>
                        <a:pt x="9200" y="10617"/>
                      </a:lnTo>
                      <a:cubicBezTo>
                        <a:pt x="9242" y="10646"/>
                        <a:pt x="9310" y="10661"/>
                        <a:pt x="9381" y="10661"/>
                      </a:cubicBezTo>
                      <a:cubicBezTo>
                        <a:pt x="9467" y="10661"/>
                        <a:pt x="9557" y="10638"/>
                        <a:pt x="9609" y="10586"/>
                      </a:cubicBezTo>
                      <a:lnTo>
                        <a:pt x="10617" y="9578"/>
                      </a:lnTo>
                      <a:cubicBezTo>
                        <a:pt x="10712" y="9483"/>
                        <a:pt x="10712" y="9263"/>
                        <a:pt x="10649" y="9168"/>
                      </a:cubicBezTo>
                      <a:lnTo>
                        <a:pt x="10145" y="8412"/>
                      </a:lnTo>
                      <a:cubicBezTo>
                        <a:pt x="10365" y="8002"/>
                        <a:pt x="10554" y="7593"/>
                        <a:pt x="10680" y="7120"/>
                      </a:cubicBezTo>
                      <a:lnTo>
                        <a:pt x="11594" y="6963"/>
                      </a:lnTo>
                      <a:cubicBezTo>
                        <a:pt x="11752" y="6900"/>
                        <a:pt x="11878" y="6805"/>
                        <a:pt x="11878" y="6616"/>
                      </a:cubicBezTo>
                      <a:lnTo>
                        <a:pt x="11878" y="5230"/>
                      </a:lnTo>
                      <a:cubicBezTo>
                        <a:pt x="11878" y="5072"/>
                        <a:pt x="11752" y="4915"/>
                        <a:pt x="11594" y="4883"/>
                      </a:cubicBezTo>
                      <a:lnTo>
                        <a:pt x="10680" y="4726"/>
                      </a:lnTo>
                      <a:cubicBezTo>
                        <a:pt x="10554" y="4253"/>
                        <a:pt x="10365" y="3812"/>
                        <a:pt x="10145" y="3403"/>
                      </a:cubicBezTo>
                      <a:lnTo>
                        <a:pt x="10649" y="2678"/>
                      </a:lnTo>
                      <a:cubicBezTo>
                        <a:pt x="10775" y="2552"/>
                        <a:pt x="10712" y="2363"/>
                        <a:pt x="10617" y="2237"/>
                      </a:cubicBezTo>
                      <a:lnTo>
                        <a:pt x="9609" y="1260"/>
                      </a:lnTo>
                      <a:cubicBezTo>
                        <a:pt x="9554" y="1187"/>
                        <a:pt x="9455" y="1156"/>
                        <a:pt x="9364" y="1156"/>
                      </a:cubicBezTo>
                      <a:cubicBezTo>
                        <a:pt x="9300" y="1156"/>
                        <a:pt x="9239" y="1171"/>
                        <a:pt x="9200" y="1197"/>
                      </a:cubicBezTo>
                      <a:lnTo>
                        <a:pt x="8444" y="1733"/>
                      </a:lnTo>
                      <a:cubicBezTo>
                        <a:pt x="8034" y="1481"/>
                        <a:pt x="7624" y="1292"/>
                        <a:pt x="7152" y="1166"/>
                      </a:cubicBezTo>
                      <a:lnTo>
                        <a:pt x="6994" y="252"/>
                      </a:lnTo>
                      <a:cubicBezTo>
                        <a:pt x="6931" y="95"/>
                        <a:pt x="6837" y="0"/>
                        <a:pt x="661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0" name="Google Shape;9443;p73">
                  <a:extLst>
                    <a:ext uri="{FF2B5EF4-FFF2-40B4-BE49-F238E27FC236}">
                      <a16:creationId xmlns:a16="http://schemas.microsoft.com/office/drawing/2014/main" id="{5DC2AB05-1B56-FEA0-8BC0-B10CC05CCE4B}"/>
                    </a:ext>
                  </a:extLst>
                </p:cNvPr>
                <p:cNvSpPr/>
                <p:nvPr/>
              </p:nvSpPr>
              <p:spPr>
                <a:xfrm>
                  <a:off x="1399850" y="3426550"/>
                  <a:ext cx="116600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4" h="2112" extrusionOk="0">
                      <a:moveTo>
                        <a:pt x="725" y="0"/>
                      </a:moveTo>
                      <a:cubicBezTo>
                        <a:pt x="410" y="252"/>
                        <a:pt x="127" y="662"/>
                        <a:pt x="1" y="1103"/>
                      </a:cubicBezTo>
                      <a:cubicBezTo>
                        <a:pt x="599" y="1733"/>
                        <a:pt x="1387" y="2111"/>
                        <a:pt x="2332" y="2111"/>
                      </a:cubicBezTo>
                      <a:cubicBezTo>
                        <a:pt x="3246" y="2111"/>
                        <a:pt x="4065" y="1733"/>
                        <a:pt x="4664" y="1103"/>
                      </a:cubicBezTo>
                      <a:cubicBezTo>
                        <a:pt x="4538" y="662"/>
                        <a:pt x="4254" y="252"/>
                        <a:pt x="3939" y="0"/>
                      </a:cubicBezTo>
                      <a:cubicBezTo>
                        <a:pt x="3561" y="473"/>
                        <a:pt x="2994" y="788"/>
                        <a:pt x="2332" y="788"/>
                      </a:cubicBezTo>
                      <a:cubicBezTo>
                        <a:pt x="1702" y="788"/>
                        <a:pt x="1103" y="473"/>
                        <a:pt x="72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416" name="Google Shape;9444;p73">
                <a:extLst>
                  <a:ext uri="{FF2B5EF4-FFF2-40B4-BE49-F238E27FC236}">
                    <a16:creationId xmlns:a16="http://schemas.microsoft.com/office/drawing/2014/main" id="{1640DDD4-D4D4-E6DF-6B37-4329B975E335}"/>
                  </a:ext>
                </a:extLst>
              </p:cNvPr>
              <p:cNvSpPr/>
              <p:nvPr/>
            </p:nvSpPr>
            <p:spPr>
              <a:xfrm>
                <a:off x="2039216" y="4379924"/>
                <a:ext cx="497951" cy="496599"/>
              </a:xfrm>
              <a:custGeom>
                <a:avLst/>
                <a:gdLst/>
                <a:ahLst/>
                <a:cxnLst/>
                <a:rect l="l" t="t" r="r" b="b"/>
                <a:pathLst>
                  <a:path w="11784" h="11752" extrusionOk="0">
                    <a:moveTo>
                      <a:pt x="1040" y="0"/>
                    </a:moveTo>
                    <a:cubicBezTo>
                      <a:pt x="441" y="0"/>
                      <a:pt x="0" y="473"/>
                      <a:pt x="0" y="1040"/>
                    </a:cubicBezTo>
                    <a:cubicBezTo>
                      <a:pt x="0" y="1639"/>
                      <a:pt x="473" y="2048"/>
                      <a:pt x="1040" y="2048"/>
                    </a:cubicBezTo>
                    <a:lnTo>
                      <a:pt x="1386" y="2048"/>
                    </a:lnTo>
                    <a:lnTo>
                      <a:pt x="1386" y="2426"/>
                    </a:lnTo>
                    <a:cubicBezTo>
                      <a:pt x="1386" y="2993"/>
                      <a:pt x="1859" y="3434"/>
                      <a:pt x="2426" y="3434"/>
                    </a:cubicBezTo>
                    <a:lnTo>
                      <a:pt x="5577" y="3434"/>
                    </a:lnTo>
                    <a:lnTo>
                      <a:pt x="5577" y="4159"/>
                    </a:lnTo>
                    <a:lnTo>
                      <a:pt x="4537" y="4159"/>
                    </a:lnTo>
                    <a:cubicBezTo>
                      <a:pt x="3938" y="4159"/>
                      <a:pt x="3466" y="4632"/>
                      <a:pt x="3466" y="5167"/>
                    </a:cubicBezTo>
                    <a:lnTo>
                      <a:pt x="3466" y="6585"/>
                    </a:lnTo>
                    <a:cubicBezTo>
                      <a:pt x="3466" y="7183"/>
                      <a:pt x="3938" y="7625"/>
                      <a:pt x="4537" y="7625"/>
                    </a:cubicBezTo>
                    <a:lnTo>
                      <a:pt x="5577" y="7625"/>
                    </a:lnTo>
                    <a:lnTo>
                      <a:pt x="5577" y="8318"/>
                    </a:lnTo>
                    <a:lnTo>
                      <a:pt x="2426" y="8318"/>
                    </a:lnTo>
                    <a:cubicBezTo>
                      <a:pt x="1828" y="8318"/>
                      <a:pt x="1386" y="8790"/>
                      <a:pt x="1386" y="9357"/>
                    </a:cubicBezTo>
                    <a:lnTo>
                      <a:pt x="1386" y="9704"/>
                    </a:lnTo>
                    <a:lnTo>
                      <a:pt x="1040" y="9704"/>
                    </a:lnTo>
                    <a:cubicBezTo>
                      <a:pt x="441" y="9704"/>
                      <a:pt x="0" y="10176"/>
                      <a:pt x="0" y="10744"/>
                    </a:cubicBezTo>
                    <a:cubicBezTo>
                      <a:pt x="0" y="11311"/>
                      <a:pt x="473" y="11752"/>
                      <a:pt x="1040" y="11752"/>
                    </a:cubicBezTo>
                    <a:lnTo>
                      <a:pt x="2426" y="11752"/>
                    </a:lnTo>
                    <a:cubicBezTo>
                      <a:pt x="2993" y="11752"/>
                      <a:pt x="3434" y="11279"/>
                      <a:pt x="3434" y="10744"/>
                    </a:cubicBezTo>
                    <a:cubicBezTo>
                      <a:pt x="3434" y="10145"/>
                      <a:pt x="2962" y="9704"/>
                      <a:pt x="2426" y="9704"/>
                    </a:cubicBezTo>
                    <a:lnTo>
                      <a:pt x="2048" y="9704"/>
                    </a:lnTo>
                    <a:lnTo>
                      <a:pt x="2048" y="9357"/>
                    </a:lnTo>
                    <a:cubicBezTo>
                      <a:pt x="2048" y="9168"/>
                      <a:pt x="2206" y="9011"/>
                      <a:pt x="2426" y="9011"/>
                    </a:cubicBezTo>
                    <a:lnTo>
                      <a:pt x="5577" y="9011"/>
                    </a:lnTo>
                    <a:lnTo>
                      <a:pt x="5577" y="9704"/>
                    </a:lnTo>
                    <a:lnTo>
                      <a:pt x="5199" y="9704"/>
                    </a:lnTo>
                    <a:cubicBezTo>
                      <a:pt x="4631" y="9704"/>
                      <a:pt x="4190" y="10176"/>
                      <a:pt x="4190" y="10744"/>
                    </a:cubicBezTo>
                    <a:cubicBezTo>
                      <a:pt x="4190" y="11311"/>
                      <a:pt x="4663" y="11752"/>
                      <a:pt x="5199" y="11752"/>
                    </a:cubicBezTo>
                    <a:lnTo>
                      <a:pt x="6585" y="11752"/>
                    </a:lnTo>
                    <a:cubicBezTo>
                      <a:pt x="7183" y="11752"/>
                      <a:pt x="7593" y="11279"/>
                      <a:pt x="7593" y="10744"/>
                    </a:cubicBezTo>
                    <a:cubicBezTo>
                      <a:pt x="7593" y="10145"/>
                      <a:pt x="7120" y="9704"/>
                      <a:pt x="6585" y="9704"/>
                    </a:cubicBezTo>
                    <a:lnTo>
                      <a:pt x="6238" y="9704"/>
                    </a:lnTo>
                    <a:lnTo>
                      <a:pt x="6238" y="9011"/>
                    </a:lnTo>
                    <a:lnTo>
                      <a:pt x="9389" y="9011"/>
                    </a:lnTo>
                    <a:cubicBezTo>
                      <a:pt x="9578" y="9011"/>
                      <a:pt x="9735" y="9168"/>
                      <a:pt x="9735" y="9357"/>
                    </a:cubicBezTo>
                    <a:lnTo>
                      <a:pt x="9735" y="9704"/>
                    </a:lnTo>
                    <a:lnTo>
                      <a:pt x="9389" y="9704"/>
                    </a:lnTo>
                    <a:cubicBezTo>
                      <a:pt x="8790" y="9704"/>
                      <a:pt x="8349" y="10176"/>
                      <a:pt x="8349" y="10744"/>
                    </a:cubicBezTo>
                    <a:cubicBezTo>
                      <a:pt x="8349" y="11311"/>
                      <a:pt x="8822" y="11752"/>
                      <a:pt x="9389" y="11752"/>
                    </a:cubicBezTo>
                    <a:lnTo>
                      <a:pt x="10743" y="11752"/>
                    </a:lnTo>
                    <a:cubicBezTo>
                      <a:pt x="11342" y="11752"/>
                      <a:pt x="11783" y="11279"/>
                      <a:pt x="11783" y="10744"/>
                    </a:cubicBezTo>
                    <a:cubicBezTo>
                      <a:pt x="11783" y="10145"/>
                      <a:pt x="11311" y="9704"/>
                      <a:pt x="10743" y="9704"/>
                    </a:cubicBezTo>
                    <a:lnTo>
                      <a:pt x="10397" y="9704"/>
                    </a:lnTo>
                    <a:lnTo>
                      <a:pt x="10397" y="9357"/>
                    </a:lnTo>
                    <a:cubicBezTo>
                      <a:pt x="10397" y="8759"/>
                      <a:pt x="9924" y="8318"/>
                      <a:pt x="9389" y="8318"/>
                    </a:cubicBezTo>
                    <a:lnTo>
                      <a:pt x="6238" y="8318"/>
                    </a:lnTo>
                    <a:lnTo>
                      <a:pt x="6238" y="7625"/>
                    </a:lnTo>
                    <a:lnTo>
                      <a:pt x="7246" y="7625"/>
                    </a:lnTo>
                    <a:cubicBezTo>
                      <a:pt x="7845" y="7625"/>
                      <a:pt x="8318" y="7152"/>
                      <a:pt x="8318" y="6585"/>
                    </a:cubicBezTo>
                    <a:lnTo>
                      <a:pt x="8318" y="5167"/>
                    </a:lnTo>
                    <a:cubicBezTo>
                      <a:pt x="8318" y="4569"/>
                      <a:pt x="7845" y="4159"/>
                      <a:pt x="7246" y="4159"/>
                    </a:cubicBezTo>
                    <a:lnTo>
                      <a:pt x="6238" y="4159"/>
                    </a:lnTo>
                    <a:lnTo>
                      <a:pt x="6238" y="3434"/>
                    </a:lnTo>
                    <a:lnTo>
                      <a:pt x="9389" y="3434"/>
                    </a:lnTo>
                    <a:cubicBezTo>
                      <a:pt x="9956" y="3434"/>
                      <a:pt x="10397" y="2962"/>
                      <a:pt x="10397" y="2426"/>
                    </a:cubicBezTo>
                    <a:lnTo>
                      <a:pt x="10397" y="2048"/>
                    </a:lnTo>
                    <a:lnTo>
                      <a:pt x="10743" y="2048"/>
                    </a:lnTo>
                    <a:cubicBezTo>
                      <a:pt x="11342" y="2048"/>
                      <a:pt x="11783" y="1576"/>
                      <a:pt x="11783" y="1040"/>
                    </a:cubicBezTo>
                    <a:cubicBezTo>
                      <a:pt x="11783" y="441"/>
                      <a:pt x="11311" y="0"/>
                      <a:pt x="10743" y="0"/>
                    </a:cubicBezTo>
                    <a:lnTo>
                      <a:pt x="9389" y="0"/>
                    </a:lnTo>
                    <a:cubicBezTo>
                      <a:pt x="8790" y="0"/>
                      <a:pt x="8349" y="473"/>
                      <a:pt x="8349" y="1040"/>
                    </a:cubicBezTo>
                    <a:cubicBezTo>
                      <a:pt x="8349" y="1639"/>
                      <a:pt x="8822" y="2048"/>
                      <a:pt x="9389" y="2048"/>
                    </a:cubicBezTo>
                    <a:lnTo>
                      <a:pt x="9735" y="2048"/>
                    </a:lnTo>
                    <a:lnTo>
                      <a:pt x="9735" y="2426"/>
                    </a:lnTo>
                    <a:cubicBezTo>
                      <a:pt x="9735" y="2615"/>
                      <a:pt x="9578" y="2773"/>
                      <a:pt x="9389" y="2773"/>
                    </a:cubicBezTo>
                    <a:lnTo>
                      <a:pt x="6238" y="2773"/>
                    </a:lnTo>
                    <a:lnTo>
                      <a:pt x="6238" y="2048"/>
                    </a:lnTo>
                    <a:lnTo>
                      <a:pt x="6585" y="2048"/>
                    </a:lnTo>
                    <a:cubicBezTo>
                      <a:pt x="7183" y="2048"/>
                      <a:pt x="7593" y="1576"/>
                      <a:pt x="7593" y="1040"/>
                    </a:cubicBezTo>
                    <a:cubicBezTo>
                      <a:pt x="7593" y="441"/>
                      <a:pt x="7120" y="0"/>
                      <a:pt x="6585" y="0"/>
                    </a:cubicBezTo>
                    <a:lnTo>
                      <a:pt x="5199" y="0"/>
                    </a:lnTo>
                    <a:cubicBezTo>
                      <a:pt x="4631" y="0"/>
                      <a:pt x="4190" y="473"/>
                      <a:pt x="4190" y="1040"/>
                    </a:cubicBezTo>
                    <a:cubicBezTo>
                      <a:pt x="4190" y="1639"/>
                      <a:pt x="4663" y="2048"/>
                      <a:pt x="5199" y="2048"/>
                    </a:cubicBezTo>
                    <a:lnTo>
                      <a:pt x="5577" y="2048"/>
                    </a:lnTo>
                    <a:lnTo>
                      <a:pt x="5577" y="2773"/>
                    </a:lnTo>
                    <a:lnTo>
                      <a:pt x="2426" y="2773"/>
                    </a:lnTo>
                    <a:cubicBezTo>
                      <a:pt x="2206" y="2773"/>
                      <a:pt x="2048" y="2615"/>
                      <a:pt x="2048" y="2426"/>
                    </a:cubicBezTo>
                    <a:lnTo>
                      <a:pt x="2048" y="2048"/>
                    </a:lnTo>
                    <a:lnTo>
                      <a:pt x="2426" y="2048"/>
                    </a:lnTo>
                    <a:cubicBezTo>
                      <a:pt x="2993" y="2048"/>
                      <a:pt x="3434" y="1576"/>
                      <a:pt x="3434" y="1040"/>
                    </a:cubicBezTo>
                    <a:cubicBezTo>
                      <a:pt x="3434" y="441"/>
                      <a:pt x="2962" y="0"/>
                      <a:pt x="24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417" name="Google Shape;9445;p73">
                <a:extLst>
                  <a:ext uri="{FF2B5EF4-FFF2-40B4-BE49-F238E27FC236}">
                    <a16:creationId xmlns:a16="http://schemas.microsoft.com/office/drawing/2014/main" id="{50062B59-8207-7100-5398-7543C221B95D}"/>
                  </a:ext>
                </a:extLst>
              </p:cNvPr>
              <p:cNvGrpSpPr/>
              <p:nvPr/>
            </p:nvGrpSpPr>
            <p:grpSpPr>
              <a:xfrm>
                <a:off x="2036572" y="4983505"/>
                <a:ext cx="503276" cy="502894"/>
                <a:chOff x="1310075" y="3980250"/>
                <a:chExt cx="297750" cy="297525"/>
              </a:xfrm>
              <a:grpFill/>
            </p:grpSpPr>
            <p:sp>
              <p:nvSpPr>
                <p:cNvPr id="17554" name="Google Shape;9446;p73">
                  <a:extLst>
                    <a:ext uri="{FF2B5EF4-FFF2-40B4-BE49-F238E27FC236}">
                      <a16:creationId xmlns:a16="http://schemas.microsoft.com/office/drawing/2014/main" id="{E7989AFD-6E6A-2002-19AD-1B821B152171}"/>
                    </a:ext>
                  </a:extLst>
                </p:cNvPr>
                <p:cNvSpPr/>
                <p:nvPr/>
              </p:nvSpPr>
              <p:spPr>
                <a:xfrm>
                  <a:off x="1310075" y="3980250"/>
                  <a:ext cx="297750" cy="29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11901" extrusionOk="0">
                      <a:moveTo>
                        <a:pt x="3844" y="4946"/>
                      </a:moveTo>
                      <a:cubicBezTo>
                        <a:pt x="4033" y="4946"/>
                        <a:pt x="4190" y="5104"/>
                        <a:pt x="4190" y="5293"/>
                      </a:cubicBezTo>
                      <a:lnTo>
                        <a:pt x="4190" y="6679"/>
                      </a:lnTo>
                      <a:cubicBezTo>
                        <a:pt x="4190" y="6868"/>
                        <a:pt x="4033" y="7026"/>
                        <a:pt x="3844" y="7026"/>
                      </a:cubicBezTo>
                      <a:lnTo>
                        <a:pt x="2458" y="7026"/>
                      </a:lnTo>
                      <a:cubicBezTo>
                        <a:pt x="2269" y="7026"/>
                        <a:pt x="2111" y="6868"/>
                        <a:pt x="2111" y="6679"/>
                      </a:cubicBezTo>
                      <a:lnTo>
                        <a:pt x="2111" y="5293"/>
                      </a:lnTo>
                      <a:cubicBezTo>
                        <a:pt x="2111" y="5104"/>
                        <a:pt x="2269" y="4946"/>
                        <a:pt x="2458" y="4946"/>
                      </a:cubicBezTo>
                      <a:close/>
                      <a:moveTo>
                        <a:pt x="6616" y="3560"/>
                      </a:moveTo>
                      <a:cubicBezTo>
                        <a:pt x="6837" y="3560"/>
                        <a:pt x="6994" y="3718"/>
                        <a:pt x="6994" y="3907"/>
                      </a:cubicBezTo>
                      <a:lnTo>
                        <a:pt x="6994" y="6679"/>
                      </a:lnTo>
                      <a:cubicBezTo>
                        <a:pt x="6994" y="6868"/>
                        <a:pt x="6837" y="7026"/>
                        <a:pt x="6616" y="7026"/>
                      </a:cubicBezTo>
                      <a:lnTo>
                        <a:pt x="5262" y="7026"/>
                      </a:lnTo>
                      <a:cubicBezTo>
                        <a:pt x="5041" y="7026"/>
                        <a:pt x="4884" y="6868"/>
                        <a:pt x="4884" y="6679"/>
                      </a:cubicBezTo>
                      <a:lnTo>
                        <a:pt x="4884" y="3907"/>
                      </a:lnTo>
                      <a:cubicBezTo>
                        <a:pt x="4884" y="3718"/>
                        <a:pt x="5041" y="3560"/>
                        <a:pt x="5262" y="3560"/>
                      </a:cubicBezTo>
                      <a:close/>
                      <a:moveTo>
                        <a:pt x="9389" y="2174"/>
                      </a:moveTo>
                      <a:cubicBezTo>
                        <a:pt x="9578" y="2174"/>
                        <a:pt x="9735" y="2331"/>
                        <a:pt x="9735" y="2520"/>
                      </a:cubicBezTo>
                      <a:lnTo>
                        <a:pt x="9735" y="6679"/>
                      </a:lnTo>
                      <a:cubicBezTo>
                        <a:pt x="9735" y="6868"/>
                        <a:pt x="9578" y="7026"/>
                        <a:pt x="9389" y="7026"/>
                      </a:cubicBezTo>
                      <a:lnTo>
                        <a:pt x="8003" y="7026"/>
                      </a:lnTo>
                      <a:cubicBezTo>
                        <a:pt x="7813" y="7026"/>
                        <a:pt x="7656" y="6868"/>
                        <a:pt x="7656" y="6679"/>
                      </a:cubicBezTo>
                      <a:lnTo>
                        <a:pt x="7656" y="2520"/>
                      </a:lnTo>
                      <a:cubicBezTo>
                        <a:pt x="7656" y="2331"/>
                        <a:pt x="7813" y="2174"/>
                        <a:pt x="8003" y="2174"/>
                      </a:cubicBezTo>
                      <a:close/>
                      <a:moveTo>
                        <a:pt x="5577" y="8412"/>
                      </a:moveTo>
                      <a:lnTo>
                        <a:pt x="5577" y="9105"/>
                      </a:lnTo>
                      <a:lnTo>
                        <a:pt x="5167" y="9105"/>
                      </a:lnTo>
                      <a:lnTo>
                        <a:pt x="5451" y="8412"/>
                      </a:lnTo>
                      <a:close/>
                      <a:moveTo>
                        <a:pt x="6396" y="8412"/>
                      </a:moveTo>
                      <a:lnTo>
                        <a:pt x="6679" y="9105"/>
                      </a:lnTo>
                      <a:lnTo>
                        <a:pt x="6270" y="9105"/>
                      </a:lnTo>
                      <a:lnTo>
                        <a:pt x="6270" y="8412"/>
                      </a:lnTo>
                      <a:close/>
                      <a:moveTo>
                        <a:pt x="5955" y="0"/>
                      </a:moveTo>
                      <a:cubicBezTo>
                        <a:pt x="5766" y="0"/>
                        <a:pt x="5608" y="158"/>
                        <a:pt x="5608" y="378"/>
                      </a:cubicBezTo>
                      <a:lnTo>
                        <a:pt x="5608" y="725"/>
                      </a:lnTo>
                      <a:lnTo>
                        <a:pt x="347" y="725"/>
                      </a:lnTo>
                      <a:cubicBezTo>
                        <a:pt x="158" y="725"/>
                        <a:pt x="0" y="882"/>
                        <a:pt x="0" y="1071"/>
                      </a:cubicBezTo>
                      <a:cubicBezTo>
                        <a:pt x="0" y="1260"/>
                        <a:pt x="158" y="1418"/>
                        <a:pt x="347" y="1418"/>
                      </a:cubicBezTo>
                      <a:lnTo>
                        <a:pt x="725" y="1418"/>
                      </a:lnTo>
                      <a:lnTo>
                        <a:pt x="725" y="7719"/>
                      </a:lnTo>
                      <a:lnTo>
                        <a:pt x="378" y="7719"/>
                      </a:lnTo>
                      <a:cubicBezTo>
                        <a:pt x="158" y="7719"/>
                        <a:pt x="0" y="7876"/>
                        <a:pt x="0" y="8097"/>
                      </a:cubicBezTo>
                      <a:cubicBezTo>
                        <a:pt x="0" y="8286"/>
                        <a:pt x="158" y="8443"/>
                        <a:pt x="378" y="8443"/>
                      </a:cubicBezTo>
                      <a:lnTo>
                        <a:pt x="4726" y="8443"/>
                      </a:lnTo>
                      <a:lnTo>
                        <a:pt x="3560" y="11436"/>
                      </a:lnTo>
                      <a:cubicBezTo>
                        <a:pt x="3466" y="11625"/>
                        <a:pt x="3560" y="11814"/>
                        <a:pt x="3749" y="11877"/>
                      </a:cubicBezTo>
                      <a:cubicBezTo>
                        <a:pt x="3788" y="11893"/>
                        <a:pt x="3831" y="11901"/>
                        <a:pt x="3876" y="11901"/>
                      </a:cubicBezTo>
                      <a:cubicBezTo>
                        <a:pt x="4016" y="11901"/>
                        <a:pt x="4167" y="11824"/>
                        <a:pt x="4190" y="11657"/>
                      </a:cubicBezTo>
                      <a:lnTo>
                        <a:pt x="4947" y="9830"/>
                      </a:lnTo>
                      <a:lnTo>
                        <a:pt x="5608" y="9830"/>
                      </a:lnTo>
                      <a:lnTo>
                        <a:pt x="5608" y="10838"/>
                      </a:lnTo>
                      <a:cubicBezTo>
                        <a:pt x="5608" y="11027"/>
                        <a:pt x="5766" y="11184"/>
                        <a:pt x="5955" y="11184"/>
                      </a:cubicBezTo>
                      <a:cubicBezTo>
                        <a:pt x="6144" y="11184"/>
                        <a:pt x="6301" y="11027"/>
                        <a:pt x="6301" y="10838"/>
                      </a:cubicBezTo>
                      <a:lnTo>
                        <a:pt x="6301" y="9830"/>
                      </a:lnTo>
                      <a:lnTo>
                        <a:pt x="6994" y="9830"/>
                      </a:lnTo>
                      <a:lnTo>
                        <a:pt x="7719" y="11657"/>
                      </a:lnTo>
                      <a:cubicBezTo>
                        <a:pt x="7791" y="11824"/>
                        <a:pt x="7916" y="11901"/>
                        <a:pt x="8042" y="11901"/>
                      </a:cubicBezTo>
                      <a:cubicBezTo>
                        <a:pt x="8082" y="11901"/>
                        <a:pt x="8122" y="11893"/>
                        <a:pt x="8160" y="11877"/>
                      </a:cubicBezTo>
                      <a:cubicBezTo>
                        <a:pt x="8349" y="11783"/>
                        <a:pt x="8444" y="11594"/>
                        <a:pt x="8349" y="11436"/>
                      </a:cubicBezTo>
                      <a:lnTo>
                        <a:pt x="7183" y="8443"/>
                      </a:lnTo>
                      <a:lnTo>
                        <a:pt x="11531" y="8443"/>
                      </a:lnTo>
                      <a:cubicBezTo>
                        <a:pt x="11752" y="8443"/>
                        <a:pt x="11909" y="8286"/>
                        <a:pt x="11909" y="8097"/>
                      </a:cubicBezTo>
                      <a:cubicBezTo>
                        <a:pt x="11909" y="7876"/>
                        <a:pt x="11752" y="7719"/>
                        <a:pt x="11531" y="7719"/>
                      </a:cubicBezTo>
                      <a:lnTo>
                        <a:pt x="11185" y="7719"/>
                      </a:lnTo>
                      <a:lnTo>
                        <a:pt x="11185" y="1418"/>
                      </a:lnTo>
                      <a:lnTo>
                        <a:pt x="11531" y="1418"/>
                      </a:lnTo>
                      <a:cubicBezTo>
                        <a:pt x="11752" y="1418"/>
                        <a:pt x="11909" y="1260"/>
                        <a:pt x="11909" y="1071"/>
                      </a:cubicBezTo>
                      <a:cubicBezTo>
                        <a:pt x="11909" y="882"/>
                        <a:pt x="11752" y="725"/>
                        <a:pt x="11531" y="725"/>
                      </a:cubicBezTo>
                      <a:lnTo>
                        <a:pt x="6301" y="725"/>
                      </a:lnTo>
                      <a:lnTo>
                        <a:pt x="6301" y="378"/>
                      </a:lnTo>
                      <a:cubicBezTo>
                        <a:pt x="6301" y="158"/>
                        <a:pt x="6144" y="0"/>
                        <a:pt x="59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5" name="Google Shape;9447;p73">
                  <a:extLst>
                    <a:ext uri="{FF2B5EF4-FFF2-40B4-BE49-F238E27FC236}">
                      <a16:creationId xmlns:a16="http://schemas.microsoft.com/office/drawing/2014/main" id="{CBAC00B8-657D-2FF1-9E18-D2419B1B075B}"/>
                    </a:ext>
                  </a:extLst>
                </p:cNvPr>
                <p:cNvSpPr/>
                <p:nvPr/>
              </p:nvSpPr>
              <p:spPr>
                <a:xfrm>
                  <a:off x="1449475" y="4086575"/>
                  <a:ext cx="17350" cy="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2080" extrusionOk="0">
                      <a:moveTo>
                        <a:pt x="1" y="0"/>
                      </a:moveTo>
                      <a:lnTo>
                        <a:pt x="1" y="2080"/>
                      </a:lnTo>
                      <a:lnTo>
                        <a:pt x="694" y="2080"/>
                      </a:lnTo>
                      <a:lnTo>
                        <a:pt x="69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6" name="Google Shape;9448;p73">
                  <a:extLst>
                    <a:ext uri="{FF2B5EF4-FFF2-40B4-BE49-F238E27FC236}">
                      <a16:creationId xmlns:a16="http://schemas.microsoft.com/office/drawing/2014/main" id="{6BD7CC99-76BE-6C4A-87DB-A2447996DEAA}"/>
                    </a:ext>
                  </a:extLst>
                </p:cNvPr>
                <p:cNvSpPr/>
                <p:nvPr/>
              </p:nvSpPr>
              <p:spPr>
                <a:xfrm>
                  <a:off x="1380175" y="4121225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0" y="0"/>
                      </a:moveTo>
                      <a:lnTo>
                        <a:pt x="0" y="694"/>
                      </a:lnTo>
                      <a:lnTo>
                        <a:pt x="693" y="694"/>
                      </a:lnTo>
                      <a:lnTo>
                        <a:pt x="69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7" name="Google Shape;9449;p73">
                  <a:extLst>
                    <a:ext uri="{FF2B5EF4-FFF2-40B4-BE49-F238E27FC236}">
                      <a16:creationId xmlns:a16="http://schemas.microsoft.com/office/drawing/2014/main" id="{B49C7A6F-2437-888F-C977-AF9853C45148}"/>
                    </a:ext>
                  </a:extLst>
                </p:cNvPr>
                <p:cNvSpPr/>
                <p:nvPr/>
              </p:nvSpPr>
              <p:spPr>
                <a:xfrm>
                  <a:off x="1518800" y="4051925"/>
                  <a:ext cx="18125" cy="8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3466" extrusionOk="0">
                      <a:moveTo>
                        <a:pt x="0" y="0"/>
                      </a:moveTo>
                      <a:lnTo>
                        <a:pt x="0" y="3466"/>
                      </a:lnTo>
                      <a:lnTo>
                        <a:pt x="725" y="3466"/>
                      </a:lnTo>
                      <a:lnTo>
                        <a:pt x="72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18" name="Google Shape;9450;p73">
                <a:extLst>
                  <a:ext uri="{FF2B5EF4-FFF2-40B4-BE49-F238E27FC236}">
                    <a16:creationId xmlns:a16="http://schemas.microsoft.com/office/drawing/2014/main" id="{D524502A-B9FE-2776-E963-98D23817776B}"/>
                  </a:ext>
                </a:extLst>
              </p:cNvPr>
              <p:cNvGrpSpPr/>
              <p:nvPr/>
            </p:nvGrpSpPr>
            <p:grpSpPr>
              <a:xfrm>
                <a:off x="5275218" y="3748557"/>
                <a:ext cx="380816" cy="499261"/>
                <a:chOff x="3167275" y="3227275"/>
                <a:chExt cx="225300" cy="295375"/>
              </a:xfrm>
              <a:grpFill/>
            </p:grpSpPr>
            <p:sp>
              <p:nvSpPr>
                <p:cNvPr id="17549" name="Google Shape;9451;p73">
                  <a:extLst>
                    <a:ext uri="{FF2B5EF4-FFF2-40B4-BE49-F238E27FC236}">
                      <a16:creationId xmlns:a16="http://schemas.microsoft.com/office/drawing/2014/main" id="{F296B486-AC8B-58E9-8B10-FBB208094B5E}"/>
                    </a:ext>
                  </a:extLst>
                </p:cNvPr>
                <p:cNvSpPr/>
                <p:nvPr/>
              </p:nvSpPr>
              <p:spPr>
                <a:xfrm>
                  <a:off x="3167275" y="3227275"/>
                  <a:ext cx="225300" cy="2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12" h="8318" extrusionOk="0">
                      <a:moveTo>
                        <a:pt x="4538" y="1"/>
                      </a:moveTo>
                      <a:cubicBezTo>
                        <a:pt x="2112" y="1"/>
                        <a:pt x="1" y="1985"/>
                        <a:pt x="32" y="4537"/>
                      </a:cubicBezTo>
                      <a:cubicBezTo>
                        <a:pt x="32" y="5860"/>
                        <a:pt x="631" y="7184"/>
                        <a:pt x="1797" y="8066"/>
                      </a:cubicBezTo>
                      <a:cubicBezTo>
                        <a:pt x="1923" y="8192"/>
                        <a:pt x="2017" y="8223"/>
                        <a:pt x="2049" y="8318"/>
                      </a:cubicBezTo>
                      <a:lnTo>
                        <a:pt x="4160" y="8318"/>
                      </a:lnTo>
                      <a:lnTo>
                        <a:pt x="4160" y="6900"/>
                      </a:lnTo>
                      <a:lnTo>
                        <a:pt x="2427" y="6900"/>
                      </a:lnTo>
                      <a:cubicBezTo>
                        <a:pt x="2238" y="6900"/>
                        <a:pt x="2080" y="6743"/>
                        <a:pt x="2080" y="6554"/>
                      </a:cubicBezTo>
                      <a:lnTo>
                        <a:pt x="2080" y="5829"/>
                      </a:lnTo>
                      <a:cubicBezTo>
                        <a:pt x="2080" y="4852"/>
                        <a:pt x="2679" y="4033"/>
                        <a:pt x="3498" y="3624"/>
                      </a:cubicBezTo>
                      <a:cubicBezTo>
                        <a:pt x="3277" y="3403"/>
                        <a:pt x="3151" y="3088"/>
                        <a:pt x="3151" y="2678"/>
                      </a:cubicBezTo>
                      <a:cubicBezTo>
                        <a:pt x="3151" y="1922"/>
                        <a:pt x="3782" y="1292"/>
                        <a:pt x="4538" y="1292"/>
                      </a:cubicBezTo>
                      <a:cubicBezTo>
                        <a:pt x="5262" y="1292"/>
                        <a:pt x="5892" y="1922"/>
                        <a:pt x="5892" y="2678"/>
                      </a:cubicBezTo>
                      <a:cubicBezTo>
                        <a:pt x="5892" y="3025"/>
                        <a:pt x="5735" y="3340"/>
                        <a:pt x="5546" y="3624"/>
                      </a:cubicBezTo>
                      <a:cubicBezTo>
                        <a:pt x="6365" y="4033"/>
                        <a:pt x="6964" y="4852"/>
                        <a:pt x="6964" y="5829"/>
                      </a:cubicBezTo>
                      <a:lnTo>
                        <a:pt x="6964" y="6554"/>
                      </a:lnTo>
                      <a:cubicBezTo>
                        <a:pt x="6964" y="6743"/>
                        <a:pt x="6806" y="6900"/>
                        <a:pt x="6617" y="6900"/>
                      </a:cubicBezTo>
                      <a:lnTo>
                        <a:pt x="4884" y="6900"/>
                      </a:lnTo>
                      <a:lnTo>
                        <a:pt x="4884" y="8318"/>
                      </a:lnTo>
                      <a:lnTo>
                        <a:pt x="6995" y="8318"/>
                      </a:lnTo>
                      <a:cubicBezTo>
                        <a:pt x="7027" y="8286"/>
                        <a:pt x="7121" y="8192"/>
                        <a:pt x="7247" y="8129"/>
                      </a:cubicBezTo>
                      <a:cubicBezTo>
                        <a:pt x="8413" y="7184"/>
                        <a:pt x="9011" y="5829"/>
                        <a:pt x="9011" y="4506"/>
                      </a:cubicBezTo>
                      <a:cubicBezTo>
                        <a:pt x="9011" y="2017"/>
                        <a:pt x="6995" y="1"/>
                        <a:pt x="453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0" name="Google Shape;9452;p73">
                  <a:extLst>
                    <a:ext uri="{FF2B5EF4-FFF2-40B4-BE49-F238E27FC236}">
                      <a16:creationId xmlns:a16="http://schemas.microsoft.com/office/drawing/2014/main" id="{4746372A-60C7-AD2F-D91D-1CC5BEB13867}"/>
                    </a:ext>
                  </a:extLst>
                </p:cNvPr>
                <p:cNvSpPr/>
                <p:nvPr/>
              </p:nvSpPr>
              <p:spPr>
                <a:xfrm>
                  <a:off x="3262600" y="3278475"/>
                  <a:ext cx="3545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419" extrusionOk="0">
                      <a:moveTo>
                        <a:pt x="725" y="0"/>
                      </a:moveTo>
                      <a:cubicBezTo>
                        <a:pt x="315" y="0"/>
                        <a:pt x="0" y="315"/>
                        <a:pt x="0" y="725"/>
                      </a:cubicBezTo>
                      <a:cubicBezTo>
                        <a:pt x="0" y="1103"/>
                        <a:pt x="315" y="1418"/>
                        <a:pt x="725" y="1418"/>
                      </a:cubicBezTo>
                      <a:cubicBezTo>
                        <a:pt x="1103" y="1418"/>
                        <a:pt x="1418" y="1103"/>
                        <a:pt x="1418" y="725"/>
                      </a:cubicBezTo>
                      <a:cubicBezTo>
                        <a:pt x="1418" y="315"/>
                        <a:pt x="1103" y="0"/>
                        <a:pt x="72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1" name="Google Shape;9453;p73">
                  <a:extLst>
                    <a:ext uri="{FF2B5EF4-FFF2-40B4-BE49-F238E27FC236}">
                      <a16:creationId xmlns:a16="http://schemas.microsoft.com/office/drawing/2014/main" id="{B85A67F4-8864-3121-8401-D992B08F1AD2}"/>
                    </a:ext>
                  </a:extLst>
                </p:cNvPr>
                <p:cNvSpPr/>
                <p:nvPr/>
              </p:nvSpPr>
              <p:spPr>
                <a:xfrm>
                  <a:off x="3220050" y="3452525"/>
                  <a:ext cx="12132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1419" extrusionOk="0">
                      <a:moveTo>
                        <a:pt x="1" y="1"/>
                      </a:moveTo>
                      <a:lnTo>
                        <a:pt x="1" y="347"/>
                      </a:lnTo>
                      <a:cubicBezTo>
                        <a:pt x="1" y="946"/>
                        <a:pt x="473" y="1419"/>
                        <a:pt x="1040" y="1419"/>
                      </a:cubicBezTo>
                      <a:lnTo>
                        <a:pt x="3781" y="1419"/>
                      </a:lnTo>
                      <a:cubicBezTo>
                        <a:pt x="4380" y="1419"/>
                        <a:pt x="4853" y="946"/>
                        <a:pt x="4853" y="347"/>
                      </a:cubicBezTo>
                      <a:lnTo>
                        <a:pt x="485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2" name="Google Shape;9454;p73">
                  <a:extLst>
                    <a:ext uri="{FF2B5EF4-FFF2-40B4-BE49-F238E27FC236}">
                      <a16:creationId xmlns:a16="http://schemas.microsoft.com/office/drawing/2014/main" id="{5C8CC359-1B65-A7BA-5653-0F741F706387}"/>
                    </a:ext>
                  </a:extLst>
                </p:cNvPr>
                <p:cNvSpPr/>
                <p:nvPr/>
              </p:nvSpPr>
              <p:spPr>
                <a:xfrm>
                  <a:off x="3237375" y="3332025"/>
                  <a:ext cx="86675" cy="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2080" extrusionOk="0">
                      <a:moveTo>
                        <a:pt x="1734" y="1"/>
                      </a:moveTo>
                      <a:cubicBezTo>
                        <a:pt x="789" y="1"/>
                        <a:pt x="1" y="725"/>
                        <a:pt x="1" y="1733"/>
                      </a:cubicBezTo>
                      <a:lnTo>
                        <a:pt x="1" y="2080"/>
                      </a:lnTo>
                      <a:lnTo>
                        <a:pt x="3466" y="2080"/>
                      </a:lnTo>
                      <a:lnTo>
                        <a:pt x="3466" y="1733"/>
                      </a:lnTo>
                      <a:cubicBezTo>
                        <a:pt x="3466" y="788"/>
                        <a:pt x="2679" y="1"/>
                        <a:pt x="173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3" name="Google Shape;9455;p73">
                  <a:extLst>
                    <a:ext uri="{FF2B5EF4-FFF2-40B4-BE49-F238E27FC236}">
                      <a16:creationId xmlns:a16="http://schemas.microsoft.com/office/drawing/2014/main" id="{CAB09941-E853-A04C-D3FC-E41125E5E887}"/>
                    </a:ext>
                  </a:extLst>
                </p:cNvPr>
                <p:cNvSpPr/>
                <p:nvPr/>
              </p:nvSpPr>
              <p:spPr>
                <a:xfrm>
                  <a:off x="3237375" y="3505300"/>
                  <a:ext cx="87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8" h="694" extrusionOk="0">
                      <a:moveTo>
                        <a:pt x="32" y="1"/>
                      </a:moveTo>
                      <a:cubicBezTo>
                        <a:pt x="1" y="379"/>
                        <a:pt x="284" y="694"/>
                        <a:pt x="694" y="694"/>
                      </a:cubicBezTo>
                      <a:lnTo>
                        <a:pt x="2773" y="694"/>
                      </a:lnTo>
                      <a:cubicBezTo>
                        <a:pt x="3183" y="694"/>
                        <a:pt x="3498" y="379"/>
                        <a:pt x="349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419" name="Google Shape;9456;p73">
                <a:extLst>
                  <a:ext uri="{FF2B5EF4-FFF2-40B4-BE49-F238E27FC236}">
                    <a16:creationId xmlns:a16="http://schemas.microsoft.com/office/drawing/2014/main" id="{F69B2378-0AE2-BC3E-FD29-2E716F623885}"/>
                  </a:ext>
                </a:extLst>
              </p:cNvPr>
              <p:cNvSpPr/>
              <p:nvPr/>
            </p:nvSpPr>
            <p:spPr>
              <a:xfrm>
                <a:off x="5202621" y="4377430"/>
                <a:ext cx="525925" cy="501585"/>
              </a:xfrm>
              <a:custGeom>
                <a:avLst/>
                <a:gdLst/>
                <a:ahLst/>
                <a:cxnLst/>
                <a:rect l="l" t="t" r="r" b="b"/>
                <a:pathLst>
                  <a:path w="12446" h="11870" extrusionOk="0">
                    <a:moveTo>
                      <a:pt x="9421" y="1410"/>
                    </a:moveTo>
                    <a:cubicBezTo>
                      <a:pt x="9775" y="1410"/>
                      <a:pt x="10130" y="1544"/>
                      <a:pt x="10397" y="1812"/>
                    </a:cubicBezTo>
                    <a:cubicBezTo>
                      <a:pt x="10901" y="2316"/>
                      <a:pt x="10901" y="3198"/>
                      <a:pt x="10366" y="3734"/>
                    </a:cubicBezTo>
                    <a:lnTo>
                      <a:pt x="9169" y="4931"/>
                    </a:lnTo>
                    <a:cubicBezTo>
                      <a:pt x="8948" y="5152"/>
                      <a:pt x="8633" y="5278"/>
                      <a:pt x="8318" y="5309"/>
                    </a:cubicBezTo>
                    <a:lnTo>
                      <a:pt x="8476" y="5152"/>
                    </a:lnTo>
                    <a:cubicBezTo>
                      <a:pt x="8854" y="4773"/>
                      <a:pt x="8854" y="4112"/>
                      <a:pt x="8476" y="3702"/>
                    </a:cubicBezTo>
                    <a:cubicBezTo>
                      <a:pt x="8271" y="3513"/>
                      <a:pt x="8003" y="3419"/>
                      <a:pt x="7739" y="3419"/>
                    </a:cubicBezTo>
                    <a:cubicBezTo>
                      <a:pt x="7475" y="3419"/>
                      <a:pt x="7215" y="3513"/>
                      <a:pt x="7026" y="3702"/>
                    </a:cubicBezTo>
                    <a:lnTo>
                      <a:pt x="6869" y="3860"/>
                    </a:lnTo>
                    <a:cubicBezTo>
                      <a:pt x="6900" y="3545"/>
                      <a:pt x="7026" y="3230"/>
                      <a:pt x="7247" y="3009"/>
                    </a:cubicBezTo>
                    <a:lnTo>
                      <a:pt x="8444" y="1812"/>
                    </a:lnTo>
                    <a:cubicBezTo>
                      <a:pt x="8712" y="1544"/>
                      <a:pt x="9066" y="1410"/>
                      <a:pt x="9421" y="1410"/>
                    </a:cubicBezTo>
                    <a:close/>
                    <a:moveTo>
                      <a:pt x="4128" y="6475"/>
                    </a:moveTo>
                    <a:lnTo>
                      <a:pt x="3970" y="6601"/>
                    </a:lnTo>
                    <a:cubicBezTo>
                      <a:pt x="3592" y="7010"/>
                      <a:pt x="3592" y="7672"/>
                      <a:pt x="3970" y="8081"/>
                    </a:cubicBezTo>
                    <a:cubicBezTo>
                      <a:pt x="4175" y="8270"/>
                      <a:pt x="4443" y="8365"/>
                      <a:pt x="4711" y="8365"/>
                    </a:cubicBezTo>
                    <a:cubicBezTo>
                      <a:pt x="4978" y="8365"/>
                      <a:pt x="5246" y="8270"/>
                      <a:pt x="5451" y="8081"/>
                    </a:cubicBezTo>
                    <a:lnTo>
                      <a:pt x="5577" y="7924"/>
                    </a:lnTo>
                    <a:lnTo>
                      <a:pt x="5577" y="7924"/>
                    </a:lnTo>
                    <a:cubicBezTo>
                      <a:pt x="5640" y="8270"/>
                      <a:pt x="5483" y="8586"/>
                      <a:pt x="5231" y="8838"/>
                    </a:cubicBezTo>
                    <a:lnTo>
                      <a:pt x="4065" y="10003"/>
                    </a:lnTo>
                    <a:cubicBezTo>
                      <a:pt x="3781" y="10271"/>
                      <a:pt x="3427" y="10405"/>
                      <a:pt x="3072" y="10405"/>
                    </a:cubicBezTo>
                    <a:cubicBezTo>
                      <a:pt x="2718" y="10405"/>
                      <a:pt x="2364" y="10271"/>
                      <a:pt x="2080" y="10003"/>
                    </a:cubicBezTo>
                    <a:cubicBezTo>
                      <a:pt x="1544" y="9468"/>
                      <a:pt x="1544" y="8586"/>
                      <a:pt x="2080" y="8050"/>
                    </a:cubicBezTo>
                    <a:lnTo>
                      <a:pt x="3277" y="6853"/>
                    </a:lnTo>
                    <a:cubicBezTo>
                      <a:pt x="3498" y="6601"/>
                      <a:pt x="3813" y="6506"/>
                      <a:pt x="4128" y="6475"/>
                    </a:cubicBezTo>
                    <a:close/>
                    <a:moveTo>
                      <a:pt x="9373" y="0"/>
                    </a:moveTo>
                    <a:cubicBezTo>
                      <a:pt x="8665" y="0"/>
                      <a:pt x="7956" y="268"/>
                      <a:pt x="7404" y="804"/>
                    </a:cubicBezTo>
                    <a:lnTo>
                      <a:pt x="6239" y="1970"/>
                    </a:lnTo>
                    <a:cubicBezTo>
                      <a:pt x="5451" y="2757"/>
                      <a:pt x="5199" y="3986"/>
                      <a:pt x="5640" y="4994"/>
                    </a:cubicBezTo>
                    <a:lnTo>
                      <a:pt x="5325" y="5309"/>
                    </a:lnTo>
                    <a:cubicBezTo>
                      <a:pt x="4994" y="5170"/>
                      <a:pt x="4634" y="5100"/>
                      <a:pt x="4270" y="5100"/>
                    </a:cubicBezTo>
                    <a:cubicBezTo>
                      <a:pt x="3562" y="5100"/>
                      <a:pt x="2842" y="5366"/>
                      <a:pt x="2301" y="5908"/>
                    </a:cubicBezTo>
                    <a:lnTo>
                      <a:pt x="1103" y="7105"/>
                    </a:lnTo>
                    <a:cubicBezTo>
                      <a:pt x="1" y="8144"/>
                      <a:pt x="1" y="9940"/>
                      <a:pt x="1103" y="11043"/>
                    </a:cubicBezTo>
                    <a:cubicBezTo>
                      <a:pt x="1655" y="11594"/>
                      <a:pt x="2364" y="11870"/>
                      <a:pt x="3072" y="11870"/>
                    </a:cubicBezTo>
                    <a:cubicBezTo>
                      <a:pt x="3781" y="11870"/>
                      <a:pt x="4490" y="11594"/>
                      <a:pt x="5041" y="11043"/>
                    </a:cubicBezTo>
                    <a:lnTo>
                      <a:pt x="6239" y="9846"/>
                    </a:lnTo>
                    <a:cubicBezTo>
                      <a:pt x="7026" y="9058"/>
                      <a:pt x="7247" y="7829"/>
                      <a:pt x="6806" y="6821"/>
                    </a:cubicBezTo>
                    <a:lnTo>
                      <a:pt x="7121" y="6506"/>
                    </a:lnTo>
                    <a:cubicBezTo>
                      <a:pt x="7473" y="6656"/>
                      <a:pt x="7840" y="6729"/>
                      <a:pt x="8204" y="6729"/>
                    </a:cubicBezTo>
                    <a:cubicBezTo>
                      <a:pt x="8914" y="6729"/>
                      <a:pt x="9614" y="6449"/>
                      <a:pt x="10177" y="5908"/>
                    </a:cubicBezTo>
                    <a:lnTo>
                      <a:pt x="11342" y="4742"/>
                    </a:lnTo>
                    <a:cubicBezTo>
                      <a:pt x="12445" y="3639"/>
                      <a:pt x="12445" y="1907"/>
                      <a:pt x="11342" y="804"/>
                    </a:cubicBezTo>
                    <a:cubicBezTo>
                      <a:pt x="10791" y="268"/>
                      <a:pt x="10082" y="0"/>
                      <a:pt x="93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420" name="Google Shape;9457;p73">
                <a:extLst>
                  <a:ext uri="{FF2B5EF4-FFF2-40B4-BE49-F238E27FC236}">
                    <a16:creationId xmlns:a16="http://schemas.microsoft.com/office/drawing/2014/main" id="{28EC3719-B00B-AB18-1E7C-ADD81100BFEC}"/>
                  </a:ext>
                </a:extLst>
              </p:cNvPr>
              <p:cNvGrpSpPr/>
              <p:nvPr/>
            </p:nvGrpSpPr>
            <p:grpSpPr>
              <a:xfrm>
                <a:off x="5213987" y="4985299"/>
                <a:ext cx="503276" cy="499303"/>
                <a:chOff x="3133425" y="3955025"/>
                <a:chExt cx="297750" cy="295400"/>
              </a:xfrm>
              <a:grpFill/>
            </p:grpSpPr>
            <p:sp>
              <p:nvSpPr>
                <p:cNvPr id="17546" name="Google Shape;9458;p73">
                  <a:extLst>
                    <a:ext uri="{FF2B5EF4-FFF2-40B4-BE49-F238E27FC236}">
                      <a16:creationId xmlns:a16="http://schemas.microsoft.com/office/drawing/2014/main" id="{43F2E8D9-6484-438A-8499-ED54D76C78ED}"/>
                    </a:ext>
                  </a:extLst>
                </p:cNvPr>
                <p:cNvSpPr/>
                <p:nvPr/>
              </p:nvSpPr>
              <p:spPr>
                <a:xfrm>
                  <a:off x="3133425" y="4058225"/>
                  <a:ext cx="297750" cy="192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7688" extrusionOk="0">
                      <a:moveTo>
                        <a:pt x="5923" y="0"/>
                      </a:moveTo>
                      <a:cubicBezTo>
                        <a:pt x="5325" y="0"/>
                        <a:pt x="4821" y="347"/>
                        <a:pt x="4631" y="914"/>
                      </a:cubicBezTo>
                      <a:cubicBezTo>
                        <a:pt x="4505" y="1166"/>
                        <a:pt x="4505" y="1449"/>
                        <a:pt x="4568" y="1764"/>
                      </a:cubicBezTo>
                      <a:cubicBezTo>
                        <a:pt x="4884" y="1922"/>
                        <a:pt x="5199" y="2016"/>
                        <a:pt x="5577" y="2048"/>
                      </a:cubicBezTo>
                      <a:lnTo>
                        <a:pt x="5577" y="2741"/>
                      </a:lnTo>
                      <a:lnTo>
                        <a:pt x="2458" y="2741"/>
                      </a:lnTo>
                      <a:cubicBezTo>
                        <a:pt x="1859" y="2741"/>
                        <a:pt x="1418" y="3214"/>
                        <a:pt x="1418" y="3781"/>
                      </a:cubicBezTo>
                      <a:lnTo>
                        <a:pt x="1418" y="4190"/>
                      </a:lnTo>
                      <a:cubicBezTo>
                        <a:pt x="630" y="4316"/>
                        <a:pt x="0" y="5041"/>
                        <a:pt x="0" y="5891"/>
                      </a:cubicBezTo>
                      <a:cubicBezTo>
                        <a:pt x="0" y="6837"/>
                        <a:pt x="788" y="7687"/>
                        <a:pt x="1765" y="7687"/>
                      </a:cubicBezTo>
                      <a:cubicBezTo>
                        <a:pt x="2710" y="7687"/>
                        <a:pt x="3497" y="6900"/>
                        <a:pt x="3497" y="5891"/>
                      </a:cubicBezTo>
                      <a:cubicBezTo>
                        <a:pt x="3497" y="5072"/>
                        <a:pt x="2930" y="4316"/>
                        <a:pt x="2143" y="4190"/>
                      </a:cubicBezTo>
                      <a:lnTo>
                        <a:pt x="2143" y="3781"/>
                      </a:lnTo>
                      <a:cubicBezTo>
                        <a:pt x="2143" y="3592"/>
                        <a:pt x="2300" y="3434"/>
                        <a:pt x="2489" y="3434"/>
                      </a:cubicBezTo>
                      <a:lnTo>
                        <a:pt x="5608" y="3434"/>
                      </a:lnTo>
                      <a:lnTo>
                        <a:pt x="5608" y="4127"/>
                      </a:lnTo>
                      <a:cubicBezTo>
                        <a:pt x="4821" y="4285"/>
                        <a:pt x="4222" y="5009"/>
                        <a:pt x="4222" y="5860"/>
                      </a:cubicBezTo>
                      <a:cubicBezTo>
                        <a:pt x="4222" y="6805"/>
                        <a:pt x="5010" y="7656"/>
                        <a:pt x="5955" y="7656"/>
                      </a:cubicBezTo>
                      <a:cubicBezTo>
                        <a:pt x="6900" y="7656"/>
                        <a:pt x="7687" y="6868"/>
                        <a:pt x="7687" y="5860"/>
                      </a:cubicBezTo>
                      <a:cubicBezTo>
                        <a:pt x="7687" y="5041"/>
                        <a:pt x="7089" y="4285"/>
                        <a:pt x="6301" y="4127"/>
                      </a:cubicBezTo>
                      <a:lnTo>
                        <a:pt x="6301" y="3434"/>
                      </a:lnTo>
                      <a:lnTo>
                        <a:pt x="9452" y="3434"/>
                      </a:lnTo>
                      <a:cubicBezTo>
                        <a:pt x="9641" y="3434"/>
                        <a:pt x="9798" y="3592"/>
                        <a:pt x="9798" y="3781"/>
                      </a:cubicBezTo>
                      <a:lnTo>
                        <a:pt x="9798" y="4190"/>
                      </a:lnTo>
                      <a:cubicBezTo>
                        <a:pt x="9011" y="4316"/>
                        <a:pt x="8444" y="5041"/>
                        <a:pt x="8444" y="5891"/>
                      </a:cubicBezTo>
                      <a:cubicBezTo>
                        <a:pt x="8444" y="6837"/>
                        <a:pt x="9231" y="7687"/>
                        <a:pt x="10176" y="7687"/>
                      </a:cubicBezTo>
                      <a:cubicBezTo>
                        <a:pt x="11121" y="7687"/>
                        <a:pt x="11909" y="6900"/>
                        <a:pt x="11909" y="5891"/>
                      </a:cubicBezTo>
                      <a:cubicBezTo>
                        <a:pt x="11783" y="5135"/>
                        <a:pt x="11185" y="4379"/>
                        <a:pt x="10397" y="4222"/>
                      </a:cubicBezTo>
                      <a:lnTo>
                        <a:pt x="10397" y="3812"/>
                      </a:lnTo>
                      <a:cubicBezTo>
                        <a:pt x="10397" y="3245"/>
                        <a:pt x="9924" y="2804"/>
                        <a:pt x="9389" y="2804"/>
                      </a:cubicBezTo>
                      <a:lnTo>
                        <a:pt x="6238" y="2804"/>
                      </a:lnTo>
                      <a:lnTo>
                        <a:pt x="6238" y="2079"/>
                      </a:lnTo>
                      <a:cubicBezTo>
                        <a:pt x="6585" y="2048"/>
                        <a:pt x="6900" y="1922"/>
                        <a:pt x="7215" y="1827"/>
                      </a:cubicBezTo>
                      <a:cubicBezTo>
                        <a:pt x="7341" y="1418"/>
                        <a:pt x="7246" y="977"/>
                        <a:pt x="7057" y="630"/>
                      </a:cubicBezTo>
                      <a:cubicBezTo>
                        <a:pt x="6774" y="221"/>
                        <a:pt x="6396" y="0"/>
                        <a:pt x="592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47" name="Google Shape;9459;p73">
                  <a:extLst>
                    <a:ext uri="{FF2B5EF4-FFF2-40B4-BE49-F238E27FC236}">
                      <a16:creationId xmlns:a16="http://schemas.microsoft.com/office/drawing/2014/main" id="{EBE77CC2-A888-677D-BEC0-1663DE4E183A}"/>
                    </a:ext>
                  </a:extLst>
                </p:cNvPr>
                <p:cNvSpPr/>
                <p:nvPr/>
              </p:nvSpPr>
              <p:spPr>
                <a:xfrm>
                  <a:off x="3263375" y="4007025"/>
                  <a:ext cx="35475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8" extrusionOk="0">
                      <a:moveTo>
                        <a:pt x="725" y="0"/>
                      </a:moveTo>
                      <a:cubicBezTo>
                        <a:pt x="284" y="0"/>
                        <a:pt x="1" y="315"/>
                        <a:pt x="1" y="725"/>
                      </a:cubicBezTo>
                      <a:cubicBezTo>
                        <a:pt x="1" y="1103"/>
                        <a:pt x="316" y="1418"/>
                        <a:pt x="725" y="1418"/>
                      </a:cubicBezTo>
                      <a:cubicBezTo>
                        <a:pt x="1103" y="1418"/>
                        <a:pt x="1418" y="1103"/>
                        <a:pt x="1418" y="725"/>
                      </a:cubicBezTo>
                      <a:cubicBezTo>
                        <a:pt x="1418" y="315"/>
                        <a:pt x="1103" y="0"/>
                        <a:pt x="72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48" name="Google Shape;9460;p73">
                  <a:extLst>
                    <a:ext uri="{FF2B5EF4-FFF2-40B4-BE49-F238E27FC236}">
                      <a16:creationId xmlns:a16="http://schemas.microsoft.com/office/drawing/2014/main" id="{6D55C2A5-D71B-64CF-5DAA-8DA768213113}"/>
                    </a:ext>
                  </a:extLst>
                </p:cNvPr>
                <p:cNvSpPr/>
                <p:nvPr/>
              </p:nvSpPr>
              <p:spPr>
                <a:xfrm>
                  <a:off x="3203525" y="3955025"/>
                  <a:ext cx="155175" cy="1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07" h="5420" extrusionOk="0">
                      <a:moveTo>
                        <a:pt x="3119" y="1"/>
                      </a:moveTo>
                      <a:cubicBezTo>
                        <a:pt x="1386" y="1"/>
                        <a:pt x="0" y="1387"/>
                        <a:pt x="0" y="3120"/>
                      </a:cubicBezTo>
                      <a:cubicBezTo>
                        <a:pt x="0" y="4002"/>
                        <a:pt x="410" y="4853"/>
                        <a:pt x="1071" y="5420"/>
                      </a:cubicBezTo>
                      <a:cubicBezTo>
                        <a:pt x="1071" y="5231"/>
                        <a:pt x="1103" y="5042"/>
                        <a:pt x="1197" y="4853"/>
                      </a:cubicBezTo>
                      <a:cubicBezTo>
                        <a:pt x="1323" y="4380"/>
                        <a:pt x="1701" y="3971"/>
                        <a:pt x="2111" y="3750"/>
                      </a:cubicBezTo>
                      <a:cubicBezTo>
                        <a:pt x="1890" y="3498"/>
                        <a:pt x="1733" y="3151"/>
                        <a:pt x="1733" y="2805"/>
                      </a:cubicBezTo>
                      <a:cubicBezTo>
                        <a:pt x="1733" y="2049"/>
                        <a:pt x="2363" y="1419"/>
                        <a:pt x="3119" y="1419"/>
                      </a:cubicBezTo>
                      <a:cubicBezTo>
                        <a:pt x="3844" y="1419"/>
                        <a:pt x="4474" y="2049"/>
                        <a:pt x="4474" y="2805"/>
                      </a:cubicBezTo>
                      <a:cubicBezTo>
                        <a:pt x="4474" y="3151"/>
                        <a:pt x="4348" y="3498"/>
                        <a:pt x="4096" y="3750"/>
                      </a:cubicBezTo>
                      <a:cubicBezTo>
                        <a:pt x="4379" y="3876"/>
                        <a:pt x="4600" y="4097"/>
                        <a:pt x="4789" y="4380"/>
                      </a:cubicBezTo>
                      <a:cubicBezTo>
                        <a:pt x="5009" y="4695"/>
                        <a:pt x="5135" y="5042"/>
                        <a:pt x="5167" y="5420"/>
                      </a:cubicBezTo>
                      <a:cubicBezTo>
                        <a:pt x="5797" y="4853"/>
                        <a:pt x="6207" y="4065"/>
                        <a:pt x="6207" y="3120"/>
                      </a:cubicBezTo>
                      <a:cubicBezTo>
                        <a:pt x="6207" y="1387"/>
                        <a:pt x="4852" y="1"/>
                        <a:pt x="311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1" name="Google Shape;9461;p73">
                <a:extLst>
                  <a:ext uri="{FF2B5EF4-FFF2-40B4-BE49-F238E27FC236}">
                    <a16:creationId xmlns:a16="http://schemas.microsoft.com/office/drawing/2014/main" id="{D13DAC0F-61B5-DB93-3052-24C5C14B1760}"/>
                  </a:ext>
                </a:extLst>
              </p:cNvPr>
              <p:cNvGrpSpPr/>
              <p:nvPr/>
            </p:nvGrpSpPr>
            <p:grpSpPr>
              <a:xfrm>
                <a:off x="8379176" y="3746993"/>
                <a:ext cx="500612" cy="502387"/>
                <a:chOff x="4991425" y="3234750"/>
                <a:chExt cx="296175" cy="297225"/>
              </a:xfrm>
              <a:grpFill/>
            </p:grpSpPr>
            <p:sp>
              <p:nvSpPr>
                <p:cNvPr id="17540" name="Google Shape;9462;p73">
                  <a:extLst>
                    <a:ext uri="{FF2B5EF4-FFF2-40B4-BE49-F238E27FC236}">
                      <a16:creationId xmlns:a16="http://schemas.microsoft.com/office/drawing/2014/main" id="{FA1209A9-0681-8DCA-EC5A-2FD8230C67AE}"/>
                    </a:ext>
                  </a:extLst>
                </p:cNvPr>
                <p:cNvSpPr/>
                <p:nvPr/>
              </p:nvSpPr>
              <p:spPr>
                <a:xfrm>
                  <a:off x="5077275" y="3304450"/>
                  <a:ext cx="122100" cy="9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3971" extrusionOk="0">
                      <a:moveTo>
                        <a:pt x="2426" y="1"/>
                      </a:moveTo>
                      <a:cubicBezTo>
                        <a:pt x="1103" y="1"/>
                        <a:pt x="0" y="1104"/>
                        <a:pt x="0" y="2427"/>
                      </a:cubicBezTo>
                      <a:cubicBezTo>
                        <a:pt x="0" y="3025"/>
                        <a:pt x="190" y="3530"/>
                        <a:pt x="536" y="3971"/>
                      </a:cubicBezTo>
                      <a:cubicBezTo>
                        <a:pt x="820" y="3624"/>
                        <a:pt x="1103" y="3309"/>
                        <a:pt x="1481" y="3057"/>
                      </a:cubicBezTo>
                      <a:cubicBezTo>
                        <a:pt x="1261" y="2805"/>
                        <a:pt x="1103" y="2458"/>
                        <a:pt x="1103" y="2112"/>
                      </a:cubicBezTo>
                      <a:cubicBezTo>
                        <a:pt x="1103" y="1356"/>
                        <a:pt x="1733" y="726"/>
                        <a:pt x="2489" y="726"/>
                      </a:cubicBezTo>
                      <a:cubicBezTo>
                        <a:pt x="3214" y="726"/>
                        <a:pt x="3844" y="1356"/>
                        <a:pt x="3844" y="2112"/>
                      </a:cubicBezTo>
                      <a:cubicBezTo>
                        <a:pt x="3844" y="2458"/>
                        <a:pt x="3687" y="2805"/>
                        <a:pt x="3466" y="3057"/>
                      </a:cubicBezTo>
                      <a:cubicBezTo>
                        <a:pt x="3844" y="3246"/>
                        <a:pt x="4128" y="3561"/>
                        <a:pt x="4317" y="3971"/>
                      </a:cubicBezTo>
                      <a:cubicBezTo>
                        <a:pt x="4695" y="3530"/>
                        <a:pt x="4884" y="3025"/>
                        <a:pt x="4884" y="2427"/>
                      </a:cubicBezTo>
                      <a:cubicBezTo>
                        <a:pt x="4884" y="1104"/>
                        <a:pt x="3781" y="1"/>
                        <a:pt x="242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41" name="Google Shape;9463;p73">
                  <a:extLst>
                    <a:ext uri="{FF2B5EF4-FFF2-40B4-BE49-F238E27FC236}">
                      <a16:creationId xmlns:a16="http://schemas.microsoft.com/office/drawing/2014/main" id="{CAE176C9-D707-E52B-8DC2-417C3E521E77}"/>
                    </a:ext>
                  </a:extLst>
                </p:cNvPr>
                <p:cNvSpPr/>
                <p:nvPr/>
              </p:nvSpPr>
              <p:spPr>
                <a:xfrm>
                  <a:off x="5121375" y="3339900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725" y="1"/>
                      </a:moveTo>
                      <a:cubicBezTo>
                        <a:pt x="316" y="1"/>
                        <a:pt x="1" y="316"/>
                        <a:pt x="1" y="694"/>
                      </a:cubicBezTo>
                      <a:cubicBezTo>
                        <a:pt x="1" y="1103"/>
                        <a:pt x="316" y="1418"/>
                        <a:pt x="725" y="1418"/>
                      </a:cubicBezTo>
                      <a:cubicBezTo>
                        <a:pt x="1103" y="1418"/>
                        <a:pt x="1418" y="1103"/>
                        <a:pt x="1418" y="694"/>
                      </a:cubicBez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42" name="Google Shape;9464;p73">
                  <a:extLst>
                    <a:ext uri="{FF2B5EF4-FFF2-40B4-BE49-F238E27FC236}">
                      <a16:creationId xmlns:a16="http://schemas.microsoft.com/office/drawing/2014/main" id="{27CB0D91-0D94-618E-94BF-AA43EB6157C5}"/>
                    </a:ext>
                  </a:extLst>
                </p:cNvPr>
                <p:cNvSpPr/>
                <p:nvPr/>
              </p:nvSpPr>
              <p:spPr>
                <a:xfrm>
                  <a:off x="5009550" y="3234750"/>
                  <a:ext cx="259150" cy="26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66" h="10445" extrusionOk="0">
                      <a:moveTo>
                        <a:pt x="5198" y="2159"/>
                      </a:moveTo>
                      <a:cubicBezTo>
                        <a:pt x="6931" y="2159"/>
                        <a:pt x="8286" y="3514"/>
                        <a:pt x="8286" y="5246"/>
                      </a:cubicBezTo>
                      <a:cubicBezTo>
                        <a:pt x="8286" y="6916"/>
                        <a:pt x="6931" y="8365"/>
                        <a:pt x="5198" y="8365"/>
                      </a:cubicBezTo>
                      <a:cubicBezTo>
                        <a:pt x="3340" y="8365"/>
                        <a:pt x="2079" y="6822"/>
                        <a:pt x="2079" y="5246"/>
                      </a:cubicBezTo>
                      <a:cubicBezTo>
                        <a:pt x="2079" y="3514"/>
                        <a:pt x="3497" y="2159"/>
                        <a:pt x="5198" y="2159"/>
                      </a:cubicBezTo>
                      <a:close/>
                      <a:moveTo>
                        <a:pt x="5167" y="1"/>
                      </a:moveTo>
                      <a:cubicBezTo>
                        <a:pt x="5088" y="1"/>
                        <a:pt x="5009" y="17"/>
                        <a:pt x="4946" y="48"/>
                      </a:cubicBezTo>
                      <a:lnTo>
                        <a:pt x="4001" y="836"/>
                      </a:lnTo>
                      <a:lnTo>
                        <a:pt x="2773" y="678"/>
                      </a:lnTo>
                      <a:cubicBezTo>
                        <a:pt x="2756" y="675"/>
                        <a:pt x="2739" y="673"/>
                        <a:pt x="2723" y="673"/>
                      </a:cubicBezTo>
                      <a:cubicBezTo>
                        <a:pt x="2583" y="673"/>
                        <a:pt x="2454" y="786"/>
                        <a:pt x="2426" y="899"/>
                      </a:cubicBezTo>
                      <a:lnTo>
                        <a:pt x="1953" y="2033"/>
                      </a:lnTo>
                      <a:lnTo>
                        <a:pt x="819" y="2505"/>
                      </a:lnTo>
                      <a:cubicBezTo>
                        <a:pt x="662" y="2568"/>
                        <a:pt x="567" y="2694"/>
                        <a:pt x="630" y="2852"/>
                      </a:cubicBezTo>
                      <a:lnTo>
                        <a:pt x="788" y="4081"/>
                      </a:lnTo>
                      <a:lnTo>
                        <a:pt x="32" y="5026"/>
                      </a:lnTo>
                      <a:cubicBezTo>
                        <a:pt x="0" y="5183"/>
                        <a:pt x="0" y="5341"/>
                        <a:pt x="63" y="5467"/>
                      </a:cubicBezTo>
                      <a:lnTo>
                        <a:pt x="819" y="6381"/>
                      </a:lnTo>
                      <a:lnTo>
                        <a:pt x="662" y="7609"/>
                      </a:lnTo>
                      <a:cubicBezTo>
                        <a:pt x="630" y="7767"/>
                        <a:pt x="725" y="7924"/>
                        <a:pt x="851" y="7956"/>
                      </a:cubicBezTo>
                      <a:lnTo>
                        <a:pt x="1985" y="8428"/>
                      </a:lnTo>
                      <a:lnTo>
                        <a:pt x="2457" y="9594"/>
                      </a:lnTo>
                      <a:cubicBezTo>
                        <a:pt x="2536" y="9725"/>
                        <a:pt x="2637" y="9791"/>
                        <a:pt x="2741" y="9791"/>
                      </a:cubicBezTo>
                      <a:cubicBezTo>
                        <a:pt x="2762" y="9791"/>
                        <a:pt x="2783" y="9788"/>
                        <a:pt x="2804" y="9783"/>
                      </a:cubicBezTo>
                      <a:lnTo>
                        <a:pt x="4033" y="9626"/>
                      </a:lnTo>
                      <a:lnTo>
                        <a:pt x="4978" y="10382"/>
                      </a:lnTo>
                      <a:cubicBezTo>
                        <a:pt x="5072" y="10413"/>
                        <a:pt x="5104" y="10445"/>
                        <a:pt x="5167" y="10445"/>
                      </a:cubicBezTo>
                      <a:cubicBezTo>
                        <a:pt x="5261" y="10445"/>
                        <a:pt x="5324" y="10413"/>
                        <a:pt x="5387" y="10382"/>
                      </a:cubicBezTo>
                      <a:lnTo>
                        <a:pt x="6333" y="9626"/>
                      </a:lnTo>
                      <a:lnTo>
                        <a:pt x="7530" y="9783"/>
                      </a:lnTo>
                      <a:cubicBezTo>
                        <a:pt x="7687" y="9783"/>
                        <a:pt x="7876" y="9689"/>
                        <a:pt x="7908" y="9594"/>
                      </a:cubicBezTo>
                      <a:lnTo>
                        <a:pt x="8380" y="8428"/>
                      </a:lnTo>
                      <a:lnTo>
                        <a:pt x="9515" y="7956"/>
                      </a:lnTo>
                      <a:cubicBezTo>
                        <a:pt x="9672" y="7893"/>
                        <a:pt x="9735" y="7767"/>
                        <a:pt x="9704" y="7609"/>
                      </a:cubicBezTo>
                      <a:lnTo>
                        <a:pt x="9546" y="6381"/>
                      </a:lnTo>
                      <a:lnTo>
                        <a:pt x="10302" y="5467"/>
                      </a:lnTo>
                      <a:cubicBezTo>
                        <a:pt x="10365" y="5341"/>
                        <a:pt x="10365" y="5120"/>
                        <a:pt x="10302" y="5026"/>
                      </a:cubicBezTo>
                      <a:lnTo>
                        <a:pt x="9546" y="4081"/>
                      </a:lnTo>
                      <a:lnTo>
                        <a:pt x="9704" y="2852"/>
                      </a:lnTo>
                      <a:cubicBezTo>
                        <a:pt x="9735" y="2694"/>
                        <a:pt x="9641" y="2537"/>
                        <a:pt x="9515" y="2505"/>
                      </a:cubicBezTo>
                      <a:lnTo>
                        <a:pt x="8380" y="2033"/>
                      </a:lnTo>
                      <a:lnTo>
                        <a:pt x="7908" y="899"/>
                      </a:lnTo>
                      <a:cubicBezTo>
                        <a:pt x="7826" y="762"/>
                        <a:pt x="7719" y="672"/>
                        <a:pt x="7589" y="672"/>
                      </a:cubicBezTo>
                      <a:cubicBezTo>
                        <a:pt x="7570" y="672"/>
                        <a:pt x="7550" y="674"/>
                        <a:pt x="7530" y="678"/>
                      </a:cubicBezTo>
                      <a:lnTo>
                        <a:pt x="6333" y="836"/>
                      </a:lnTo>
                      <a:lnTo>
                        <a:pt x="5387" y="48"/>
                      </a:lnTo>
                      <a:cubicBezTo>
                        <a:pt x="5324" y="17"/>
                        <a:pt x="5246" y="1"/>
                        <a:pt x="516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43" name="Google Shape;9465;p73">
                  <a:extLst>
                    <a:ext uri="{FF2B5EF4-FFF2-40B4-BE49-F238E27FC236}">
                      <a16:creationId xmlns:a16="http://schemas.microsoft.com/office/drawing/2014/main" id="{0D53A7C0-8EB3-F416-922A-85FE6C9CC01B}"/>
                    </a:ext>
                  </a:extLst>
                </p:cNvPr>
                <p:cNvSpPr/>
                <p:nvPr/>
              </p:nvSpPr>
              <p:spPr>
                <a:xfrm>
                  <a:off x="5105625" y="3391900"/>
                  <a:ext cx="66975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387" extrusionOk="0">
                      <a:moveTo>
                        <a:pt x="1355" y="0"/>
                      </a:moveTo>
                      <a:cubicBezTo>
                        <a:pt x="725" y="0"/>
                        <a:pt x="190" y="441"/>
                        <a:pt x="1" y="977"/>
                      </a:cubicBezTo>
                      <a:cubicBezTo>
                        <a:pt x="410" y="1229"/>
                        <a:pt x="820" y="1386"/>
                        <a:pt x="1355" y="1386"/>
                      </a:cubicBezTo>
                      <a:cubicBezTo>
                        <a:pt x="1859" y="1386"/>
                        <a:pt x="2301" y="1229"/>
                        <a:pt x="2679" y="977"/>
                      </a:cubicBezTo>
                      <a:cubicBezTo>
                        <a:pt x="2521" y="410"/>
                        <a:pt x="1985" y="0"/>
                        <a:pt x="13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44" name="Google Shape;9466;p73">
                  <a:extLst>
                    <a:ext uri="{FF2B5EF4-FFF2-40B4-BE49-F238E27FC236}">
                      <a16:creationId xmlns:a16="http://schemas.microsoft.com/office/drawing/2014/main" id="{0B59C257-B4EA-91F5-73A4-7A0716566738}"/>
                    </a:ext>
                  </a:extLst>
                </p:cNvPr>
                <p:cNvSpPr/>
                <p:nvPr/>
              </p:nvSpPr>
              <p:spPr>
                <a:xfrm>
                  <a:off x="5192275" y="3443075"/>
                  <a:ext cx="95325" cy="8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3" h="3479" extrusionOk="0">
                      <a:moveTo>
                        <a:pt x="2867" y="1"/>
                      </a:moveTo>
                      <a:cubicBezTo>
                        <a:pt x="2741" y="127"/>
                        <a:pt x="2647" y="221"/>
                        <a:pt x="2489" y="284"/>
                      </a:cubicBezTo>
                      <a:lnTo>
                        <a:pt x="1607" y="631"/>
                      </a:lnTo>
                      <a:lnTo>
                        <a:pt x="1260" y="1482"/>
                      </a:lnTo>
                      <a:cubicBezTo>
                        <a:pt x="1103" y="1891"/>
                        <a:pt x="693" y="2112"/>
                        <a:pt x="284" y="2112"/>
                      </a:cubicBezTo>
                      <a:lnTo>
                        <a:pt x="158" y="2112"/>
                      </a:lnTo>
                      <a:lnTo>
                        <a:pt x="0" y="2080"/>
                      </a:lnTo>
                      <a:lnTo>
                        <a:pt x="1166" y="3372"/>
                      </a:lnTo>
                      <a:cubicBezTo>
                        <a:pt x="1237" y="3443"/>
                        <a:pt x="1343" y="3478"/>
                        <a:pt x="1445" y="3478"/>
                      </a:cubicBezTo>
                      <a:cubicBezTo>
                        <a:pt x="1479" y="3478"/>
                        <a:pt x="1512" y="3474"/>
                        <a:pt x="1544" y="3466"/>
                      </a:cubicBezTo>
                      <a:cubicBezTo>
                        <a:pt x="1638" y="3403"/>
                        <a:pt x="1764" y="3340"/>
                        <a:pt x="1764" y="3183"/>
                      </a:cubicBezTo>
                      <a:lnTo>
                        <a:pt x="2080" y="1639"/>
                      </a:lnTo>
                      <a:lnTo>
                        <a:pt x="3497" y="1324"/>
                      </a:lnTo>
                      <a:cubicBezTo>
                        <a:pt x="3532" y="1338"/>
                        <a:pt x="3563" y="1344"/>
                        <a:pt x="3592" y="1344"/>
                      </a:cubicBezTo>
                      <a:cubicBezTo>
                        <a:pt x="3693" y="1344"/>
                        <a:pt x="3756" y="1265"/>
                        <a:pt x="3781" y="1167"/>
                      </a:cubicBezTo>
                      <a:cubicBezTo>
                        <a:pt x="3812" y="1072"/>
                        <a:pt x="3781" y="946"/>
                        <a:pt x="3686" y="820"/>
                      </a:cubicBezTo>
                      <a:lnTo>
                        <a:pt x="2867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45" name="Google Shape;9467;p73">
                  <a:extLst>
                    <a:ext uri="{FF2B5EF4-FFF2-40B4-BE49-F238E27FC236}">
                      <a16:creationId xmlns:a16="http://schemas.microsoft.com/office/drawing/2014/main" id="{9AA0EFC0-A8C3-22AD-6E7F-CBA320C805CD}"/>
                    </a:ext>
                  </a:extLst>
                </p:cNvPr>
                <p:cNvSpPr/>
                <p:nvPr/>
              </p:nvSpPr>
              <p:spPr>
                <a:xfrm>
                  <a:off x="4991425" y="3444650"/>
                  <a:ext cx="95325" cy="8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3" h="3493" extrusionOk="0">
                      <a:moveTo>
                        <a:pt x="946" y="1"/>
                      </a:moveTo>
                      <a:lnTo>
                        <a:pt x="126" y="851"/>
                      </a:lnTo>
                      <a:cubicBezTo>
                        <a:pt x="0" y="851"/>
                        <a:pt x="0" y="1009"/>
                        <a:pt x="32" y="1104"/>
                      </a:cubicBezTo>
                      <a:cubicBezTo>
                        <a:pt x="95" y="1230"/>
                        <a:pt x="158" y="1324"/>
                        <a:pt x="315" y="1356"/>
                      </a:cubicBezTo>
                      <a:lnTo>
                        <a:pt x="1733" y="1671"/>
                      </a:lnTo>
                      <a:lnTo>
                        <a:pt x="2048" y="3214"/>
                      </a:lnTo>
                      <a:cubicBezTo>
                        <a:pt x="2080" y="3309"/>
                        <a:pt x="2174" y="3435"/>
                        <a:pt x="2300" y="3466"/>
                      </a:cubicBezTo>
                      <a:cubicBezTo>
                        <a:pt x="2328" y="3485"/>
                        <a:pt x="2361" y="3492"/>
                        <a:pt x="2396" y="3492"/>
                      </a:cubicBezTo>
                      <a:cubicBezTo>
                        <a:pt x="2482" y="3492"/>
                        <a:pt x="2580" y="3448"/>
                        <a:pt x="2647" y="3403"/>
                      </a:cubicBezTo>
                      <a:lnTo>
                        <a:pt x="3813" y="2112"/>
                      </a:lnTo>
                      <a:lnTo>
                        <a:pt x="3813" y="2112"/>
                      </a:lnTo>
                      <a:lnTo>
                        <a:pt x="3624" y="2143"/>
                      </a:lnTo>
                      <a:lnTo>
                        <a:pt x="3561" y="2143"/>
                      </a:lnTo>
                      <a:cubicBezTo>
                        <a:pt x="3119" y="2143"/>
                        <a:pt x="2773" y="1891"/>
                        <a:pt x="2552" y="1513"/>
                      </a:cubicBezTo>
                      <a:lnTo>
                        <a:pt x="2206" y="631"/>
                      </a:lnTo>
                      <a:lnTo>
                        <a:pt x="1355" y="284"/>
                      </a:lnTo>
                      <a:cubicBezTo>
                        <a:pt x="1198" y="221"/>
                        <a:pt x="1072" y="127"/>
                        <a:pt x="94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2" name="Google Shape;9468;p73">
                <a:extLst>
                  <a:ext uri="{FF2B5EF4-FFF2-40B4-BE49-F238E27FC236}">
                    <a16:creationId xmlns:a16="http://schemas.microsoft.com/office/drawing/2014/main" id="{2FA5463A-55CF-6803-BA84-49302C464277}"/>
                  </a:ext>
                </a:extLst>
              </p:cNvPr>
              <p:cNvGrpSpPr/>
              <p:nvPr/>
            </p:nvGrpSpPr>
            <p:grpSpPr>
              <a:xfrm>
                <a:off x="8379176" y="4407885"/>
                <a:ext cx="500612" cy="440694"/>
                <a:chOff x="4991425" y="3617150"/>
                <a:chExt cx="296175" cy="260725"/>
              </a:xfrm>
              <a:grpFill/>
            </p:grpSpPr>
            <p:sp>
              <p:nvSpPr>
                <p:cNvPr id="17533" name="Google Shape;9469;p73">
                  <a:extLst>
                    <a:ext uri="{FF2B5EF4-FFF2-40B4-BE49-F238E27FC236}">
                      <a16:creationId xmlns:a16="http://schemas.microsoft.com/office/drawing/2014/main" id="{BB304AF2-3EBC-1407-AA68-FE2E54AF26B2}"/>
                    </a:ext>
                  </a:extLst>
                </p:cNvPr>
                <p:cNvSpPr/>
                <p:nvPr/>
              </p:nvSpPr>
              <p:spPr>
                <a:xfrm>
                  <a:off x="5069400" y="3738450"/>
                  <a:ext cx="139425" cy="13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7" h="5577" extrusionOk="0">
                      <a:moveTo>
                        <a:pt x="2804" y="0"/>
                      </a:moveTo>
                      <a:cubicBezTo>
                        <a:pt x="1607" y="0"/>
                        <a:pt x="1450" y="725"/>
                        <a:pt x="1009" y="3308"/>
                      </a:cubicBezTo>
                      <a:cubicBezTo>
                        <a:pt x="946" y="3749"/>
                        <a:pt x="851" y="4285"/>
                        <a:pt x="757" y="4883"/>
                      </a:cubicBezTo>
                      <a:lnTo>
                        <a:pt x="347" y="4883"/>
                      </a:lnTo>
                      <a:cubicBezTo>
                        <a:pt x="158" y="4883"/>
                        <a:pt x="0" y="5041"/>
                        <a:pt x="0" y="5230"/>
                      </a:cubicBezTo>
                      <a:cubicBezTo>
                        <a:pt x="0" y="5419"/>
                        <a:pt x="158" y="5576"/>
                        <a:pt x="347" y="5576"/>
                      </a:cubicBezTo>
                      <a:lnTo>
                        <a:pt x="5230" y="5576"/>
                      </a:lnTo>
                      <a:cubicBezTo>
                        <a:pt x="5419" y="5545"/>
                        <a:pt x="5577" y="5387"/>
                        <a:pt x="5577" y="5198"/>
                      </a:cubicBezTo>
                      <a:cubicBezTo>
                        <a:pt x="5577" y="5009"/>
                        <a:pt x="5419" y="4852"/>
                        <a:pt x="5230" y="4852"/>
                      </a:cubicBezTo>
                      <a:lnTo>
                        <a:pt x="4852" y="4852"/>
                      </a:lnTo>
                      <a:cubicBezTo>
                        <a:pt x="4726" y="4253"/>
                        <a:pt x="4632" y="3749"/>
                        <a:pt x="4569" y="3277"/>
                      </a:cubicBezTo>
                      <a:cubicBezTo>
                        <a:pt x="4128" y="756"/>
                        <a:pt x="3970" y="0"/>
                        <a:pt x="280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4" name="Google Shape;9470;p73">
                  <a:extLst>
                    <a:ext uri="{FF2B5EF4-FFF2-40B4-BE49-F238E27FC236}">
                      <a16:creationId xmlns:a16="http://schemas.microsoft.com/office/drawing/2014/main" id="{A1C0B796-F903-E2CD-1D5F-E60446A8788D}"/>
                    </a:ext>
                  </a:extLst>
                </p:cNvPr>
                <p:cNvSpPr/>
                <p:nvPr/>
              </p:nvSpPr>
              <p:spPr>
                <a:xfrm>
                  <a:off x="5200150" y="3617150"/>
                  <a:ext cx="6932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3" h="2773" extrusionOk="0">
                      <a:moveTo>
                        <a:pt x="1386" y="0"/>
                      </a:moveTo>
                      <a:cubicBezTo>
                        <a:pt x="630" y="0"/>
                        <a:pt x="0" y="630"/>
                        <a:pt x="0" y="1387"/>
                      </a:cubicBezTo>
                      <a:cubicBezTo>
                        <a:pt x="0" y="2111"/>
                        <a:pt x="630" y="2773"/>
                        <a:pt x="1386" y="2773"/>
                      </a:cubicBezTo>
                      <a:cubicBezTo>
                        <a:pt x="2143" y="2773"/>
                        <a:pt x="2773" y="2111"/>
                        <a:pt x="2773" y="1387"/>
                      </a:cubicBezTo>
                      <a:cubicBezTo>
                        <a:pt x="2773" y="630"/>
                        <a:pt x="2143" y="0"/>
                        <a:pt x="13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5" name="Google Shape;9471;p73">
                  <a:extLst>
                    <a:ext uri="{FF2B5EF4-FFF2-40B4-BE49-F238E27FC236}">
                      <a16:creationId xmlns:a16="http://schemas.microsoft.com/office/drawing/2014/main" id="{C3BAFDCF-90EA-8860-F823-024FA6EEB4F1}"/>
                    </a:ext>
                  </a:extLst>
                </p:cNvPr>
                <p:cNvSpPr/>
                <p:nvPr/>
              </p:nvSpPr>
              <p:spPr>
                <a:xfrm>
                  <a:off x="5009550" y="3617150"/>
                  <a:ext cx="6852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1" h="2773" extrusionOk="0">
                      <a:moveTo>
                        <a:pt x="1355" y="0"/>
                      </a:moveTo>
                      <a:cubicBezTo>
                        <a:pt x="599" y="0"/>
                        <a:pt x="0" y="630"/>
                        <a:pt x="0" y="1387"/>
                      </a:cubicBezTo>
                      <a:cubicBezTo>
                        <a:pt x="0" y="2143"/>
                        <a:pt x="599" y="2773"/>
                        <a:pt x="1355" y="2773"/>
                      </a:cubicBezTo>
                      <a:cubicBezTo>
                        <a:pt x="2111" y="2773"/>
                        <a:pt x="2741" y="2143"/>
                        <a:pt x="2741" y="1387"/>
                      </a:cubicBezTo>
                      <a:cubicBezTo>
                        <a:pt x="2741" y="630"/>
                        <a:pt x="2111" y="0"/>
                        <a:pt x="13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6" name="Google Shape;9472;p73">
                  <a:extLst>
                    <a:ext uri="{FF2B5EF4-FFF2-40B4-BE49-F238E27FC236}">
                      <a16:creationId xmlns:a16="http://schemas.microsoft.com/office/drawing/2014/main" id="{F703C58E-4DF3-42AD-DBAE-BF269AA1AC58}"/>
                    </a:ext>
                  </a:extLst>
                </p:cNvPr>
                <p:cNvSpPr/>
                <p:nvPr/>
              </p:nvSpPr>
              <p:spPr>
                <a:xfrm>
                  <a:off x="4991425" y="3686450"/>
                  <a:ext cx="104775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2081" extrusionOk="0">
                      <a:moveTo>
                        <a:pt x="568" y="1"/>
                      </a:moveTo>
                      <a:cubicBezTo>
                        <a:pt x="252" y="347"/>
                        <a:pt x="0" y="851"/>
                        <a:pt x="0" y="1356"/>
                      </a:cubicBezTo>
                      <a:lnTo>
                        <a:pt x="0" y="1734"/>
                      </a:lnTo>
                      <a:cubicBezTo>
                        <a:pt x="0" y="1923"/>
                        <a:pt x="158" y="2080"/>
                        <a:pt x="347" y="2080"/>
                      </a:cubicBezTo>
                      <a:lnTo>
                        <a:pt x="3813" y="2080"/>
                      </a:lnTo>
                      <a:cubicBezTo>
                        <a:pt x="4033" y="2080"/>
                        <a:pt x="4191" y="1923"/>
                        <a:pt x="4191" y="1734"/>
                      </a:cubicBezTo>
                      <a:lnTo>
                        <a:pt x="4191" y="1356"/>
                      </a:lnTo>
                      <a:cubicBezTo>
                        <a:pt x="4191" y="820"/>
                        <a:pt x="3970" y="347"/>
                        <a:pt x="3624" y="1"/>
                      </a:cubicBezTo>
                      <a:cubicBezTo>
                        <a:pt x="3245" y="410"/>
                        <a:pt x="2678" y="694"/>
                        <a:pt x="2080" y="694"/>
                      </a:cubicBezTo>
                      <a:cubicBezTo>
                        <a:pt x="1513" y="694"/>
                        <a:pt x="946" y="410"/>
                        <a:pt x="56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7" name="Google Shape;9473;p73">
                  <a:extLst>
                    <a:ext uri="{FF2B5EF4-FFF2-40B4-BE49-F238E27FC236}">
                      <a16:creationId xmlns:a16="http://schemas.microsoft.com/office/drawing/2014/main" id="{447A0F95-F988-D0A0-8EA3-3D58AECB06F2}"/>
                    </a:ext>
                  </a:extLst>
                </p:cNvPr>
                <p:cNvSpPr/>
                <p:nvPr/>
              </p:nvSpPr>
              <p:spPr>
                <a:xfrm>
                  <a:off x="5183600" y="3686450"/>
                  <a:ext cx="104000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2081" extrusionOk="0">
                      <a:moveTo>
                        <a:pt x="536" y="1"/>
                      </a:moveTo>
                      <a:cubicBezTo>
                        <a:pt x="221" y="347"/>
                        <a:pt x="1" y="851"/>
                        <a:pt x="1" y="1356"/>
                      </a:cubicBezTo>
                      <a:lnTo>
                        <a:pt x="1" y="1702"/>
                      </a:lnTo>
                      <a:cubicBezTo>
                        <a:pt x="1" y="1923"/>
                        <a:pt x="158" y="2080"/>
                        <a:pt x="347" y="2080"/>
                      </a:cubicBezTo>
                      <a:lnTo>
                        <a:pt x="3813" y="2080"/>
                      </a:lnTo>
                      <a:cubicBezTo>
                        <a:pt x="4002" y="2080"/>
                        <a:pt x="4159" y="1923"/>
                        <a:pt x="4159" y="1702"/>
                      </a:cubicBezTo>
                      <a:lnTo>
                        <a:pt x="4159" y="1356"/>
                      </a:lnTo>
                      <a:cubicBezTo>
                        <a:pt x="4159" y="820"/>
                        <a:pt x="3970" y="347"/>
                        <a:pt x="3624" y="1"/>
                      </a:cubicBezTo>
                      <a:cubicBezTo>
                        <a:pt x="3214" y="410"/>
                        <a:pt x="2679" y="694"/>
                        <a:pt x="2080" y="694"/>
                      </a:cubicBezTo>
                      <a:cubicBezTo>
                        <a:pt x="1450" y="694"/>
                        <a:pt x="946" y="410"/>
                        <a:pt x="53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8" name="Google Shape;9474;p73">
                  <a:extLst>
                    <a:ext uri="{FF2B5EF4-FFF2-40B4-BE49-F238E27FC236}">
                      <a16:creationId xmlns:a16="http://schemas.microsoft.com/office/drawing/2014/main" id="{5CED08A7-3C4C-D188-9420-82A5C7771187}"/>
                    </a:ext>
                  </a:extLst>
                </p:cNvPr>
                <p:cNvSpPr/>
                <p:nvPr/>
              </p:nvSpPr>
              <p:spPr>
                <a:xfrm>
                  <a:off x="5187550" y="3755775"/>
                  <a:ext cx="100050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2" h="2112" extrusionOk="0">
                      <a:moveTo>
                        <a:pt x="0" y="0"/>
                      </a:moveTo>
                      <a:cubicBezTo>
                        <a:pt x="189" y="567"/>
                        <a:pt x="315" y="1229"/>
                        <a:pt x="473" y="2111"/>
                      </a:cubicBezTo>
                      <a:lnTo>
                        <a:pt x="3655" y="2111"/>
                      </a:lnTo>
                      <a:cubicBezTo>
                        <a:pt x="3844" y="2111"/>
                        <a:pt x="4001" y="1954"/>
                        <a:pt x="4001" y="1733"/>
                      </a:cubicBezTo>
                      <a:lnTo>
                        <a:pt x="4001" y="378"/>
                      </a:lnTo>
                      <a:cubicBezTo>
                        <a:pt x="3970" y="158"/>
                        <a:pt x="3844" y="0"/>
                        <a:pt x="36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9" name="Google Shape;9475;p73">
                  <a:extLst>
                    <a:ext uri="{FF2B5EF4-FFF2-40B4-BE49-F238E27FC236}">
                      <a16:creationId xmlns:a16="http://schemas.microsoft.com/office/drawing/2014/main" id="{0908F6F4-4246-4B67-D2AB-EC1090E59764}"/>
                    </a:ext>
                  </a:extLst>
                </p:cNvPr>
                <p:cNvSpPr/>
                <p:nvPr/>
              </p:nvSpPr>
              <p:spPr>
                <a:xfrm>
                  <a:off x="4991425" y="3755775"/>
                  <a:ext cx="100850" cy="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4" h="2080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1733"/>
                      </a:lnTo>
                      <a:cubicBezTo>
                        <a:pt x="0" y="1954"/>
                        <a:pt x="158" y="2080"/>
                        <a:pt x="347" y="2080"/>
                      </a:cubicBezTo>
                      <a:lnTo>
                        <a:pt x="3561" y="2080"/>
                      </a:lnTo>
                      <a:cubicBezTo>
                        <a:pt x="3718" y="1229"/>
                        <a:pt x="3813" y="567"/>
                        <a:pt x="40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3" name="Google Shape;9476;p73">
                <a:extLst>
                  <a:ext uri="{FF2B5EF4-FFF2-40B4-BE49-F238E27FC236}">
                    <a16:creationId xmlns:a16="http://schemas.microsoft.com/office/drawing/2014/main" id="{FF6104C2-A367-8005-02BF-2AFF6A8EF15B}"/>
                  </a:ext>
                </a:extLst>
              </p:cNvPr>
              <p:cNvGrpSpPr/>
              <p:nvPr/>
            </p:nvGrpSpPr>
            <p:grpSpPr>
              <a:xfrm>
                <a:off x="8489677" y="4985299"/>
                <a:ext cx="279612" cy="499303"/>
                <a:chOff x="5056800" y="3962900"/>
                <a:chExt cx="165425" cy="295400"/>
              </a:xfrm>
              <a:grpFill/>
            </p:grpSpPr>
            <p:sp>
              <p:nvSpPr>
                <p:cNvPr id="17530" name="Google Shape;9477;p73">
                  <a:extLst>
                    <a:ext uri="{FF2B5EF4-FFF2-40B4-BE49-F238E27FC236}">
                      <a16:creationId xmlns:a16="http://schemas.microsoft.com/office/drawing/2014/main" id="{688AF427-559B-E661-E9C7-D1CA13233767}"/>
                    </a:ext>
                  </a:extLst>
                </p:cNvPr>
                <p:cNvSpPr/>
                <p:nvPr/>
              </p:nvSpPr>
              <p:spPr>
                <a:xfrm>
                  <a:off x="5155250" y="4042450"/>
                  <a:ext cx="66975" cy="1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4192" extrusionOk="0">
                      <a:moveTo>
                        <a:pt x="0" y="1"/>
                      </a:moveTo>
                      <a:lnTo>
                        <a:pt x="505" y="3467"/>
                      </a:lnTo>
                      <a:lnTo>
                        <a:pt x="1103" y="4065"/>
                      </a:lnTo>
                      <a:cubicBezTo>
                        <a:pt x="1166" y="4128"/>
                        <a:pt x="1261" y="4191"/>
                        <a:pt x="1324" y="4191"/>
                      </a:cubicBezTo>
                      <a:lnTo>
                        <a:pt x="2300" y="4191"/>
                      </a:lnTo>
                      <a:cubicBezTo>
                        <a:pt x="2521" y="4191"/>
                        <a:pt x="2678" y="4034"/>
                        <a:pt x="2678" y="3813"/>
                      </a:cubicBezTo>
                      <a:lnTo>
                        <a:pt x="2678" y="2805"/>
                      </a:lnTo>
                      <a:cubicBezTo>
                        <a:pt x="2678" y="2710"/>
                        <a:pt x="2615" y="2616"/>
                        <a:pt x="2552" y="2553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1" name="Google Shape;9478;p73">
                  <a:extLst>
                    <a:ext uri="{FF2B5EF4-FFF2-40B4-BE49-F238E27FC236}">
                      <a16:creationId xmlns:a16="http://schemas.microsoft.com/office/drawing/2014/main" id="{593E3FDA-AA80-3250-DF9A-3537C40B5209}"/>
                    </a:ext>
                  </a:extLst>
                </p:cNvPr>
                <p:cNvSpPr/>
                <p:nvPr/>
              </p:nvSpPr>
              <p:spPr>
                <a:xfrm>
                  <a:off x="5065450" y="3962900"/>
                  <a:ext cx="88250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0" h="2081" extrusionOk="0">
                      <a:moveTo>
                        <a:pt x="347" y="1"/>
                      </a:moveTo>
                      <a:cubicBezTo>
                        <a:pt x="221" y="1"/>
                        <a:pt x="158" y="33"/>
                        <a:pt x="64" y="159"/>
                      </a:cubicBezTo>
                      <a:cubicBezTo>
                        <a:pt x="1" y="222"/>
                        <a:pt x="1" y="348"/>
                        <a:pt x="32" y="474"/>
                      </a:cubicBezTo>
                      <a:lnTo>
                        <a:pt x="568" y="2080"/>
                      </a:lnTo>
                      <a:lnTo>
                        <a:pt x="2931" y="2080"/>
                      </a:lnTo>
                      <a:lnTo>
                        <a:pt x="3498" y="474"/>
                      </a:lnTo>
                      <a:cubicBezTo>
                        <a:pt x="3529" y="348"/>
                        <a:pt x="3498" y="222"/>
                        <a:pt x="3466" y="159"/>
                      </a:cubicBezTo>
                      <a:cubicBezTo>
                        <a:pt x="3340" y="64"/>
                        <a:pt x="3214" y="1"/>
                        <a:pt x="312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2" name="Google Shape;9479;p73">
                  <a:extLst>
                    <a:ext uri="{FF2B5EF4-FFF2-40B4-BE49-F238E27FC236}">
                      <a16:creationId xmlns:a16="http://schemas.microsoft.com/office/drawing/2014/main" id="{A46D2A10-89D4-150E-65D3-371AF4E221AD}"/>
                    </a:ext>
                  </a:extLst>
                </p:cNvPr>
                <p:cNvSpPr/>
                <p:nvPr/>
              </p:nvSpPr>
              <p:spPr>
                <a:xfrm>
                  <a:off x="5056800" y="4032225"/>
                  <a:ext cx="104000" cy="22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9043" extrusionOk="0">
                      <a:moveTo>
                        <a:pt x="977" y="0"/>
                      </a:moveTo>
                      <a:lnTo>
                        <a:pt x="0" y="6553"/>
                      </a:lnTo>
                      <a:cubicBezTo>
                        <a:pt x="0" y="6648"/>
                        <a:pt x="0" y="6742"/>
                        <a:pt x="63" y="6837"/>
                      </a:cubicBezTo>
                      <a:lnTo>
                        <a:pt x="1796" y="8916"/>
                      </a:lnTo>
                      <a:cubicBezTo>
                        <a:pt x="1859" y="9011"/>
                        <a:pt x="1954" y="9042"/>
                        <a:pt x="2080" y="9042"/>
                      </a:cubicBezTo>
                      <a:cubicBezTo>
                        <a:pt x="2174" y="9042"/>
                        <a:pt x="2269" y="9011"/>
                        <a:pt x="2332" y="8916"/>
                      </a:cubicBezTo>
                      <a:lnTo>
                        <a:pt x="4065" y="6837"/>
                      </a:lnTo>
                      <a:cubicBezTo>
                        <a:pt x="4159" y="6742"/>
                        <a:pt x="4159" y="6679"/>
                        <a:pt x="4159" y="6553"/>
                      </a:cubicBezTo>
                      <a:lnTo>
                        <a:pt x="318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4" name="Google Shape;9480;p73">
                <a:extLst>
                  <a:ext uri="{FF2B5EF4-FFF2-40B4-BE49-F238E27FC236}">
                    <a16:creationId xmlns:a16="http://schemas.microsoft.com/office/drawing/2014/main" id="{8D5600BF-DB30-E42D-278A-BB94544FEE08}"/>
                  </a:ext>
                </a:extLst>
              </p:cNvPr>
              <p:cNvGrpSpPr/>
              <p:nvPr/>
            </p:nvGrpSpPr>
            <p:grpSpPr>
              <a:xfrm>
                <a:off x="10279035" y="4985321"/>
                <a:ext cx="501923" cy="499261"/>
                <a:chOff x="6168925" y="3936925"/>
                <a:chExt cx="296950" cy="295375"/>
              </a:xfrm>
              <a:grpFill/>
            </p:grpSpPr>
            <p:sp>
              <p:nvSpPr>
                <p:cNvPr id="17524" name="Google Shape;9481;p73">
                  <a:extLst>
                    <a:ext uri="{FF2B5EF4-FFF2-40B4-BE49-F238E27FC236}">
                      <a16:creationId xmlns:a16="http://schemas.microsoft.com/office/drawing/2014/main" id="{65260F20-2E42-F47D-4AE8-4FDD93D748B3}"/>
                    </a:ext>
                  </a:extLst>
                </p:cNvPr>
                <p:cNvSpPr/>
                <p:nvPr/>
              </p:nvSpPr>
              <p:spPr>
                <a:xfrm>
                  <a:off x="6220900" y="4164550"/>
                  <a:ext cx="181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725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67"/>
                        <a:pt x="158" y="725"/>
                        <a:pt x="379" y="725"/>
                      </a:cubicBezTo>
                      <a:cubicBezTo>
                        <a:pt x="568" y="725"/>
                        <a:pt x="725" y="567"/>
                        <a:pt x="725" y="347"/>
                      </a:cubicBezTo>
                      <a:cubicBezTo>
                        <a:pt x="725" y="158"/>
                        <a:pt x="568" y="0"/>
                        <a:pt x="37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5" name="Google Shape;9482;p73">
                  <a:extLst>
                    <a:ext uri="{FF2B5EF4-FFF2-40B4-BE49-F238E27FC236}">
                      <a16:creationId xmlns:a16="http://schemas.microsoft.com/office/drawing/2014/main" id="{A0E1C9B5-0197-54AC-39AE-095DF44FEC66}"/>
                    </a:ext>
                  </a:extLst>
                </p:cNvPr>
                <p:cNvSpPr/>
                <p:nvPr/>
              </p:nvSpPr>
              <p:spPr>
                <a:xfrm>
                  <a:off x="6168925" y="3972375"/>
                  <a:ext cx="227650" cy="25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06" h="10397" extrusionOk="0">
                      <a:moveTo>
                        <a:pt x="3115" y="2135"/>
                      </a:moveTo>
                      <a:cubicBezTo>
                        <a:pt x="3206" y="2135"/>
                        <a:pt x="3293" y="2158"/>
                        <a:pt x="3340" y="2205"/>
                      </a:cubicBezTo>
                      <a:cubicBezTo>
                        <a:pt x="3466" y="2331"/>
                        <a:pt x="3466" y="2583"/>
                        <a:pt x="3340" y="2678"/>
                      </a:cubicBezTo>
                      <a:lnTo>
                        <a:pt x="2930" y="3119"/>
                      </a:lnTo>
                      <a:lnTo>
                        <a:pt x="3340" y="3560"/>
                      </a:lnTo>
                      <a:cubicBezTo>
                        <a:pt x="3466" y="3686"/>
                        <a:pt x="3466" y="3907"/>
                        <a:pt x="3340" y="4033"/>
                      </a:cubicBezTo>
                      <a:cubicBezTo>
                        <a:pt x="3293" y="4096"/>
                        <a:pt x="3206" y="4127"/>
                        <a:pt x="3115" y="4127"/>
                      </a:cubicBezTo>
                      <a:cubicBezTo>
                        <a:pt x="3025" y="4127"/>
                        <a:pt x="2930" y="4096"/>
                        <a:pt x="2867" y="4033"/>
                      </a:cubicBezTo>
                      <a:lnTo>
                        <a:pt x="2458" y="3592"/>
                      </a:lnTo>
                      <a:lnTo>
                        <a:pt x="2017" y="4033"/>
                      </a:lnTo>
                      <a:cubicBezTo>
                        <a:pt x="1954" y="4096"/>
                        <a:pt x="1867" y="4127"/>
                        <a:pt x="1780" y="4127"/>
                      </a:cubicBezTo>
                      <a:cubicBezTo>
                        <a:pt x="1694" y="4127"/>
                        <a:pt x="1607" y="4096"/>
                        <a:pt x="1544" y="4033"/>
                      </a:cubicBezTo>
                      <a:cubicBezTo>
                        <a:pt x="1418" y="3907"/>
                        <a:pt x="1418" y="3686"/>
                        <a:pt x="1544" y="3560"/>
                      </a:cubicBezTo>
                      <a:lnTo>
                        <a:pt x="1985" y="3119"/>
                      </a:lnTo>
                      <a:lnTo>
                        <a:pt x="1544" y="2678"/>
                      </a:lnTo>
                      <a:cubicBezTo>
                        <a:pt x="1418" y="2583"/>
                        <a:pt x="1418" y="2331"/>
                        <a:pt x="1544" y="2205"/>
                      </a:cubicBezTo>
                      <a:cubicBezTo>
                        <a:pt x="1591" y="2158"/>
                        <a:pt x="1678" y="2135"/>
                        <a:pt x="1769" y="2135"/>
                      </a:cubicBezTo>
                      <a:cubicBezTo>
                        <a:pt x="1859" y="2135"/>
                        <a:pt x="1954" y="2158"/>
                        <a:pt x="2017" y="2205"/>
                      </a:cubicBezTo>
                      <a:lnTo>
                        <a:pt x="2458" y="2646"/>
                      </a:lnTo>
                      <a:lnTo>
                        <a:pt x="2867" y="2205"/>
                      </a:lnTo>
                      <a:cubicBezTo>
                        <a:pt x="2930" y="2158"/>
                        <a:pt x="3025" y="2135"/>
                        <a:pt x="3115" y="2135"/>
                      </a:cubicBezTo>
                      <a:close/>
                      <a:moveTo>
                        <a:pt x="6727" y="2079"/>
                      </a:moveTo>
                      <a:cubicBezTo>
                        <a:pt x="6813" y="2079"/>
                        <a:pt x="6900" y="2111"/>
                        <a:pt x="6963" y="2174"/>
                      </a:cubicBezTo>
                      <a:lnTo>
                        <a:pt x="7688" y="2898"/>
                      </a:lnTo>
                      <a:cubicBezTo>
                        <a:pt x="7719" y="2993"/>
                        <a:pt x="7719" y="3245"/>
                        <a:pt x="7593" y="3371"/>
                      </a:cubicBezTo>
                      <a:cubicBezTo>
                        <a:pt x="7546" y="3418"/>
                        <a:pt x="7459" y="3442"/>
                        <a:pt x="7369" y="3442"/>
                      </a:cubicBezTo>
                      <a:cubicBezTo>
                        <a:pt x="7278" y="3442"/>
                        <a:pt x="7183" y="3418"/>
                        <a:pt x="7120" y="3371"/>
                      </a:cubicBezTo>
                      <a:lnTo>
                        <a:pt x="7026" y="3245"/>
                      </a:lnTo>
                      <a:lnTo>
                        <a:pt x="7026" y="4505"/>
                      </a:lnTo>
                      <a:cubicBezTo>
                        <a:pt x="7026" y="5104"/>
                        <a:pt x="6553" y="5513"/>
                        <a:pt x="5986" y="5513"/>
                      </a:cubicBezTo>
                      <a:lnTo>
                        <a:pt x="3151" y="5513"/>
                      </a:lnTo>
                      <a:cubicBezTo>
                        <a:pt x="2962" y="5513"/>
                        <a:pt x="2804" y="5671"/>
                        <a:pt x="2804" y="5891"/>
                      </a:cubicBezTo>
                      <a:lnTo>
                        <a:pt x="2804" y="7026"/>
                      </a:lnTo>
                      <a:cubicBezTo>
                        <a:pt x="3182" y="7183"/>
                        <a:pt x="3497" y="7530"/>
                        <a:pt x="3497" y="8002"/>
                      </a:cubicBezTo>
                      <a:cubicBezTo>
                        <a:pt x="3497" y="8601"/>
                        <a:pt x="3025" y="9042"/>
                        <a:pt x="2489" y="9042"/>
                      </a:cubicBezTo>
                      <a:cubicBezTo>
                        <a:pt x="1922" y="9042"/>
                        <a:pt x="1450" y="8569"/>
                        <a:pt x="1450" y="8002"/>
                      </a:cubicBezTo>
                      <a:cubicBezTo>
                        <a:pt x="1450" y="7561"/>
                        <a:pt x="1733" y="7183"/>
                        <a:pt x="2174" y="7026"/>
                      </a:cubicBezTo>
                      <a:lnTo>
                        <a:pt x="2174" y="5891"/>
                      </a:lnTo>
                      <a:cubicBezTo>
                        <a:pt x="2174" y="5293"/>
                        <a:pt x="2647" y="4852"/>
                        <a:pt x="3182" y="4852"/>
                      </a:cubicBezTo>
                      <a:lnTo>
                        <a:pt x="6018" y="4852"/>
                      </a:lnTo>
                      <a:cubicBezTo>
                        <a:pt x="6207" y="4852"/>
                        <a:pt x="6364" y="4694"/>
                        <a:pt x="6364" y="4505"/>
                      </a:cubicBezTo>
                      <a:lnTo>
                        <a:pt x="6364" y="3245"/>
                      </a:lnTo>
                      <a:lnTo>
                        <a:pt x="6270" y="3371"/>
                      </a:lnTo>
                      <a:cubicBezTo>
                        <a:pt x="6207" y="3418"/>
                        <a:pt x="6120" y="3442"/>
                        <a:pt x="6034" y="3442"/>
                      </a:cubicBezTo>
                      <a:cubicBezTo>
                        <a:pt x="5947" y="3442"/>
                        <a:pt x="5860" y="3418"/>
                        <a:pt x="5797" y="3371"/>
                      </a:cubicBezTo>
                      <a:cubicBezTo>
                        <a:pt x="5671" y="3245"/>
                        <a:pt x="5671" y="2993"/>
                        <a:pt x="5797" y="2898"/>
                      </a:cubicBezTo>
                      <a:lnTo>
                        <a:pt x="6490" y="2174"/>
                      </a:lnTo>
                      <a:cubicBezTo>
                        <a:pt x="6553" y="2111"/>
                        <a:pt x="6640" y="2079"/>
                        <a:pt x="6727" y="2079"/>
                      </a:cubicBezTo>
                      <a:close/>
                      <a:moveTo>
                        <a:pt x="7369" y="7057"/>
                      </a:moveTo>
                      <a:cubicBezTo>
                        <a:pt x="7459" y="7057"/>
                        <a:pt x="7546" y="7089"/>
                        <a:pt x="7593" y="7152"/>
                      </a:cubicBezTo>
                      <a:cubicBezTo>
                        <a:pt x="7719" y="7246"/>
                        <a:pt x="7719" y="7498"/>
                        <a:pt x="7593" y="7624"/>
                      </a:cubicBezTo>
                      <a:lnTo>
                        <a:pt x="7183" y="8034"/>
                      </a:lnTo>
                      <a:lnTo>
                        <a:pt x="7593" y="8475"/>
                      </a:lnTo>
                      <a:cubicBezTo>
                        <a:pt x="7719" y="8601"/>
                        <a:pt x="7719" y="8821"/>
                        <a:pt x="7593" y="8947"/>
                      </a:cubicBezTo>
                      <a:cubicBezTo>
                        <a:pt x="7546" y="9010"/>
                        <a:pt x="7459" y="9042"/>
                        <a:pt x="7369" y="9042"/>
                      </a:cubicBezTo>
                      <a:cubicBezTo>
                        <a:pt x="7278" y="9042"/>
                        <a:pt x="7183" y="9010"/>
                        <a:pt x="7120" y="8947"/>
                      </a:cubicBezTo>
                      <a:lnTo>
                        <a:pt x="6711" y="8506"/>
                      </a:lnTo>
                      <a:lnTo>
                        <a:pt x="6270" y="8947"/>
                      </a:lnTo>
                      <a:cubicBezTo>
                        <a:pt x="6207" y="9010"/>
                        <a:pt x="6120" y="9042"/>
                        <a:pt x="6034" y="9042"/>
                      </a:cubicBezTo>
                      <a:cubicBezTo>
                        <a:pt x="5947" y="9042"/>
                        <a:pt x="5860" y="9010"/>
                        <a:pt x="5797" y="8947"/>
                      </a:cubicBezTo>
                      <a:cubicBezTo>
                        <a:pt x="5671" y="8821"/>
                        <a:pt x="5671" y="8601"/>
                        <a:pt x="5797" y="8475"/>
                      </a:cubicBezTo>
                      <a:lnTo>
                        <a:pt x="6207" y="8034"/>
                      </a:lnTo>
                      <a:lnTo>
                        <a:pt x="5797" y="7624"/>
                      </a:lnTo>
                      <a:cubicBezTo>
                        <a:pt x="5671" y="7498"/>
                        <a:pt x="5671" y="7246"/>
                        <a:pt x="5797" y="7152"/>
                      </a:cubicBezTo>
                      <a:cubicBezTo>
                        <a:pt x="5845" y="7089"/>
                        <a:pt x="5931" y="7057"/>
                        <a:pt x="6022" y="7057"/>
                      </a:cubicBezTo>
                      <a:cubicBezTo>
                        <a:pt x="6112" y="7057"/>
                        <a:pt x="6207" y="7089"/>
                        <a:pt x="6270" y="7152"/>
                      </a:cubicBezTo>
                      <a:lnTo>
                        <a:pt x="6711" y="7561"/>
                      </a:lnTo>
                      <a:lnTo>
                        <a:pt x="7120" y="7152"/>
                      </a:lnTo>
                      <a:cubicBezTo>
                        <a:pt x="7183" y="7089"/>
                        <a:pt x="7278" y="7057"/>
                        <a:pt x="7369" y="7057"/>
                      </a:cubicBezTo>
                      <a:close/>
                      <a:moveTo>
                        <a:pt x="1040" y="0"/>
                      </a:moveTo>
                      <a:cubicBezTo>
                        <a:pt x="441" y="0"/>
                        <a:pt x="0" y="473"/>
                        <a:pt x="0" y="1040"/>
                      </a:cubicBezTo>
                      <a:lnTo>
                        <a:pt x="0" y="9388"/>
                      </a:lnTo>
                      <a:cubicBezTo>
                        <a:pt x="0" y="9987"/>
                        <a:pt x="473" y="10397"/>
                        <a:pt x="1040" y="10397"/>
                      </a:cubicBezTo>
                      <a:lnTo>
                        <a:pt x="8003" y="10397"/>
                      </a:lnTo>
                      <a:cubicBezTo>
                        <a:pt x="8601" y="10397"/>
                        <a:pt x="9011" y="9924"/>
                        <a:pt x="9011" y="9388"/>
                      </a:cubicBezTo>
                      <a:lnTo>
                        <a:pt x="9011" y="1040"/>
                      </a:lnTo>
                      <a:cubicBezTo>
                        <a:pt x="9105" y="473"/>
                        <a:pt x="8633" y="0"/>
                        <a:pt x="8034" y="0"/>
                      </a:cubicBezTo>
                      <a:lnTo>
                        <a:pt x="7341" y="0"/>
                      </a:lnTo>
                      <a:cubicBezTo>
                        <a:pt x="7341" y="756"/>
                        <a:pt x="6711" y="1386"/>
                        <a:pt x="5955" y="1386"/>
                      </a:cubicBezTo>
                      <a:lnTo>
                        <a:pt x="3119" y="1386"/>
                      </a:lnTo>
                      <a:cubicBezTo>
                        <a:pt x="2363" y="1386"/>
                        <a:pt x="1733" y="756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6" name="Google Shape;9483;p73">
                  <a:extLst>
                    <a:ext uri="{FF2B5EF4-FFF2-40B4-BE49-F238E27FC236}">
                      <a16:creationId xmlns:a16="http://schemas.microsoft.com/office/drawing/2014/main" id="{B77F4A19-49C5-4AD5-707A-C786BEC553E5}"/>
                    </a:ext>
                  </a:extLst>
                </p:cNvPr>
                <p:cNvSpPr/>
                <p:nvPr/>
              </p:nvSpPr>
              <p:spPr>
                <a:xfrm>
                  <a:off x="6228775" y="3936925"/>
                  <a:ext cx="106350" cy="5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4" h="2143" extrusionOk="0">
                      <a:moveTo>
                        <a:pt x="2143" y="0"/>
                      </a:moveTo>
                      <a:cubicBezTo>
                        <a:pt x="1860" y="0"/>
                        <a:pt x="1576" y="221"/>
                        <a:pt x="1450" y="473"/>
                      </a:cubicBezTo>
                      <a:lnTo>
                        <a:pt x="1387" y="725"/>
                      </a:lnTo>
                      <a:lnTo>
                        <a:pt x="725" y="725"/>
                      </a:lnTo>
                      <a:cubicBezTo>
                        <a:pt x="316" y="725"/>
                        <a:pt x="1" y="1040"/>
                        <a:pt x="1" y="1418"/>
                      </a:cubicBezTo>
                      <a:cubicBezTo>
                        <a:pt x="1" y="1828"/>
                        <a:pt x="316" y="2143"/>
                        <a:pt x="725" y="2143"/>
                      </a:cubicBezTo>
                      <a:lnTo>
                        <a:pt x="3561" y="2143"/>
                      </a:lnTo>
                      <a:cubicBezTo>
                        <a:pt x="3939" y="2143"/>
                        <a:pt x="4254" y="1828"/>
                        <a:pt x="4254" y="1418"/>
                      </a:cubicBezTo>
                      <a:cubicBezTo>
                        <a:pt x="4254" y="1040"/>
                        <a:pt x="3939" y="725"/>
                        <a:pt x="3561" y="725"/>
                      </a:cubicBezTo>
                      <a:lnTo>
                        <a:pt x="2868" y="725"/>
                      </a:lnTo>
                      <a:lnTo>
                        <a:pt x="2805" y="473"/>
                      </a:lnTo>
                      <a:cubicBezTo>
                        <a:pt x="2710" y="221"/>
                        <a:pt x="2458" y="0"/>
                        <a:pt x="21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7" name="Google Shape;9484;p73">
                  <a:extLst>
                    <a:ext uri="{FF2B5EF4-FFF2-40B4-BE49-F238E27FC236}">
                      <a16:creationId xmlns:a16="http://schemas.microsoft.com/office/drawing/2014/main" id="{582176A7-AEEB-A44B-3FF7-3210D446C8C2}"/>
                    </a:ext>
                  </a:extLst>
                </p:cNvPr>
                <p:cNvSpPr/>
                <p:nvPr/>
              </p:nvSpPr>
              <p:spPr>
                <a:xfrm>
                  <a:off x="6412300" y="4059000"/>
                  <a:ext cx="52000" cy="10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4223" extrusionOk="0">
                      <a:moveTo>
                        <a:pt x="0" y="1"/>
                      </a:moveTo>
                      <a:lnTo>
                        <a:pt x="0" y="4222"/>
                      </a:lnTo>
                      <a:lnTo>
                        <a:pt x="32" y="4222"/>
                      </a:lnTo>
                      <a:cubicBezTo>
                        <a:pt x="315" y="4002"/>
                        <a:pt x="662" y="3876"/>
                        <a:pt x="1072" y="3876"/>
                      </a:cubicBezTo>
                      <a:cubicBezTo>
                        <a:pt x="1450" y="3876"/>
                        <a:pt x="1796" y="4002"/>
                        <a:pt x="2080" y="4222"/>
                      </a:cubicBezTo>
                      <a:lnTo>
                        <a:pt x="208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8" name="Google Shape;9485;p73">
                  <a:extLst>
                    <a:ext uri="{FF2B5EF4-FFF2-40B4-BE49-F238E27FC236}">
                      <a16:creationId xmlns:a16="http://schemas.microsoft.com/office/drawing/2014/main" id="{CD4C2751-EBCA-9A2F-5644-5E492CF532AB}"/>
                    </a:ext>
                  </a:extLst>
                </p:cNvPr>
                <p:cNvSpPr/>
                <p:nvPr/>
              </p:nvSpPr>
              <p:spPr>
                <a:xfrm>
                  <a:off x="6413875" y="4007025"/>
                  <a:ext cx="52000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1387" extrusionOk="0">
                      <a:moveTo>
                        <a:pt x="1040" y="0"/>
                      </a:moveTo>
                      <a:cubicBezTo>
                        <a:pt x="441" y="0"/>
                        <a:pt x="0" y="473"/>
                        <a:pt x="0" y="1040"/>
                      </a:cubicBezTo>
                      <a:lnTo>
                        <a:pt x="0" y="1386"/>
                      </a:lnTo>
                      <a:lnTo>
                        <a:pt x="2080" y="1386"/>
                      </a:lnTo>
                      <a:lnTo>
                        <a:pt x="2080" y="1040"/>
                      </a:lnTo>
                      <a:cubicBezTo>
                        <a:pt x="2048" y="473"/>
                        <a:pt x="1576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9" name="Google Shape;9486;p73">
                  <a:extLst>
                    <a:ext uri="{FF2B5EF4-FFF2-40B4-BE49-F238E27FC236}">
                      <a16:creationId xmlns:a16="http://schemas.microsoft.com/office/drawing/2014/main" id="{05717B48-6B56-6992-F7A8-08F6BEEB34AB}"/>
                    </a:ext>
                  </a:extLst>
                </p:cNvPr>
                <p:cNvSpPr/>
                <p:nvPr/>
              </p:nvSpPr>
              <p:spPr>
                <a:xfrm>
                  <a:off x="6417800" y="4173200"/>
                  <a:ext cx="43350" cy="4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4" h="1734" extrusionOk="0">
                      <a:moveTo>
                        <a:pt x="883" y="1"/>
                      </a:moveTo>
                      <a:cubicBezTo>
                        <a:pt x="537" y="1"/>
                        <a:pt x="190" y="221"/>
                        <a:pt x="1" y="442"/>
                      </a:cubicBezTo>
                      <a:lnTo>
                        <a:pt x="568" y="1545"/>
                      </a:lnTo>
                      <a:cubicBezTo>
                        <a:pt x="600" y="1671"/>
                        <a:pt x="757" y="1734"/>
                        <a:pt x="883" y="1734"/>
                      </a:cubicBezTo>
                      <a:cubicBezTo>
                        <a:pt x="978" y="1734"/>
                        <a:pt x="1104" y="1671"/>
                        <a:pt x="1198" y="1545"/>
                      </a:cubicBezTo>
                      <a:lnTo>
                        <a:pt x="1734" y="442"/>
                      </a:lnTo>
                      <a:cubicBezTo>
                        <a:pt x="1545" y="158"/>
                        <a:pt x="1230" y="1"/>
                        <a:pt x="88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5" name="Google Shape;9487;p73">
                <a:extLst>
                  <a:ext uri="{FF2B5EF4-FFF2-40B4-BE49-F238E27FC236}">
                    <a16:creationId xmlns:a16="http://schemas.microsoft.com/office/drawing/2014/main" id="{9F44E99C-D019-D8B6-E4B4-E09107D9B320}"/>
                  </a:ext>
                </a:extLst>
              </p:cNvPr>
              <p:cNvGrpSpPr/>
              <p:nvPr/>
            </p:nvGrpSpPr>
            <p:grpSpPr>
              <a:xfrm>
                <a:off x="2672075" y="3748558"/>
                <a:ext cx="497908" cy="499261"/>
                <a:chOff x="1674750" y="3254050"/>
                <a:chExt cx="294575" cy="295375"/>
              </a:xfrm>
              <a:grpFill/>
            </p:grpSpPr>
            <p:sp>
              <p:nvSpPr>
                <p:cNvPr id="17521" name="Google Shape;9488;p73">
                  <a:extLst>
                    <a:ext uri="{FF2B5EF4-FFF2-40B4-BE49-F238E27FC236}">
                      <a16:creationId xmlns:a16="http://schemas.microsoft.com/office/drawing/2014/main" id="{C57E509E-4496-A7FF-25E6-B183A4F7F4DE}"/>
                    </a:ext>
                  </a:extLst>
                </p:cNvPr>
                <p:cNvSpPr/>
                <p:nvPr/>
              </p:nvSpPr>
              <p:spPr>
                <a:xfrm>
                  <a:off x="1691275" y="3351700"/>
                  <a:ext cx="278050" cy="19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22" h="7909" extrusionOk="0">
                      <a:moveTo>
                        <a:pt x="10535" y="0"/>
                      </a:moveTo>
                      <a:cubicBezTo>
                        <a:pt x="10489" y="0"/>
                        <a:pt x="10442" y="10"/>
                        <a:pt x="10397" y="33"/>
                      </a:cubicBezTo>
                      <a:cubicBezTo>
                        <a:pt x="10208" y="64"/>
                        <a:pt x="10114" y="253"/>
                        <a:pt x="10177" y="474"/>
                      </a:cubicBezTo>
                      <a:cubicBezTo>
                        <a:pt x="10334" y="978"/>
                        <a:pt x="10429" y="1482"/>
                        <a:pt x="10429" y="1986"/>
                      </a:cubicBezTo>
                      <a:cubicBezTo>
                        <a:pt x="10429" y="4885"/>
                        <a:pt x="8066" y="7247"/>
                        <a:pt x="5199" y="7247"/>
                      </a:cubicBezTo>
                      <a:cubicBezTo>
                        <a:pt x="3561" y="7247"/>
                        <a:pt x="2017" y="6397"/>
                        <a:pt x="1072" y="5137"/>
                      </a:cubicBezTo>
                      <a:lnTo>
                        <a:pt x="1733" y="5137"/>
                      </a:lnTo>
                      <a:cubicBezTo>
                        <a:pt x="1922" y="5137"/>
                        <a:pt x="2080" y="4979"/>
                        <a:pt x="2080" y="4790"/>
                      </a:cubicBezTo>
                      <a:cubicBezTo>
                        <a:pt x="2080" y="4601"/>
                        <a:pt x="1922" y="4443"/>
                        <a:pt x="1733" y="4443"/>
                      </a:cubicBezTo>
                      <a:lnTo>
                        <a:pt x="347" y="4443"/>
                      </a:lnTo>
                      <a:cubicBezTo>
                        <a:pt x="158" y="4443"/>
                        <a:pt x="1" y="4601"/>
                        <a:pt x="1" y="4790"/>
                      </a:cubicBezTo>
                      <a:lnTo>
                        <a:pt x="1" y="6176"/>
                      </a:lnTo>
                      <a:cubicBezTo>
                        <a:pt x="1" y="6365"/>
                        <a:pt x="158" y="6523"/>
                        <a:pt x="347" y="6523"/>
                      </a:cubicBezTo>
                      <a:cubicBezTo>
                        <a:pt x="536" y="6523"/>
                        <a:pt x="694" y="6365"/>
                        <a:pt x="694" y="6176"/>
                      </a:cubicBezTo>
                      <a:lnTo>
                        <a:pt x="694" y="5767"/>
                      </a:lnTo>
                      <a:cubicBezTo>
                        <a:pt x="1796" y="7090"/>
                        <a:pt x="3466" y="7909"/>
                        <a:pt x="5199" y="7909"/>
                      </a:cubicBezTo>
                      <a:cubicBezTo>
                        <a:pt x="8412" y="7909"/>
                        <a:pt x="11122" y="5231"/>
                        <a:pt x="11122" y="1986"/>
                      </a:cubicBezTo>
                      <a:cubicBezTo>
                        <a:pt x="11122" y="1419"/>
                        <a:pt x="10996" y="820"/>
                        <a:pt x="10838" y="222"/>
                      </a:cubicBezTo>
                      <a:cubicBezTo>
                        <a:pt x="10814" y="102"/>
                        <a:pt x="10681" y="0"/>
                        <a:pt x="105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2" name="Google Shape;9489;p73">
                  <a:extLst>
                    <a:ext uri="{FF2B5EF4-FFF2-40B4-BE49-F238E27FC236}">
                      <a16:creationId xmlns:a16="http://schemas.microsoft.com/office/drawing/2014/main" id="{8D18D4B7-8499-97E3-00CE-C6875FDEC7F5}"/>
                    </a:ext>
                  </a:extLst>
                </p:cNvPr>
                <p:cNvSpPr/>
                <p:nvPr/>
              </p:nvSpPr>
              <p:spPr>
                <a:xfrm>
                  <a:off x="1674750" y="3254050"/>
                  <a:ext cx="277250" cy="19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90" h="7916" extrusionOk="0">
                      <a:moveTo>
                        <a:pt x="5891" y="1"/>
                      </a:moveTo>
                      <a:cubicBezTo>
                        <a:pt x="2678" y="1"/>
                        <a:pt x="0" y="2679"/>
                        <a:pt x="0" y="5892"/>
                      </a:cubicBezTo>
                      <a:cubicBezTo>
                        <a:pt x="0" y="6491"/>
                        <a:pt x="126" y="7089"/>
                        <a:pt x="284" y="7656"/>
                      </a:cubicBezTo>
                      <a:cubicBezTo>
                        <a:pt x="310" y="7842"/>
                        <a:pt x="448" y="7916"/>
                        <a:pt x="604" y="7916"/>
                      </a:cubicBezTo>
                      <a:cubicBezTo>
                        <a:pt x="633" y="7916"/>
                        <a:pt x="663" y="7913"/>
                        <a:pt x="693" y="7908"/>
                      </a:cubicBezTo>
                      <a:cubicBezTo>
                        <a:pt x="882" y="7877"/>
                        <a:pt x="977" y="7656"/>
                        <a:pt x="945" y="7467"/>
                      </a:cubicBezTo>
                      <a:cubicBezTo>
                        <a:pt x="788" y="6963"/>
                        <a:pt x="662" y="6459"/>
                        <a:pt x="662" y="5892"/>
                      </a:cubicBezTo>
                      <a:cubicBezTo>
                        <a:pt x="662" y="3025"/>
                        <a:pt x="3025" y="662"/>
                        <a:pt x="5891" y="662"/>
                      </a:cubicBezTo>
                      <a:cubicBezTo>
                        <a:pt x="7561" y="662"/>
                        <a:pt x="9105" y="1481"/>
                        <a:pt x="10050" y="2742"/>
                      </a:cubicBezTo>
                      <a:lnTo>
                        <a:pt x="9357" y="2742"/>
                      </a:lnTo>
                      <a:cubicBezTo>
                        <a:pt x="9168" y="2742"/>
                        <a:pt x="9010" y="2899"/>
                        <a:pt x="9010" y="3088"/>
                      </a:cubicBezTo>
                      <a:cubicBezTo>
                        <a:pt x="9010" y="3309"/>
                        <a:pt x="9168" y="3466"/>
                        <a:pt x="9357" y="3466"/>
                      </a:cubicBezTo>
                      <a:lnTo>
                        <a:pt x="10743" y="3466"/>
                      </a:lnTo>
                      <a:cubicBezTo>
                        <a:pt x="10932" y="3466"/>
                        <a:pt x="11090" y="3309"/>
                        <a:pt x="11090" y="3088"/>
                      </a:cubicBezTo>
                      <a:lnTo>
                        <a:pt x="11090" y="1733"/>
                      </a:lnTo>
                      <a:cubicBezTo>
                        <a:pt x="11090" y="1513"/>
                        <a:pt x="10932" y="1355"/>
                        <a:pt x="10743" y="1355"/>
                      </a:cubicBezTo>
                      <a:cubicBezTo>
                        <a:pt x="10554" y="1355"/>
                        <a:pt x="10397" y="1513"/>
                        <a:pt x="10397" y="1733"/>
                      </a:cubicBezTo>
                      <a:lnTo>
                        <a:pt x="10397" y="2111"/>
                      </a:lnTo>
                      <a:cubicBezTo>
                        <a:pt x="9294" y="820"/>
                        <a:pt x="7624" y="1"/>
                        <a:pt x="589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3" name="Google Shape;9490;p73">
                  <a:extLst>
                    <a:ext uri="{FF2B5EF4-FFF2-40B4-BE49-F238E27FC236}">
                      <a16:creationId xmlns:a16="http://schemas.microsoft.com/office/drawing/2014/main" id="{B1962EF9-D19C-CDA8-7FAB-178C9CB11481}"/>
                    </a:ext>
                  </a:extLst>
                </p:cNvPr>
                <p:cNvSpPr/>
                <p:nvPr/>
              </p:nvSpPr>
              <p:spPr>
                <a:xfrm>
                  <a:off x="1727500" y="3306825"/>
                  <a:ext cx="189075" cy="18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3" h="7562" extrusionOk="0">
                      <a:moveTo>
                        <a:pt x="3750" y="2048"/>
                      </a:moveTo>
                      <a:cubicBezTo>
                        <a:pt x="3939" y="2048"/>
                        <a:pt x="4097" y="2206"/>
                        <a:pt x="4097" y="2426"/>
                      </a:cubicBezTo>
                      <a:lnTo>
                        <a:pt x="4097" y="3435"/>
                      </a:lnTo>
                      <a:lnTo>
                        <a:pt x="4475" y="3435"/>
                      </a:lnTo>
                      <a:cubicBezTo>
                        <a:pt x="4664" y="3435"/>
                        <a:pt x="4821" y="3592"/>
                        <a:pt x="4821" y="3781"/>
                      </a:cubicBezTo>
                      <a:cubicBezTo>
                        <a:pt x="4821" y="4002"/>
                        <a:pt x="4664" y="4159"/>
                        <a:pt x="4475" y="4159"/>
                      </a:cubicBezTo>
                      <a:lnTo>
                        <a:pt x="3750" y="4159"/>
                      </a:lnTo>
                      <a:cubicBezTo>
                        <a:pt x="3561" y="4159"/>
                        <a:pt x="3403" y="4002"/>
                        <a:pt x="3403" y="3781"/>
                      </a:cubicBezTo>
                      <a:lnTo>
                        <a:pt x="3403" y="2426"/>
                      </a:lnTo>
                      <a:cubicBezTo>
                        <a:pt x="3403" y="2206"/>
                        <a:pt x="3561" y="2048"/>
                        <a:pt x="3750" y="2048"/>
                      </a:cubicBezTo>
                      <a:close/>
                      <a:moveTo>
                        <a:pt x="3435" y="0"/>
                      </a:moveTo>
                      <a:cubicBezTo>
                        <a:pt x="2647" y="95"/>
                        <a:pt x="1923" y="410"/>
                        <a:pt x="1356" y="883"/>
                      </a:cubicBezTo>
                      <a:lnTo>
                        <a:pt x="2049" y="1576"/>
                      </a:lnTo>
                      <a:cubicBezTo>
                        <a:pt x="2175" y="1702"/>
                        <a:pt x="2175" y="1954"/>
                        <a:pt x="2049" y="2048"/>
                      </a:cubicBezTo>
                      <a:cubicBezTo>
                        <a:pt x="1986" y="2111"/>
                        <a:pt x="1899" y="2143"/>
                        <a:pt x="1812" y="2143"/>
                      </a:cubicBezTo>
                      <a:cubicBezTo>
                        <a:pt x="1726" y="2143"/>
                        <a:pt x="1639" y="2111"/>
                        <a:pt x="1576" y="2048"/>
                      </a:cubicBezTo>
                      <a:lnTo>
                        <a:pt x="883" y="1355"/>
                      </a:lnTo>
                      <a:cubicBezTo>
                        <a:pt x="410" y="1922"/>
                        <a:pt x="95" y="2647"/>
                        <a:pt x="1" y="3435"/>
                      </a:cubicBezTo>
                      <a:lnTo>
                        <a:pt x="1041" y="3435"/>
                      </a:lnTo>
                      <a:cubicBezTo>
                        <a:pt x="1230" y="3435"/>
                        <a:pt x="1387" y="3592"/>
                        <a:pt x="1387" y="3781"/>
                      </a:cubicBezTo>
                      <a:cubicBezTo>
                        <a:pt x="1387" y="3970"/>
                        <a:pt x="1230" y="4128"/>
                        <a:pt x="1041" y="4128"/>
                      </a:cubicBezTo>
                      <a:lnTo>
                        <a:pt x="1" y="4128"/>
                      </a:lnTo>
                      <a:cubicBezTo>
                        <a:pt x="95" y="4915"/>
                        <a:pt x="410" y="5640"/>
                        <a:pt x="883" y="6238"/>
                      </a:cubicBezTo>
                      <a:lnTo>
                        <a:pt x="1576" y="5514"/>
                      </a:lnTo>
                      <a:cubicBezTo>
                        <a:pt x="1639" y="5451"/>
                        <a:pt x="1734" y="5419"/>
                        <a:pt x="1824" y="5419"/>
                      </a:cubicBezTo>
                      <a:cubicBezTo>
                        <a:pt x="1915" y="5419"/>
                        <a:pt x="2001" y="5451"/>
                        <a:pt x="2049" y="5514"/>
                      </a:cubicBezTo>
                      <a:cubicBezTo>
                        <a:pt x="2175" y="5640"/>
                        <a:pt x="2175" y="5860"/>
                        <a:pt x="2049" y="5986"/>
                      </a:cubicBezTo>
                      <a:lnTo>
                        <a:pt x="1356" y="6711"/>
                      </a:lnTo>
                      <a:cubicBezTo>
                        <a:pt x="1923" y="7184"/>
                        <a:pt x="2647" y="7499"/>
                        <a:pt x="3435" y="7562"/>
                      </a:cubicBezTo>
                      <a:lnTo>
                        <a:pt x="3435" y="6553"/>
                      </a:lnTo>
                      <a:cubicBezTo>
                        <a:pt x="3435" y="6333"/>
                        <a:pt x="3592" y="6175"/>
                        <a:pt x="3781" y="6175"/>
                      </a:cubicBezTo>
                      <a:cubicBezTo>
                        <a:pt x="4002" y="6175"/>
                        <a:pt x="4160" y="6333"/>
                        <a:pt x="4160" y="6553"/>
                      </a:cubicBezTo>
                      <a:lnTo>
                        <a:pt x="4160" y="7562"/>
                      </a:lnTo>
                      <a:cubicBezTo>
                        <a:pt x="4947" y="7499"/>
                        <a:pt x="5640" y="7184"/>
                        <a:pt x="6239" y="6711"/>
                      </a:cubicBezTo>
                      <a:lnTo>
                        <a:pt x="5514" y="5986"/>
                      </a:lnTo>
                      <a:cubicBezTo>
                        <a:pt x="5420" y="5860"/>
                        <a:pt x="5420" y="5640"/>
                        <a:pt x="5514" y="5514"/>
                      </a:cubicBezTo>
                      <a:cubicBezTo>
                        <a:pt x="5577" y="5451"/>
                        <a:pt x="5672" y="5419"/>
                        <a:pt x="5762" y="5419"/>
                      </a:cubicBezTo>
                      <a:cubicBezTo>
                        <a:pt x="5853" y="5419"/>
                        <a:pt x="5940" y="5451"/>
                        <a:pt x="5987" y="5514"/>
                      </a:cubicBezTo>
                      <a:lnTo>
                        <a:pt x="6711" y="6238"/>
                      </a:lnTo>
                      <a:cubicBezTo>
                        <a:pt x="7184" y="5640"/>
                        <a:pt x="7499" y="4915"/>
                        <a:pt x="7562" y="4128"/>
                      </a:cubicBezTo>
                      <a:lnTo>
                        <a:pt x="6554" y="4128"/>
                      </a:lnTo>
                      <a:cubicBezTo>
                        <a:pt x="6365" y="4128"/>
                        <a:pt x="6207" y="3970"/>
                        <a:pt x="6207" y="3781"/>
                      </a:cubicBezTo>
                      <a:cubicBezTo>
                        <a:pt x="6207" y="3592"/>
                        <a:pt x="6365" y="3435"/>
                        <a:pt x="6554" y="3435"/>
                      </a:cubicBezTo>
                      <a:lnTo>
                        <a:pt x="7562" y="3435"/>
                      </a:lnTo>
                      <a:cubicBezTo>
                        <a:pt x="7499" y="2647"/>
                        <a:pt x="7184" y="1922"/>
                        <a:pt x="6711" y="1355"/>
                      </a:cubicBezTo>
                      <a:lnTo>
                        <a:pt x="5987" y="2048"/>
                      </a:lnTo>
                      <a:cubicBezTo>
                        <a:pt x="5940" y="2111"/>
                        <a:pt x="5853" y="2143"/>
                        <a:pt x="5762" y="2143"/>
                      </a:cubicBezTo>
                      <a:cubicBezTo>
                        <a:pt x="5672" y="2143"/>
                        <a:pt x="5577" y="2111"/>
                        <a:pt x="5514" y="2048"/>
                      </a:cubicBezTo>
                      <a:cubicBezTo>
                        <a:pt x="5420" y="1922"/>
                        <a:pt x="5420" y="1702"/>
                        <a:pt x="5514" y="1576"/>
                      </a:cubicBezTo>
                      <a:lnTo>
                        <a:pt x="6239" y="883"/>
                      </a:lnTo>
                      <a:cubicBezTo>
                        <a:pt x="5640" y="410"/>
                        <a:pt x="4947" y="95"/>
                        <a:pt x="4160" y="0"/>
                      </a:cubicBezTo>
                      <a:lnTo>
                        <a:pt x="4160" y="1040"/>
                      </a:lnTo>
                      <a:cubicBezTo>
                        <a:pt x="4160" y="1229"/>
                        <a:pt x="4002" y="1387"/>
                        <a:pt x="3781" y="1387"/>
                      </a:cubicBezTo>
                      <a:cubicBezTo>
                        <a:pt x="3592" y="1387"/>
                        <a:pt x="3435" y="1229"/>
                        <a:pt x="3435" y="1040"/>
                      </a:cubicBezTo>
                      <a:lnTo>
                        <a:pt x="343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6" name="Google Shape;9491;p73">
                <a:extLst>
                  <a:ext uri="{FF2B5EF4-FFF2-40B4-BE49-F238E27FC236}">
                    <a16:creationId xmlns:a16="http://schemas.microsoft.com/office/drawing/2014/main" id="{47A1DA6D-4F63-2B3F-5626-F2234BE8A939}"/>
                  </a:ext>
                </a:extLst>
              </p:cNvPr>
              <p:cNvGrpSpPr/>
              <p:nvPr/>
            </p:nvGrpSpPr>
            <p:grpSpPr>
              <a:xfrm>
                <a:off x="2692697" y="4378602"/>
                <a:ext cx="456666" cy="499261"/>
                <a:chOff x="1687350" y="3618725"/>
                <a:chExt cx="270175" cy="295375"/>
              </a:xfrm>
              <a:grpFill/>
            </p:grpSpPr>
            <p:sp>
              <p:nvSpPr>
                <p:cNvPr id="17518" name="Google Shape;9492;p73">
                  <a:extLst>
                    <a:ext uri="{FF2B5EF4-FFF2-40B4-BE49-F238E27FC236}">
                      <a16:creationId xmlns:a16="http://schemas.microsoft.com/office/drawing/2014/main" id="{451A25F2-EF0D-3687-9653-2AB76E08CD3A}"/>
                    </a:ext>
                  </a:extLst>
                </p:cNvPr>
                <p:cNvSpPr/>
                <p:nvPr/>
              </p:nvSpPr>
              <p:spPr>
                <a:xfrm>
                  <a:off x="1829900" y="3808550"/>
                  <a:ext cx="18150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1418" extrusionOk="0">
                      <a:moveTo>
                        <a:pt x="1" y="0"/>
                      </a:moveTo>
                      <a:lnTo>
                        <a:pt x="1" y="1418"/>
                      </a:lnTo>
                      <a:lnTo>
                        <a:pt x="379" y="1418"/>
                      </a:lnTo>
                      <a:cubicBezTo>
                        <a:pt x="568" y="1418"/>
                        <a:pt x="725" y="1260"/>
                        <a:pt x="725" y="1040"/>
                      </a:cubicBezTo>
                      <a:lnTo>
                        <a:pt x="725" y="347"/>
                      </a:lnTo>
                      <a:cubicBezTo>
                        <a:pt x="725" y="158"/>
                        <a:pt x="568" y="0"/>
                        <a:pt x="37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9" name="Google Shape;9493;p73">
                  <a:extLst>
                    <a:ext uri="{FF2B5EF4-FFF2-40B4-BE49-F238E27FC236}">
                      <a16:creationId xmlns:a16="http://schemas.microsoft.com/office/drawing/2014/main" id="{9A9972FA-CBEB-F756-2685-146EC73A2F1D}"/>
                    </a:ext>
                  </a:extLst>
                </p:cNvPr>
                <p:cNvSpPr/>
                <p:nvPr/>
              </p:nvSpPr>
              <p:spPr>
                <a:xfrm>
                  <a:off x="1795250" y="3755775"/>
                  <a:ext cx="18125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1418" extrusionOk="0">
                      <a:moveTo>
                        <a:pt x="378" y="0"/>
                      </a:moveTo>
                      <a:cubicBezTo>
                        <a:pt x="189" y="0"/>
                        <a:pt x="0" y="158"/>
                        <a:pt x="0" y="378"/>
                      </a:cubicBezTo>
                      <a:lnTo>
                        <a:pt x="0" y="1071"/>
                      </a:lnTo>
                      <a:cubicBezTo>
                        <a:pt x="0" y="1260"/>
                        <a:pt x="189" y="1418"/>
                        <a:pt x="378" y="1418"/>
                      </a:cubicBezTo>
                      <a:lnTo>
                        <a:pt x="725" y="1418"/>
                      </a:lnTo>
                      <a:lnTo>
                        <a:pt x="72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0" name="Google Shape;9494;p73">
                  <a:extLst>
                    <a:ext uri="{FF2B5EF4-FFF2-40B4-BE49-F238E27FC236}">
                      <a16:creationId xmlns:a16="http://schemas.microsoft.com/office/drawing/2014/main" id="{86067495-3292-BCEF-DB86-71BD3E3E8F02}"/>
                    </a:ext>
                  </a:extLst>
                </p:cNvPr>
                <p:cNvSpPr/>
                <p:nvPr/>
              </p:nvSpPr>
              <p:spPr>
                <a:xfrm>
                  <a:off x="1687350" y="3618725"/>
                  <a:ext cx="270175" cy="29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07" h="11815" extrusionOk="0">
                      <a:moveTo>
                        <a:pt x="6459" y="662"/>
                      </a:moveTo>
                      <a:cubicBezTo>
                        <a:pt x="6868" y="662"/>
                        <a:pt x="7183" y="977"/>
                        <a:pt x="7183" y="1355"/>
                      </a:cubicBezTo>
                      <a:cubicBezTo>
                        <a:pt x="7183" y="1765"/>
                        <a:pt x="6868" y="2080"/>
                        <a:pt x="6459" y="2080"/>
                      </a:cubicBezTo>
                      <a:lnTo>
                        <a:pt x="6459" y="1702"/>
                      </a:lnTo>
                      <a:cubicBezTo>
                        <a:pt x="6459" y="1513"/>
                        <a:pt x="6301" y="1355"/>
                        <a:pt x="6112" y="1355"/>
                      </a:cubicBezTo>
                      <a:lnTo>
                        <a:pt x="4726" y="1355"/>
                      </a:lnTo>
                      <a:cubicBezTo>
                        <a:pt x="4537" y="1355"/>
                        <a:pt x="4379" y="1513"/>
                        <a:pt x="4379" y="1702"/>
                      </a:cubicBezTo>
                      <a:lnTo>
                        <a:pt x="4379" y="2080"/>
                      </a:lnTo>
                      <a:cubicBezTo>
                        <a:pt x="3970" y="2017"/>
                        <a:pt x="3655" y="1702"/>
                        <a:pt x="3655" y="1355"/>
                      </a:cubicBezTo>
                      <a:cubicBezTo>
                        <a:pt x="3655" y="977"/>
                        <a:pt x="3970" y="662"/>
                        <a:pt x="4379" y="662"/>
                      </a:cubicBezTo>
                      <a:close/>
                      <a:moveTo>
                        <a:pt x="5387" y="4128"/>
                      </a:moveTo>
                      <a:cubicBezTo>
                        <a:pt x="5608" y="4128"/>
                        <a:pt x="5766" y="4285"/>
                        <a:pt x="5766" y="4474"/>
                      </a:cubicBezTo>
                      <a:lnTo>
                        <a:pt x="5766" y="4821"/>
                      </a:lnTo>
                      <a:lnTo>
                        <a:pt x="6112" y="4821"/>
                      </a:lnTo>
                      <a:cubicBezTo>
                        <a:pt x="6711" y="4821"/>
                        <a:pt x="7120" y="5293"/>
                        <a:pt x="7120" y="5860"/>
                      </a:cubicBezTo>
                      <a:cubicBezTo>
                        <a:pt x="7120" y="6049"/>
                        <a:pt x="6963" y="6207"/>
                        <a:pt x="6774" y="6207"/>
                      </a:cubicBezTo>
                      <a:cubicBezTo>
                        <a:pt x="6585" y="6207"/>
                        <a:pt x="6427" y="6049"/>
                        <a:pt x="6427" y="5860"/>
                      </a:cubicBezTo>
                      <a:cubicBezTo>
                        <a:pt x="6427" y="5640"/>
                        <a:pt x="6270" y="5482"/>
                        <a:pt x="6081" y="5482"/>
                      </a:cubicBezTo>
                      <a:lnTo>
                        <a:pt x="5703" y="5482"/>
                      </a:lnTo>
                      <a:lnTo>
                        <a:pt x="5703" y="6868"/>
                      </a:lnTo>
                      <a:lnTo>
                        <a:pt x="6081" y="6868"/>
                      </a:lnTo>
                      <a:cubicBezTo>
                        <a:pt x="6648" y="6868"/>
                        <a:pt x="7089" y="7341"/>
                        <a:pt x="7089" y="7908"/>
                      </a:cubicBezTo>
                      <a:lnTo>
                        <a:pt x="7089" y="8601"/>
                      </a:lnTo>
                      <a:cubicBezTo>
                        <a:pt x="7089" y="9200"/>
                        <a:pt x="6616" y="9641"/>
                        <a:pt x="6081" y="9641"/>
                      </a:cubicBezTo>
                      <a:lnTo>
                        <a:pt x="5703" y="9641"/>
                      </a:lnTo>
                      <a:lnTo>
                        <a:pt x="5703" y="9987"/>
                      </a:lnTo>
                      <a:cubicBezTo>
                        <a:pt x="5703" y="10176"/>
                        <a:pt x="5545" y="10334"/>
                        <a:pt x="5356" y="10334"/>
                      </a:cubicBezTo>
                      <a:cubicBezTo>
                        <a:pt x="5167" y="10334"/>
                        <a:pt x="5009" y="10176"/>
                        <a:pt x="5009" y="9987"/>
                      </a:cubicBezTo>
                      <a:lnTo>
                        <a:pt x="5009" y="9704"/>
                      </a:lnTo>
                      <a:lnTo>
                        <a:pt x="4631" y="9704"/>
                      </a:lnTo>
                      <a:cubicBezTo>
                        <a:pt x="4064" y="9704"/>
                        <a:pt x="3623" y="9231"/>
                        <a:pt x="3623" y="8664"/>
                      </a:cubicBezTo>
                      <a:cubicBezTo>
                        <a:pt x="3623" y="8475"/>
                        <a:pt x="3781" y="8318"/>
                        <a:pt x="3970" y="8318"/>
                      </a:cubicBezTo>
                      <a:cubicBezTo>
                        <a:pt x="4159" y="8318"/>
                        <a:pt x="4316" y="8475"/>
                        <a:pt x="4316" y="8664"/>
                      </a:cubicBezTo>
                      <a:cubicBezTo>
                        <a:pt x="4316" y="8885"/>
                        <a:pt x="4505" y="9042"/>
                        <a:pt x="4694" y="9042"/>
                      </a:cubicBezTo>
                      <a:lnTo>
                        <a:pt x="5041" y="9042"/>
                      </a:lnTo>
                      <a:lnTo>
                        <a:pt x="5041" y="7625"/>
                      </a:lnTo>
                      <a:lnTo>
                        <a:pt x="4694" y="7625"/>
                      </a:lnTo>
                      <a:lnTo>
                        <a:pt x="4694" y="7593"/>
                      </a:lnTo>
                      <a:cubicBezTo>
                        <a:pt x="4096" y="7593"/>
                        <a:pt x="3655" y="7120"/>
                        <a:pt x="3655" y="6553"/>
                      </a:cubicBezTo>
                      <a:lnTo>
                        <a:pt x="3655" y="5860"/>
                      </a:lnTo>
                      <a:cubicBezTo>
                        <a:pt x="3655" y="5262"/>
                        <a:pt x="4127" y="4821"/>
                        <a:pt x="4694" y="4821"/>
                      </a:cubicBezTo>
                      <a:lnTo>
                        <a:pt x="5041" y="4821"/>
                      </a:lnTo>
                      <a:lnTo>
                        <a:pt x="5041" y="4474"/>
                      </a:lnTo>
                      <a:cubicBezTo>
                        <a:pt x="5041" y="4285"/>
                        <a:pt x="5198" y="4128"/>
                        <a:pt x="5387" y="4128"/>
                      </a:cubicBezTo>
                      <a:close/>
                      <a:moveTo>
                        <a:pt x="4379" y="0"/>
                      </a:moveTo>
                      <a:cubicBezTo>
                        <a:pt x="3623" y="0"/>
                        <a:pt x="2993" y="662"/>
                        <a:pt x="2993" y="1387"/>
                      </a:cubicBezTo>
                      <a:cubicBezTo>
                        <a:pt x="2993" y="2143"/>
                        <a:pt x="3623" y="2773"/>
                        <a:pt x="4379" y="2773"/>
                      </a:cubicBezTo>
                      <a:lnTo>
                        <a:pt x="4379" y="2899"/>
                      </a:lnTo>
                      <a:cubicBezTo>
                        <a:pt x="3781" y="3025"/>
                        <a:pt x="3277" y="3277"/>
                        <a:pt x="2804" y="3592"/>
                      </a:cubicBezTo>
                      <a:lnTo>
                        <a:pt x="2332" y="3056"/>
                      </a:lnTo>
                      <a:lnTo>
                        <a:pt x="2584" y="2804"/>
                      </a:lnTo>
                      <a:cubicBezTo>
                        <a:pt x="2710" y="2710"/>
                        <a:pt x="2710" y="2458"/>
                        <a:pt x="2615" y="2332"/>
                      </a:cubicBezTo>
                      <a:lnTo>
                        <a:pt x="1701" y="1292"/>
                      </a:lnTo>
                      <a:cubicBezTo>
                        <a:pt x="1630" y="1203"/>
                        <a:pt x="1529" y="1165"/>
                        <a:pt x="1432" y="1165"/>
                      </a:cubicBezTo>
                      <a:cubicBezTo>
                        <a:pt x="1357" y="1165"/>
                        <a:pt x="1284" y="1188"/>
                        <a:pt x="1229" y="1229"/>
                      </a:cubicBezTo>
                      <a:lnTo>
                        <a:pt x="158" y="2143"/>
                      </a:lnTo>
                      <a:cubicBezTo>
                        <a:pt x="0" y="2269"/>
                        <a:pt x="0" y="2489"/>
                        <a:pt x="126" y="2615"/>
                      </a:cubicBezTo>
                      <a:lnTo>
                        <a:pt x="1040" y="3686"/>
                      </a:lnTo>
                      <a:cubicBezTo>
                        <a:pt x="1090" y="3770"/>
                        <a:pt x="1183" y="3809"/>
                        <a:pt x="1279" y="3809"/>
                      </a:cubicBezTo>
                      <a:cubicBezTo>
                        <a:pt x="1365" y="3809"/>
                        <a:pt x="1453" y="3777"/>
                        <a:pt x="1512" y="3718"/>
                      </a:cubicBezTo>
                      <a:lnTo>
                        <a:pt x="1764" y="3497"/>
                      </a:lnTo>
                      <a:lnTo>
                        <a:pt x="2237" y="4033"/>
                      </a:lnTo>
                      <a:cubicBezTo>
                        <a:pt x="1418" y="4852"/>
                        <a:pt x="914" y="5986"/>
                        <a:pt x="914" y="7247"/>
                      </a:cubicBezTo>
                      <a:cubicBezTo>
                        <a:pt x="914" y="9735"/>
                        <a:pt x="2930" y="11815"/>
                        <a:pt x="5387" y="11815"/>
                      </a:cubicBezTo>
                      <a:cubicBezTo>
                        <a:pt x="7876" y="11815"/>
                        <a:pt x="9893" y="9798"/>
                        <a:pt x="9893" y="7247"/>
                      </a:cubicBezTo>
                      <a:cubicBezTo>
                        <a:pt x="9893" y="5986"/>
                        <a:pt x="9389" y="4852"/>
                        <a:pt x="8538" y="4033"/>
                      </a:cubicBezTo>
                      <a:lnTo>
                        <a:pt x="9011" y="3497"/>
                      </a:lnTo>
                      <a:lnTo>
                        <a:pt x="9294" y="3718"/>
                      </a:lnTo>
                      <a:cubicBezTo>
                        <a:pt x="9368" y="3777"/>
                        <a:pt x="9450" y="3809"/>
                        <a:pt x="9528" y="3809"/>
                      </a:cubicBezTo>
                      <a:cubicBezTo>
                        <a:pt x="9616" y="3809"/>
                        <a:pt x="9700" y="3770"/>
                        <a:pt x="9767" y="3686"/>
                      </a:cubicBezTo>
                      <a:lnTo>
                        <a:pt x="10680" y="2615"/>
                      </a:lnTo>
                      <a:cubicBezTo>
                        <a:pt x="10806" y="2458"/>
                        <a:pt x="10806" y="2269"/>
                        <a:pt x="10649" y="2143"/>
                      </a:cubicBezTo>
                      <a:lnTo>
                        <a:pt x="9578" y="1229"/>
                      </a:lnTo>
                      <a:cubicBezTo>
                        <a:pt x="9509" y="1188"/>
                        <a:pt x="9434" y="1165"/>
                        <a:pt x="9361" y="1165"/>
                      </a:cubicBezTo>
                      <a:cubicBezTo>
                        <a:pt x="9267" y="1165"/>
                        <a:pt x="9176" y="1203"/>
                        <a:pt x="9105" y="1292"/>
                      </a:cubicBezTo>
                      <a:lnTo>
                        <a:pt x="8191" y="2332"/>
                      </a:lnTo>
                      <a:cubicBezTo>
                        <a:pt x="8065" y="2489"/>
                        <a:pt x="8065" y="2710"/>
                        <a:pt x="8223" y="2804"/>
                      </a:cubicBezTo>
                      <a:lnTo>
                        <a:pt x="8506" y="3056"/>
                      </a:lnTo>
                      <a:lnTo>
                        <a:pt x="8034" y="3592"/>
                      </a:lnTo>
                      <a:cubicBezTo>
                        <a:pt x="7561" y="3245"/>
                        <a:pt x="7057" y="3025"/>
                        <a:pt x="6459" y="2899"/>
                      </a:cubicBezTo>
                      <a:lnTo>
                        <a:pt x="6459" y="2773"/>
                      </a:lnTo>
                      <a:cubicBezTo>
                        <a:pt x="7215" y="2773"/>
                        <a:pt x="7845" y="2143"/>
                        <a:pt x="7845" y="1387"/>
                      </a:cubicBezTo>
                      <a:cubicBezTo>
                        <a:pt x="7845" y="662"/>
                        <a:pt x="7215" y="0"/>
                        <a:pt x="645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7" name="Google Shape;9495;p73">
                <a:extLst>
                  <a:ext uri="{FF2B5EF4-FFF2-40B4-BE49-F238E27FC236}">
                    <a16:creationId xmlns:a16="http://schemas.microsoft.com/office/drawing/2014/main" id="{4FC3B9D1-B26B-E965-F516-EA282A618DB9}"/>
                  </a:ext>
                </a:extLst>
              </p:cNvPr>
              <p:cNvGrpSpPr/>
              <p:nvPr/>
            </p:nvGrpSpPr>
            <p:grpSpPr>
              <a:xfrm>
                <a:off x="2669392" y="4985321"/>
                <a:ext cx="503276" cy="499261"/>
                <a:chOff x="1672375" y="3982600"/>
                <a:chExt cx="297750" cy="295375"/>
              </a:xfrm>
              <a:grpFill/>
            </p:grpSpPr>
            <p:sp>
              <p:nvSpPr>
                <p:cNvPr id="17515" name="Google Shape;9496;p73">
                  <a:extLst>
                    <a:ext uri="{FF2B5EF4-FFF2-40B4-BE49-F238E27FC236}">
                      <a16:creationId xmlns:a16="http://schemas.microsoft.com/office/drawing/2014/main" id="{A57F6FF9-F506-2DC3-EE4E-421A62FE7DF9}"/>
                    </a:ext>
                  </a:extLst>
                </p:cNvPr>
                <p:cNvSpPr/>
                <p:nvPr/>
              </p:nvSpPr>
              <p:spPr>
                <a:xfrm>
                  <a:off x="1796825" y="3982600"/>
                  <a:ext cx="51225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9" extrusionOk="0">
                      <a:moveTo>
                        <a:pt x="1008" y="1"/>
                      </a:moveTo>
                      <a:cubicBezTo>
                        <a:pt x="441" y="1"/>
                        <a:pt x="0" y="442"/>
                        <a:pt x="0" y="1009"/>
                      </a:cubicBezTo>
                      <a:cubicBezTo>
                        <a:pt x="0" y="1576"/>
                        <a:pt x="441" y="2048"/>
                        <a:pt x="1008" y="2048"/>
                      </a:cubicBezTo>
                      <a:cubicBezTo>
                        <a:pt x="1576" y="2048"/>
                        <a:pt x="2048" y="1576"/>
                        <a:pt x="2048" y="1009"/>
                      </a:cubicBezTo>
                      <a:cubicBezTo>
                        <a:pt x="2048" y="442"/>
                        <a:pt x="1576" y="1"/>
                        <a:pt x="10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6" name="Google Shape;9497;p73">
                  <a:extLst>
                    <a:ext uri="{FF2B5EF4-FFF2-40B4-BE49-F238E27FC236}">
                      <a16:creationId xmlns:a16="http://schemas.microsoft.com/office/drawing/2014/main" id="{8D7DEA06-BEED-F1D7-495F-A8B719208197}"/>
                    </a:ext>
                  </a:extLst>
                </p:cNvPr>
                <p:cNvSpPr/>
                <p:nvPr/>
              </p:nvSpPr>
              <p:spPr>
                <a:xfrm>
                  <a:off x="1672375" y="4092075"/>
                  <a:ext cx="297750" cy="18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7436" extrusionOk="0">
                      <a:moveTo>
                        <a:pt x="3498" y="1"/>
                      </a:moveTo>
                      <a:cubicBezTo>
                        <a:pt x="2174" y="316"/>
                        <a:pt x="1418" y="820"/>
                        <a:pt x="1418" y="1482"/>
                      </a:cubicBezTo>
                      <a:cubicBezTo>
                        <a:pt x="1418" y="2112"/>
                        <a:pt x="2080" y="2553"/>
                        <a:pt x="3088" y="2868"/>
                      </a:cubicBezTo>
                      <a:lnTo>
                        <a:pt x="1891" y="5357"/>
                      </a:lnTo>
                      <a:lnTo>
                        <a:pt x="1765" y="5357"/>
                      </a:lnTo>
                      <a:cubicBezTo>
                        <a:pt x="788" y="5357"/>
                        <a:pt x="1" y="5766"/>
                        <a:pt x="1" y="6365"/>
                      </a:cubicBezTo>
                      <a:cubicBezTo>
                        <a:pt x="1" y="6963"/>
                        <a:pt x="757" y="7404"/>
                        <a:pt x="1765" y="7404"/>
                      </a:cubicBezTo>
                      <a:cubicBezTo>
                        <a:pt x="2804" y="7404"/>
                        <a:pt x="3498" y="6963"/>
                        <a:pt x="3498" y="6365"/>
                      </a:cubicBezTo>
                      <a:cubicBezTo>
                        <a:pt x="3498" y="5987"/>
                        <a:pt x="3151" y="5609"/>
                        <a:pt x="2615" y="5451"/>
                      </a:cubicBezTo>
                      <a:lnTo>
                        <a:pt x="3781" y="3025"/>
                      </a:lnTo>
                      <a:cubicBezTo>
                        <a:pt x="4348" y="3151"/>
                        <a:pt x="4978" y="3183"/>
                        <a:pt x="5608" y="3214"/>
                      </a:cubicBezTo>
                      <a:lnTo>
                        <a:pt x="5608" y="5388"/>
                      </a:lnTo>
                      <a:cubicBezTo>
                        <a:pt x="4758" y="5451"/>
                        <a:pt x="4222" y="5892"/>
                        <a:pt x="4222" y="6396"/>
                      </a:cubicBezTo>
                      <a:cubicBezTo>
                        <a:pt x="4222" y="6995"/>
                        <a:pt x="4978" y="7436"/>
                        <a:pt x="5955" y="7436"/>
                      </a:cubicBezTo>
                      <a:cubicBezTo>
                        <a:pt x="6932" y="7436"/>
                        <a:pt x="7688" y="6995"/>
                        <a:pt x="7688" y="6396"/>
                      </a:cubicBezTo>
                      <a:cubicBezTo>
                        <a:pt x="7688" y="5892"/>
                        <a:pt x="7089" y="5451"/>
                        <a:pt x="6302" y="5388"/>
                      </a:cubicBezTo>
                      <a:lnTo>
                        <a:pt x="6302" y="3214"/>
                      </a:lnTo>
                      <a:cubicBezTo>
                        <a:pt x="6932" y="3214"/>
                        <a:pt x="7562" y="3151"/>
                        <a:pt x="8129" y="3025"/>
                      </a:cubicBezTo>
                      <a:lnTo>
                        <a:pt x="9295" y="5451"/>
                      </a:lnTo>
                      <a:cubicBezTo>
                        <a:pt x="8759" y="5609"/>
                        <a:pt x="8381" y="5987"/>
                        <a:pt x="8381" y="6365"/>
                      </a:cubicBezTo>
                      <a:cubicBezTo>
                        <a:pt x="8381" y="6963"/>
                        <a:pt x="9137" y="7404"/>
                        <a:pt x="10114" y="7404"/>
                      </a:cubicBezTo>
                      <a:cubicBezTo>
                        <a:pt x="11122" y="7404"/>
                        <a:pt x="11909" y="6963"/>
                        <a:pt x="11909" y="6365"/>
                      </a:cubicBezTo>
                      <a:cubicBezTo>
                        <a:pt x="11909" y="5766"/>
                        <a:pt x="11122" y="5357"/>
                        <a:pt x="10145" y="5357"/>
                      </a:cubicBezTo>
                      <a:lnTo>
                        <a:pt x="10019" y="5357"/>
                      </a:lnTo>
                      <a:lnTo>
                        <a:pt x="8822" y="2868"/>
                      </a:lnTo>
                      <a:cubicBezTo>
                        <a:pt x="9830" y="2584"/>
                        <a:pt x="10492" y="2112"/>
                        <a:pt x="10492" y="1482"/>
                      </a:cubicBezTo>
                      <a:cubicBezTo>
                        <a:pt x="10492" y="820"/>
                        <a:pt x="9736" y="316"/>
                        <a:pt x="8381" y="1"/>
                      </a:cubicBezTo>
                      <a:lnTo>
                        <a:pt x="8381" y="64"/>
                      </a:lnTo>
                      <a:lnTo>
                        <a:pt x="8381" y="1450"/>
                      </a:lnTo>
                      <a:cubicBezTo>
                        <a:pt x="8381" y="1639"/>
                        <a:pt x="8223" y="1797"/>
                        <a:pt x="8034" y="1797"/>
                      </a:cubicBezTo>
                      <a:lnTo>
                        <a:pt x="3876" y="1797"/>
                      </a:lnTo>
                      <a:cubicBezTo>
                        <a:pt x="3655" y="1797"/>
                        <a:pt x="3498" y="1639"/>
                        <a:pt x="3498" y="1450"/>
                      </a:cubicBezTo>
                      <a:lnTo>
                        <a:pt x="3498" y="64"/>
                      </a:lnTo>
                      <a:lnTo>
                        <a:pt x="3498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7" name="Google Shape;9498;p73">
                  <a:extLst>
                    <a:ext uri="{FF2B5EF4-FFF2-40B4-BE49-F238E27FC236}">
                      <a16:creationId xmlns:a16="http://schemas.microsoft.com/office/drawing/2014/main" id="{5918EB2F-4EFF-F352-0A98-975B96563D55}"/>
                    </a:ext>
                  </a:extLst>
                </p:cNvPr>
                <p:cNvSpPr/>
                <p:nvPr/>
              </p:nvSpPr>
              <p:spPr>
                <a:xfrm>
                  <a:off x="1778700" y="4051125"/>
                  <a:ext cx="8667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2773" extrusionOk="0">
                      <a:moveTo>
                        <a:pt x="1733" y="1"/>
                      </a:moveTo>
                      <a:cubicBezTo>
                        <a:pt x="788" y="1"/>
                        <a:pt x="1" y="757"/>
                        <a:pt x="1" y="1733"/>
                      </a:cubicBezTo>
                      <a:lnTo>
                        <a:pt x="1" y="2773"/>
                      </a:lnTo>
                      <a:lnTo>
                        <a:pt x="3466" y="2773"/>
                      </a:lnTo>
                      <a:lnTo>
                        <a:pt x="3466" y="1733"/>
                      </a:lnTo>
                      <a:cubicBezTo>
                        <a:pt x="3466" y="788"/>
                        <a:pt x="2679" y="1"/>
                        <a:pt x="173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8" name="Google Shape;9499;p73">
                <a:extLst>
                  <a:ext uri="{FF2B5EF4-FFF2-40B4-BE49-F238E27FC236}">
                    <a16:creationId xmlns:a16="http://schemas.microsoft.com/office/drawing/2014/main" id="{DDA52221-A32D-FA1D-9807-E9C663230BFA}"/>
                  </a:ext>
                </a:extLst>
              </p:cNvPr>
              <p:cNvGrpSpPr/>
              <p:nvPr/>
            </p:nvGrpSpPr>
            <p:grpSpPr>
              <a:xfrm>
                <a:off x="5851479" y="3747882"/>
                <a:ext cx="500612" cy="500612"/>
                <a:chOff x="3497300" y="3227275"/>
                <a:chExt cx="296175" cy="296175"/>
              </a:xfrm>
              <a:grpFill/>
            </p:grpSpPr>
            <p:sp>
              <p:nvSpPr>
                <p:cNvPr id="17507" name="Google Shape;9500;p73">
                  <a:extLst>
                    <a:ext uri="{FF2B5EF4-FFF2-40B4-BE49-F238E27FC236}">
                      <a16:creationId xmlns:a16="http://schemas.microsoft.com/office/drawing/2014/main" id="{1CAAA0AA-3C6B-A4F7-3ACC-F95C78F093CC}"/>
                    </a:ext>
                  </a:extLst>
                </p:cNvPr>
                <p:cNvSpPr/>
                <p:nvPr/>
              </p:nvSpPr>
              <p:spPr>
                <a:xfrm>
                  <a:off x="3609925" y="3339900"/>
                  <a:ext cx="69350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2742" extrusionOk="0">
                      <a:moveTo>
                        <a:pt x="1387" y="1"/>
                      </a:moveTo>
                      <a:cubicBezTo>
                        <a:pt x="631" y="1"/>
                        <a:pt x="1" y="631"/>
                        <a:pt x="1" y="1355"/>
                      </a:cubicBezTo>
                      <a:cubicBezTo>
                        <a:pt x="1" y="2112"/>
                        <a:pt x="631" y="2742"/>
                        <a:pt x="1387" y="2742"/>
                      </a:cubicBezTo>
                      <a:cubicBezTo>
                        <a:pt x="2143" y="2742"/>
                        <a:pt x="2773" y="2112"/>
                        <a:pt x="2773" y="1355"/>
                      </a:cubicBezTo>
                      <a:cubicBezTo>
                        <a:pt x="2773" y="631"/>
                        <a:pt x="2143" y="1"/>
                        <a:pt x="13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8" name="Google Shape;9501;p73">
                  <a:extLst>
                    <a:ext uri="{FF2B5EF4-FFF2-40B4-BE49-F238E27FC236}">
                      <a16:creationId xmlns:a16="http://schemas.microsoft.com/office/drawing/2014/main" id="{8491F67D-D392-14C3-6D28-87D86C44C220}"/>
                    </a:ext>
                  </a:extLst>
                </p:cNvPr>
                <p:cNvSpPr/>
                <p:nvPr/>
              </p:nvSpPr>
              <p:spPr>
                <a:xfrm>
                  <a:off x="3531175" y="3227275"/>
                  <a:ext cx="8665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3467" extrusionOk="0">
                      <a:moveTo>
                        <a:pt x="1733" y="1"/>
                      </a:moveTo>
                      <a:cubicBezTo>
                        <a:pt x="788" y="1"/>
                        <a:pt x="0" y="788"/>
                        <a:pt x="0" y="1733"/>
                      </a:cubicBezTo>
                      <a:cubicBezTo>
                        <a:pt x="0" y="2678"/>
                        <a:pt x="788" y="3466"/>
                        <a:pt x="1733" y="3466"/>
                      </a:cubicBezTo>
                      <a:cubicBezTo>
                        <a:pt x="2741" y="3466"/>
                        <a:pt x="3466" y="2678"/>
                        <a:pt x="3466" y="1733"/>
                      </a:cubicBezTo>
                      <a:cubicBezTo>
                        <a:pt x="3466" y="788"/>
                        <a:pt x="2678" y="1"/>
                        <a:pt x="173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9" name="Google Shape;9502;p73">
                  <a:extLst>
                    <a:ext uri="{FF2B5EF4-FFF2-40B4-BE49-F238E27FC236}">
                      <a16:creationId xmlns:a16="http://schemas.microsoft.com/office/drawing/2014/main" id="{A2504DC1-A72F-CE83-C2FA-8A3CC92443FF}"/>
                    </a:ext>
                  </a:extLst>
                </p:cNvPr>
                <p:cNvSpPr/>
                <p:nvPr/>
              </p:nvSpPr>
              <p:spPr>
                <a:xfrm>
                  <a:off x="3670575" y="3227275"/>
                  <a:ext cx="8667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3467" extrusionOk="0">
                      <a:moveTo>
                        <a:pt x="1733" y="1"/>
                      </a:moveTo>
                      <a:cubicBezTo>
                        <a:pt x="788" y="1"/>
                        <a:pt x="1" y="788"/>
                        <a:pt x="1" y="1733"/>
                      </a:cubicBezTo>
                      <a:cubicBezTo>
                        <a:pt x="1" y="2678"/>
                        <a:pt x="788" y="3466"/>
                        <a:pt x="1733" y="3466"/>
                      </a:cubicBezTo>
                      <a:cubicBezTo>
                        <a:pt x="2679" y="3466"/>
                        <a:pt x="3466" y="2678"/>
                        <a:pt x="3466" y="1733"/>
                      </a:cubicBezTo>
                      <a:cubicBezTo>
                        <a:pt x="3466" y="788"/>
                        <a:pt x="2679" y="1"/>
                        <a:pt x="173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0" name="Google Shape;9503;p73">
                  <a:extLst>
                    <a:ext uri="{FF2B5EF4-FFF2-40B4-BE49-F238E27FC236}">
                      <a16:creationId xmlns:a16="http://schemas.microsoft.com/office/drawing/2014/main" id="{0F19ECEE-2FB0-87AE-4172-EC20D5D2F848}"/>
                    </a:ext>
                  </a:extLst>
                </p:cNvPr>
                <p:cNvSpPr/>
                <p:nvPr/>
              </p:nvSpPr>
              <p:spPr>
                <a:xfrm>
                  <a:off x="3622525" y="3421825"/>
                  <a:ext cx="41775" cy="2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1" h="1009" extrusionOk="0">
                      <a:moveTo>
                        <a:pt x="1" y="0"/>
                      </a:moveTo>
                      <a:lnTo>
                        <a:pt x="851" y="1008"/>
                      </a:lnTo>
                      <a:lnTo>
                        <a:pt x="1671" y="0"/>
                      </a:lnTo>
                      <a:lnTo>
                        <a:pt x="1671" y="0"/>
                      </a:lnTo>
                      <a:cubicBezTo>
                        <a:pt x="1450" y="126"/>
                        <a:pt x="1167" y="158"/>
                        <a:pt x="851" y="158"/>
                      </a:cubicBezTo>
                      <a:cubicBezTo>
                        <a:pt x="568" y="158"/>
                        <a:pt x="284" y="95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1" name="Google Shape;9504;p73">
                  <a:extLst>
                    <a:ext uri="{FF2B5EF4-FFF2-40B4-BE49-F238E27FC236}">
                      <a16:creationId xmlns:a16="http://schemas.microsoft.com/office/drawing/2014/main" id="{5047A9C7-A5B0-785F-3534-F259F2320EBD}"/>
                    </a:ext>
                  </a:extLst>
                </p:cNvPr>
                <p:cNvSpPr/>
                <p:nvPr/>
              </p:nvSpPr>
              <p:spPr>
                <a:xfrm>
                  <a:off x="3566600" y="3416300"/>
                  <a:ext cx="70125" cy="10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4254" extrusionOk="0">
                      <a:moveTo>
                        <a:pt x="1261" y="1"/>
                      </a:moveTo>
                      <a:cubicBezTo>
                        <a:pt x="474" y="599"/>
                        <a:pt x="1" y="1513"/>
                        <a:pt x="1" y="2490"/>
                      </a:cubicBezTo>
                      <a:lnTo>
                        <a:pt x="1" y="3907"/>
                      </a:lnTo>
                      <a:cubicBezTo>
                        <a:pt x="1" y="4096"/>
                        <a:pt x="158" y="4254"/>
                        <a:pt x="379" y="4254"/>
                      </a:cubicBezTo>
                      <a:lnTo>
                        <a:pt x="2805" y="4254"/>
                      </a:lnTo>
                      <a:lnTo>
                        <a:pt x="2805" y="1891"/>
                      </a:lnTo>
                      <a:lnTo>
                        <a:pt x="12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2" name="Google Shape;9505;p73">
                  <a:extLst>
                    <a:ext uri="{FF2B5EF4-FFF2-40B4-BE49-F238E27FC236}">
                      <a16:creationId xmlns:a16="http://schemas.microsoft.com/office/drawing/2014/main" id="{4A78EB67-75E1-B9D1-E13E-1510A20387FD}"/>
                    </a:ext>
                  </a:extLst>
                </p:cNvPr>
                <p:cNvSpPr/>
                <p:nvPr/>
              </p:nvSpPr>
              <p:spPr>
                <a:xfrm>
                  <a:off x="3653250" y="3417100"/>
                  <a:ext cx="70125" cy="10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4254" extrusionOk="0">
                      <a:moveTo>
                        <a:pt x="1544" y="0"/>
                      </a:moveTo>
                      <a:lnTo>
                        <a:pt x="1" y="1890"/>
                      </a:lnTo>
                      <a:lnTo>
                        <a:pt x="1" y="4253"/>
                      </a:lnTo>
                      <a:lnTo>
                        <a:pt x="2458" y="4253"/>
                      </a:lnTo>
                      <a:cubicBezTo>
                        <a:pt x="2647" y="4253"/>
                        <a:pt x="2804" y="4096"/>
                        <a:pt x="2804" y="3907"/>
                      </a:cubicBezTo>
                      <a:lnTo>
                        <a:pt x="2804" y="2489"/>
                      </a:lnTo>
                      <a:cubicBezTo>
                        <a:pt x="2773" y="1481"/>
                        <a:pt x="2300" y="567"/>
                        <a:pt x="15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3" name="Google Shape;9506;p73">
                  <a:extLst>
                    <a:ext uri="{FF2B5EF4-FFF2-40B4-BE49-F238E27FC236}">
                      <a16:creationId xmlns:a16="http://schemas.microsoft.com/office/drawing/2014/main" id="{015AC72E-F1AD-3B17-2486-6CD024C2D4A0}"/>
                    </a:ext>
                  </a:extLst>
                </p:cNvPr>
                <p:cNvSpPr/>
                <p:nvPr/>
              </p:nvSpPr>
              <p:spPr>
                <a:xfrm>
                  <a:off x="3655625" y="3310775"/>
                  <a:ext cx="137850" cy="10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14" h="4348" extrusionOk="0">
                      <a:moveTo>
                        <a:pt x="3686" y="1512"/>
                      </a:moveTo>
                      <a:cubicBezTo>
                        <a:pt x="3907" y="1512"/>
                        <a:pt x="4064" y="1670"/>
                        <a:pt x="4064" y="1859"/>
                      </a:cubicBezTo>
                      <a:cubicBezTo>
                        <a:pt x="4064" y="2048"/>
                        <a:pt x="3907" y="2205"/>
                        <a:pt x="3686" y="2205"/>
                      </a:cubicBezTo>
                      <a:lnTo>
                        <a:pt x="2993" y="2205"/>
                      </a:lnTo>
                      <a:cubicBezTo>
                        <a:pt x="2804" y="2205"/>
                        <a:pt x="2646" y="2048"/>
                        <a:pt x="2646" y="1859"/>
                      </a:cubicBezTo>
                      <a:cubicBezTo>
                        <a:pt x="2646" y="1670"/>
                        <a:pt x="2804" y="1512"/>
                        <a:pt x="2993" y="1512"/>
                      </a:cubicBezTo>
                      <a:close/>
                      <a:moveTo>
                        <a:pt x="4127" y="0"/>
                      </a:moveTo>
                      <a:cubicBezTo>
                        <a:pt x="3686" y="536"/>
                        <a:pt x="3056" y="851"/>
                        <a:pt x="2331" y="851"/>
                      </a:cubicBezTo>
                      <a:cubicBezTo>
                        <a:pt x="1607" y="851"/>
                        <a:pt x="977" y="504"/>
                        <a:pt x="536" y="63"/>
                      </a:cubicBezTo>
                      <a:cubicBezTo>
                        <a:pt x="347" y="221"/>
                        <a:pt x="158" y="378"/>
                        <a:pt x="0" y="567"/>
                      </a:cubicBezTo>
                      <a:cubicBezTo>
                        <a:pt x="945" y="756"/>
                        <a:pt x="1638" y="1575"/>
                        <a:pt x="1638" y="2615"/>
                      </a:cubicBezTo>
                      <a:cubicBezTo>
                        <a:pt x="1638" y="2930"/>
                        <a:pt x="1575" y="3214"/>
                        <a:pt x="1449" y="3466"/>
                      </a:cubicBezTo>
                      <a:cubicBezTo>
                        <a:pt x="1859" y="3718"/>
                        <a:pt x="2205" y="4001"/>
                        <a:pt x="2520" y="4348"/>
                      </a:cubicBezTo>
                      <a:lnTo>
                        <a:pt x="5167" y="4348"/>
                      </a:lnTo>
                      <a:cubicBezTo>
                        <a:pt x="5356" y="4348"/>
                        <a:pt x="5513" y="4190"/>
                        <a:pt x="5513" y="4001"/>
                      </a:cubicBezTo>
                      <a:lnTo>
                        <a:pt x="5513" y="2615"/>
                      </a:lnTo>
                      <a:cubicBezTo>
                        <a:pt x="5482" y="1512"/>
                        <a:pt x="4915" y="567"/>
                        <a:pt x="41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4" name="Google Shape;9507;p73">
                  <a:extLst>
                    <a:ext uri="{FF2B5EF4-FFF2-40B4-BE49-F238E27FC236}">
                      <a16:creationId xmlns:a16="http://schemas.microsoft.com/office/drawing/2014/main" id="{2D8F5426-AF9B-4D79-C735-B05C665F2959}"/>
                    </a:ext>
                  </a:extLst>
                </p:cNvPr>
                <p:cNvSpPr/>
                <p:nvPr/>
              </p:nvSpPr>
              <p:spPr>
                <a:xfrm>
                  <a:off x="3497300" y="3309975"/>
                  <a:ext cx="136275" cy="10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51" h="4349" extrusionOk="0">
                      <a:moveTo>
                        <a:pt x="2426" y="1544"/>
                      </a:moveTo>
                      <a:cubicBezTo>
                        <a:pt x="2615" y="1544"/>
                        <a:pt x="2773" y="1702"/>
                        <a:pt x="2773" y="1891"/>
                      </a:cubicBezTo>
                      <a:cubicBezTo>
                        <a:pt x="2773" y="2080"/>
                        <a:pt x="2615" y="2237"/>
                        <a:pt x="2426" y="2237"/>
                      </a:cubicBezTo>
                      <a:lnTo>
                        <a:pt x="1733" y="2237"/>
                      </a:lnTo>
                      <a:cubicBezTo>
                        <a:pt x="1513" y="2237"/>
                        <a:pt x="1355" y="2080"/>
                        <a:pt x="1355" y="1891"/>
                      </a:cubicBezTo>
                      <a:cubicBezTo>
                        <a:pt x="1355" y="1702"/>
                        <a:pt x="1513" y="1544"/>
                        <a:pt x="1733" y="1544"/>
                      </a:cubicBezTo>
                      <a:close/>
                      <a:moveTo>
                        <a:pt x="1324" y="1"/>
                      </a:moveTo>
                      <a:cubicBezTo>
                        <a:pt x="536" y="568"/>
                        <a:pt x="1" y="1513"/>
                        <a:pt x="1" y="2552"/>
                      </a:cubicBezTo>
                      <a:lnTo>
                        <a:pt x="1" y="3939"/>
                      </a:lnTo>
                      <a:cubicBezTo>
                        <a:pt x="1" y="4191"/>
                        <a:pt x="95" y="4348"/>
                        <a:pt x="316" y="4348"/>
                      </a:cubicBezTo>
                      <a:lnTo>
                        <a:pt x="2930" y="4348"/>
                      </a:lnTo>
                      <a:cubicBezTo>
                        <a:pt x="3214" y="3970"/>
                        <a:pt x="3561" y="3655"/>
                        <a:pt x="4002" y="3466"/>
                      </a:cubicBezTo>
                      <a:cubicBezTo>
                        <a:pt x="3876" y="3183"/>
                        <a:pt x="3813" y="2930"/>
                        <a:pt x="3813" y="2615"/>
                      </a:cubicBezTo>
                      <a:cubicBezTo>
                        <a:pt x="3813" y="1607"/>
                        <a:pt x="4506" y="757"/>
                        <a:pt x="5451" y="568"/>
                      </a:cubicBezTo>
                      <a:cubicBezTo>
                        <a:pt x="5293" y="347"/>
                        <a:pt x="5104" y="190"/>
                        <a:pt x="4915" y="32"/>
                      </a:cubicBezTo>
                      <a:cubicBezTo>
                        <a:pt x="4474" y="505"/>
                        <a:pt x="3844" y="820"/>
                        <a:pt x="3151" y="820"/>
                      </a:cubicBezTo>
                      <a:cubicBezTo>
                        <a:pt x="2426" y="820"/>
                        <a:pt x="1796" y="505"/>
                        <a:pt x="132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9" name="Google Shape;9508;p73">
                <a:extLst>
                  <a:ext uri="{FF2B5EF4-FFF2-40B4-BE49-F238E27FC236}">
                    <a16:creationId xmlns:a16="http://schemas.microsoft.com/office/drawing/2014/main" id="{9DB71135-D972-9020-A8EF-072B2846D87E}"/>
                  </a:ext>
                </a:extLst>
              </p:cNvPr>
              <p:cNvGrpSpPr/>
              <p:nvPr/>
            </p:nvGrpSpPr>
            <p:grpSpPr>
              <a:xfrm>
                <a:off x="5852154" y="4379933"/>
                <a:ext cx="499261" cy="496599"/>
                <a:chOff x="3497300" y="3591950"/>
                <a:chExt cx="295375" cy="293800"/>
              </a:xfrm>
              <a:grpFill/>
            </p:grpSpPr>
            <p:sp>
              <p:nvSpPr>
                <p:cNvPr id="17499" name="Google Shape;9509;p73">
                  <a:extLst>
                    <a:ext uri="{FF2B5EF4-FFF2-40B4-BE49-F238E27FC236}">
                      <a16:creationId xmlns:a16="http://schemas.microsoft.com/office/drawing/2014/main" id="{634323F7-7D43-5B42-B393-99BFDCF777A8}"/>
                    </a:ext>
                  </a:extLst>
                </p:cNvPr>
                <p:cNvSpPr/>
                <p:nvPr/>
              </p:nvSpPr>
              <p:spPr>
                <a:xfrm>
                  <a:off x="3628825" y="3724275"/>
                  <a:ext cx="18150" cy="1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662" extrusionOk="0">
                      <a:moveTo>
                        <a:pt x="375" y="0"/>
                      </a:moveTo>
                      <a:cubicBezTo>
                        <a:pt x="292" y="0"/>
                        <a:pt x="206" y="32"/>
                        <a:pt x="127" y="95"/>
                      </a:cubicBezTo>
                      <a:cubicBezTo>
                        <a:pt x="1" y="221"/>
                        <a:pt x="1" y="441"/>
                        <a:pt x="127" y="567"/>
                      </a:cubicBezTo>
                      <a:cubicBezTo>
                        <a:pt x="190" y="630"/>
                        <a:pt x="277" y="662"/>
                        <a:pt x="363" y="662"/>
                      </a:cubicBezTo>
                      <a:cubicBezTo>
                        <a:pt x="450" y="662"/>
                        <a:pt x="536" y="630"/>
                        <a:pt x="599" y="567"/>
                      </a:cubicBezTo>
                      <a:cubicBezTo>
                        <a:pt x="725" y="441"/>
                        <a:pt x="725" y="221"/>
                        <a:pt x="599" y="95"/>
                      </a:cubicBezTo>
                      <a:cubicBezTo>
                        <a:pt x="536" y="32"/>
                        <a:pt x="458" y="0"/>
                        <a:pt x="37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0" name="Google Shape;9510;p73">
                  <a:extLst>
                    <a:ext uri="{FF2B5EF4-FFF2-40B4-BE49-F238E27FC236}">
                      <a16:creationId xmlns:a16="http://schemas.microsoft.com/office/drawing/2014/main" id="{0A2FC356-6031-07F2-BD15-81EEDB628629}"/>
                    </a:ext>
                  </a:extLst>
                </p:cNvPr>
                <p:cNvSpPr/>
                <p:nvPr/>
              </p:nvSpPr>
              <p:spPr>
                <a:xfrm>
                  <a:off x="3590250" y="3689400"/>
                  <a:ext cx="9452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1" h="3467" extrusionOk="0">
                      <a:moveTo>
                        <a:pt x="1922" y="710"/>
                      </a:moveTo>
                      <a:cubicBezTo>
                        <a:pt x="2190" y="710"/>
                        <a:pt x="2458" y="812"/>
                        <a:pt x="2647" y="1017"/>
                      </a:cubicBezTo>
                      <a:cubicBezTo>
                        <a:pt x="3088" y="1395"/>
                        <a:pt x="3088" y="2088"/>
                        <a:pt x="2647" y="2466"/>
                      </a:cubicBezTo>
                      <a:cubicBezTo>
                        <a:pt x="2458" y="2671"/>
                        <a:pt x="2190" y="2773"/>
                        <a:pt x="1922" y="2773"/>
                      </a:cubicBezTo>
                      <a:cubicBezTo>
                        <a:pt x="1654" y="2773"/>
                        <a:pt x="1386" y="2671"/>
                        <a:pt x="1197" y="2466"/>
                      </a:cubicBezTo>
                      <a:cubicBezTo>
                        <a:pt x="788" y="2088"/>
                        <a:pt x="788" y="1395"/>
                        <a:pt x="1197" y="1017"/>
                      </a:cubicBezTo>
                      <a:cubicBezTo>
                        <a:pt x="1386" y="812"/>
                        <a:pt x="1654" y="710"/>
                        <a:pt x="1922" y="710"/>
                      </a:cubicBezTo>
                      <a:close/>
                      <a:moveTo>
                        <a:pt x="1930" y="1"/>
                      </a:moveTo>
                      <a:cubicBezTo>
                        <a:pt x="1489" y="1"/>
                        <a:pt x="1040" y="182"/>
                        <a:pt x="693" y="544"/>
                      </a:cubicBezTo>
                      <a:cubicBezTo>
                        <a:pt x="0" y="1206"/>
                        <a:pt x="0" y="2309"/>
                        <a:pt x="693" y="2970"/>
                      </a:cubicBezTo>
                      <a:cubicBezTo>
                        <a:pt x="1024" y="3301"/>
                        <a:pt x="1473" y="3466"/>
                        <a:pt x="1918" y="3466"/>
                      </a:cubicBezTo>
                      <a:cubicBezTo>
                        <a:pt x="2363" y="3466"/>
                        <a:pt x="2804" y="3301"/>
                        <a:pt x="3119" y="2970"/>
                      </a:cubicBezTo>
                      <a:cubicBezTo>
                        <a:pt x="3781" y="2309"/>
                        <a:pt x="3781" y="1206"/>
                        <a:pt x="3119" y="544"/>
                      </a:cubicBezTo>
                      <a:cubicBezTo>
                        <a:pt x="2804" y="182"/>
                        <a:pt x="2371" y="1"/>
                        <a:pt x="193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1" name="Google Shape;9511;p73">
                  <a:extLst>
                    <a:ext uri="{FF2B5EF4-FFF2-40B4-BE49-F238E27FC236}">
                      <a16:creationId xmlns:a16="http://schemas.microsoft.com/office/drawing/2014/main" id="{78C605D1-AEC1-DD92-DEAA-79A00451B536}"/>
                    </a:ext>
                  </a:extLst>
                </p:cNvPr>
                <p:cNvSpPr/>
                <p:nvPr/>
              </p:nvSpPr>
              <p:spPr>
                <a:xfrm>
                  <a:off x="3674525" y="3601400"/>
                  <a:ext cx="118150" cy="118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6" h="4758" extrusionOk="0">
                      <a:moveTo>
                        <a:pt x="3533" y="0"/>
                      </a:moveTo>
                      <a:cubicBezTo>
                        <a:pt x="3442" y="0"/>
                        <a:pt x="3355" y="32"/>
                        <a:pt x="3308" y="95"/>
                      </a:cubicBezTo>
                      <a:lnTo>
                        <a:pt x="0" y="3308"/>
                      </a:lnTo>
                      <a:cubicBezTo>
                        <a:pt x="410" y="3623"/>
                        <a:pt x="788" y="4127"/>
                        <a:pt x="1953" y="4758"/>
                      </a:cubicBezTo>
                      <a:lnTo>
                        <a:pt x="4600" y="2678"/>
                      </a:lnTo>
                      <a:cubicBezTo>
                        <a:pt x="4663" y="2615"/>
                        <a:pt x="4726" y="2521"/>
                        <a:pt x="4726" y="2395"/>
                      </a:cubicBezTo>
                      <a:cubicBezTo>
                        <a:pt x="4726" y="1544"/>
                        <a:pt x="4348" y="693"/>
                        <a:pt x="3781" y="95"/>
                      </a:cubicBezTo>
                      <a:cubicBezTo>
                        <a:pt x="3718" y="32"/>
                        <a:pt x="3623" y="0"/>
                        <a:pt x="35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2" name="Google Shape;9512;p73">
                  <a:extLst>
                    <a:ext uri="{FF2B5EF4-FFF2-40B4-BE49-F238E27FC236}">
                      <a16:creationId xmlns:a16="http://schemas.microsoft.com/office/drawing/2014/main" id="{07DEA9B0-BECD-8315-1769-40C286544FBA}"/>
                    </a:ext>
                  </a:extLst>
                </p:cNvPr>
                <p:cNvSpPr/>
                <p:nvPr/>
              </p:nvSpPr>
              <p:spPr>
                <a:xfrm>
                  <a:off x="3631200" y="3774675"/>
                  <a:ext cx="103200" cy="10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8" h="4096" extrusionOk="0">
                      <a:moveTo>
                        <a:pt x="2048" y="0"/>
                      </a:moveTo>
                      <a:cubicBezTo>
                        <a:pt x="1985" y="32"/>
                        <a:pt x="1985" y="63"/>
                        <a:pt x="1954" y="126"/>
                      </a:cubicBezTo>
                      <a:cubicBezTo>
                        <a:pt x="1506" y="546"/>
                        <a:pt x="859" y="767"/>
                        <a:pt x="235" y="767"/>
                      </a:cubicBezTo>
                      <a:cubicBezTo>
                        <a:pt x="156" y="767"/>
                        <a:pt x="78" y="764"/>
                        <a:pt x="0" y="756"/>
                      </a:cubicBezTo>
                      <a:lnTo>
                        <a:pt x="0" y="756"/>
                      </a:lnTo>
                      <a:cubicBezTo>
                        <a:pt x="567" y="1670"/>
                        <a:pt x="1355" y="3749"/>
                        <a:pt x="1418" y="3875"/>
                      </a:cubicBezTo>
                      <a:cubicBezTo>
                        <a:pt x="1450" y="4001"/>
                        <a:pt x="1607" y="4096"/>
                        <a:pt x="1733" y="4096"/>
                      </a:cubicBezTo>
                      <a:cubicBezTo>
                        <a:pt x="1891" y="4096"/>
                        <a:pt x="1985" y="4033"/>
                        <a:pt x="2048" y="3875"/>
                      </a:cubicBezTo>
                      <a:lnTo>
                        <a:pt x="2426" y="2647"/>
                      </a:lnTo>
                      <a:lnTo>
                        <a:pt x="3182" y="2647"/>
                      </a:lnTo>
                      <a:cubicBezTo>
                        <a:pt x="4128" y="2647"/>
                        <a:pt x="2710" y="630"/>
                        <a:pt x="204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3" name="Google Shape;9513;p73">
                  <a:extLst>
                    <a:ext uri="{FF2B5EF4-FFF2-40B4-BE49-F238E27FC236}">
                      <a16:creationId xmlns:a16="http://schemas.microsoft.com/office/drawing/2014/main" id="{B894CE8F-F3D3-7EC9-6528-8AD73289A65F}"/>
                    </a:ext>
                  </a:extLst>
                </p:cNvPr>
                <p:cNvSpPr/>
                <p:nvPr/>
              </p:nvSpPr>
              <p:spPr>
                <a:xfrm>
                  <a:off x="3691850" y="3726625"/>
                  <a:ext cx="89800" cy="8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2" h="3562" extrusionOk="0">
                      <a:moveTo>
                        <a:pt x="252" y="1"/>
                      </a:moveTo>
                      <a:cubicBezTo>
                        <a:pt x="284" y="410"/>
                        <a:pt x="189" y="883"/>
                        <a:pt x="0" y="1292"/>
                      </a:cubicBezTo>
                      <a:cubicBezTo>
                        <a:pt x="630" y="1922"/>
                        <a:pt x="1134" y="2615"/>
                        <a:pt x="1544" y="3466"/>
                      </a:cubicBezTo>
                      <a:cubicBezTo>
                        <a:pt x="1565" y="3530"/>
                        <a:pt x="1634" y="3562"/>
                        <a:pt x="1715" y="3562"/>
                      </a:cubicBezTo>
                      <a:cubicBezTo>
                        <a:pt x="1874" y="3562"/>
                        <a:pt x="2080" y="3443"/>
                        <a:pt x="2080" y="3214"/>
                      </a:cubicBezTo>
                      <a:lnTo>
                        <a:pt x="2080" y="2458"/>
                      </a:lnTo>
                      <a:lnTo>
                        <a:pt x="3308" y="2080"/>
                      </a:lnTo>
                      <a:cubicBezTo>
                        <a:pt x="3497" y="1985"/>
                        <a:pt x="3592" y="1891"/>
                        <a:pt x="3592" y="1733"/>
                      </a:cubicBezTo>
                      <a:cubicBezTo>
                        <a:pt x="3592" y="1576"/>
                        <a:pt x="3497" y="1450"/>
                        <a:pt x="3340" y="1418"/>
                      </a:cubicBezTo>
                      <a:cubicBezTo>
                        <a:pt x="3182" y="1355"/>
                        <a:pt x="1134" y="568"/>
                        <a:pt x="25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4" name="Google Shape;9514;p73">
                  <a:extLst>
                    <a:ext uri="{FF2B5EF4-FFF2-40B4-BE49-F238E27FC236}">
                      <a16:creationId xmlns:a16="http://schemas.microsoft.com/office/drawing/2014/main" id="{920AE97A-4BDA-BDA4-DB2C-4F7B8CDC49A0}"/>
                    </a:ext>
                  </a:extLst>
                </p:cNvPr>
                <p:cNvSpPr/>
                <p:nvPr/>
              </p:nvSpPr>
              <p:spPr>
                <a:xfrm>
                  <a:off x="3505175" y="3767575"/>
                  <a:ext cx="120525" cy="11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4727" extrusionOk="0">
                      <a:moveTo>
                        <a:pt x="3372" y="1"/>
                      </a:moveTo>
                      <a:lnTo>
                        <a:pt x="95" y="3277"/>
                      </a:lnTo>
                      <a:cubicBezTo>
                        <a:pt x="1" y="3435"/>
                        <a:pt x="1" y="3687"/>
                        <a:pt x="158" y="3781"/>
                      </a:cubicBezTo>
                      <a:cubicBezTo>
                        <a:pt x="788" y="4411"/>
                        <a:pt x="1607" y="4727"/>
                        <a:pt x="2458" y="4727"/>
                      </a:cubicBezTo>
                      <a:cubicBezTo>
                        <a:pt x="2584" y="4727"/>
                        <a:pt x="2679" y="4695"/>
                        <a:pt x="2742" y="4632"/>
                      </a:cubicBezTo>
                      <a:lnTo>
                        <a:pt x="4821" y="1986"/>
                      </a:lnTo>
                      <a:cubicBezTo>
                        <a:pt x="4254" y="851"/>
                        <a:pt x="3718" y="442"/>
                        <a:pt x="33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5" name="Google Shape;9515;p73">
                  <a:extLst>
                    <a:ext uri="{FF2B5EF4-FFF2-40B4-BE49-F238E27FC236}">
                      <a16:creationId xmlns:a16="http://schemas.microsoft.com/office/drawing/2014/main" id="{C89225CF-9960-3868-64C8-6ABF87220F7E}"/>
                    </a:ext>
                  </a:extLst>
                </p:cNvPr>
                <p:cNvSpPr/>
                <p:nvPr/>
              </p:nvSpPr>
              <p:spPr>
                <a:xfrm>
                  <a:off x="3631200" y="3591950"/>
                  <a:ext cx="104000" cy="8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3372" extrusionOk="0">
                      <a:moveTo>
                        <a:pt x="2836" y="0"/>
                      </a:moveTo>
                      <a:cubicBezTo>
                        <a:pt x="2678" y="0"/>
                        <a:pt x="2584" y="32"/>
                        <a:pt x="2521" y="95"/>
                      </a:cubicBezTo>
                      <a:lnTo>
                        <a:pt x="0" y="3245"/>
                      </a:lnTo>
                      <a:cubicBezTo>
                        <a:pt x="90" y="3238"/>
                        <a:pt x="181" y="3234"/>
                        <a:pt x="272" y="3234"/>
                      </a:cubicBezTo>
                      <a:cubicBezTo>
                        <a:pt x="568" y="3234"/>
                        <a:pt x="870" y="3275"/>
                        <a:pt x="1135" y="3371"/>
                      </a:cubicBezTo>
                      <a:cubicBezTo>
                        <a:pt x="1324" y="3119"/>
                        <a:pt x="3939" y="567"/>
                        <a:pt x="4159" y="347"/>
                      </a:cubicBezTo>
                      <a:cubicBezTo>
                        <a:pt x="3718" y="158"/>
                        <a:pt x="3308" y="0"/>
                        <a:pt x="283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6" name="Google Shape;9516;p73">
                  <a:extLst>
                    <a:ext uri="{FF2B5EF4-FFF2-40B4-BE49-F238E27FC236}">
                      <a16:creationId xmlns:a16="http://schemas.microsoft.com/office/drawing/2014/main" id="{2C5B7D3C-8614-E2CB-347F-650453A9C3AA}"/>
                    </a:ext>
                  </a:extLst>
                </p:cNvPr>
                <p:cNvSpPr/>
                <p:nvPr/>
              </p:nvSpPr>
              <p:spPr>
                <a:xfrm>
                  <a:off x="3497300" y="3721900"/>
                  <a:ext cx="84300" cy="10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2" h="4286" extrusionOk="0">
                      <a:moveTo>
                        <a:pt x="3246" y="1"/>
                      </a:moveTo>
                      <a:lnTo>
                        <a:pt x="95" y="2552"/>
                      </a:lnTo>
                      <a:cubicBezTo>
                        <a:pt x="32" y="2615"/>
                        <a:pt x="1" y="2710"/>
                        <a:pt x="1" y="2836"/>
                      </a:cubicBezTo>
                      <a:cubicBezTo>
                        <a:pt x="1" y="3340"/>
                        <a:pt x="95" y="3844"/>
                        <a:pt x="347" y="4285"/>
                      </a:cubicBezTo>
                      <a:lnTo>
                        <a:pt x="3372" y="1261"/>
                      </a:lnTo>
                      <a:cubicBezTo>
                        <a:pt x="3214" y="851"/>
                        <a:pt x="3183" y="410"/>
                        <a:pt x="324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0" name="Google Shape;9517;p73">
                <a:extLst>
                  <a:ext uri="{FF2B5EF4-FFF2-40B4-BE49-F238E27FC236}">
                    <a16:creationId xmlns:a16="http://schemas.microsoft.com/office/drawing/2014/main" id="{F4EB06D3-45ED-D6A7-9F38-3485AA046CDA}"/>
                  </a:ext>
                </a:extLst>
              </p:cNvPr>
              <p:cNvGrpSpPr/>
              <p:nvPr/>
            </p:nvGrpSpPr>
            <p:grpSpPr>
              <a:xfrm>
                <a:off x="5852154" y="4985299"/>
                <a:ext cx="499261" cy="499303"/>
                <a:chOff x="3497300" y="3955025"/>
                <a:chExt cx="295375" cy="295400"/>
              </a:xfrm>
              <a:grpFill/>
            </p:grpSpPr>
            <p:sp>
              <p:nvSpPr>
                <p:cNvPr id="17496" name="Google Shape;9518;p73">
                  <a:extLst>
                    <a:ext uri="{FF2B5EF4-FFF2-40B4-BE49-F238E27FC236}">
                      <a16:creationId xmlns:a16="http://schemas.microsoft.com/office/drawing/2014/main" id="{FF747517-6097-2376-34AE-B0493D829692}"/>
                    </a:ext>
                  </a:extLst>
                </p:cNvPr>
                <p:cNvSpPr/>
                <p:nvPr/>
              </p:nvSpPr>
              <p:spPr>
                <a:xfrm>
                  <a:off x="3660350" y="4035375"/>
                  <a:ext cx="132325" cy="155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93" h="6207" extrusionOk="0">
                      <a:moveTo>
                        <a:pt x="4663" y="0"/>
                      </a:moveTo>
                      <a:lnTo>
                        <a:pt x="0" y="2773"/>
                      </a:lnTo>
                      <a:lnTo>
                        <a:pt x="4127" y="6207"/>
                      </a:lnTo>
                      <a:cubicBezTo>
                        <a:pt x="4852" y="5199"/>
                        <a:pt x="5293" y="4033"/>
                        <a:pt x="5293" y="2678"/>
                      </a:cubicBezTo>
                      <a:cubicBezTo>
                        <a:pt x="5293" y="1733"/>
                        <a:pt x="5041" y="851"/>
                        <a:pt x="466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7" name="Google Shape;9519;p73">
                  <a:extLst>
                    <a:ext uri="{FF2B5EF4-FFF2-40B4-BE49-F238E27FC236}">
                      <a16:creationId xmlns:a16="http://schemas.microsoft.com/office/drawing/2014/main" id="{12873A53-F89B-2ECB-7440-1C7EF450A8C6}"/>
                    </a:ext>
                  </a:extLst>
                </p:cNvPr>
                <p:cNvSpPr/>
                <p:nvPr/>
              </p:nvSpPr>
              <p:spPr>
                <a:xfrm>
                  <a:off x="3653250" y="3955025"/>
                  <a:ext cx="114225" cy="133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9" h="5326" extrusionOk="0">
                      <a:moveTo>
                        <a:pt x="1" y="1"/>
                      </a:moveTo>
                      <a:lnTo>
                        <a:pt x="1" y="5325"/>
                      </a:lnTo>
                      <a:lnTo>
                        <a:pt x="4569" y="2679"/>
                      </a:lnTo>
                      <a:cubicBezTo>
                        <a:pt x="3561" y="1167"/>
                        <a:pt x="1891" y="127"/>
                        <a:pt x="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8" name="Google Shape;9520;p73">
                  <a:extLst>
                    <a:ext uri="{FF2B5EF4-FFF2-40B4-BE49-F238E27FC236}">
                      <a16:creationId xmlns:a16="http://schemas.microsoft.com/office/drawing/2014/main" id="{22EE14F0-35AA-1A41-BE13-8671F6C28C53}"/>
                    </a:ext>
                  </a:extLst>
                </p:cNvPr>
                <p:cNvSpPr/>
                <p:nvPr/>
              </p:nvSpPr>
              <p:spPr>
                <a:xfrm>
                  <a:off x="3497300" y="3955025"/>
                  <a:ext cx="256000" cy="29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40" h="11816" extrusionOk="0">
                      <a:moveTo>
                        <a:pt x="5577" y="1"/>
                      </a:moveTo>
                      <a:cubicBezTo>
                        <a:pt x="2521" y="190"/>
                        <a:pt x="1" y="2805"/>
                        <a:pt x="1" y="5892"/>
                      </a:cubicBezTo>
                      <a:cubicBezTo>
                        <a:pt x="1" y="9137"/>
                        <a:pt x="2678" y="11815"/>
                        <a:pt x="5923" y="11815"/>
                      </a:cubicBezTo>
                      <a:cubicBezTo>
                        <a:pt x="7625" y="11815"/>
                        <a:pt x="9168" y="11059"/>
                        <a:pt x="10240" y="9925"/>
                      </a:cubicBezTo>
                      <a:lnTo>
                        <a:pt x="5703" y="6176"/>
                      </a:lnTo>
                      <a:cubicBezTo>
                        <a:pt x="5608" y="6144"/>
                        <a:pt x="5577" y="5987"/>
                        <a:pt x="5577" y="5892"/>
                      </a:cubicBezTo>
                      <a:lnTo>
                        <a:pt x="5577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1" name="Google Shape;9521;p73">
                <a:extLst>
                  <a:ext uri="{FF2B5EF4-FFF2-40B4-BE49-F238E27FC236}">
                    <a16:creationId xmlns:a16="http://schemas.microsoft.com/office/drawing/2014/main" id="{73A575D0-257E-2905-187B-D13CBBC13E4D}"/>
                  </a:ext>
                </a:extLst>
              </p:cNvPr>
              <p:cNvGrpSpPr/>
              <p:nvPr/>
            </p:nvGrpSpPr>
            <p:grpSpPr>
              <a:xfrm>
                <a:off x="9033293" y="3748917"/>
                <a:ext cx="468667" cy="498542"/>
                <a:chOff x="5364750" y="3235150"/>
                <a:chExt cx="277275" cy="294950"/>
              </a:xfrm>
              <a:grpFill/>
            </p:grpSpPr>
            <p:sp>
              <p:nvSpPr>
                <p:cNvPr id="17488" name="Google Shape;9522;p73">
                  <a:extLst>
                    <a:ext uri="{FF2B5EF4-FFF2-40B4-BE49-F238E27FC236}">
                      <a16:creationId xmlns:a16="http://schemas.microsoft.com/office/drawing/2014/main" id="{00229278-29D9-19EB-985D-CCBC792623D6}"/>
                    </a:ext>
                  </a:extLst>
                </p:cNvPr>
                <p:cNvSpPr/>
                <p:nvPr/>
              </p:nvSpPr>
              <p:spPr>
                <a:xfrm>
                  <a:off x="5502600" y="3235150"/>
                  <a:ext cx="17350" cy="44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1765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lnTo>
                        <a:pt x="0" y="1418"/>
                      </a:lnTo>
                      <a:cubicBezTo>
                        <a:pt x="0" y="1607"/>
                        <a:pt x="158" y="1765"/>
                        <a:pt x="347" y="1765"/>
                      </a:cubicBezTo>
                      <a:cubicBezTo>
                        <a:pt x="536" y="1765"/>
                        <a:pt x="693" y="1607"/>
                        <a:pt x="693" y="1418"/>
                      </a:cubicBezTo>
                      <a:lnTo>
                        <a:pt x="693" y="347"/>
                      </a:ln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9" name="Google Shape;9523;p73">
                  <a:extLst>
                    <a:ext uri="{FF2B5EF4-FFF2-40B4-BE49-F238E27FC236}">
                      <a16:creationId xmlns:a16="http://schemas.microsoft.com/office/drawing/2014/main" id="{8CCF3E55-AFD5-91D5-F492-749BB8B848F4}"/>
                    </a:ext>
                  </a:extLst>
                </p:cNvPr>
                <p:cNvSpPr/>
                <p:nvPr/>
              </p:nvSpPr>
              <p:spPr>
                <a:xfrm>
                  <a:off x="5555375" y="3253850"/>
                  <a:ext cx="35450" cy="3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364" extrusionOk="0">
                      <a:moveTo>
                        <a:pt x="1071" y="1"/>
                      </a:moveTo>
                      <a:cubicBezTo>
                        <a:pt x="977" y="1"/>
                        <a:pt x="882" y="24"/>
                        <a:pt x="819" y="72"/>
                      </a:cubicBezTo>
                      <a:lnTo>
                        <a:pt x="126" y="796"/>
                      </a:lnTo>
                      <a:cubicBezTo>
                        <a:pt x="0" y="922"/>
                        <a:pt x="0" y="1143"/>
                        <a:pt x="126" y="1269"/>
                      </a:cubicBezTo>
                      <a:cubicBezTo>
                        <a:pt x="189" y="1332"/>
                        <a:pt x="268" y="1363"/>
                        <a:pt x="350" y="1363"/>
                      </a:cubicBezTo>
                      <a:cubicBezTo>
                        <a:pt x="433" y="1363"/>
                        <a:pt x="520" y="1332"/>
                        <a:pt x="599" y="1269"/>
                      </a:cubicBezTo>
                      <a:lnTo>
                        <a:pt x="1323" y="544"/>
                      </a:lnTo>
                      <a:cubicBezTo>
                        <a:pt x="1418" y="418"/>
                        <a:pt x="1418" y="198"/>
                        <a:pt x="1323" y="72"/>
                      </a:cubicBezTo>
                      <a:cubicBezTo>
                        <a:pt x="1260" y="24"/>
                        <a:pt x="1166" y="1"/>
                        <a:pt x="10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0" name="Google Shape;9524;p73">
                  <a:extLst>
                    <a:ext uri="{FF2B5EF4-FFF2-40B4-BE49-F238E27FC236}">
                      <a16:creationId xmlns:a16="http://schemas.microsoft.com/office/drawing/2014/main" id="{ABCFAA90-4A0E-0EC3-31D1-AD46447146E3}"/>
                    </a:ext>
                  </a:extLst>
                </p:cNvPr>
                <p:cNvSpPr/>
                <p:nvPr/>
              </p:nvSpPr>
              <p:spPr>
                <a:xfrm>
                  <a:off x="5606550" y="3357225"/>
                  <a:ext cx="354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6" extrusionOk="0">
                      <a:moveTo>
                        <a:pt x="379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5"/>
                        <a:pt x="379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9" y="568"/>
                        <a:pt x="1419" y="347"/>
                      </a:cubicBezTo>
                      <a:cubicBezTo>
                        <a:pt x="1419" y="158"/>
                        <a:pt x="1261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1" name="Google Shape;9525;p73">
                  <a:extLst>
                    <a:ext uri="{FF2B5EF4-FFF2-40B4-BE49-F238E27FC236}">
                      <a16:creationId xmlns:a16="http://schemas.microsoft.com/office/drawing/2014/main" id="{E590DB8D-DB1C-1B85-B6D6-1EB9CBDDEF40}"/>
                    </a:ext>
                  </a:extLst>
                </p:cNvPr>
                <p:cNvSpPr/>
                <p:nvPr/>
              </p:nvSpPr>
              <p:spPr>
                <a:xfrm>
                  <a:off x="5364750" y="3357225"/>
                  <a:ext cx="3547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694"/>
                        <a:pt x="347" y="694"/>
                      </a:cubicBezTo>
                      <a:lnTo>
                        <a:pt x="1072" y="694"/>
                      </a:lnTo>
                      <a:cubicBezTo>
                        <a:pt x="1261" y="694"/>
                        <a:pt x="1419" y="568"/>
                        <a:pt x="1419" y="347"/>
                      </a:cubicBezTo>
                      <a:cubicBezTo>
                        <a:pt x="1419" y="158"/>
                        <a:pt x="1261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2" name="Google Shape;9526;p73">
                  <a:extLst>
                    <a:ext uri="{FF2B5EF4-FFF2-40B4-BE49-F238E27FC236}">
                      <a16:creationId xmlns:a16="http://schemas.microsoft.com/office/drawing/2014/main" id="{B69103C3-6AFF-14F7-A94B-EC42C82E389B}"/>
                    </a:ext>
                  </a:extLst>
                </p:cNvPr>
                <p:cNvSpPr/>
                <p:nvPr/>
              </p:nvSpPr>
              <p:spPr>
                <a:xfrm>
                  <a:off x="5433275" y="3253850"/>
                  <a:ext cx="35475" cy="3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64" extrusionOk="0">
                      <a:moveTo>
                        <a:pt x="363" y="1"/>
                      </a:moveTo>
                      <a:cubicBezTo>
                        <a:pt x="276" y="1"/>
                        <a:pt x="190" y="24"/>
                        <a:pt x="127" y="72"/>
                      </a:cubicBezTo>
                      <a:cubicBezTo>
                        <a:pt x="1" y="198"/>
                        <a:pt x="1" y="450"/>
                        <a:pt x="127" y="544"/>
                      </a:cubicBezTo>
                      <a:lnTo>
                        <a:pt x="820" y="1269"/>
                      </a:lnTo>
                      <a:cubicBezTo>
                        <a:pt x="883" y="1332"/>
                        <a:pt x="977" y="1363"/>
                        <a:pt x="1072" y="1363"/>
                      </a:cubicBezTo>
                      <a:cubicBezTo>
                        <a:pt x="1166" y="1363"/>
                        <a:pt x="1261" y="1332"/>
                        <a:pt x="1324" y="1269"/>
                      </a:cubicBezTo>
                      <a:cubicBezTo>
                        <a:pt x="1418" y="1143"/>
                        <a:pt x="1418" y="922"/>
                        <a:pt x="1324" y="796"/>
                      </a:cubicBezTo>
                      <a:lnTo>
                        <a:pt x="599" y="72"/>
                      </a:lnTo>
                      <a:cubicBezTo>
                        <a:pt x="536" y="24"/>
                        <a:pt x="450" y="1"/>
                        <a:pt x="36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3" name="Google Shape;9527;p73">
                  <a:extLst>
                    <a:ext uri="{FF2B5EF4-FFF2-40B4-BE49-F238E27FC236}">
                      <a16:creationId xmlns:a16="http://schemas.microsoft.com/office/drawing/2014/main" id="{001BCC18-196C-83E6-FC6E-CFC3EA6FE4A9}"/>
                    </a:ext>
                  </a:extLst>
                </p:cNvPr>
                <p:cNvSpPr/>
                <p:nvPr/>
              </p:nvSpPr>
              <p:spPr>
                <a:xfrm>
                  <a:off x="5380500" y="3287775"/>
                  <a:ext cx="37050" cy="2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" h="1039" extrusionOk="0">
                      <a:moveTo>
                        <a:pt x="396" y="0"/>
                      </a:moveTo>
                      <a:cubicBezTo>
                        <a:pt x="267" y="0"/>
                        <a:pt x="132" y="81"/>
                        <a:pt x="64" y="195"/>
                      </a:cubicBezTo>
                      <a:cubicBezTo>
                        <a:pt x="1" y="353"/>
                        <a:pt x="64" y="573"/>
                        <a:pt x="221" y="668"/>
                      </a:cubicBezTo>
                      <a:lnTo>
                        <a:pt x="946" y="1015"/>
                      </a:lnTo>
                      <a:cubicBezTo>
                        <a:pt x="987" y="1031"/>
                        <a:pt x="1032" y="1039"/>
                        <a:pt x="1077" y="1039"/>
                      </a:cubicBezTo>
                      <a:cubicBezTo>
                        <a:pt x="1209" y="1039"/>
                        <a:pt x="1349" y="974"/>
                        <a:pt x="1419" y="857"/>
                      </a:cubicBezTo>
                      <a:cubicBezTo>
                        <a:pt x="1482" y="699"/>
                        <a:pt x="1419" y="447"/>
                        <a:pt x="1261" y="384"/>
                      </a:cubicBezTo>
                      <a:lnTo>
                        <a:pt x="536" y="38"/>
                      </a:lnTo>
                      <a:cubicBezTo>
                        <a:pt x="493" y="12"/>
                        <a:pt x="445" y="0"/>
                        <a:pt x="39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4" name="Google Shape;9528;p73">
                  <a:extLst>
                    <a:ext uri="{FF2B5EF4-FFF2-40B4-BE49-F238E27FC236}">
                      <a16:creationId xmlns:a16="http://schemas.microsoft.com/office/drawing/2014/main" id="{B07CFAC4-005B-862A-EC79-60CCF55479FF}"/>
                    </a:ext>
                  </a:extLst>
                </p:cNvPr>
                <p:cNvSpPr/>
                <p:nvPr/>
              </p:nvSpPr>
              <p:spPr>
                <a:xfrm>
                  <a:off x="5588450" y="3288075"/>
                  <a:ext cx="37025" cy="26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1" h="1072" extrusionOk="0">
                      <a:moveTo>
                        <a:pt x="1110" y="0"/>
                      </a:moveTo>
                      <a:cubicBezTo>
                        <a:pt x="1049" y="0"/>
                        <a:pt x="983" y="18"/>
                        <a:pt x="914" y="57"/>
                      </a:cubicBezTo>
                      <a:lnTo>
                        <a:pt x="221" y="404"/>
                      </a:lnTo>
                      <a:cubicBezTo>
                        <a:pt x="63" y="498"/>
                        <a:pt x="0" y="687"/>
                        <a:pt x="63" y="877"/>
                      </a:cubicBezTo>
                      <a:cubicBezTo>
                        <a:pt x="132" y="991"/>
                        <a:pt x="250" y="1072"/>
                        <a:pt x="382" y="1072"/>
                      </a:cubicBezTo>
                      <a:cubicBezTo>
                        <a:pt x="432" y="1072"/>
                        <a:pt x="484" y="1060"/>
                        <a:pt x="536" y="1034"/>
                      </a:cubicBezTo>
                      <a:lnTo>
                        <a:pt x="1260" y="687"/>
                      </a:lnTo>
                      <a:cubicBezTo>
                        <a:pt x="1418" y="593"/>
                        <a:pt x="1481" y="404"/>
                        <a:pt x="1418" y="215"/>
                      </a:cubicBezTo>
                      <a:cubicBezTo>
                        <a:pt x="1353" y="85"/>
                        <a:pt x="1244" y="0"/>
                        <a:pt x="111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5" name="Google Shape;9529;p73">
                  <a:extLst>
                    <a:ext uri="{FF2B5EF4-FFF2-40B4-BE49-F238E27FC236}">
                      <a16:creationId xmlns:a16="http://schemas.microsoft.com/office/drawing/2014/main" id="{555126F2-2E06-B5F7-5930-0BF08843CBBD}"/>
                    </a:ext>
                  </a:extLst>
                </p:cNvPr>
                <p:cNvSpPr/>
                <p:nvPr/>
              </p:nvSpPr>
              <p:spPr>
                <a:xfrm>
                  <a:off x="5412025" y="3286350"/>
                  <a:ext cx="177225" cy="243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89" h="9750" extrusionOk="0">
                      <a:moveTo>
                        <a:pt x="3529" y="0"/>
                      </a:moveTo>
                      <a:cubicBezTo>
                        <a:pt x="3151" y="0"/>
                        <a:pt x="2836" y="315"/>
                        <a:pt x="2836" y="725"/>
                      </a:cubicBezTo>
                      <a:lnTo>
                        <a:pt x="2836" y="1418"/>
                      </a:lnTo>
                      <a:cubicBezTo>
                        <a:pt x="2836" y="1040"/>
                        <a:pt x="2520" y="725"/>
                        <a:pt x="2111" y="725"/>
                      </a:cubicBezTo>
                      <a:cubicBezTo>
                        <a:pt x="1733" y="725"/>
                        <a:pt x="1418" y="1040"/>
                        <a:pt x="1418" y="1418"/>
                      </a:cubicBezTo>
                      <a:lnTo>
                        <a:pt x="1418" y="2143"/>
                      </a:lnTo>
                      <a:cubicBezTo>
                        <a:pt x="1544" y="2143"/>
                        <a:pt x="1638" y="2080"/>
                        <a:pt x="1764" y="2080"/>
                      </a:cubicBezTo>
                      <a:lnTo>
                        <a:pt x="3497" y="2080"/>
                      </a:lnTo>
                      <a:cubicBezTo>
                        <a:pt x="4253" y="2080"/>
                        <a:pt x="4883" y="2710"/>
                        <a:pt x="4883" y="3466"/>
                      </a:cubicBezTo>
                      <a:cubicBezTo>
                        <a:pt x="4883" y="4096"/>
                        <a:pt x="4474" y="4600"/>
                        <a:pt x="3907" y="4758"/>
                      </a:cubicBezTo>
                      <a:cubicBezTo>
                        <a:pt x="4064" y="5073"/>
                        <a:pt x="4159" y="5482"/>
                        <a:pt x="4159" y="5860"/>
                      </a:cubicBezTo>
                      <a:cubicBezTo>
                        <a:pt x="4159" y="6081"/>
                        <a:pt x="4001" y="6238"/>
                        <a:pt x="3812" y="6238"/>
                      </a:cubicBezTo>
                      <a:cubicBezTo>
                        <a:pt x="3623" y="6238"/>
                        <a:pt x="3466" y="6081"/>
                        <a:pt x="3466" y="5860"/>
                      </a:cubicBezTo>
                      <a:cubicBezTo>
                        <a:pt x="3466" y="4915"/>
                        <a:pt x="2678" y="4128"/>
                        <a:pt x="1733" y="4128"/>
                      </a:cubicBezTo>
                      <a:lnTo>
                        <a:pt x="3466" y="4128"/>
                      </a:lnTo>
                      <a:cubicBezTo>
                        <a:pt x="3844" y="4128"/>
                        <a:pt x="4159" y="3812"/>
                        <a:pt x="4159" y="3434"/>
                      </a:cubicBezTo>
                      <a:cubicBezTo>
                        <a:pt x="4159" y="3025"/>
                        <a:pt x="3844" y="2710"/>
                        <a:pt x="3466" y="2710"/>
                      </a:cubicBezTo>
                      <a:lnTo>
                        <a:pt x="1733" y="2710"/>
                      </a:lnTo>
                      <a:cubicBezTo>
                        <a:pt x="788" y="2710"/>
                        <a:pt x="0" y="3497"/>
                        <a:pt x="0" y="4443"/>
                      </a:cubicBezTo>
                      <a:lnTo>
                        <a:pt x="0" y="5167"/>
                      </a:lnTo>
                      <a:cubicBezTo>
                        <a:pt x="0" y="6112"/>
                        <a:pt x="536" y="6963"/>
                        <a:pt x="1386" y="7372"/>
                      </a:cubicBezTo>
                      <a:lnTo>
                        <a:pt x="1386" y="8318"/>
                      </a:lnTo>
                      <a:cubicBezTo>
                        <a:pt x="977" y="8318"/>
                        <a:pt x="662" y="8633"/>
                        <a:pt x="662" y="9011"/>
                      </a:cubicBezTo>
                      <a:lnTo>
                        <a:pt x="662" y="9389"/>
                      </a:lnTo>
                      <a:cubicBezTo>
                        <a:pt x="662" y="9578"/>
                        <a:pt x="819" y="9735"/>
                        <a:pt x="1008" y="9735"/>
                      </a:cubicBezTo>
                      <a:lnTo>
                        <a:pt x="5860" y="9735"/>
                      </a:lnTo>
                      <a:cubicBezTo>
                        <a:pt x="5923" y="9745"/>
                        <a:pt x="5979" y="9749"/>
                        <a:pt x="6029" y="9749"/>
                      </a:cubicBezTo>
                      <a:cubicBezTo>
                        <a:pt x="6305" y="9749"/>
                        <a:pt x="6396" y="9612"/>
                        <a:pt x="6396" y="9452"/>
                      </a:cubicBezTo>
                      <a:lnTo>
                        <a:pt x="6396" y="9105"/>
                      </a:lnTo>
                      <a:cubicBezTo>
                        <a:pt x="6396" y="8696"/>
                        <a:pt x="6112" y="8381"/>
                        <a:pt x="5702" y="8381"/>
                      </a:cubicBezTo>
                      <a:lnTo>
                        <a:pt x="5702" y="7436"/>
                      </a:lnTo>
                      <a:cubicBezTo>
                        <a:pt x="6522" y="7057"/>
                        <a:pt x="7089" y="6175"/>
                        <a:pt x="7089" y="5230"/>
                      </a:cubicBezTo>
                      <a:lnTo>
                        <a:pt x="7089" y="2143"/>
                      </a:lnTo>
                      <a:cubicBezTo>
                        <a:pt x="7089" y="1733"/>
                        <a:pt x="6774" y="1418"/>
                        <a:pt x="6364" y="1418"/>
                      </a:cubicBezTo>
                      <a:cubicBezTo>
                        <a:pt x="5986" y="1418"/>
                        <a:pt x="5671" y="1733"/>
                        <a:pt x="5671" y="2143"/>
                      </a:cubicBezTo>
                      <a:lnTo>
                        <a:pt x="5671" y="1418"/>
                      </a:lnTo>
                      <a:cubicBezTo>
                        <a:pt x="5671" y="1040"/>
                        <a:pt x="5356" y="725"/>
                        <a:pt x="4946" y="725"/>
                      </a:cubicBezTo>
                      <a:cubicBezTo>
                        <a:pt x="4568" y="725"/>
                        <a:pt x="4253" y="1040"/>
                        <a:pt x="4253" y="1418"/>
                      </a:cubicBezTo>
                      <a:lnTo>
                        <a:pt x="4253" y="725"/>
                      </a:lnTo>
                      <a:cubicBezTo>
                        <a:pt x="4253" y="315"/>
                        <a:pt x="3938" y="0"/>
                        <a:pt x="352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2" name="Google Shape;9530;p73">
                <a:extLst>
                  <a:ext uri="{FF2B5EF4-FFF2-40B4-BE49-F238E27FC236}">
                    <a16:creationId xmlns:a16="http://schemas.microsoft.com/office/drawing/2014/main" id="{EB755826-DE75-0DCC-BA96-072E6026329C}"/>
                  </a:ext>
                </a:extLst>
              </p:cNvPr>
              <p:cNvGrpSpPr/>
              <p:nvPr/>
            </p:nvGrpSpPr>
            <p:grpSpPr>
              <a:xfrm>
                <a:off x="9016645" y="4376595"/>
                <a:ext cx="501965" cy="503276"/>
                <a:chOff x="5355300" y="3598250"/>
                <a:chExt cx="296975" cy="297750"/>
              </a:xfrm>
              <a:grpFill/>
            </p:grpSpPr>
            <p:sp>
              <p:nvSpPr>
                <p:cNvPr id="17480" name="Google Shape;9531;p73">
                  <a:extLst>
                    <a:ext uri="{FF2B5EF4-FFF2-40B4-BE49-F238E27FC236}">
                      <a16:creationId xmlns:a16="http://schemas.microsoft.com/office/drawing/2014/main" id="{F64B3056-6846-7381-B32A-B599761CE6FD}"/>
                    </a:ext>
                  </a:extLst>
                </p:cNvPr>
                <p:cNvSpPr/>
                <p:nvPr/>
              </p:nvSpPr>
              <p:spPr>
                <a:xfrm>
                  <a:off x="5355300" y="3703000"/>
                  <a:ext cx="35475" cy="19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657" extrusionOk="0">
                      <a:moveTo>
                        <a:pt x="410" y="0"/>
                      </a:moveTo>
                      <a:cubicBezTo>
                        <a:pt x="221" y="0"/>
                        <a:pt x="64" y="158"/>
                        <a:pt x="64" y="347"/>
                      </a:cubicBezTo>
                      <a:cubicBezTo>
                        <a:pt x="1" y="2867"/>
                        <a:pt x="1" y="4789"/>
                        <a:pt x="1" y="7310"/>
                      </a:cubicBezTo>
                      <a:cubicBezTo>
                        <a:pt x="1" y="7530"/>
                        <a:pt x="158" y="7656"/>
                        <a:pt x="379" y="7656"/>
                      </a:cubicBezTo>
                      <a:cubicBezTo>
                        <a:pt x="568" y="7656"/>
                        <a:pt x="725" y="7530"/>
                        <a:pt x="725" y="7310"/>
                      </a:cubicBezTo>
                      <a:lnTo>
                        <a:pt x="725" y="1355"/>
                      </a:lnTo>
                      <a:lnTo>
                        <a:pt x="1418" y="1355"/>
                      </a:lnTo>
                      <a:lnTo>
                        <a:pt x="141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1" name="Google Shape;9532;p73">
                  <a:extLst>
                    <a:ext uri="{FF2B5EF4-FFF2-40B4-BE49-F238E27FC236}">
                      <a16:creationId xmlns:a16="http://schemas.microsoft.com/office/drawing/2014/main" id="{66D6C507-B557-347E-EA7A-1AB26B087FF8}"/>
                    </a:ext>
                  </a:extLst>
                </p:cNvPr>
                <p:cNvSpPr/>
                <p:nvPr/>
              </p:nvSpPr>
              <p:spPr>
                <a:xfrm>
                  <a:off x="5389175" y="3773100"/>
                  <a:ext cx="122900" cy="12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4916" extrusionOk="0">
                      <a:moveTo>
                        <a:pt x="2080" y="0"/>
                      </a:moveTo>
                      <a:lnTo>
                        <a:pt x="2080" y="693"/>
                      </a:lnTo>
                      <a:lnTo>
                        <a:pt x="1733" y="693"/>
                      </a:lnTo>
                      <a:cubicBezTo>
                        <a:pt x="788" y="693"/>
                        <a:pt x="0" y="1481"/>
                        <a:pt x="0" y="2458"/>
                      </a:cubicBezTo>
                      <a:cubicBezTo>
                        <a:pt x="0" y="2678"/>
                        <a:pt x="158" y="2836"/>
                        <a:pt x="347" y="2836"/>
                      </a:cubicBezTo>
                      <a:lnTo>
                        <a:pt x="2080" y="2836"/>
                      </a:lnTo>
                      <a:lnTo>
                        <a:pt x="2080" y="3529"/>
                      </a:lnTo>
                      <a:lnTo>
                        <a:pt x="1072" y="3529"/>
                      </a:lnTo>
                      <a:cubicBezTo>
                        <a:pt x="473" y="3529"/>
                        <a:pt x="32" y="4001"/>
                        <a:pt x="32" y="4569"/>
                      </a:cubicBezTo>
                      <a:cubicBezTo>
                        <a:pt x="32" y="4758"/>
                        <a:pt x="189" y="4915"/>
                        <a:pt x="410" y="4915"/>
                      </a:cubicBezTo>
                      <a:cubicBezTo>
                        <a:pt x="599" y="4915"/>
                        <a:pt x="757" y="4758"/>
                        <a:pt x="757" y="4569"/>
                      </a:cubicBezTo>
                      <a:cubicBezTo>
                        <a:pt x="757" y="4348"/>
                        <a:pt x="914" y="4190"/>
                        <a:pt x="1103" y="4190"/>
                      </a:cubicBezTo>
                      <a:lnTo>
                        <a:pt x="2143" y="4190"/>
                      </a:lnTo>
                      <a:lnTo>
                        <a:pt x="2143" y="4569"/>
                      </a:lnTo>
                      <a:cubicBezTo>
                        <a:pt x="2143" y="4758"/>
                        <a:pt x="2300" y="4915"/>
                        <a:pt x="2489" y="4915"/>
                      </a:cubicBezTo>
                      <a:cubicBezTo>
                        <a:pt x="2678" y="4915"/>
                        <a:pt x="2836" y="4758"/>
                        <a:pt x="2836" y="4569"/>
                      </a:cubicBezTo>
                      <a:lnTo>
                        <a:pt x="2836" y="4190"/>
                      </a:lnTo>
                      <a:lnTo>
                        <a:pt x="3876" y="4190"/>
                      </a:lnTo>
                      <a:cubicBezTo>
                        <a:pt x="4065" y="4190"/>
                        <a:pt x="4222" y="4348"/>
                        <a:pt x="4222" y="4569"/>
                      </a:cubicBezTo>
                      <a:cubicBezTo>
                        <a:pt x="4222" y="4758"/>
                        <a:pt x="4380" y="4915"/>
                        <a:pt x="4569" y="4915"/>
                      </a:cubicBezTo>
                      <a:cubicBezTo>
                        <a:pt x="4758" y="4915"/>
                        <a:pt x="4915" y="4758"/>
                        <a:pt x="4915" y="4569"/>
                      </a:cubicBezTo>
                      <a:cubicBezTo>
                        <a:pt x="4915" y="3970"/>
                        <a:pt x="4443" y="3529"/>
                        <a:pt x="3907" y="3529"/>
                      </a:cubicBezTo>
                      <a:lnTo>
                        <a:pt x="2867" y="3529"/>
                      </a:lnTo>
                      <a:lnTo>
                        <a:pt x="2867" y="2836"/>
                      </a:lnTo>
                      <a:lnTo>
                        <a:pt x="4537" y="2836"/>
                      </a:lnTo>
                      <a:lnTo>
                        <a:pt x="4537" y="2773"/>
                      </a:lnTo>
                      <a:cubicBezTo>
                        <a:pt x="4726" y="2773"/>
                        <a:pt x="4884" y="2615"/>
                        <a:pt x="4884" y="2426"/>
                      </a:cubicBezTo>
                      <a:cubicBezTo>
                        <a:pt x="4884" y="1481"/>
                        <a:pt x="4096" y="662"/>
                        <a:pt x="3151" y="662"/>
                      </a:cubicBezTo>
                      <a:lnTo>
                        <a:pt x="2804" y="662"/>
                      </a:lnTo>
                      <a:lnTo>
                        <a:pt x="280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2" name="Google Shape;9533;p73">
                  <a:extLst>
                    <a:ext uri="{FF2B5EF4-FFF2-40B4-BE49-F238E27FC236}">
                      <a16:creationId xmlns:a16="http://schemas.microsoft.com/office/drawing/2014/main" id="{BFE75B35-31D0-854C-5AD2-ABC5DCDD5234}"/>
                    </a:ext>
                  </a:extLst>
                </p:cNvPr>
                <p:cNvSpPr/>
                <p:nvPr/>
              </p:nvSpPr>
              <p:spPr>
                <a:xfrm>
                  <a:off x="5527800" y="3598250"/>
                  <a:ext cx="105550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22" h="1418" extrusionOk="0">
                      <a:moveTo>
                        <a:pt x="725" y="0"/>
                      </a:moveTo>
                      <a:cubicBezTo>
                        <a:pt x="315" y="0"/>
                        <a:pt x="0" y="315"/>
                        <a:pt x="0" y="725"/>
                      </a:cubicBezTo>
                      <a:cubicBezTo>
                        <a:pt x="63" y="1103"/>
                        <a:pt x="378" y="1418"/>
                        <a:pt x="725" y="1418"/>
                      </a:cubicBezTo>
                      <a:lnTo>
                        <a:pt x="3875" y="1418"/>
                      </a:lnTo>
                      <a:cubicBezTo>
                        <a:pt x="4064" y="1418"/>
                        <a:pt x="4222" y="1260"/>
                        <a:pt x="4222" y="1071"/>
                      </a:cubicBezTo>
                      <a:lnTo>
                        <a:pt x="4222" y="378"/>
                      </a:lnTo>
                      <a:cubicBezTo>
                        <a:pt x="4222" y="158"/>
                        <a:pt x="4064" y="0"/>
                        <a:pt x="387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3" name="Google Shape;9534;p73">
                  <a:extLst>
                    <a:ext uri="{FF2B5EF4-FFF2-40B4-BE49-F238E27FC236}">
                      <a16:creationId xmlns:a16="http://schemas.microsoft.com/office/drawing/2014/main" id="{29D64B38-2A2A-7C4D-D1EB-F92AEA1B0586}"/>
                    </a:ext>
                  </a:extLst>
                </p:cNvPr>
                <p:cNvSpPr/>
                <p:nvPr/>
              </p:nvSpPr>
              <p:spPr>
                <a:xfrm>
                  <a:off x="5545900" y="3651800"/>
                  <a:ext cx="1048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2" h="1419" extrusionOk="0">
                      <a:moveTo>
                        <a:pt x="694" y="1"/>
                      </a:moveTo>
                      <a:cubicBezTo>
                        <a:pt x="316" y="1"/>
                        <a:pt x="1" y="316"/>
                        <a:pt x="1" y="694"/>
                      </a:cubicBezTo>
                      <a:cubicBezTo>
                        <a:pt x="1" y="1103"/>
                        <a:pt x="316" y="1418"/>
                        <a:pt x="694" y="1418"/>
                      </a:cubicBezTo>
                      <a:lnTo>
                        <a:pt x="3845" y="1418"/>
                      </a:lnTo>
                      <a:cubicBezTo>
                        <a:pt x="4065" y="1418"/>
                        <a:pt x="4191" y="1261"/>
                        <a:pt x="4191" y="1072"/>
                      </a:cubicBezTo>
                      <a:lnTo>
                        <a:pt x="4191" y="347"/>
                      </a:lnTo>
                      <a:cubicBezTo>
                        <a:pt x="4191" y="158"/>
                        <a:pt x="4065" y="1"/>
                        <a:pt x="384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4" name="Google Shape;9535;p73">
                  <a:extLst>
                    <a:ext uri="{FF2B5EF4-FFF2-40B4-BE49-F238E27FC236}">
                      <a16:creationId xmlns:a16="http://schemas.microsoft.com/office/drawing/2014/main" id="{5F71A9A7-8222-980F-66ED-9D28D5C1342B}"/>
                    </a:ext>
                  </a:extLst>
                </p:cNvPr>
                <p:cNvSpPr/>
                <p:nvPr/>
              </p:nvSpPr>
              <p:spPr>
                <a:xfrm>
                  <a:off x="5529375" y="3754975"/>
                  <a:ext cx="1221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1419" extrusionOk="0">
                      <a:moveTo>
                        <a:pt x="0" y="1"/>
                      </a:moveTo>
                      <a:lnTo>
                        <a:pt x="0" y="1418"/>
                      </a:lnTo>
                      <a:lnTo>
                        <a:pt x="4884" y="1418"/>
                      </a:lnTo>
                      <a:lnTo>
                        <a:pt x="4884" y="1"/>
                      </a:lnTo>
                      <a:lnTo>
                        <a:pt x="2773" y="1"/>
                      </a:lnTo>
                      <a:lnTo>
                        <a:pt x="2773" y="347"/>
                      </a:lnTo>
                      <a:cubicBezTo>
                        <a:pt x="2773" y="568"/>
                        <a:pt x="2615" y="725"/>
                        <a:pt x="2426" y="725"/>
                      </a:cubicBezTo>
                      <a:cubicBezTo>
                        <a:pt x="2237" y="725"/>
                        <a:pt x="2080" y="568"/>
                        <a:pt x="2080" y="347"/>
                      </a:cubicBezTo>
                      <a:lnTo>
                        <a:pt x="208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5" name="Google Shape;9536;p73">
                  <a:extLst>
                    <a:ext uri="{FF2B5EF4-FFF2-40B4-BE49-F238E27FC236}">
                      <a16:creationId xmlns:a16="http://schemas.microsoft.com/office/drawing/2014/main" id="{8A23AE87-6772-DD39-C411-1F192C25F6A3}"/>
                    </a:ext>
                  </a:extLst>
                </p:cNvPr>
                <p:cNvSpPr/>
                <p:nvPr/>
              </p:nvSpPr>
              <p:spPr>
                <a:xfrm>
                  <a:off x="5511250" y="3703000"/>
                  <a:ext cx="140225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9" h="1356" extrusionOk="0">
                      <a:moveTo>
                        <a:pt x="1" y="0"/>
                      </a:moveTo>
                      <a:lnTo>
                        <a:pt x="1" y="1355"/>
                      </a:lnTo>
                      <a:lnTo>
                        <a:pt x="5609" y="1355"/>
                      </a:lnTo>
                      <a:lnTo>
                        <a:pt x="5609" y="347"/>
                      </a:lnTo>
                      <a:cubicBezTo>
                        <a:pt x="5577" y="158"/>
                        <a:pt x="5451" y="0"/>
                        <a:pt x="523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6" name="Google Shape;9537;p73">
                  <a:extLst>
                    <a:ext uri="{FF2B5EF4-FFF2-40B4-BE49-F238E27FC236}">
                      <a16:creationId xmlns:a16="http://schemas.microsoft.com/office/drawing/2014/main" id="{94D19844-16B6-5671-ACB6-0619EA8C3A5D}"/>
                    </a:ext>
                  </a:extLst>
                </p:cNvPr>
                <p:cNvSpPr/>
                <p:nvPr/>
              </p:nvSpPr>
              <p:spPr>
                <a:xfrm>
                  <a:off x="5529375" y="3808550"/>
                  <a:ext cx="122900" cy="8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3498" extrusionOk="0">
                      <a:moveTo>
                        <a:pt x="0" y="0"/>
                      </a:moveTo>
                      <a:lnTo>
                        <a:pt x="0" y="3151"/>
                      </a:lnTo>
                      <a:cubicBezTo>
                        <a:pt x="0" y="3340"/>
                        <a:pt x="158" y="3497"/>
                        <a:pt x="347" y="3497"/>
                      </a:cubicBezTo>
                      <a:cubicBezTo>
                        <a:pt x="536" y="3497"/>
                        <a:pt x="693" y="3340"/>
                        <a:pt x="693" y="3151"/>
                      </a:cubicBezTo>
                      <a:lnTo>
                        <a:pt x="693" y="1418"/>
                      </a:lnTo>
                      <a:lnTo>
                        <a:pt x="4190" y="1418"/>
                      </a:lnTo>
                      <a:lnTo>
                        <a:pt x="4190" y="3151"/>
                      </a:lnTo>
                      <a:cubicBezTo>
                        <a:pt x="4190" y="3340"/>
                        <a:pt x="4348" y="3497"/>
                        <a:pt x="4569" y="3497"/>
                      </a:cubicBezTo>
                      <a:cubicBezTo>
                        <a:pt x="4758" y="3497"/>
                        <a:pt x="4915" y="3340"/>
                        <a:pt x="4915" y="3151"/>
                      </a:cubicBezTo>
                      <a:lnTo>
                        <a:pt x="4915" y="0"/>
                      </a:lnTo>
                      <a:lnTo>
                        <a:pt x="2773" y="0"/>
                      </a:lnTo>
                      <a:lnTo>
                        <a:pt x="2773" y="347"/>
                      </a:lnTo>
                      <a:cubicBezTo>
                        <a:pt x="2773" y="536"/>
                        <a:pt x="2615" y="693"/>
                        <a:pt x="2426" y="693"/>
                      </a:cubicBezTo>
                      <a:cubicBezTo>
                        <a:pt x="2237" y="693"/>
                        <a:pt x="2080" y="536"/>
                        <a:pt x="2080" y="347"/>
                      </a:cubicBezTo>
                      <a:lnTo>
                        <a:pt x="208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7" name="Google Shape;9538;p73">
                  <a:extLst>
                    <a:ext uri="{FF2B5EF4-FFF2-40B4-BE49-F238E27FC236}">
                      <a16:creationId xmlns:a16="http://schemas.microsoft.com/office/drawing/2014/main" id="{126CF029-8DB6-FE2F-3BAE-E6FEE73B0D32}"/>
                    </a:ext>
                  </a:extLst>
                </p:cNvPr>
                <p:cNvSpPr/>
                <p:nvPr/>
              </p:nvSpPr>
              <p:spPr>
                <a:xfrm>
                  <a:off x="5408075" y="3651025"/>
                  <a:ext cx="86675" cy="10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4159" extrusionOk="0">
                      <a:moveTo>
                        <a:pt x="1733" y="0"/>
                      </a:moveTo>
                      <a:cubicBezTo>
                        <a:pt x="788" y="0"/>
                        <a:pt x="1" y="788"/>
                        <a:pt x="1" y="1733"/>
                      </a:cubicBezTo>
                      <a:lnTo>
                        <a:pt x="1" y="3812"/>
                      </a:lnTo>
                      <a:cubicBezTo>
                        <a:pt x="1" y="4001"/>
                        <a:pt x="158" y="4159"/>
                        <a:pt x="347" y="4159"/>
                      </a:cubicBezTo>
                      <a:lnTo>
                        <a:pt x="3120" y="4159"/>
                      </a:lnTo>
                      <a:cubicBezTo>
                        <a:pt x="3309" y="4159"/>
                        <a:pt x="3466" y="4001"/>
                        <a:pt x="3466" y="3812"/>
                      </a:cubicBezTo>
                      <a:lnTo>
                        <a:pt x="3466" y="1733"/>
                      </a:lnTo>
                      <a:cubicBezTo>
                        <a:pt x="3466" y="788"/>
                        <a:pt x="2678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3" name="Google Shape;9539;p73">
                <a:extLst>
                  <a:ext uri="{FF2B5EF4-FFF2-40B4-BE49-F238E27FC236}">
                    <a16:creationId xmlns:a16="http://schemas.microsoft.com/office/drawing/2014/main" id="{14AE3BFC-5EF6-E87C-F12B-EC33C97F0A6D}"/>
                  </a:ext>
                </a:extLst>
              </p:cNvPr>
              <p:cNvGrpSpPr/>
              <p:nvPr/>
            </p:nvGrpSpPr>
            <p:grpSpPr>
              <a:xfrm>
                <a:off x="9022644" y="5073172"/>
                <a:ext cx="489964" cy="323559"/>
                <a:chOff x="5358450" y="4015675"/>
                <a:chExt cx="289875" cy="191425"/>
              </a:xfrm>
              <a:grpFill/>
            </p:grpSpPr>
            <p:sp>
              <p:nvSpPr>
                <p:cNvPr id="17476" name="Google Shape;9540;p73">
                  <a:extLst>
                    <a:ext uri="{FF2B5EF4-FFF2-40B4-BE49-F238E27FC236}">
                      <a16:creationId xmlns:a16="http://schemas.microsoft.com/office/drawing/2014/main" id="{B8D6CD4E-C137-DDB1-6ABC-CD43C5CEE725}"/>
                    </a:ext>
                  </a:extLst>
                </p:cNvPr>
                <p:cNvSpPr/>
                <p:nvPr/>
              </p:nvSpPr>
              <p:spPr>
                <a:xfrm>
                  <a:off x="5358450" y="4015675"/>
                  <a:ext cx="289875" cy="8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95" h="3561" extrusionOk="0">
                      <a:moveTo>
                        <a:pt x="5798" y="1"/>
                      </a:moveTo>
                      <a:cubicBezTo>
                        <a:pt x="2773" y="1"/>
                        <a:pt x="316" y="3120"/>
                        <a:pt x="1" y="3561"/>
                      </a:cubicBezTo>
                      <a:cubicBezTo>
                        <a:pt x="1229" y="2679"/>
                        <a:pt x="3561" y="1734"/>
                        <a:pt x="5798" y="1734"/>
                      </a:cubicBezTo>
                      <a:cubicBezTo>
                        <a:pt x="7751" y="1734"/>
                        <a:pt x="10051" y="2490"/>
                        <a:pt x="11595" y="3561"/>
                      </a:cubicBezTo>
                      <a:cubicBezTo>
                        <a:pt x="11280" y="3120"/>
                        <a:pt x="8822" y="1"/>
                        <a:pt x="579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7" name="Google Shape;9541;p73">
                  <a:extLst>
                    <a:ext uri="{FF2B5EF4-FFF2-40B4-BE49-F238E27FC236}">
                      <a16:creationId xmlns:a16="http://schemas.microsoft.com/office/drawing/2014/main" id="{D9B8DF72-94E6-A7D2-D455-EB85149DD990}"/>
                    </a:ext>
                  </a:extLst>
                </p:cNvPr>
                <p:cNvSpPr/>
                <p:nvPr/>
              </p:nvSpPr>
              <p:spPr>
                <a:xfrm>
                  <a:off x="5494725" y="4101525"/>
                  <a:ext cx="173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cubicBezTo>
                        <a:pt x="536" y="725"/>
                        <a:pt x="693" y="568"/>
                        <a:pt x="693" y="347"/>
                      </a:cubicBez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8" name="Google Shape;9542;p73">
                  <a:extLst>
                    <a:ext uri="{FF2B5EF4-FFF2-40B4-BE49-F238E27FC236}">
                      <a16:creationId xmlns:a16="http://schemas.microsoft.com/office/drawing/2014/main" id="{C7CA6ED4-1775-4585-8C79-E572F251E2A3}"/>
                    </a:ext>
                  </a:extLst>
                </p:cNvPr>
                <p:cNvSpPr/>
                <p:nvPr/>
              </p:nvSpPr>
              <p:spPr>
                <a:xfrm>
                  <a:off x="5460050" y="4077125"/>
                  <a:ext cx="86675" cy="7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3120" extrusionOk="0">
                      <a:moveTo>
                        <a:pt x="1734" y="315"/>
                      </a:moveTo>
                      <a:cubicBezTo>
                        <a:pt x="2332" y="315"/>
                        <a:pt x="2773" y="788"/>
                        <a:pt x="2773" y="1323"/>
                      </a:cubicBezTo>
                      <a:cubicBezTo>
                        <a:pt x="2773" y="1922"/>
                        <a:pt x="2269" y="2363"/>
                        <a:pt x="1734" y="2363"/>
                      </a:cubicBezTo>
                      <a:cubicBezTo>
                        <a:pt x="1135" y="2363"/>
                        <a:pt x="694" y="1890"/>
                        <a:pt x="694" y="1323"/>
                      </a:cubicBezTo>
                      <a:cubicBezTo>
                        <a:pt x="663" y="788"/>
                        <a:pt x="1135" y="315"/>
                        <a:pt x="1734" y="315"/>
                      </a:cubicBezTo>
                      <a:close/>
                      <a:moveTo>
                        <a:pt x="1734" y="0"/>
                      </a:moveTo>
                      <a:cubicBezTo>
                        <a:pt x="1324" y="0"/>
                        <a:pt x="978" y="32"/>
                        <a:pt x="599" y="63"/>
                      </a:cubicBezTo>
                      <a:cubicBezTo>
                        <a:pt x="190" y="378"/>
                        <a:pt x="1" y="851"/>
                        <a:pt x="1" y="1386"/>
                      </a:cubicBezTo>
                      <a:cubicBezTo>
                        <a:pt x="1" y="2332"/>
                        <a:pt x="789" y="3119"/>
                        <a:pt x="1734" y="3119"/>
                      </a:cubicBezTo>
                      <a:cubicBezTo>
                        <a:pt x="2679" y="3119"/>
                        <a:pt x="3466" y="2332"/>
                        <a:pt x="3466" y="1386"/>
                      </a:cubicBezTo>
                      <a:cubicBezTo>
                        <a:pt x="3466" y="851"/>
                        <a:pt x="3214" y="378"/>
                        <a:pt x="2868" y="63"/>
                      </a:cubicBezTo>
                      <a:cubicBezTo>
                        <a:pt x="2521" y="32"/>
                        <a:pt x="2112" y="0"/>
                        <a:pt x="173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9" name="Google Shape;9543;p73">
                  <a:extLst>
                    <a:ext uri="{FF2B5EF4-FFF2-40B4-BE49-F238E27FC236}">
                      <a16:creationId xmlns:a16="http://schemas.microsoft.com/office/drawing/2014/main" id="{BB33B190-9521-5B10-AB55-FB76C3B93646}"/>
                    </a:ext>
                  </a:extLst>
                </p:cNvPr>
                <p:cNvSpPr/>
                <p:nvPr/>
              </p:nvSpPr>
              <p:spPr>
                <a:xfrm>
                  <a:off x="5362400" y="4084200"/>
                  <a:ext cx="282000" cy="12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80" h="4916" extrusionOk="0">
                      <a:moveTo>
                        <a:pt x="3466" y="1"/>
                      </a:moveTo>
                      <a:lnTo>
                        <a:pt x="3466" y="1"/>
                      </a:lnTo>
                      <a:cubicBezTo>
                        <a:pt x="2332" y="253"/>
                        <a:pt x="1103" y="820"/>
                        <a:pt x="0" y="1576"/>
                      </a:cubicBezTo>
                      <a:cubicBezTo>
                        <a:pt x="693" y="2395"/>
                        <a:pt x="2899" y="4915"/>
                        <a:pt x="5640" y="4915"/>
                      </a:cubicBezTo>
                      <a:cubicBezTo>
                        <a:pt x="8349" y="4884"/>
                        <a:pt x="10617" y="2395"/>
                        <a:pt x="11279" y="1576"/>
                      </a:cubicBezTo>
                      <a:cubicBezTo>
                        <a:pt x="10176" y="820"/>
                        <a:pt x="8948" y="253"/>
                        <a:pt x="7814" y="1"/>
                      </a:cubicBezTo>
                      <a:lnTo>
                        <a:pt x="7814" y="1"/>
                      </a:lnTo>
                      <a:cubicBezTo>
                        <a:pt x="7971" y="347"/>
                        <a:pt x="8097" y="694"/>
                        <a:pt x="8097" y="1103"/>
                      </a:cubicBezTo>
                      <a:cubicBezTo>
                        <a:pt x="8097" y="2427"/>
                        <a:pt x="6994" y="3529"/>
                        <a:pt x="5640" y="3529"/>
                      </a:cubicBezTo>
                      <a:cubicBezTo>
                        <a:pt x="4316" y="3529"/>
                        <a:pt x="3214" y="2427"/>
                        <a:pt x="3214" y="1103"/>
                      </a:cubicBezTo>
                      <a:cubicBezTo>
                        <a:pt x="3214" y="694"/>
                        <a:pt x="3277" y="347"/>
                        <a:pt x="346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4" name="Google Shape;9544;p73">
                <a:extLst>
                  <a:ext uri="{FF2B5EF4-FFF2-40B4-BE49-F238E27FC236}">
                    <a16:creationId xmlns:a16="http://schemas.microsoft.com/office/drawing/2014/main" id="{665AAED6-833C-731D-D50D-74C2A8844AC7}"/>
                  </a:ext>
                </a:extLst>
              </p:cNvPr>
              <p:cNvGrpSpPr/>
              <p:nvPr/>
            </p:nvGrpSpPr>
            <p:grpSpPr>
              <a:xfrm>
                <a:off x="10925482" y="3765480"/>
                <a:ext cx="501965" cy="465413"/>
                <a:chOff x="6543825" y="3202075"/>
                <a:chExt cx="296975" cy="275350"/>
              </a:xfrm>
              <a:grpFill/>
            </p:grpSpPr>
            <p:sp>
              <p:nvSpPr>
                <p:cNvPr id="17469" name="Google Shape;9545;p73">
                  <a:extLst>
                    <a:ext uri="{FF2B5EF4-FFF2-40B4-BE49-F238E27FC236}">
                      <a16:creationId xmlns:a16="http://schemas.microsoft.com/office/drawing/2014/main" id="{D1294509-78D0-25FD-593D-AE21FC70257A}"/>
                    </a:ext>
                  </a:extLst>
                </p:cNvPr>
                <p:cNvSpPr/>
                <p:nvPr/>
              </p:nvSpPr>
              <p:spPr>
                <a:xfrm>
                  <a:off x="6683250" y="3202075"/>
                  <a:ext cx="17350" cy="4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173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1355"/>
                      </a:lnTo>
                      <a:cubicBezTo>
                        <a:pt x="0" y="1576"/>
                        <a:pt x="158" y="1733"/>
                        <a:pt x="347" y="1733"/>
                      </a:cubicBezTo>
                      <a:cubicBezTo>
                        <a:pt x="536" y="1733"/>
                        <a:pt x="693" y="1576"/>
                        <a:pt x="693" y="1355"/>
                      </a:cubicBezTo>
                      <a:lnTo>
                        <a:pt x="693" y="347"/>
                      </a:ln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0" name="Google Shape;9546;p73">
                  <a:extLst>
                    <a:ext uri="{FF2B5EF4-FFF2-40B4-BE49-F238E27FC236}">
                      <a16:creationId xmlns:a16="http://schemas.microsoft.com/office/drawing/2014/main" id="{763D7B27-A542-CC10-1BB2-8CE806ED118A}"/>
                    </a:ext>
                  </a:extLst>
                </p:cNvPr>
                <p:cNvSpPr/>
                <p:nvPr/>
              </p:nvSpPr>
              <p:spPr>
                <a:xfrm>
                  <a:off x="6613925" y="3236125"/>
                  <a:ext cx="35475" cy="3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88" extrusionOk="0">
                      <a:moveTo>
                        <a:pt x="363" y="1"/>
                      </a:moveTo>
                      <a:cubicBezTo>
                        <a:pt x="276" y="1"/>
                        <a:pt x="190" y="40"/>
                        <a:pt x="127" y="119"/>
                      </a:cubicBezTo>
                      <a:cubicBezTo>
                        <a:pt x="1" y="245"/>
                        <a:pt x="1" y="466"/>
                        <a:pt x="127" y="592"/>
                      </a:cubicBezTo>
                      <a:lnTo>
                        <a:pt x="820" y="1316"/>
                      </a:lnTo>
                      <a:cubicBezTo>
                        <a:pt x="883" y="1364"/>
                        <a:pt x="969" y="1387"/>
                        <a:pt x="1056" y="1387"/>
                      </a:cubicBezTo>
                      <a:cubicBezTo>
                        <a:pt x="1143" y="1387"/>
                        <a:pt x="1229" y="1364"/>
                        <a:pt x="1292" y="1316"/>
                      </a:cubicBezTo>
                      <a:cubicBezTo>
                        <a:pt x="1418" y="1190"/>
                        <a:pt x="1418" y="938"/>
                        <a:pt x="1292" y="844"/>
                      </a:cubicBezTo>
                      <a:lnTo>
                        <a:pt x="599" y="119"/>
                      </a:lnTo>
                      <a:cubicBezTo>
                        <a:pt x="536" y="40"/>
                        <a:pt x="450" y="1"/>
                        <a:pt x="36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1" name="Google Shape;9547;p73">
                  <a:extLst>
                    <a:ext uri="{FF2B5EF4-FFF2-40B4-BE49-F238E27FC236}">
                      <a16:creationId xmlns:a16="http://schemas.microsoft.com/office/drawing/2014/main" id="{FD6A1A1D-1FF6-B37A-F516-A62ADBC181E2}"/>
                    </a:ext>
                  </a:extLst>
                </p:cNvPr>
                <p:cNvSpPr/>
                <p:nvPr/>
              </p:nvSpPr>
              <p:spPr>
                <a:xfrm>
                  <a:off x="6734425" y="3236425"/>
                  <a:ext cx="35475" cy="3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76" extrusionOk="0">
                      <a:moveTo>
                        <a:pt x="1054" y="0"/>
                      </a:moveTo>
                      <a:cubicBezTo>
                        <a:pt x="976" y="0"/>
                        <a:pt x="894" y="33"/>
                        <a:pt x="820" y="107"/>
                      </a:cubicBezTo>
                      <a:lnTo>
                        <a:pt x="95" y="832"/>
                      </a:lnTo>
                      <a:cubicBezTo>
                        <a:pt x="1" y="926"/>
                        <a:pt x="1" y="1178"/>
                        <a:pt x="95" y="1304"/>
                      </a:cubicBezTo>
                      <a:cubicBezTo>
                        <a:pt x="158" y="1352"/>
                        <a:pt x="253" y="1375"/>
                        <a:pt x="344" y="1375"/>
                      </a:cubicBezTo>
                      <a:cubicBezTo>
                        <a:pt x="434" y="1375"/>
                        <a:pt x="521" y="1352"/>
                        <a:pt x="568" y="1304"/>
                      </a:cubicBezTo>
                      <a:lnTo>
                        <a:pt x="1293" y="580"/>
                      </a:lnTo>
                      <a:cubicBezTo>
                        <a:pt x="1419" y="454"/>
                        <a:pt x="1419" y="233"/>
                        <a:pt x="1293" y="107"/>
                      </a:cubicBezTo>
                      <a:cubicBezTo>
                        <a:pt x="1226" y="41"/>
                        <a:pt x="1142" y="0"/>
                        <a:pt x="105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2" name="Google Shape;9548;p73">
                  <a:extLst>
                    <a:ext uri="{FF2B5EF4-FFF2-40B4-BE49-F238E27FC236}">
                      <a16:creationId xmlns:a16="http://schemas.microsoft.com/office/drawing/2014/main" id="{EC0F4606-DAE9-C8EE-008C-FC3EDFE133D2}"/>
                    </a:ext>
                  </a:extLst>
                </p:cNvPr>
                <p:cNvSpPr/>
                <p:nvPr/>
              </p:nvSpPr>
              <p:spPr>
                <a:xfrm>
                  <a:off x="6805325" y="3322575"/>
                  <a:ext cx="35475" cy="1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4853" extrusionOk="0">
                      <a:moveTo>
                        <a:pt x="0" y="1"/>
                      </a:moveTo>
                      <a:lnTo>
                        <a:pt x="0" y="4852"/>
                      </a:lnTo>
                      <a:lnTo>
                        <a:pt x="1040" y="4852"/>
                      </a:lnTo>
                      <a:cubicBezTo>
                        <a:pt x="1261" y="4852"/>
                        <a:pt x="1418" y="4695"/>
                        <a:pt x="1418" y="4506"/>
                      </a:cubicBezTo>
                      <a:lnTo>
                        <a:pt x="1418" y="316"/>
                      </a:lnTo>
                      <a:cubicBezTo>
                        <a:pt x="1355" y="158"/>
                        <a:pt x="1198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3" name="Google Shape;9549;p73">
                  <a:extLst>
                    <a:ext uri="{FF2B5EF4-FFF2-40B4-BE49-F238E27FC236}">
                      <a16:creationId xmlns:a16="http://schemas.microsoft.com/office/drawing/2014/main" id="{2AEFAD47-58B3-88A2-96F5-205E66C2452B}"/>
                    </a:ext>
                  </a:extLst>
                </p:cNvPr>
                <p:cNvSpPr/>
                <p:nvPr/>
              </p:nvSpPr>
              <p:spPr>
                <a:xfrm>
                  <a:off x="6543825" y="3323275"/>
                  <a:ext cx="35475" cy="12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4856" extrusionOk="0">
                      <a:moveTo>
                        <a:pt x="323" y="0"/>
                      </a:moveTo>
                      <a:cubicBezTo>
                        <a:pt x="132" y="0"/>
                        <a:pt x="1" y="149"/>
                        <a:pt x="1" y="351"/>
                      </a:cubicBezTo>
                      <a:lnTo>
                        <a:pt x="1" y="4509"/>
                      </a:lnTo>
                      <a:cubicBezTo>
                        <a:pt x="1" y="4698"/>
                        <a:pt x="158" y="4856"/>
                        <a:pt x="379" y="4856"/>
                      </a:cubicBezTo>
                      <a:lnTo>
                        <a:pt x="1418" y="4856"/>
                      </a:lnTo>
                      <a:lnTo>
                        <a:pt x="1418" y="4"/>
                      </a:lnTo>
                      <a:lnTo>
                        <a:pt x="379" y="4"/>
                      </a:lnTo>
                      <a:cubicBezTo>
                        <a:pt x="360" y="1"/>
                        <a:pt x="341" y="0"/>
                        <a:pt x="32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4" name="Google Shape;9550;p73">
                  <a:extLst>
                    <a:ext uri="{FF2B5EF4-FFF2-40B4-BE49-F238E27FC236}">
                      <a16:creationId xmlns:a16="http://schemas.microsoft.com/office/drawing/2014/main" id="{6D4654E2-F4E5-CD24-0713-BFC3E46F8427}"/>
                    </a:ext>
                  </a:extLst>
                </p:cNvPr>
                <p:cNvSpPr/>
                <p:nvPr/>
              </p:nvSpPr>
              <p:spPr>
                <a:xfrm>
                  <a:off x="6643075" y="3332025"/>
                  <a:ext cx="143375" cy="10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35" h="4160" extrusionOk="0">
                      <a:moveTo>
                        <a:pt x="1639" y="1"/>
                      </a:moveTo>
                      <a:cubicBezTo>
                        <a:pt x="1450" y="1"/>
                        <a:pt x="1198" y="158"/>
                        <a:pt x="1072" y="379"/>
                      </a:cubicBezTo>
                      <a:lnTo>
                        <a:pt x="0" y="2490"/>
                      </a:lnTo>
                      <a:cubicBezTo>
                        <a:pt x="158" y="2584"/>
                        <a:pt x="378" y="2616"/>
                        <a:pt x="567" y="2616"/>
                      </a:cubicBezTo>
                      <a:cubicBezTo>
                        <a:pt x="1072" y="2616"/>
                        <a:pt x="1544" y="2364"/>
                        <a:pt x="1796" y="1891"/>
                      </a:cubicBezTo>
                      <a:lnTo>
                        <a:pt x="2017" y="1418"/>
                      </a:lnTo>
                      <a:lnTo>
                        <a:pt x="2710" y="1418"/>
                      </a:lnTo>
                      <a:cubicBezTo>
                        <a:pt x="2899" y="1418"/>
                        <a:pt x="3056" y="1481"/>
                        <a:pt x="3182" y="1607"/>
                      </a:cubicBezTo>
                      <a:lnTo>
                        <a:pt x="5734" y="4159"/>
                      </a:lnTo>
                      <a:lnTo>
                        <a:pt x="5734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5" name="Google Shape;9551;p73">
                  <a:extLst>
                    <a:ext uri="{FF2B5EF4-FFF2-40B4-BE49-F238E27FC236}">
                      <a16:creationId xmlns:a16="http://schemas.microsoft.com/office/drawing/2014/main" id="{62879B1B-DC23-B1BF-03FA-154A93FA85F3}"/>
                    </a:ext>
                  </a:extLst>
                </p:cNvPr>
                <p:cNvSpPr/>
                <p:nvPr/>
              </p:nvSpPr>
              <p:spPr>
                <a:xfrm>
                  <a:off x="6595025" y="3288700"/>
                  <a:ext cx="175675" cy="18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7" h="7549" extrusionOk="0">
                      <a:moveTo>
                        <a:pt x="2206" y="1"/>
                      </a:moveTo>
                      <a:cubicBezTo>
                        <a:pt x="1828" y="1"/>
                        <a:pt x="1481" y="221"/>
                        <a:pt x="1261" y="568"/>
                      </a:cubicBezTo>
                      <a:lnTo>
                        <a:pt x="946" y="1198"/>
                      </a:lnTo>
                      <a:cubicBezTo>
                        <a:pt x="914" y="1324"/>
                        <a:pt x="757" y="1419"/>
                        <a:pt x="631" y="1419"/>
                      </a:cubicBezTo>
                      <a:lnTo>
                        <a:pt x="1" y="1419"/>
                      </a:lnTo>
                      <a:lnTo>
                        <a:pt x="1" y="6239"/>
                      </a:lnTo>
                      <a:lnTo>
                        <a:pt x="1576" y="6239"/>
                      </a:lnTo>
                      <a:lnTo>
                        <a:pt x="2584" y="7247"/>
                      </a:lnTo>
                      <a:cubicBezTo>
                        <a:pt x="2768" y="7431"/>
                        <a:pt x="3054" y="7548"/>
                        <a:pt x="3330" y="7548"/>
                      </a:cubicBezTo>
                      <a:cubicBezTo>
                        <a:pt x="3431" y="7548"/>
                        <a:pt x="3531" y="7533"/>
                        <a:pt x="3624" y="7499"/>
                      </a:cubicBezTo>
                      <a:lnTo>
                        <a:pt x="6585" y="6554"/>
                      </a:lnTo>
                      <a:cubicBezTo>
                        <a:pt x="6743" y="6522"/>
                        <a:pt x="6900" y="6396"/>
                        <a:pt x="7026" y="6302"/>
                      </a:cubicBezTo>
                      <a:lnTo>
                        <a:pt x="4537" y="3813"/>
                      </a:lnTo>
                      <a:lnTo>
                        <a:pt x="4380" y="3813"/>
                      </a:lnTo>
                      <a:lnTo>
                        <a:pt x="4348" y="3844"/>
                      </a:lnTo>
                      <a:cubicBezTo>
                        <a:pt x="4033" y="4506"/>
                        <a:pt x="3340" y="4947"/>
                        <a:pt x="2647" y="5042"/>
                      </a:cubicBezTo>
                      <a:cubicBezTo>
                        <a:pt x="2601" y="5044"/>
                        <a:pt x="2556" y="5046"/>
                        <a:pt x="2511" y="5046"/>
                      </a:cubicBezTo>
                      <a:cubicBezTo>
                        <a:pt x="2046" y="5046"/>
                        <a:pt x="1698" y="4899"/>
                        <a:pt x="1324" y="4727"/>
                      </a:cubicBezTo>
                      <a:cubicBezTo>
                        <a:pt x="1103" y="4632"/>
                        <a:pt x="1040" y="4412"/>
                        <a:pt x="1166" y="4254"/>
                      </a:cubicBezTo>
                      <a:lnTo>
                        <a:pt x="2363" y="1797"/>
                      </a:lnTo>
                      <a:cubicBezTo>
                        <a:pt x="2615" y="1324"/>
                        <a:pt x="3088" y="1041"/>
                        <a:pt x="3592" y="1041"/>
                      </a:cubicBezTo>
                      <a:lnTo>
                        <a:pt x="5104" y="1041"/>
                      </a:lnTo>
                      <a:cubicBezTo>
                        <a:pt x="5167" y="852"/>
                        <a:pt x="5262" y="631"/>
                        <a:pt x="5262" y="347"/>
                      </a:cubicBezTo>
                      <a:cubicBezTo>
                        <a:pt x="5262" y="158"/>
                        <a:pt x="5104" y="1"/>
                        <a:pt x="488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5" name="Google Shape;9552;p73">
                <a:extLst>
                  <a:ext uri="{FF2B5EF4-FFF2-40B4-BE49-F238E27FC236}">
                    <a16:creationId xmlns:a16="http://schemas.microsoft.com/office/drawing/2014/main" id="{57F7C9B7-8DA0-F527-CD79-0637F672945A}"/>
                  </a:ext>
                </a:extLst>
              </p:cNvPr>
              <p:cNvGrpSpPr/>
              <p:nvPr/>
            </p:nvGrpSpPr>
            <p:grpSpPr>
              <a:xfrm>
                <a:off x="3302959" y="3747882"/>
                <a:ext cx="500612" cy="500612"/>
                <a:chOff x="2037825" y="3254050"/>
                <a:chExt cx="296175" cy="296175"/>
              </a:xfrm>
              <a:grpFill/>
            </p:grpSpPr>
            <p:sp>
              <p:nvSpPr>
                <p:cNvPr id="17463" name="Google Shape;9553;p73">
                  <a:extLst>
                    <a:ext uri="{FF2B5EF4-FFF2-40B4-BE49-F238E27FC236}">
                      <a16:creationId xmlns:a16="http://schemas.microsoft.com/office/drawing/2014/main" id="{F99EACE2-7DD4-4B40-E928-B5B99286D3A9}"/>
                    </a:ext>
                  </a:extLst>
                </p:cNvPr>
                <p:cNvSpPr/>
                <p:nvPr/>
              </p:nvSpPr>
              <p:spPr>
                <a:xfrm>
                  <a:off x="2063825" y="3254050"/>
                  <a:ext cx="8667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3467" extrusionOk="0">
                      <a:moveTo>
                        <a:pt x="1733" y="1"/>
                      </a:moveTo>
                      <a:cubicBezTo>
                        <a:pt x="788" y="1"/>
                        <a:pt x="1" y="788"/>
                        <a:pt x="1" y="1733"/>
                      </a:cubicBezTo>
                      <a:cubicBezTo>
                        <a:pt x="1" y="2679"/>
                        <a:pt x="788" y="3466"/>
                        <a:pt x="1733" y="3466"/>
                      </a:cubicBezTo>
                      <a:cubicBezTo>
                        <a:pt x="2678" y="3466"/>
                        <a:pt x="3466" y="2679"/>
                        <a:pt x="3466" y="1733"/>
                      </a:cubicBezTo>
                      <a:cubicBezTo>
                        <a:pt x="3466" y="788"/>
                        <a:pt x="2678" y="1"/>
                        <a:pt x="173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4" name="Google Shape;9554;p73">
                  <a:extLst>
                    <a:ext uri="{FF2B5EF4-FFF2-40B4-BE49-F238E27FC236}">
                      <a16:creationId xmlns:a16="http://schemas.microsoft.com/office/drawing/2014/main" id="{5D326F3D-1BB7-55A9-5863-E880E0CC2073}"/>
                    </a:ext>
                  </a:extLst>
                </p:cNvPr>
                <p:cNvSpPr/>
                <p:nvPr/>
              </p:nvSpPr>
              <p:spPr>
                <a:xfrm>
                  <a:off x="2178025" y="3289500"/>
                  <a:ext cx="104000" cy="6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2718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95" y="662"/>
                        <a:pt x="316" y="662"/>
                      </a:cubicBezTo>
                      <a:lnTo>
                        <a:pt x="2395" y="662"/>
                      </a:lnTo>
                      <a:cubicBezTo>
                        <a:pt x="2584" y="662"/>
                        <a:pt x="2742" y="820"/>
                        <a:pt x="2742" y="1009"/>
                      </a:cubicBezTo>
                      <a:lnTo>
                        <a:pt x="2742" y="1576"/>
                      </a:lnTo>
                      <a:lnTo>
                        <a:pt x="2616" y="1450"/>
                      </a:lnTo>
                      <a:cubicBezTo>
                        <a:pt x="2568" y="1387"/>
                        <a:pt x="2482" y="1355"/>
                        <a:pt x="2391" y="1355"/>
                      </a:cubicBezTo>
                      <a:cubicBezTo>
                        <a:pt x="2301" y="1355"/>
                        <a:pt x="2206" y="1387"/>
                        <a:pt x="2143" y="1450"/>
                      </a:cubicBezTo>
                      <a:cubicBezTo>
                        <a:pt x="2049" y="1576"/>
                        <a:pt x="2049" y="1796"/>
                        <a:pt x="2143" y="1922"/>
                      </a:cubicBezTo>
                      <a:lnTo>
                        <a:pt x="2868" y="2647"/>
                      </a:lnTo>
                      <a:cubicBezTo>
                        <a:pt x="2931" y="2694"/>
                        <a:pt x="3017" y="2718"/>
                        <a:pt x="3104" y="2718"/>
                      </a:cubicBezTo>
                      <a:cubicBezTo>
                        <a:pt x="3191" y="2718"/>
                        <a:pt x="3277" y="2694"/>
                        <a:pt x="3340" y="2647"/>
                      </a:cubicBezTo>
                      <a:lnTo>
                        <a:pt x="4033" y="1922"/>
                      </a:lnTo>
                      <a:cubicBezTo>
                        <a:pt x="4159" y="1796"/>
                        <a:pt x="4159" y="1576"/>
                        <a:pt x="4033" y="1450"/>
                      </a:cubicBezTo>
                      <a:cubicBezTo>
                        <a:pt x="3986" y="1387"/>
                        <a:pt x="3899" y="1355"/>
                        <a:pt x="3809" y="1355"/>
                      </a:cubicBezTo>
                      <a:cubicBezTo>
                        <a:pt x="3718" y="1355"/>
                        <a:pt x="3624" y="1387"/>
                        <a:pt x="3561" y="1450"/>
                      </a:cubicBezTo>
                      <a:lnTo>
                        <a:pt x="3466" y="1576"/>
                      </a:lnTo>
                      <a:lnTo>
                        <a:pt x="3466" y="1009"/>
                      </a:lnTo>
                      <a:cubicBezTo>
                        <a:pt x="3466" y="441"/>
                        <a:pt x="2994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5" name="Google Shape;9555;p73">
                  <a:extLst>
                    <a:ext uri="{FF2B5EF4-FFF2-40B4-BE49-F238E27FC236}">
                      <a16:creationId xmlns:a16="http://schemas.microsoft.com/office/drawing/2014/main" id="{072A0DF2-4AFB-9B8E-16CD-1D80157D8056}"/>
                    </a:ext>
                  </a:extLst>
                </p:cNvPr>
                <p:cNvSpPr/>
                <p:nvPr/>
              </p:nvSpPr>
              <p:spPr>
                <a:xfrm>
                  <a:off x="2070125" y="3444225"/>
                  <a:ext cx="106350" cy="6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4" h="2763" extrusionOk="0">
                      <a:moveTo>
                        <a:pt x="1095" y="0"/>
                      </a:moveTo>
                      <a:cubicBezTo>
                        <a:pt x="1002" y="0"/>
                        <a:pt x="904" y="28"/>
                        <a:pt x="820" y="112"/>
                      </a:cubicBezTo>
                      <a:lnTo>
                        <a:pt x="127" y="805"/>
                      </a:lnTo>
                      <a:cubicBezTo>
                        <a:pt x="1" y="931"/>
                        <a:pt x="1" y="1184"/>
                        <a:pt x="127" y="1278"/>
                      </a:cubicBezTo>
                      <a:cubicBezTo>
                        <a:pt x="190" y="1341"/>
                        <a:pt x="276" y="1373"/>
                        <a:pt x="363" y="1373"/>
                      </a:cubicBezTo>
                      <a:cubicBezTo>
                        <a:pt x="449" y="1373"/>
                        <a:pt x="536" y="1341"/>
                        <a:pt x="599" y="1278"/>
                      </a:cubicBezTo>
                      <a:lnTo>
                        <a:pt x="725" y="1184"/>
                      </a:lnTo>
                      <a:lnTo>
                        <a:pt x="725" y="1719"/>
                      </a:lnTo>
                      <a:cubicBezTo>
                        <a:pt x="725" y="2318"/>
                        <a:pt x="1198" y="2759"/>
                        <a:pt x="1733" y="2759"/>
                      </a:cubicBezTo>
                      <a:lnTo>
                        <a:pt x="3813" y="2759"/>
                      </a:lnTo>
                      <a:cubicBezTo>
                        <a:pt x="3837" y="2761"/>
                        <a:pt x="3861" y="2763"/>
                        <a:pt x="3883" y="2763"/>
                      </a:cubicBezTo>
                      <a:cubicBezTo>
                        <a:pt x="4122" y="2763"/>
                        <a:pt x="4254" y="2616"/>
                        <a:pt x="4254" y="2444"/>
                      </a:cubicBezTo>
                      <a:cubicBezTo>
                        <a:pt x="4254" y="2223"/>
                        <a:pt x="4096" y="2066"/>
                        <a:pt x="3907" y="2066"/>
                      </a:cubicBezTo>
                      <a:lnTo>
                        <a:pt x="1828" y="2066"/>
                      </a:lnTo>
                      <a:cubicBezTo>
                        <a:pt x="1639" y="2066"/>
                        <a:pt x="1481" y="1908"/>
                        <a:pt x="1481" y="1719"/>
                      </a:cubicBezTo>
                      <a:lnTo>
                        <a:pt x="1481" y="1184"/>
                      </a:lnTo>
                      <a:lnTo>
                        <a:pt x="1576" y="1278"/>
                      </a:lnTo>
                      <a:cubicBezTo>
                        <a:pt x="1639" y="1341"/>
                        <a:pt x="1733" y="1373"/>
                        <a:pt x="1824" y="1373"/>
                      </a:cubicBezTo>
                      <a:cubicBezTo>
                        <a:pt x="1914" y="1373"/>
                        <a:pt x="2001" y="1341"/>
                        <a:pt x="2048" y="1278"/>
                      </a:cubicBezTo>
                      <a:cubicBezTo>
                        <a:pt x="2174" y="1184"/>
                        <a:pt x="2174" y="931"/>
                        <a:pt x="2048" y="805"/>
                      </a:cubicBezTo>
                      <a:lnTo>
                        <a:pt x="1355" y="112"/>
                      </a:lnTo>
                      <a:cubicBezTo>
                        <a:pt x="1292" y="81"/>
                        <a:pt x="1261" y="81"/>
                        <a:pt x="1229" y="18"/>
                      </a:cubicBezTo>
                      <a:cubicBezTo>
                        <a:pt x="1187" y="7"/>
                        <a:pt x="1142" y="0"/>
                        <a:pt x="109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6" name="Google Shape;9556;p73">
                  <a:extLst>
                    <a:ext uri="{FF2B5EF4-FFF2-40B4-BE49-F238E27FC236}">
                      <a16:creationId xmlns:a16="http://schemas.microsoft.com/office/drawing/2014/main" id="{2AD32963-C187-68D6-3899-41E5ACE91964}"/>
                    </a:ext>
                  </a:extLst>
                </p:cNvPr>
                <p:cNvSpPr/>
                <p:nvPr/>
              </p:nvSpPr>
              <p:spPr>
                <a:xfrm>
                  <a:off x="2219775" y="3375350"/>
                  <a:ext cx="89025" cy="8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1" h="3435" extrusionOk="0">
                      <a:moveTo>
                        <a:pt x="1796" y="0"/>
                      </a:moveTo>
                      <a:cubicBezTo>
                        <a:pt x="788" y="0"/>
                        <a:pt x="0" y="788"/>
                        <a:pt x="0" y="1733"/>
                      </a:cubicBezTo>
                      <a:cubicBezTo>
                        <a:pt x="0" y="2647"/>
                        <a:pt x="788" y="3434"/>
                        <a:pt x="1796" y="3434"/>
                      </a:cubicBezTo>
                      <a:cubicBezTo>
                        <a:pt x="2741" y="3434"/>
                        <a:pt x="3561" y="2647"/>
                        <a:pt x="3561" y="1733"/>
                      </a:cubicBezTo>
                      <a:cubicBezTo>
                        <a:pt x="3561" y="788"/>
                        <a:pt x="2773" y="0"/>
                        <a:pt x="179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7" name="Google Shape;9557;p73">
                  <a:extLst>
                    <a:ext uri="{FF2B5EF4-FFF2-40B4-BE49-F238E27FC236}">
                      <a16:creationId xmlns:a16="http://schemas.microsoft.com/office/drawing/2014/main" id="{F2A4E036-0C5D-7093-E277-3B068CCE3CAB}"/>
                    </a:ext>
                  </a:extLst>
                </p:cNvPr>
                <p:cNvSpPr/>
                <p:nvPr/>
              </p:nvSpPr>
              <p:spPr>
                <a:xfrm>
                  <a:off x="2037825" y="3339125"/>
                  <a:ext cx="138650" cy="8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46" h="3529" extrusionOk="0">
                      <a:moveTo>
                        <a:pt x="1072" y="0"/>
                      </a:moveTo>
                      <a:cubicBezTo>
                        <a:pt x="442" y="536"/>
                        <a:pt x="32" y="1292"/>
                        <a:pt x="32" y="2143"/>
                      </a:cubicBezTo>
                      <a:lnTo>
                        <a:pt x="32" y="3182"/>
                      </a:lnTo>
                      <a:cubicBezTo>
                        <a:pt x="1" y="3371"/>
                        <a:pt x="158" y="3529"/>
                        <a:pt x="347" y="3529"/>
                      </a:cubicBezTo>
                      <a:lnTo>
                        <a:pt x="5199" y="3529"/>
                      </a:lnTo>
                      <a:cubicBezTo>
                        <a:pt x="5388" y="3529"/>
                        <a:pt x="5546" y="3371"/>
                        <a:pt x="5546" y="3182"/>
                      </a:cubicBezTo>
                      <a:lnTo>
                        <a:pt x="5546" y="2143"/>
                      </a:lnTo>
                      <a:cubicBezTo>
                        <a:pt x="5546" y="1292"/>
                        <a:pt x="5168" y="536"/>
                        <a:pt x="4538" y="0"/>
                      </a:cubicBezTo>
                      <a:cubicBezTo>
                        <a:pt x="4096" y="473"/>
                        <a:pt x="3466" y="756"/>
                        <a:pt x="2805" y="756"/>
                      </a:cubicBezTo>
                      <a:cubicBezTo>
                        <a:pt x="2143" y="756"/>
                        <a:pt x="1513" y="504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8" name="Google Shape;9558;p73">
                  <a:extLst>
                    <a:ext uri="{FF2B5EF4-FFF2-40B4-BE49-F238E27FC236}">
                      <a16:creationId xmlns:a16="http://schemas.microsoft.com/office/drawing/2014/main" id="{937D84EA-9877-17AB-DD5E-301596134914}"/>
                    </a:ext>
                  </a:extLst>
                </p:cNvPr>
                <p:cNvSpPr/>
                <p:nvPr/>
              </p:nvSpPr>
              <p:spPr>
                <a:xfrm>
                  <a:off x="2193775" y="3460400"/>
                  <a:ext cx="140225" cy="8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9" h="3593" extrusionOk="0">
                      <a:moveTo>
                        <a:pt x="1009" y="1"/>
                      </a:moveTo>
                      <a:cubicBezTo>
                        <a:pt x="379" y="537"/>
                        <a:pt x="1" y="1261"/>
                        <a:pt x="1" y="2143"/>
                      </a:cubicBezTo>
                      <a:lnTo>
                        <a:pt x="1" y="3246"/>
                      </a:lnTo>
                      <a:cubicBezTo>
                        <a:pt x="1" y="3435"/>
                        <a:pt x="158" y="3592"/>
                        <a:pt x="347" y="3592"/>
                      </a:cubicBezTo>
                      <a:lnTo>
                        <a:pt x="5262" y="3592"/>
                      </a:lnTo>
                      <a:cubicBezTo>
                        <a:pt x="5451" y="3592"/>
                        <a:pt x="5609" y="3435"/>
                        <a:pt x="5609" y="3246"/>
                      </a:cubicBezTo>
                      <a:lnTo>
                        <a:pt x="5609" y="2143"/>
                      </a:lnTo>
                      <a:cubicBezTo>
                        <a:pt x="5577" y="1261"/>
                        <a:pt x="5199" y="537"/>
                        <a:pt x="4569" y="1"/>
                      </a:cubicBezTo>
                      <a:cubicBezTo>
                        <a:pt x="4128" y="474"/>
                        <a:pt x="3498" y="757"/>
                        <a:pt x="2773" y="757"/>
                      </a:cubicBezTo>
                      <a:cubicBezTo>
                        <a:pt x="2080" y="757"/>
                        <a:pt x="1450" y="474"/>
                        <a:pt x="100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6" name="Google Shape;9559;p73">
                <a:extLst>
                  <a:ext uri="{FF2B5EF4-FFF2-40B4-BE49-F238E27FC236}">
                    <a16:creationId xmlns:a16="http://schemas.microsoft.com/office/drawing/2014/main" id="{9ECD6877-D30E-5202-B5D5-3C9EE57A4F7C}"/>
                  </a:ext>
                </a:extLst>
              </p:cNvPr>
              <p:cNvGrpSpPr/>
              <p:nvPr/>
            </p:nvGrpSpPr>
            <p:grpSpPr>
              <a:xfrm>
                <a:off x="3300297" y="4378750"/>
                <a:ext cx="505937" cy="498964"/>
                <a:chOff x="2034675" y="3617925"/>
                <a:chExt cx="299325" cy="295200"/>
              </a:xfrm>
              <a:grpFill/>
            </p:grpSpPr>
            <p:sp>
              <p:nvSpPr>
                <p:cNvPr id="17458" name="Google Shape;9560;p73">
                  <a:extLst>
                    <a:ext uri="{FF2B5EF4-FFF2-40B4-BE49-F238E27FC236}">
                      <a16:creationId xmlns:a16="http://schemas.microsoft.com/office/drawing/2014/main" id="{D0617B81-5C55-5FCA-12A7-AE607CDAEE47}"/>
                    </a:ext>
                  </a:extLst>
                </p:cNvPr>
                <p:cNvSpPr/>
                <p:nvPr/>
              </p:nvSpPr>
              <p:spPr>
                <a:xfrm>
                  <a:off x="2195350" y="3721900"/>
                  <a:ext cx="69350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1356" extrusionOk="0">
                      <a:moveTo>
                        <a:pt x="1387" y="1"/>
                      </a:moveTo>
                      <a:cubicBezTo>
                        <a:pt x="631" y="1"/>
                        <a:pt x="1" y="631"/>
                        <a:pt x="1" y="1355"/>
                      </a:cubicBezTo>
                      <a:lnTo>
                        <a:pt x="2773" y="1355"/>
                      </a:lnTo>
                      <a:cubicBezTo>
                        <a:pt x="2773" y="599"/>
                        <a:pt x="2143" y="1"/>
                        <a:pt x="13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9" name="Google Shape;9561;p73">
                  <a:extLst>
                    <a:ext uri="{FF2B5EF4-FFF2-40B4-BE49-F238E27FC236}">
                      <a16:creationId xmlns:a16="http://schemas.microsoft.com/office/drawing/2014/main" id="{54A047F6-0585-117E-A0A2-21E5090C6C30}"/>
                    </a:ext>
                  </a:extLst>
                </p:cNvPr>
                <p:cNvSpPr/>
                <p:nvPr/>
              </p:nvSpPr>
              <p:spPr>
                <a:xfrm>
                  <a:off x="2211900" y="3669125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725" y="1"/>
                      </a:moveTo>
                      <a:cubicBezTo>
                        <a:pt x="315" y="1"/>
                        <a:pt x="0" y="316"/>
                        <a:pt x="0" y="725"/>
                      </a:cubicBezTo>
                      <a:cubicBezTo>
                        <a:pt x="0" y="1103"/>
                        <a:pt x="315" y="1418"/>
                        <a:pt x="725" y="1418"/>
                      </a:cubicBezTo>
                      <a:cubicBezTo>
                        <a:pt x="1103" y="1418"/>
                        <a:pt x="1418" y="1103"/>
                        <a:pt x="1418" y="725"/>
                      </a:cubicBez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0" name="Google Shape;9562;p73">
                  <a:extLst>
                    <a:ext uri="{FF2B5EF4-FFF2-40B4-BE49-F238E27FC236}">
                      <a16:creationId xmlns:a16="http://schemas.microsoft.com/office/drawing/2014/main" id="{61B0AE6B-4A87-4211-4348-EE6ED2AA9C54}"/>
                    </a:ext>
                  </a:extLst>
                </p:cNvPr>
                <p:cNvSpPr/>
                <p:nvPr/>
              </p:nvSpPr>
              <p:spPr>
                <a:xfrm>
                  <a:off x="2125250" y="3617925"/>
                  <a:ext cx="208750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50" h="8350" extrusionOk="0">
                      <a:moveTo>
                        <a:pt x="4128" y="1387"/>
                      </a:moveTo>
                      <a:cubicBezTo>
                        <a:pt x="4884" y="1387"/>
                        <a:pt x="5514" y="2017"/>
                        <a:pt x="5514" y="2773"/>
                      </a:cubicBezTo>
                      <a:cubicBezTo>
                        <a:pt x="5514" y="3120"/>
                        <a:pt x="5357" y="3466"/>
                        <a:pt x="5136" y="3718"/>
                      </a:cubicBezTo>
                      <a:cubicBezTo>
                        <a:pt x="5766" y="4065"/>
                        <a:pt x="6176" y="4727"/>
                        <a:pt x="6176" y="5514"/>
                      </a:cubicBezTo>
                      <a:lnTo>
                        <a:pt x="6176" y="5892"/>
                      </a:lnTo>
                      <a:lnTo>
                        <a:pt x="6270" y="5892"/>
                      </a:lnTo>
                      <a:cubicBezTo>
                        <a:pt x="6270" y="6081"/>
                        <a:pt x="6113" y="6239"/>
                        <a:pt x="5924" y="6239"/>
                      </a:cubicBezTo>
                      <a:lnTo>
                        <a:pt x="2458" y="6239"/>
                      </a:lnTo>
                      <a:cubicBezTo>
                        <a:pt x="2238" y="6239"/>
                        <a:pt x="2080" y="6081"/>
                        <a:pt x="2080" y="5892"/>
                      </a:cubicBezTo>
                      <a:lnTo>
                        <a:pt x="2080" y="5514"/>
                      </a:lnTo>
                      <a:cubicBezTo>
                        <a:pt x="2080" y="4727"/>
                        <a:pt x="2521" y="4065"/>
                        <a:pt x="3151" y="3718"/>
                      </a:cubicBezTo>
                      <a:cubicBezTo>
                        <a:pt x="2931" y="3466"/>
                        <a:pt x="2773" y="3120"/>
                        <a:pt x="2773" y="2773"/>
                      </a:cubicBezTo>
                      <a:cubicBezTo>
                        <a:pt x="2773" y="2017"/>
                        <a:pt x="3403" y="1387"/>
                        <a:pt x="4128" y="1387"/>
                      </a:cubicBezTo>
                      <a:close/>
                      <a:moveTo>
                        <a:pt x="4191" y="1"/>
                      </a:moveTo>
                      <a:cubicBezTo>
                        <a:pt x="1891" y="1"/>
                        <a:pt x="1" y="1860"/>
                        <a:pt x="1" y="4191"/>
                      </a:cubicBezTo>
                      <a:cubicBezTo>
                        <a:pt x="1" y="6522"/>
                        <a:pt x="1860" y="8350"/>
                        <a:pt x="4191" y="8350"/>
                      </a:cubicBezTo>
                      <a:cubicBezTo>
                        <a:pt x="6459" y="8350"/>
                        <a:pt x="8350" y="6522"/>
                        <a:pt x="8350" y="4191"/>
                      </a:cubicBezTo>
                      <a:cubicBezTo>
                        <a:pt x="8350" y="1860"/>
                        <a:pt x="6459" y="1"/>
                        <a:pt x="419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1" name="Google Shape;9563;p73">
                  <a:extLst>
                    <a:ext uri="{FF2B5EF4-FFF2-40B4-BE49-F238E27FC236}">
                      <a16:creationId xmlns:a16="http://schemas.microsoft.com/office/drawing/2014/main" id="{78BD484B-A381-DBFC-8BB0-D9ECD5728E3E}"/>
                    </a:ext>
                  </a:extLst>
                </p:cNvPr>
                <p:cNvSpPr/>
                <p:nvPr/>
              </p:nvSpPr>
              <p:spPr>
                <a:xfrm>
                  <a:off x="2107150" y="3771525"/>
                  <a:ext cx="73275" cy="7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1" h="2899" extrusionOk="0">
                      <a:moveTo>
                        <a:pt x="504" y="0"/>
                      </a:moveTo>
                      <a:lnTo>
                        <a:pt x="378" y="126"/>
                      </a:lnTo>
                      <a:cubicBezTo>
                        <a:pt x="0" y="536"/>
                        <a:pt x="0" y="1198"/>
                        <a:pt x="378" y="1576"/>
                      </a:cubicBezTo>
                      <a:lnTo>
                        <a:pt x="1355" y="2584"/>
                      </a:lnTo>
                      <a:cubicBezTo>
                        <a:pt x="1576" y="2773"/>
                        <a:pt x="1828" y="2899"/>
                        <a:pt x="2111" y="2899"/>
                      </a:cubicBezTo>
                      <a:cubicBezTo>
                        <a:pt x="2395" y="2899"/>
                        <a:pt x="2678" y="2773"/>
                        <a:pt x="2867" y="2584"/>
                      </a:cubicBezTo>
                      <a:lnTo>
                        <a:pt x="2930" y="2458"/>
                      </a:lnTo>
                      <a:cubicBezTo>
                        <a:pt x="1828" y="1985"/>
                        <a:pt x="977" y="1071"/>
                        <a:pt x="50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2" name="Google Shape;9564;p73">
                  <a:extLst>
                    <a:ext uri="{FF2B5EF4-FFF2-40B4-BE49-F238E27FC236}">
                      <a16:creationId xmlns:a16="http://schemas.microsoft.com/office/drawing/2014/main" id="{FAF4D61E-BA44-87B5-E41C-35E430BCBECB}"/>
                    </a:ext>
                  </a:extLst>
                </p:cNvPr>
                <p:cNvSpPr/>
                <p:nvPr/>
              </p:nvSpPr>
              <p:spPr>
                <a:xfrm>
                  <a:off x="2034675" y="3816425"/>
                  <a:ext cx="100050" cy="9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2" h="3868" extrusionOk="0">
                      <a:moveTo>
                        <a:pt x="2521" y="0"/>
                      </a:moveTo>
                      <a:lnTo>
                        <a:pt x="410" y="2111"/>
                      </a:lnTo>
                      <a:cubicBezTo>
                        <a:pt x="1" y="2520"/>
                        <a:pt x="1" y="3182"/>
                        <a:pt x="410" y="3560"/>
                      </a:cubicBezTo>
                      <a:cubicBezTo>
                        <a:pt x="599" y="3765"/>
                        <a:pt x="867" y="3867"/>
                        <a:pt x="1135" y="3867"/>
                      </a:cubicBezTo>
                      <a:cubicBezTo>
                        <a:pt x="1403" y="3867"/>
                        <a:pt x="1671" y="3765"/>
                        <a:pt x="1860" y="3560"/>
                      </a:cubicBezTo>
                      <a:lnTo>
                        <a:pt x="4002" y="1449"/>
                      </a:lnTo>
                      <a:cubicBezTo>
                        <a:pt x="3907" y="1418"/>
                        <a:pt x="3844" y="1323"/>
                        <a:pt x="3750" y="1260"/>
                      </a:cubicBezTo>
                      <a:lnTo>
                        <a:pt x="2773" y="252"/>
                      </a:lnTo>
                      <a:cubicBezTo>
                        <a:pt x="2679" y="189"/>
                        <a:pt x="2616" y="95"/>
                        <a:pt x="252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7" name="Google Shape;9565;p73">
                <a:extLst>
                  <a:ext uri="{FF2B5EF4-FFF2-40B4-BE49-F238E27FC236}">
                    <a16:creationId xmlns:a16="http://schemas.microsoft.com/office/drawing/2014/main" id="{0109F354-0D06-C008-0C34-864EAA5EAF99}"/>
                  </a:ext>
                </a:extLst>
              </p:cNvPr>
              <p:cNvGrpSpPr/>
              <p:nvPr/>
            </p:nvGrpSpPr>
            <p:grpSpPr>
              <a:xfrm>
                <a:off x="3302959" y="4985321"/>
                <a:ext cx="500612" cy="499261"/>
                <a:chOff x="2037825" y="3981825"/>
                <a:chExt cx="296175" cy="295375"/>
              </a:xfrm>
              <a:grpFill/>
            </p:grpSpPr>
            <p:sp>
              <p:nvSpPr>
                <p:cNvPr id="17455" name="Google Shape;9566;p73">
                  <a:extLst>
                    <a:ext uri="{FF2B5EF4-FFF2-40B4-BE49-F238E27FC236}">
                      <a16:creationId xmlns:a16="http://schemas.microsoft.com/office/drawing/2014/main" id="{28F6CB92-27F4-4EB3-4503-1648087F0F2D}"/>
                    </a:ext>
                  </a:extLst>
                </p:cNvPr>
                <p:cNvSpPr/>
                <p:nvPr/>
              </p:nvSpPr>
              <p:spPr>
                <a:xfrm>
                  <a:off x="2072500" y="4085775"/>
                  <a:ext cx="8822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9" h="3467" extrusionOk="0">
                      <a:moveTo>
                        <a:pt x="1764" y="1"/>
                      </a:moveTo>
                      <a:cubicBezTo>
                        <a:pt x="819" y="1"/>
                        <a:pt x="0" y="788"/>
                        <a:pt x="0" y="1734"/>
                      </a:cubicBezTo>
                      <a:cubicBezTo>
                        <a:pt x="0" y="2679"/>
                        <a:pt x="819" y="3466"/>
                        <a:pt x="1764" y="3466"/>
                      </a:cubicBezTo>
                      <a:cubicBezTo>
                        <a:pt x="2709" y="3466"/>
                        <a:pt x="3529" y="2679"/>
                        <a:pt x="3529" y="1734"/>
                      </a:cubicBezTo>
                      <a:cubicBezTo>
                        <a:pt x="3529" y="788"/>
                        <a:pt x="2741" y="1"/>
                        <a:pt x="176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6" name="Google Shape;9567;p73">
                  <a:extLst>
                    <a:ext uri="{FF2B5EF4-FFF2-40B4-BE49-F238E27FC236}">
                      <a16:creationId xmlns:a16="http://schemas.microsoft.com/office/drawing/2014/main" id="{166F6111-CA9B-6034-1FDF-30D9C1B86579}"/>
                    </a:ext>
                  </a:extLst>
                </p:cNvPr>
                <p:cNvSpPr/>
                <p:nvPr/>
              </p:nvSpPr>
              <p:spPr>
                <a:xfrm>
                  <a:off x="2176450" y="3981825"/>
                  <a:ext cx="157550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6239" extrusionOk="0">
                      <a:moveTo>
                        <a:pt x="3151" y="1733"/>
                      </a:moveTo>
                      <a:cubicBezTo>
                        <a:pt x="3372" y="1733"/>
                        <a:pt x="3529" y="1890"/>
                        <a:pt x="3529" y="2079"/>
                      </a:cubicBezTo>
                      <a:cubicBezTo>
                        <a:pt x="3529" y="2268"/>
                        <a:pt x="3372" y="2426"/>
                        <a:pt x="3151" y="2426"/>
                      </a:cubicBezTo>
                      <a:cubicBezTo>
                        <a:pt x="2962" y="2426"/>
                        <a:pt x="2805" y="2268"/>
                        <a:pt x="2805" y="2079"/>
                      </a:cubicBezTo>
                      <a:cubicBezTo>
                        <a:pt x="2805" y="1890"/>
                        <a:pt x="2962" y="1733"/>
                        <a:pt x="3151" y="1733"/>
                      </a:cubicBezTo>
                      <a:close/>
                      <a:moveTo>
                        <a:pt x="3151" y="2773"/>
                      </a:moveTo>
                      <a:cubicBezTo>
                        <a:pt x="3372" y="2773"/>
                        <a:pt x="3529" y="2930"/>
                        <a:pt x="3529" y="3151"/>
                      </a:cubicBezTo>
                      <a:lnTo>
                        <a:pt x="3529" y="4505"/>
                      </a:lnTo>
                      <a:cubicBezTo>
                        <a:pt x="3529" y="4726"/>
                        <a:pt x="3372" y="4883"/>
                        <a:pt x="3151" y="4883"/>
                      </a:cubicBezTo>
                      <a:cubicBezTo>
                        <a:pt x="2962" y="4883"/>
                        <a:pt x="2805" y="4726"/>
                        <a:pt x="2805" y="4505"/>
                      </a:cubicBezTo>
                      <a:lnTo>
                        <a:pt x="2805" y="3151"/>
                      </a:lnTo>
                      <a:cubicBezTo>
                        <a:pt x="2805" y="2930"/>
                        <a:pt x="2962" y="2773"/>
                        <a:pt x="3151" y="2773"/>
                      </a:cubicBezTo>
                      <a:close/>
                      <a:moveTo>
                        <a:pt x="3151" y="0"/>
                      </a:moveTo>
                      <a:cubicBezTo>
                        <a:pt x="1418" y="0"/>
                        <a:pt x="64" y="1418"/>
                        <a:pt x="64" y="3088"/>
                      </a:cubicBezTo>
                      <a:cubicBezTo>
                        <a:pt x="64" y="3655"/>
                        <a:pt x="158" y="4159"/>
                        <a:pt x="442" y="4631"/>
                      </a:cubicBezTo>
                      <a:lnTo>
                        <a:pt x="64" y="5765"/>
                      </a:lnTo>
                      <a:cubicBezTo>
                        <a:pt x="1" y="5892"/>
                        <a:pt x="64" y="6018"/>
                        <a:pt x="127" y="6112"/>
                      </a:cubicBezTo>
                      <a:cubicBezTo>
                        <a:pt x="190" y="6207"/>
                        <a:pt x="379" y="6238"/>
                        <a:pt x="473" y="6238"/>
                      </a:cubicBezTo>
                      <a:lnTo>
                        <a:pt x="1796" y="5923"/>
                      </a:lnTo>
                      <a:cubicBezTo>
                        <a:pt x="2206" y="6175"/>
                        <a:pt x="2679" y="6238"/>
                        <a:pt x="3214" y="6238"/>
                      </a:cubicBezTo>
                      <a:cubicBezTo>
                        <a:pt x="4947" y="6238"/>
                        <a:pt x="6302" y="4820"/>
                        <a:pt x="6302" y="3119"/>
                      </a:cubicBezTo>
                      <a:cubicBezTo>
                        <a:pt x="6270" y="1418"/>
                        <a:pt x="4884" y="0"/>
                        <a:pt x="315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7" name="Google Shape;9568;p73">
                  <a:extLst>
                    <a:ext uri="{FF2B5EF4-FFF2-40B4-BE49-F238E27FC236}">
                      <a16:creationId xmlns:a16="http://schemas.microsoft.com/office/drawing/2014/main" id="{C5C1D95E-0E14-C661-CA48-995F05F96852}"/>
                    </a:ext>
                  </a:extLst>
                </p:cNvPr>
                <p:cNvSpPr/>
                <p:nvPr/>
              </p:nvSpPr>
              <p:spPr>
                <a:xfrm>
                  <a:off x="2037825" y="4168475"/>
                  <a:ext cx="157550" cy="10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4349" extrusionOk="0">
                      <a:moveTo>
                        <a:pt x="1356" y="1"/>
                      </a:moveTo>
                      <a:cubicBezTo>
                        <a:pt x="568" y="568"/>
                        <a:pt x="1" y="1513"/>
                        <a:pt x="1" y="2553"/>
                      </a:cubicBezTo>
                      <a:lnTo>
                        <a:pt x="1" y="3970"/>
                      </a:lnTo>
                      <a:cubicBezTo>
                        <a:pt x="1" y="4222"/>
                        <a:pt x="158" y="4348"/>
                        <a:pt x="347" y="4348"/>
                      </a:cubicBezTo>
                      <a:lnTo>
                        <a:pt x="5955" y="4348"/>
                      </a:lnTo>
                      <a:cubicBezTo>
                        <a:pt x="6144" y="4348"/>
                        <a:pt x="6302" y="4191"/>
                        <a:pt x="6302" y="3970"/>
                      </a:cubicBezTo>
                      <a:lnTo>
                        <a:pt x="6302" y="2553"/>
                      </a:lnTo>
                      <a:cubicBezTo>
                        <a:pt x="6302" y="1513"/>
                        <a:pt x="5798" y="599"/>
                        <a:pt x="4947" y="1"/>
                      </a:cubicBezTo>
                      <a:cubicBezTo>
                        <a:pt x="4538" y="505"/>
                        <a:pt x="3844" y="820"/>
                        <a:pt x="3151" y="820"/>
                      </a:cubicBezTo>
                      <a:cubicBezTo>
                        <a:pt x="2427" y="820"/>
                        <a:pt x="1765" y="505"/>
                        <a:pt x="13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8" name="Google Shape;9569;p73">
                <a:extLst>
                  <a:ext uri="{FF2B5EF4-FFF2-40B4-BE49-F238E27FC236}">
                    <a16:creationId xmlns:a16="http://schemas.microsoft.com/office/drawing/2014/main" id="{610D5E38-84E4-6C6A-0F20-DDB486D6E518}"/>
                  </a:ext>
                </a:extLst>
              </p:cNvPr>
              <p:cNvGrpSpPr/>
              <p:nvPr/>
            </p:nvGrpSpPr>
            <p:grpSpPr>
              <a:xfrm>
                <a:off x="6475073" y="3793814"/>
                <a:ext cx="500612" cy="408748"/>
                <a:chOff x="3860400" y="3254050"/>
                <a:chExt cx="296175" cy="241825"/>
              </a:xfrm>
              <a:grpFill/>
            </p:grpSpPr>
            <p:sp>
              <p:nvSpPr>
                <p:cNvPr id="17448" name="Google Shape;9570;p73">
                  <a:extLst>
                    <a:ext uri="{FF2B5EF4-FFF2-40B4-BE49-F238E27FC236}">
                      <a16:creationId xmlns:a16="http://schemas.microsoft.com/office/drawing/2014/main" id="{45344967-0142-7115-F751-1D2E946B8CAD}"/>
                    </a:ext>
                  </a:extLst>
                </p:cNvPr>
                <p:cNvSpPr/>
                <p:nvPr/>
              </p:nvSpPr>
              <p:spPr>
                <a:xfrm>
                  <a:off x="4112425" y="3358025"/>
                  <a:ext cx="441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6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419" y="725"/>
                      </a:lnTo>
                      <a:cubicBezTo>
                        <a:pt x="1608" y="725"/>
                        <a:pt x="1765" y="567"/>
                        <a:pt x="1765" y="378"/>
                      </a:cubicBezTo>
                      <a:cubicBezTo>
                        <a:pt x="1734" y="158"/>
                        <a:pt x="1608" y="0"/>
                        <a:pt x="14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49" name="Google Shape;9571;p73">
                  <a:extLst>
                    <a:ext uri="{FF2B5EF4-FFF2-40B4-BE49-F238E27FC236}">
                      <a16:creationId xmlns:a16="http://schemas.microsoft.com/office/drawing/2014/main" id="{D6B912F4-DFE5-7B9E-A2D9-AA3CBE7E9298}"/>
                    </a:ext>
                  </a:extLst>
                </p:cNvPr>
                <p:cNvSpPr/>
                <p:nvPr/>
              </p:nvSpPr>
              <p:spPr>
                <a:xfrm>
                  <a:off x="4102200" y="3393475"/>
                  <a:ext cx="37050" cy="33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" h="1355" extrusionOk="0">
                      <a:moveTo>
                        <a:pt x="394" y="0"/>
                      </a:moveTo>
                      <a:cubicBezTo>
                        <a:pt x="308" y="0"/>
                        <a:pt x="221" y="32"/>
                        <a:pt x="158" y="95"/>
                      </a:cubicBezTo>
                      <a:cubicBezTo>
                        <a:pt x="0" y="221"/>
                        <a:pt x="0" y="410"/>
                        <a:pt x="158" y="567"/>
                      </a:cubicBezTo>
                      <a:lnTo>
                        <a:pt x="882" y="1260"/>
                      </a:lnTo>
                      <a:cubicBezTo>
                        <a:pt x="945" y="1323"/>
                        <a:pt x="1032" y="1355"/>
                        <a:pt x="1119" y="1355"/>
                      </a:cubicBezTo>
                      <a:cubicBezTo>
                        <a:pt x="1205" y="1355"/>
                        <a:pt x="1292" y="1323"/>
                        <a:pt x="1355" y="1260"/>
                      </a:cubicBezTo>
                      <a:cubicBezTo>
                        <a:pt x="1481" y="1134"/>
                        <a:pt x="1481" y="914"/>
                        <a:pt x="1355" y="788"/>
                      </a:cubicBezTo>
                      <a:lnTo>
                        <a:pt x="630" y="95"/>
                      </a:lnTo>
                      <a:cubicBezTo>
                        <a:pt x="567" y="32"/>
                        <a:pt x="481" y="0"/>
                        <a:pt x="39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0" name="Google Shape;9572;p73">
                  <a:extLst>
                    <a:ext uri="{FF2B5EF4-FFF2-40B4-BE49-F238E27FC236}">
                      <a16:creationId xmlns:a16="http://schemas.microsoft.com/office/drawing/2014/main" id="{C67F2188-C1FB-2D4F-EE81-96302D56C860}"/>
                    </a:ext>
                  </a:extLst>
                </p:cNvPr>
                <p:cNvSpPr/>
                <p:nvPr/>
              </p:nvSpPr>
              <p:spPr>
                <a:xfrm>
                  <a:off x="4103775" y="3306025"/>
                  <a:ext cx="35475" cy="3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80" extrusionOk="0">
                      <a:moveTo>
                        <a:pt x="1056" y="1"/>
                      </a:moveTo>
                      <a:cubicBezTo>
                        <a:pt x="969" y="1"/>
                        <a:pt x="882" y="32"/>
                        <a:pt x="819" y="96"/>
                      </a:cubicBezTo>
                      <a:lnTo>
                        <a:pt x="95" y="789"/>
                      </a:lnTo>
                      <a:cubicBezTo>
                        <a:pt x="0" y="915"/>
                        <a:pt x="0" y="1135"/>
                        <a:pt x="95" y="1261"/>
                      </a:cubicBezTo>
                      <a:cubicBezTo>
                        <a:pt x="158" y="1340"/>
                        <a:pt x="252" y="1379"/>
                        <a:pt x="343" y="1379"/>
                      </a:cubicBezTo>
                      <a:cubicBezTo>
                        <a:pt x="434" y="1379"/>
                        <a:pt x="520" y="1340"/>
                        <a:pt x="567" y="1261"/>
                      </a:cubicBezTo>
                      <a:lnTo>
                        <a:pt x="1292" y="568"/>
                      </a:lnTo>
                      <a:cubicBezTo>
                        <a:pt x="1418" y="442"/>
                        <a:pt x="1418" y="190"/>
                        <a:pt x="1292" y="96"/>
                      </a:cubicBezTo>
                      <a:cubicBezTo>
                        <a:pt x="1229" y="32"/>
                        <a:pt x="1142" y="1"/>
                        <a:pt x="10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1" name="Google Shape;9573;p73">
                  <a:extLst>
                    <a:ext uri="{FF2B5EF4-FFF2-40B4-BE49-F238E27FC236}">
                      <a16:creationId xmlns:a16="http://schemas.microsoft.com/office/drawing/2014/main" id="{0FB29202-4928-8EA2-7543-83E2FBAB019A}"/>
                    </a:ext>
                  </a:extLst>
                </p:cNvPr>
                <p:cNvSpPr/>
                <p:nvPr/>
              </p:nvSpPr>
              <p:spPr>
                <a:xfrm>
                  <a:off x="3860400" y="3306025"/>
                  <a:ext cx="105550" cy="1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22" h="4192" extrusionOk="0">
                      <a:moveTo>
                        <a:pt x="2489" y="1"/>
                      </a:moveTo>
                      <a:cubicBezTo>
                        <a:pt x="2048" y="1"/>
                        <a:pt x="1639" y="285"/>
                        <a:pt x="1481" y="726"/>
                      </a:cubicBezTo>
                      <a:lnTo>
                        <a:pt x="1418" y="726"/>
                      </a:lnTo>
                      <a:cubicBezTo>
                        <a:pt x="662" y="726"/>
                        <a:pt x="0" y="1356"/>
                        <a:pt x="0" y="2080"/>
                      </a:cubicBezTo>
                      <a:cubicBezTo>
                        <a:pt x="0" y="2836"/>
                        <a:pt x="630" y="3467"/>
                        <a:pt x="1418" y="3467"/>
                      </a:cubicBezTo>
                      <a:lnTo>
                        <a:pt x="1481" y="3467"/>
                      </a:lnTo>
                      <a:cubicBezTo>
                        <a:pt x="1639" y="3845"/>
                        <a:pt x="2017" y="4191"/>
                        <a:pt x="2489" y="4191"/>
                      </a:cubicBezTo>
                      <a:lnTo>
                        <a:pt x="4222" y="4191"/>
                      </a:lnTo>
                      <a:lnTo>
                        <a:pt x="4222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2" name="Google Shape;9574;p73">
                  <a:extLst>
                    <a:ext uri="{FF2B5EF4-FFF2-40B4-BE49-F238E27FC236}">
                      <a16:creationId xmlns:a16="http://schemas.microsoft.com/office/drawing/2014/main" id="{2168A58E-D6BA-859C-2544-C6BDCCA9AD30}"/>
                    </a:ext>
                  </a:extLst>
                </p:cNvPr>
                <p:cNvSpPr/>
                <p:nvPr/>
              </p:nvSpPr>
              <p:spPr>
                <a:xfrm>
                  <a:off x="4050225" y="3254050"/>
                  <a:ext cx="35450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8350" extrusionOk="0">
                      <a:moveTo>
                        <a:pt x="725" y="1"/>
                      </a:moveTo>
                      <a:cubicBezTo>
                        <a:pt x="315" y="1"/>
                        <a:pt x="0" y="316"/>
                        <a:pt x="0" y="694"/>
                      </a:cubicBezTo>
                      <a:lnTo>
                        <a:pt x="0" y="7625"/>
                      </a:lnTo>
                      <a:cubicBezTo>
                        <a:pt x="0" y="8034"/>
                        <a:pt x="315" y="8349"/>
                        <a:pt x="725" y="8349"/>
                      </a:cubicBezTo>
                      <a:cubicBezTo>
                        <a:pt x="1134" y="8286"/>
                        <a:pt x="1418" y="8003"/>
                        <a:pt x="1418" y="7625"/>
                      </a:cubicBezTo>
                      <a:lnTo>
                        <a:pt x="1418" y="694"/>
                      </a:ln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3" name="Google Shape;9575;p73">
                  <a:extLst>
                    <a:ext uri="{FF2B5EF4-FFF2-40B4-BE49-F238E27FC236}">
                      <a16:creationId xmlns:a16="http://schemas.microsoft.com/office/drawing/2014/main" id="{1D360885-D1D6-FC61-E975-648F2E5AAC34}"/>
                    </a:ext>
                  </a:extLst>
                </p:cNvPr>
                <p:cNvSpPr/>
                <p:nvPr/>
              </p:nvSpPr>
              <p:spPr>
                <a:xfrm>
                  <a:off x="3912375" y="3426550"/>
                  <a:ext cx="5122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773" extrusionOk="0">
                      <a:moveTo>
                        <a:pt x="1" y="0"/>
                      </a:moveTo>
                      <a:lnTo>
                        <a:pt x="1" y="1764"/>
                      </a:lnTo>
                      <a:cubicBezTo>
                        <a:pt x="1" y="2363"/>
                        <a:pt x="473" y="2773"/>
                        <a:pt x="1040" y="2773"/>
                      </a:cubicBezTo>
                      <a:cubicBezTo>
                        <a:pt x="1607" y="2773"/>
                        <a:pt x="2048" y="2300"/>
                        <a:pt x="2048" y="1764"/>
                      </a:cubicBezTo>
                      <a:lnTo>
                        <a:pt x="2048" y="32"/>
                      </a:lnTo>
                      <a:lnTo>
                        <a:pt x="316" y="32"/>
                      </a:lnTo>
                      <a:cubicBezTo>
                        <a:pt x="253" y="32"/>
                        <a:pt x="127" y="32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4" name="Google Shape;9576;p73">
                  <a:extLst>
                    <a:ext uri="{FF2B5EF4-FFF2-40B4-BE49-F238E27FC236}">
                      <a16:creationId xmlns:a16="http://schemas.microsoft.com/office/drawing/2014/main" id="{268F06D4-C9DA-61B7-C10B-7CB91E9160D6}"/>
                    </a:ext>
                  </a:extLst>
                </p:cNvPr>
                <p:cNvSpPr/>
                <p:nvPr/>
              </p:nvSpPr>
              <p:spPr>
                <a:xfrm>
                  <a:off x="3982475" y="3275325"/>
                  <a:ext cx="52000" cy="16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6554" extrusionOk="0">
                      <a:moveTo>
                        <a:pt x="2080" y="0"/>
                      </a:moveTo>
                      <a:lnTo>
                        <a:pt x="1765" y="315"/>
                      </a:lnTo>
                      <a:cubicBezTo>
                        <a:pt x="1292" y="788"/>
                        <a:pt x="662" y="1071"/>
                        <a:pt x="1" y="1166"/>
                      </a:cubicBezTo>
                      <a:lnTo>
                        <a:pt x="1" y="5419"/>
                      </a:lnTo>
                      <a:cubicBezTo>
                        <a:pt x="662" y="5482"/>
                        <a:pt x="1292" y="5766"/>
                        <a:pt x="1765" y="6238"/>
                      </a:cubicBezTo>
                      <a:lnTo>
                        <a:pt x="2080" y="6553"/>
                      </a:lnTo>
                      <a:lnTo>
                        <a:pt x="208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9" name="Google Shape;9577;p73">
                <a:extLst>
                  <a:ext uri="{FF2B5EF4-FFF2-40B4-BE49-F238E27FC236}">
                    <a16:creationId xmlns:a16="http://schemas.microsoft.com/office/drawing/2014/main" id="{B7CBB925-F9A1-BCB8-0DEE-AB3259A0A411}"/>
                  </a:ext>
                </a:extLst>
              </p:cNvPr>
              <p:cNvGrpSpPr/>
              <p:nvPr/>
            </p:nvGrpSpPr>
            <p:grpSpPr>
              <a:xfrm>
                <a:off x="6474397" y="4377925"/>
                <a:ext cx="501965" cy="500612"/>
                <a:chOff x="3859600" y="3591950"/>
                <a:chExt cx="296975" cy="296175"/>
              </a:xfrm>
              <a:grpFill/>
            </p:grpSpPr>
            <p:sp>
              <p:nvSpPr>
                <p:cNvPr id="17445" name="Google Shape;9578;p73">
                  <a:extLst>
                    <a:ext uri="{FF2B5EF4-FFF2-40B4-BE49-F238E27FC236}">
                      <a16:creationId xmlns:a16="http://schemas.microsoft.com/office/drawing/2014/main" id="{B6600A9F-561D-C193-7A31-026EAB7F7B36}"/>
                    </a:ext>
                  </a:extLst>
                </p:cNvPr>
                <p:cNvSpPr/>
                <p:nvPr/>
              </p:nvSpPr>
              <p:spPr>
                <a:xfrm>
                  <a:off x="4034450" y="3766000"/>
                  <a:ext cx="122125" cy="12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4885" extrusionOk="0">
                      <a:moveTo>
                        <a:pt x="2395" y="1324"/>
                      </a:moveTo>
                      <a:cubicBezTo>
                        <a:pt x="2616" y="1324"/>
                        <a:pt x="2773" y="1482"/>
                        <a:pt x="2773" y="1702"/>
                      </a:cubicBezTo>
                      <a:lnTo>
                        <a:pt x="2773" y="2049"/>
                      </a:lnTo>
                      <a:lnTo>
                        <a:pt x="3120" y="2049"/>
                      </a:lnTo>
                      <a:cubicBezTo>
                        <a:pt x="3309" y="2049"/>
                        <a:pt x="3466" y="2206"/>
                        <a:pt x="3466" y="2395"/>
                      </a:cubicBezTo>
                      <a:cubicBezTo>
                        <a:pt x="3466" y="2584"/>
                        <a:pt x="3309" y="2742"/>
                        <a:pt x="3120" y="2742"/>
                      </a:cubicBezTo>
                      <a:lnTo>
                        <a:pt x="2395" y="2742"/>
                      </a:lnTo>
                      <a:cubicBezTo>
                        <a:pt x="2206" y="2742"/>
                        <a:pt x="2049" y="2584"/>
                        <a:pt x="2049" y="2395"/>
                      </a:cubicBezTo>
                      <a:lnTo>
                        <a:pt x="2049" y="1702"/>
                      </a:lnTo>
                      <a:cubicBezTo>
                        <a:pt x="2049" y="1482"/>
                        <a:pt x="2206" y="1324"/>
                        <a:pt x="2395" y="1324"/>
                      </a:cubicBezTo>
                      <a:close/>
                      <a:moveTo>
                        <a:pt x="2458" y="1"/>
                      </a:moveTo>
                      <a:cubicBezTo>
                        <a:pt x="1104" y="1"/>
                        <a:pt x="1" y="1103"/>
                        <a:pt x="1" y="2427"/>
                      </a:cubicBezTo>
                      <a:cubicBezTo>
                        <a:pt x="1" y="3781"/>
                        <a:pt x="1104" y="4884"/>
                        <a:pt x="2458" y="4884"/>
                      </a:cubicBezTo>
                      <a:cubicBezTo>
                        <a:pt x="3782" y="4884"/>
                        <a:pt x="4884" y="3781"/>
                        <a:pt x="4884" y="2427"/>
                      </a:cubicBezTo>
                      <a:cubicBezTo>
                        <a:pt x="4853" y="1072"/>
                        <a:pt x="3782" y="1"/>
                        <a:pt x="245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46" name="Google Shape;9579;p73">
                  <a:extLst>
                    <a:ext uri="{FF2B5EF4-FFF2-40B4-BE49-F238E27FC236}">
                      <a16:creationId xmlns:a16="http://schemas.microsoft.com/office/drawing/2014/main" id="{BDA409DC-B596-0B04-18C7-F52246FF36AC}"/>
                    </a:ext>
                  </a:extLst>
                </p:cNvPr>
                <p:cNvSpPr/>
                <p:nvPr/>
              </p:nvSpPr>
              <p:spPr>
                <a:xfrm>
                  <a:off x="3860400" y="3679375"/>
                  <a:ext cx="260725" cy="173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29" h="6932" extrusionOk="0">
                      <a:moveTo>
                        <a:pt x="2426" y="662"/>
                      </a:moveTo>
                      <a:cubicBezTo>
                        <a:pt x="2647" y="662"/>
                        <a:pt x="2804" y="819"/>
                        <a:pt x="2804" y="1008"/>
                      </a:cubicBezTo>
                      <a:cubicBezTo>
                        <a:pt x="2804" y="1197"/>
                        <a:pt x="2647" y="1355"/>
                        <a:pt x="2426" y="1355"/>
                      </a:cubicBezTo>
                      <a:lnTo>
                        <a:pt x="1733" y="1355"/>
                      </a:lnTo>
                      <a:cubicBezTo>
                        <a:pt x="1544" y="1355"/>
                        <a:pt x="1387" y="1197"/>
                        <a:pt x="1387" y="1008"/>
                      </a:cubicBezTo>
                      <a:cubicBezTo>
                        <a:pt x="1387" y="819"/>
                        <a:pt x="1544" y="662"/>
                        <a:pt x="1733" y="662"/>
                      </a:cubicBezTo>
                      <a:close/>
                      <a:moveTo>
                        <a:pt x="4537" y="662"/>
                      </a:moveTo>
                      <a:cubicBezTo>
                        <a:pt x="4726" y="662"/>
                        <a:pt x="4884" y="819"/>
                        <a:pt x="4884" y="1008"/>
                      </a:cubicBezTo>
                      <a:cubicBezTo>
                        <a:pt x="4884" y="1197"/>
                        <a:pt x="4695" y="1355"/>
                        <a:pt x="4537" y="1355"/>
                      </a:cubicBezTo>
                      <a:lnTo>
                        <a:pt x="3812" y="1355"/>
                      </a:lnTo>
                      <a:cubicBezTo>
                        <a:pt x="3623" y="1355"/>
                        <a:pt x="3466" y="1197"/>
                        <a:pt x="3466" y="1008"/>
                      </a:cubicBezTo>
                      <a:cubicBezTo>
                        <a:pt x="3466" y="819"/>
                        <a:pt x="3623" y="662"/>
                        <a:pt x="3812" y="662"/>
                      </a:cubicBezTo>
                      <a:close/>
                      <a:moveTo>
                        <a:pt x="6648" y="662"/>
                      </a:moveTo>
                      <a:cubicBezTo>
                        <a:pt x="6837" y="662"/>
                        <a:pt x="6994" y="819"/>
                        <a:pt x="6994" y="1008"/>
                      </a:cubicBezTo>
                      <a:cubicBezTo>
                        <a:pt x="6994" y="1197"/>
                        <a:pt x="6837" y="1355"/>
                        <a:pt x="6648" y="1355"/>
                      </a:cubicBezTo>
                      <a:lnTo>
                        <a:pt x="5955" y="1355"/>
                      </a:lnTo>
                      <a:cubicBezTo>
                        <a:pt x="5734" y="1355"/>
                        <a:pt x="5577" y="1197"/>
                        <a:pt x="5577" y="1008"/>
                      </a:cubicBezTo>
                      <a:cubicBezTo>
                        <a:pt x="5577" y="819"/>
                        <a:pt x="5734" y="662"/>
                        <a:pt x="5955" y="662"/>
                      </a:cubicBezTo>
                      <a:close/>
                      <a:moveTo>
                        <a:pt x="8727" y="662"/>
                      </a:moveTo>
                      <a:cubicBezTo>
                        <a:pt x="8948" y="662"/>
                        <a:pt x="9105" y="819"/>
                        <a:pt x="9105" y="1008"/>
                      </a:cubicBezTo>
                      <a:cubicBezTo>
                        <a:pt x="9105" y="1197"/>
                        <a:pt x="8948" y="1355"/>
                        <a:pt x="8727" y="1355"/>
                      </a:cubicBezTo>
                      <a:lnTo>
                        <a:pt x="8034" y="1355"/>
                      </a:lnTo>
                      <a:cubicBezTo>
                        <a:pt x="7845" y="1355"/>
                        <a:pt x="7688" y="1197"/>
                        <a:pt x="7688" y="1008"/>
                      </a:cubicBezTo>
                      <a:cubicBezTo>
                        <a:pt x="7688" y="819"/>
                        <a:pt x="7845" y="662"/>
                        <a:pt x="8034" y="662"/>
                      </a:cubicBezTo>
                      <a:close/>
                      <a:moveTo>
                        <a:pt x="2426" y="2080"/>
                      </a:moveTo>
                      <a:cubicBezTo>
                        <a:pt x="2647" y="2080"/>
                        <a:pt x="2804" y="2237"/>
                        <a:pt x="2804" y="2426"/>
                      </a:cubicBezTo>
                      <a:cubicBezTo>
                        <a:pt x="2804" y="2647"/>
                        <a:pt x="2647" y="2773"/>
                        <a:pt x="2426" y="2773"/>
                      </a:cubicBezTo>
                      <a:lnTo>
                        <a:pt x="1733" y="2773"/>
                      </a:lnTo>
                      <a:cubicBezTo>
                        <a:pt x="1544" y="2773"/>
                        <a:pt x="1387" y="2647"/>
                        <a:pt x="1387" y="2426"/>
                      </a:cubicBezTo>
                      <a:cubicBezTo>
                        <a:pt x="1387" y="2206"/>
                        <a:pt x="1544" y="2080"/>
                        <a:pt x="1733" y="2080"/>
                      </a:cubicBezTo>
                      <a:close/>
                      <a:moveTo>
                        <a:pt x="4537" y="2080"/>
                      </a:moveTo>
                      <a:cubicBezTo>
                        <a:pt x="4726" y="2080"/>
                        <a:pt x="4884" y="2237"/>
                        <a:pt x="4884" y="2426"/>
                      </a:cubicBezTo>
                      <a:cubicBezTo>
                        <a:pt x="4884" y="2647"/>
                        <a:pt x="4695" y="2773"/>
                        <a:pt x="4537" y="2773"/>
                      </a:cubicBezTo>
                      <a:lnTo>
                        <a:pt x="3812" y="2773"/>
                      </a:lnTo>
                      <a:cubicBezTo>
                        <a:pt x="3623" y="2773"/>
                        <a:pt x="3466" y="2647"/>
                        <a:pt x="3466" y="2426"/>
                      </a:cubicBezTo>
                      <a:cubicBezTo>
                        <a:pt x="3466" y="2206"/>
                        <a:pt x="3623" y="2080"/>
                        <a:pt x="3812" y="2080"/>
                      </a:cubicBezTo>
                      <a:close/>
                      <a:moveTo>
                        <a:pt x="6648" y="2080"/>
                      </a:moveTo>
                      <a:cubicBezTo>
                        <a:pt x="6837" y="2080"/>
                        <a:pt x="6994" y="2237"/>
                        <a:pt x="6994" y="2426"/>
                      </a:cubicBezTo>
                      <a:cubicBezTo>
                        <a:pt x="6994" y="2647"/>
                        <a:pt x="6837" y="2773"/>
                        <a:pt x="6648" y="2773"/>
                      </a:cubicBezTo>
                      <a:lnTo>
                        <a:pt x="5955" y="2773"/>
                      </a:lnTo>
                      <a:cubicBezTo>
                        <a:pt x="5734" y="2773"/>
                        <a:pt x="5577" y="2647"/>
                        <a:pt x="5577" y="2426"/>
                      </a:cubicBezTo>
                      <a:cubicBezTo>
                        <a:pt x="5577" y="2206"/>
                        <a:pt x="5734" y="2080"/>
                        <a:pt x="5955" y="2080"/>
                      </a:cubicBezTo>
                      <a:close/>
                      <a:moveTo>
                        <a:pt x="8727" y="2080"/>
                      </a:moveTo>
                      <a:cubicBezTo>
                        <a:pt x="8948" y="2080"/>
                        <a:pt x="9105" y="2237"/>
                        <a:pt x="9105" y="2426"/>
                      </a:cubicBezTo>
                      <a:cubicBezTo>
                        <a:pt x="9105" y="2647"/>
                        <a:pt x="8948" y="2773"/>
                        <a:pt x="8727" y="2773"/>
                      </a:cubicBezTo>
                      <a:lnTo>
                        <a:pt x="8034" y="2773"/>
                      </a:lnTo>
                      <a:cubicBezTo>
                        <a:pt x="7845" y="2773"/>
                        <a:pt x="7688" y="2647"/>
                        <a:pt x="7688" y="2426"/>
                      </a:cubicBezTo>
                      <a:cubicBezTo>
                        <a:pt x="7688" y="2206"/>
                        <a:pt x="7845" y="2080"/>
                        <a:pt x="8034" y="2080"/>
                      </a:cubicBezTo>
                      <a:close/>
                      <a:moveTo>
                        <a:pt x="2426" y="3466"/>
                      </a:moveTo>
                      <a:cubicBezTo>
                        <a:pt x="2647" y="3466"/>
                        <a:pt x="2804" y="3623"/>
                        <a:pt x="2804" y="3812"/>
                      </a:cubicBezTo>
                      <a:cubicBezTo>
                        <a:pt x="2804" y="4001"/>
                        <a:pt x="2647" y="4159"/>
                        <a:pt x="2426" y="4159"/>
                      </a:cubicBezTo>
                      <a:lnTo>
                        <a:pt x="1733" y="4159"/>
                      </a:lnTo>
                      <a:cubicBezTo>
                        <a:pt x="1544" y="4159"/>
                        <a:pt x="1387" y="4001"/>
                        <a:pt x="1387" y="3812"/>
                      </a:cubicBezTo>
                      <a:cubicBezTo>
                        <a:pt x="1387" y="3623"/>
                        <a:pt x="1544" y="3466"/>
                        <a:pt x="1733" y="3466"/>
                      </a:cubicBezTo>
                      <a:close/>
                      <a:moveTo>
                        <a:pt x="4537" y="3466"/>
                      </a:moveTo>
                      <a:cubicBezTo>
                        <a:pt x="4726" y="3466"/>
                        <a:pt x="4884" y="3623"/>
                        <a:pt x="4884" y="3812"/>
                      </a:cubicBezTo>
                      <a:cubicBezTo>
                        <a:pt x="4884" y="4001"/>
                        <a:pt x="4695" y="4159"/>
                        <a:pt x="4537" y="4159"/>
                      </a:cubicBezTo>
                      <a:lnTo>
                        <a:pt x="3812" y="4159"/>
                      </a:lnTo>
                      <a:cubicBezTo>
                        <a:pt x="3623" y="4159"/>
                        <a:pt x="3466" y="4001"/>
                        <a:pt x="3466" y="3812"/>
                      </a:cubicBezTo>
                      <a:cubicBezTo>
                        <a:pt x="3466" y="3623"/>
                        <a:pt x="3623" y="3466"/>
                        <a:pt x="3812" y="3466"/>
                      </a:cubicBezTo>
                      <a:close/>
                      <a:moveTo>
                        <a:pt x="6648" y="3466"/>
                      </a:moveTo>
                      <a:cubicBezTo>
                        <a:pt x="6837" y="3466"/>
                        <a:pt x="6994" y="3623"/>
                        <a:pt x="6994" y="3812"/>
                      </a:cubicBezTo>
                      <a:cubicBezTo>
                        <a:pt x="6994" y="4001"/>
                        <a:pt x="6837" y="4159"/>
                        <a:pt x="6648" y="4159"/>
                      </a:cubicBezTo>
                      <a:lnTo>
                        <a:pt x="5955" y="4159"/>
                      </a:lnTo>
                      <a:cubicBezTo>
                        <a:pt x="5734" y="4159"/>
                        <a:pt x="5577" y="4001"/>
                        <a:pt x="5577" y="3812"/>
                      </a:cubicBezTo>
                      <a:cubicBezTo>
                        <a:pt x="5577" y="3623"/>
                        <a:pt x="5734" y="3466"/>
                        <a:pt x="5955" y="3466"/>
                      </a:cubicBezTo>
                      <a:close/>
                      <a:moveTo>
                        <a:pt x="2426" y="4852"/>
                      </a:moveTo>
                      <a:cubicBezTo>
                        <a:pt x="2647" y="4852"/>
                        <a:pt x="2804" y="5010"/>
                        <a:pt x="2804" y="5199"/>
                      </a:cubicBezTo>
                      <a:cubicBezTo>
                        <a:pt x="2804" y="5388"/>
                        <a:pt x="2647" y="5545"/>
                        <a:pt x="2426" y="5545"/>
                      </a:cubicBezTo>
                      <a:lnTo>
                        <a:pt x="1733" y="5545"/>
                      </a:lnTo>
                      <a:cubicBezTo>
                        <a:pt x="1544" y="5545"/>
                        <a:pt x="1387" y="5388"/>
                        <a:pt x="1387" y="5199"/>
                      </a:cubicBezTo>
                      <a:cubicBezTo>
                        <a:pt x="1387" y="5010"/>
                        <a:pt x="1544" y="4852"/>
                        <a:pt x="1733" y="4852"/>
                      </a:cubicBezTo>
                      <a:close/>
                      <a:moveTo>
                        <a:pt x="4537" y="4852"/>
                      </a:moveTo>
                      <a:cubicBezTo>
                        <a:pt x="4726" y="4852"/>
                        <a:pt x="4884" y="5010"/>
                        <a:pt x="4884" y="5199"/>
                      </a:cubicBezTo>
                      <a:cubicBezTo>
                        <a:pt x="4884" y="5388"/>
                        <a:pt x="4695" y="5545"/>
                        <a:pt x="4537" y="5545"/>
                      </a:cubicBezTo>
                      <a:lnTo>
                        <a:pt x="3812" y="5545"/>
                      </a:lnTo>
                      <a:cubicBezTo>
                        <a:pt x="3623" y="5545"/>
                        <a:pt x="3466" y="5388"/>
                        <a:pt x="3466" y="5199"/>
                      </a:cubicBezTo>
                      <a:cubicBezTo>
                        <a:pt x="3466" y="5010"/>
                        <a:pt x="3623" y="4852"/>
                        <a:pt x="3812" y="4852"/>
                      </a:cubicBezTo>
                      <a:close/>
                      <a:moveTo>
                        <a:pt x="0" y="0"/>
                      </a:moveTo>
                      <a:lnTo>
                        <a:pt x="0" y="5892"/>
                      </a:lnTo>
                      <a:cubicBezTo>
                        <a:pt x="0" y="6459"/>
                        <a:pt x="473" y="6931"/>
                        <a:pt x="1071" y="6931"/>
                      </a:cubicBezTo>
                      <a:lnTo>
                        <a:pt x="6490" y="6931"/>
                      </a:lnTo>
                      <a:cubicBezTo>
                        <a:pt x="6364" y="6616"/>
                        <a:pt x="6301" y="6270"/>
                        <a:pt x="6301" y="5892"/>
                      </a:cubicBezTo>
                      <a:cubicBezTo>
                        <a:pt x="6301" y="5797"/>
                        <a:pt x="6333" y="5671"/>
                        <a:pt x="6333" y="5545"/>
                      </a:cubicBezTo>
                      <a:lnTo>
                        <a:pt x="5955" y="5545"/>
                      </a:lnTo>
                      <a:cubicBezTo>
                        <a:pt x="5734" y="5545"/>
                        <a:pt x="5577" y="5388"/>
                        <a:pt x="5577" y="5199"/>
                      </a:cubicBezTo>
                      <a:cubicBezTo>
                        <a:pt x="5577" y="5010"/>
                        <a:pt x="5734" y="4852"/>
                        <a:pt x="5955" y="4852"/>
                      </a:cubicBezTo>
                      <a:lnTo>
                        <a:pt x="6490" y="4852"/>
                      </a:lnTo>
                      <a:cubicBezTo>
                        <a:pt x="6931" y="3623"/>
                        <a:pt x="8066" y="2741"/>
                        <a:pt x="9420" y="2741"/>
                      </a:cubicBezTo>
                      <a:cubicBezTo>
                        <a:pt x="9767" y="2741"/>
                        <a:pt x="10113" y="2836"/>
                        <a:pt x="10428" y="2962"/>
                      </a:cubicBezTo>
                      <a:lnTo>
                        <a:pt x="1042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47" name="Google Shape;9580;p73">
                  <a:extLst>
                    <a:ext uri="{FF2B5EF4-FFF2-40B4-BE49-F238E27FC236}">
                      <a16:creationId xmlns:a16="http://schemas.microsoft.com/office/drawing/2014/main" id="{9770E3E5-3B9F-8360-D5D6-ED802A133C2E}"/>
                    </a:ext>
                  </a:extLst>
                </p:cNvPr>
                <p:cNvSpPr/>
                <p:nvPr/>
              </p:nvSpPr>
              <p:spPr>
                <a:xfrm>
                  <a:off x="3859600" y="3591950"/>
                  <a:ext cx="261525" cy="7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61" h="2836" extrusionOk="0">
                      <a:moveTo>
                        <a:pt x="1734" y="0"/>
                      </a:moveTo>
                      <a:cubicBezTo>
                        <a:pt x="1513" y="0"/>
                        <a:pt x="1356" y="158"/>
                        <a:pt x="1356" y="347"/>
                      </a:cubicBezTo>
                      <a:lnTo>
                        <a:pt x="1356" y="693"/>
                      </a:lnTo>
                      <a:lnTo>
                        <a:pt x="1009" y="693"/>
                      </a:lnTo>
                      <a:cubicBezTo>
                        <a:pt x="410" y="693"/>
                        <a:pt x="1" y="1166"/>
                        <a:pt x="1" y="1733"/>
                      </a:cubicBezTo>
                      <a:lnTo>
                        <a:pt x="1" y="2836"/>
                      </a:lnTo>
                      <a:lnTo>
                        <a:pt x="10429" y="2836"/>
                      </a:lnTo>
                      <a:lnTo>
                        <a:pt x="10429" y="1733"/>
                      </a:lnTo>
                      <a:lnTo>
                        <a:pt x="10460" y="1733"/>
                      </a:lnTo>
                      <a:cubicBezTo>
                        <a:pt x="10460" y="1134"/>
                        <a:pt x="9988" y="693"/>
                        <a:pt x="9421" y="693"/>
                      </a:cubicBezTo>
                      <a:lnTo>
                        <a:pt x="9074" y="693"/>
                      </a:lnTo>
                      <a:lnTo>
                        <a:pt x="9074" y="347"/>
                      </a:lnTo>
                      <a:cubicBezTo>
                        <a:pt x="9074" y="158"/>
                        <a:pt x="8917" y="0"/>
                        <a:pt x="8728" y="0"/>
                      </a:cubicBezTo>
                      <a:cubicBezTo>
                        <a:pt x="8539" y="0"/>
                        <a:pt x="8381" y="158"/>
                        <a:pt x="8381" y="347"/>
                      </a:cubicBezTo>
                      <a:lnTo>
                        <a:pt x="8381" y="693"/>
                      </a:lnTo>
                      <a:lnTo>
                        <a:pt x="6995" y="693"/>
                      </a:lnTo>
                      <a:lnTo>
                        <a:pt x="6995" y="347"/>
                      </a:lnTo>
                      <a:cubicBezTo>
                        <a:pt x="6995" y="158"/>
                        <a:pt x="6837" y="0"/>
                        <a:pt x="6648" y="0"/>
                      </a:cubicBezTo>
                      <a:cubicBezTo>
                        <a:pt x="6459" y="0"/>
                        <a:pt x="6302" y="158"/>
                        <a:pt x="6302" y="347"/>
                      </a:cubicBezTo>
                      <a:lnTo>
                        <a:pt x="6302" y="693"/>
                      </a:lnTo>
                      <a:lnTo>
                        <a:pt x="4159" y="693"/>
                      </a:lnTo>
                      <a:lnTo>
                        <a:pt x="4159" y="347"/>
                      </a:lnTo>
                      <a:cubicBezTo>
                        <a:pt x="4159" y="158"/>
                        <a:pt x="4002" y="0"/>
                        <a:pt x="3813" y="0"/>
                      </a:cubicBezTo>
                      <a:cubicBezTo>
                        <a:pt x="3624" y="0"/>
                        <a:pt x="3466" y="158"/>
                        <a:pt x="3466" y="347"/>
                      </a:cubicBezTo>
                      <a:lnTo>
                        <a:pt x="3466" y="693"/>
                      </a:lnTo>
                      <a:lnTo>
                        <a:pt x="2080" y="693"/>
                      </a:lnTo>
                      <a:lnTo>
                        <a:pt x="2080" y="347"/>
                      </a:lnTo>
                      <a:cubicBezTo>
                        <a:pt x="2080" y="158"/>
                        <a:pt x="1923" y="0"/>
                        <a:pt x="173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2" name="Google Shape;9581;p73">
                <a:extLst>
                  <a:ext uri="{FF2B5EF4-FFF2-40B4-BE49-F238E27FC236}">
                    <a16:creationId xmlns:a16="http://schemas.microsoft.com/office/drawing/2014/main" id="{84C74058-7D7B-F0F2-B002-23BD0C89892A}"/>
                  </a:ext>
                </a:extLst>
              </p:cNvPr>
              <p:cNvGrpSpPr/>
              <p:nvPr/>
            </p:nvGrpSpPr>
            <p:grpSpPr>
              <a:xfrm>
                <a:off x="6475073" y="4984646"/>
                <a:ext cx="500612" cy="500612"/>
                <a:chOff x="3860400" y="3955025"/>
                <a:chExt cx="296175" cy="296175"/>
              </a:xfrm>
              <a:grpFill/>
            </p:grpSpPr>
            <p:sp>
              <p:nvSpPr>
                <p:cNvPr id="17440" name="Google Shape;9582;p73">
                  <a:extLst>
                    <a:ext uri="{FF2B5EF4-FFF2-40B4-BE49-F238E27FC236}">
                      <a16:creationId xmlns:a16="http://schemas.microsoft.com/office/drawing/2014/main" id="{8010354F-F06D-F9A0-E9C6-E856951E1278}"/>
                    </a:ext>
                  </a:extLst>
                </p:cNvPr>
                <p:cNvSpPr/>
                <p:nvPr/>
              </p:nvSpPr>
              <p:spPr>
                <a:xfrm>
                  <a:off x="3973825" y="3955025"/>
                  <a:ext cx="6852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1" h="2742" extrusionOk="0">
                      <a:moveTo>
                        <a:pt x="1355" y="1"/>
                      </a:moveTo>
                      <a:cubicBezTo>
                        <a:pt x="630" y="1"/>
                        <a:pt x="0" y="631"/>
                        <a:pt x="0" y="1387"/>
                      </a:cubicBezTo>
                      <a:cubicBezTo>
                        <a:pt x="0" y="2112"/>
                        <a:pt x="630" y="2742"/>
                        <a:pt x="1355" y="2742"/>
                      </a:cubicBezTo>
                      <a:cubicBezTo>
                        <a:pt x="2111" y="2742"/>
                        <a:pt x="2741" y="2112"/>
                        <a:pt x="2741" y="1387"/>
                      </a:cubicBezTo>
                      <a:cubicBezTo>
                        <a:pt x="2741" y="631"/>
                        <a:pt x="2142" y="1"/>
                        <a:pt x="135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41" name="Google Shape;9583;p73">
                  <a:extLst>
                    <a:ext uri="{FF2B5EF4-FFF2-40B4-BE49-F238E27FC236}">
                      <a16:creationId xmlns:a16="http://schemas.microsoft.com/office/drawing/2014/main" id="{58401B3C-739C-EA76-4908-5F9A15B270E2}"/>
                    </a:ext>
                  </a:extLst>
                </p:cNvPr>
                <p:cNvSpPr/>
                <p:nvPr/>
              </p:nvSpPr>
              <p:spPr>
                <a:xfrm>
                  <a:off x="3947025" y="4021975"/>
                  <a:ext cx="122125" cy="71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2868" extrusionOk="0">
                      <a:moveTo>
                        <a:pt x="820" y="1"/>
                      </a:moveTo>
                      <a:cubicBezTo>
                        <a:pt x="316" y="442"/>
                        <a:pt x="1" y="1104"/>
                        <a:pt x="1" y="1797"/>
                      </a:cubicBezTo>
                      <a:lnTo>
                        <a:pt x="1" y="2521"/>
                      </a:lnTo>
                      <a:cubicBezTo>
                        <a:pt x="1" y="2710"/>
                        <a:pt x="158" y="2868"/>
                        <a:pt x="347" y="2868"/>
                      </a:cubicBezTo>
                      <a:lnTo>
                        <a:pt x="4506" y="2868"/>
                      </a:lnTo>
                      <a:cubicBezTo>
                        <a:pt x="4727" y="2868"/>
                        <a:pt x="4884" y="2710"/>
                        <a:pt x="4884" y="2521"/>
                      </a:cubicBezTo>
                      <a:lnTo>
                        <a:pt x="4884" y="1860"/>
                      </a:lnTo>
                      <a:cubicBezTo>
                        <a:pt x="4884" y="1135"/>
                        <a:pt x="4569" y="473"/>
                        <a:pt x="4034" y="32"/>
                      </a:cubicBezTo>
                      <a:cubicBezTo>
                        <a:pt x="3655" y="473"/>
                        <a:pt x="3120" y="788"/>
                        <a:pt x="2427" y="788"/>
                      </a:cubicBezTo>
                      <a:cubicBezTo>
                        <a:pt x="1797" y="788"/>
                        <a:pt x="1198" y="473"/>
                        <a:pt x="82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42" name="Google Shape;9584;p73">
                  <a:extLst>
                    <a:ext uri="{FF2B5EF4-FFF2-40B4-BE49-F238E27FC236}">
                      <a16:creationId xmlns:a16="http://schemas.microsoft.com/office/drawing/2014/main" id="{742BDA9C-ACDE-70AD-7C82-595AB1231A81}"/>
                    </a:ext>
                  </a:extLst>
                </p:cNvPr>
                <p:cNvSpPr/>
                <p:nvPr/>
              </p:nvSpPr>
              <p:spPr>
                <a:xfrm>
                  <a:off x="4086450" y="4145650"/>
                  <a:ext cx="7012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4191" extrusionOk="0">
                      <a:moveTo>
                        <a:pt x="0" y="0"/>
                      </a:moveTo>
                      <a:lnTo>
                        <a:pt x="0" y="4190"/>
                      </a:lnTo>
                      <a:lnTo>
                        <a:pt x="2458" y="4190"/>
                      </a:lnTo>
                      <a:cubicBezTo>
                        <a:pt x="2647" y="4190"/>
                        <a:pt x="2804" y="4033"/>
                        <a:pt x="2804" y="3844"/>
                      </a:cubicBezTo>
                      <a:lnTo>
                        <a:pt x="2804" y="315"/>
                      </a:lnTo>
                      <a:cubicBezTo>
                        <a:pt x="2773" y="158"/>
                        <a:pt x="2647" y="0"/>
                        <a:pt x="245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43" name="Google Shape;9585;p73">
                  <a:extLst>
                    <a:ext uri="{FF2B5EF4-FFF2-40B4-BE49-F238E27FC236}">
                      <a16:creationId xmlns:a16="http://schemas.microsoft.com/office/drawing/2014/main" id="{832070B4-D6BC-4EB2-AF33-6DD95B2A9EA4}"/>
                    </a:ext>
                  </a:extLst>
                </p:cNvPr>
                <p:cNvSpPr/>
                <p:nvPr/>
              </p:nvSpPr>
              <p:spPr>
                <a:xfrm>
                  <a:off x="3860400" y="4180300"/>
                  <a:ext cx="70125" cy="7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2805" extrusionOk="0">
                      <a:moveTo>
                        <a:pt x="347" y="0"/>
                      </a:moveTo>
                      <a:cubicBezTo>
                        <a:pt x="158" y="0"/>
                        <a:pt x="0" y="189"/>
                        <a:pt x="0" y="347"/>
                      </a:cubicBezTo>
                      <a:lnTo>
                        <a:pt x="0" y="2458"/>
                      </a:lnTo>
                      <a:cubicBezTo>
                        <a:pt x="0" y="2678"/>
                        <a:pt x="158" y="2804"/>
                        <a:pt x="347" y="2804"/>
                      </a:cubicBezTo>
                      <a:lnTo>
                        <a:pt x="2804" y="2804"/>
                      </a:lnTo>
                      <a:lnTo>
                        <a:pt x="280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44" name="Google Shape;9586;p73">
                  <a:extLst>
                    <a:ext uri="{FF2B5EF4-FFF2-40B4-BE49-F238E27FC236}">
                      <a16:creationId xmlns:a16="http://schemas.microsoft.com/office/drawing/2014/main" id="{2BADB560-B07B-56AC-C1D4-E9E6B253426C}"/>
                    </a:ext>
                  </a:extLst>
                </p:cNvPr>
                <p:cNvSpPr/>
                <p:nvPr/>
              </p:nvSpPr>
              <p:spPr>
                <a:xfrm>
                  <a:off x="3947025" y="4111775"/>
                  <a:ext cx="122125" cy="13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5577" extrusionOk="0">
                      <a:moveTo>
                        <a:pt x="2466" y="1377"/>
                      </a:moveTo>
                      <a:cubicBezTo>
                        <a:pt x="2522" y="1377"/>
                        <a:pt x="2582" y="1392"/>
                        <a:pt x="2647" y="1418"/>
                      </a:cubicBezTo>
                      <a:cubicBezTo>
                        <a:pt x="2742" y="1450"/>
                        <a:pt x="2836" y="1607"/>
                        <a:pt x="2836" y="1733"/>
                      </a:cubicBezTo>
                      <a:lnTo>
                        <a:pt x="2836" y="3497"/>
                      </a:lnTo>
                      <a:lnTo>
                        <a:pt x="3183" y="3497"/>
                      </a:lnTo>
                      <a:cubicBezTo>
                        <a:pt x="3372" y="3497"/>
                        <a:pt x="3529" y="3655"/>
                        <a:pt x="3529" y="3844"/>
                      </a:cubicBezTo>
                      <a:cubicBezTo>
                        <a:pt x="3529" y="4033"/>
                        <a:pt x="3340" y="4159"/>
                        <a:pt x="3151" y="4159"/>
                      </a:cubicBezTo>
                      <a:lnTo>
                        <a:pt x="1765" y="4159"/>
                      </a:lnTo>
                      <a:cubicBezTo>
                        <a:pt x="1576" y="4159"/>
                        <a:pt x="1419" y="4002"/>
                        <a:pt x="1419" y="3812"/>
                      </a:cubicBezTo>
                      <a:cubicBezTo>
                        <a:pt x="1419" y="3623"/>
                        <a:pt x="1576" y="3466"/>
                        <a:pt x="1765" y="3466"/>
                      </a:cubicBezTo>
                      <a:lnTo>
                        <a:pt x="2112" y="3466"/>
                      </a:lnTo>
                      <a:lnTo>
                        <a:pt x="2112" y="2552"/>
                      </a:lnTo>
                      <a:lnTo>
                        <a:pt x="1986" y="2678"/>
                      </a:lnTo>
                      <a:cubicBezTo>
                        <a:pt x="1938" y="2726"/>
                        <a:pt x="1852" y="2749"/>
                        <a:pt x="1765" y="2749"/>
                      </a:cubicBezTo>
                      <a:cubicBezTo>
                        <a:pt x="1679" y="2749"/>
                        <a:pt x="1592" y="2726"/>
                        <a:pt x="1545" y="2678"/>
                      </a:cubicBezTo>
                      <a:cubicBezTo>
                        <a:pt x="1419" y="2552"/>
                        <a:pt x="1419" y="2300"/>
                        <a:pt x="1545" y="2206"/>
                      </a:cubicBezTo>
                      <a:lnTo>
                        <a:pt x="2238" y="1481"/>
                      </a:lnTo>
                      <a:cubicBezTo>
                        <a:pt x="2312" y="1407"/>
                        <a:pt x="2385" y="1377"/>
                        <a:pt x="2466" y="1377"/>
                      </a:cubicBezTo>
                      <a:close/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5577"/>
                      </a:lnTo>
                      <a:lnTo>
                        <a:pt x="4853" y="5577"/>
                      </a:lnTo>
                      <a:cubicBezTo>
                        <a:pt x="4884" y="3245"/>
                        <a:pt x="4884" y="2678"/>
                        <a:pt x="4884" y="347"/>
                      </a:cubicBezTo>
                      <a:cubicBezTo>
                        <a:pt x="4884" y="158"/>
                        <a:pt x="4727" y="0"/>
                        <a:pt x="453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3" name="Google Shape;9587;p73">
                <a:extLst>
                  <a:ext uri="{FF2B5EF4-FFF2-40B4-BE49-F238E27FC236}">
                    <a16:creationId xmlns:a16="http://schemas.microsoft.com/office/drawing/2014/main" id="{3C7CB3A3-FD9E-D005-DCC3-EBD9B5B1D1AC}"/>
                  </a:ext>
                </a:extLst>
              </p:cNvPr>
              <p:cNvGrpSpPr/>
              <p:nvPr/>
            </p:nvGrpSpPr>
            <p:grpSpPr>
              <a:xfrm>
                <a:off x="9642831" y="3748557"/>
                <a:ext cx="508599" cy="499261"/>
                <a:chOff x="5716825" y="3235950"/>
                <a:chExt cx="300900" cy="295375"/>
              </a:xfrm>
              <a:grpFill/>
            </p:grpSpPr>
            <p:sp>
              <p:nvSpPr>
                <p:cNvPr id="220" name="Google Shape;9588;p73">
                  <a:extLst>
                    <a:ext uri="{FF2B5EF4-FFF2-40B4-BE49-F238E27FC236}">
                      <a16:creationId xmlns:a16="http://schemas.microsoft.com/office/drawing/2014/main" id="{2C30F6E9-CCA4-D61F-855F-5582737EF866}"/>
                    </a:ext>
                  </a:extLst>
                </p:cNvPr>
                <p:cNvSpPr/>
                <p:nvPr/>
              </p:nvSpPr>
              <p:spPr>
                <a:xfrm>
                  <a:off x="5716825" y="3309975"/>
                  <a:ext cx="137075" cy="14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3" h="5861" extrusionOk="0">
                      <a:moveTo>
                        <a:pt x="2584" y="1"/>
                      </a:moveTo>
                      <a:lnTo>
                        <a:pt x="410" y="2206"/>
                      </a:lnTo>
                      <a:cubicBezTo>
                        <a:pt x="1" y="2615"/>
                        <a:pt x="1" y="3277"/>
                        <a:pt x="410" y="3655"/>
                      </a:cubicBezTo>
                      <a:lnTo>
                        <a:pt x="2584" y="5860"/>
                      </a:lnTo>
                      <a:lnTo>
                        <a:pt x="3781" y="4632"/>
                      </a:lnTo>
                      <a:cubicBezTo>
                        <a:pt x="3844" y="4584"/>
                        <a:pt x="3939" y="4561"/>
                        <a:pt x="4029" y="4561"/>
                      </a:cubicBezTo>
                      <a:cubicBezTo>
                        <a:pt x="4120" y="4561"/>
                        <a:pt x="4206" y="4584"/>
                        <a:pt x="4254" y="4632"/>
                      </a:cubicBezTo>
                      <a:lnTo>
                        <a:pt x="4726" y="5104"/>
                      </a:lnTo>
                      <a:cubicBezTo>
                        <a:pt x="4789" y="5167"/>
                        <a:pt x="4884" y="5199"/>
                        <a:pt x="4974" y="5199"/>
                      </a:cubicBezTo>
                      <a:cubicBezTo>
                        <a:pt x="5065" y="5199"/>
                        <a:pt x="5152" y="5167"/>
                        <a:pt x="5199" y="5104"/>
                      </a:cubicBezTo>
                      <a:cubicBezTo>
                        <a:pt x="5325" y="5010"/>
                        <a:pt x="5325" y="4758"/>
                        <a:pt x="5199" y="4632"/>
                      </a:cubicBezTo>
                      <a:lnTo>
                        <a:pt x="4726" y="4159"/>
                      </a:lnTo>
                      <a:cubicBezTo>
                        <a:pt x="4632" y="4065"/>
                        <a:pt x="4632" y="3813"/>
                        <a:pt x="4726" y="3687"/>
                      </a:cubicBezTo>
                      <a:lnTo>
                        <a:pt x="5482" y="2962"/>
                      </a:lnTo>
                      <a:lnTo>
                        <a:pt x="5010" y="2489"/>
                      </a:lnTo>
                      <a:lnTo>
                        <a:pt x="4789" y="2710"/>
                      </a:lnTo>
                      <a:cubicBezTo>
                        <a:pt x="4584" y="2915"/>
                        <a:pt x="4317" y="3017"/>
                        <a:pt x="4049" y="3017"/>
                      </a:cubicBezTo>
                      <a:cubicBezTo>
                        <a:pt x="3781" y="3017"/>
                        <a:pt x="3513" y="2915"/>
                        <a:pt x="3309" y="2710"/>
                      </a:cubicBezTo>
                      <a:cubicBezTo>
                        <a:pt x="2930" y="2332"/>
                        <a:pt x="2930" y="1670"/>
                        <a:pt x="3309" y="1261"/>
                      </a:cubicBezTo>
                      <a:lnTo>
                        <a:pt x="3561" y="1040"/>
                      </a:lnTo>
                      <a:lnTo>
                        <a:pt x="2584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1" name="Google Shape;9589;p73">
                  <a:extLst>
                    <a:ext uri="{FF2B5EF4-FFF2-40B4-BE49-F238E27FC236}">
                      <a16:creationId xmlns:a16="http://schemas.microsoft.com/office/drawing/2014/main" id="{9D874D8C-7231-BEF0-5509-B69C71948FAE}"/>
                    </a:ext>
                  </a:extLst>
                </p:cNvPr>
                <p:cNvSpPr/>
                <p:nvPr/>
              </p:nvSpPr>
              <p:spPr>
                <a:xfrm>
                  <a:off x="5794025" y="3235950"/>
                  <a:ext cx="145725" cy="1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29" h="5356" extrusionOk="0">
                      <a:moveTo>
                        <a:pt x="2926" y="0"/>
                      </a:moveTo>
                      <a:cubicBezTo>
                        <a:pt x="2662" y="0"/>
                        <a:pt x="2394" y="95"/>
                        <a:pt x="2205" y="284"/>
                      </a:cubicBezTo>
                      <a:lnTo>
                        <a:pt x="0" y="2457"/>
                      </a:lnTo>
                      <a:lnTo>
                        <a:pt x="1229" y="3686"/>
                      </a:lnTo>
                      <a:cubicBezTo>
                        <a:pt x="1323" y="3781"/>
                        <a:pt x="1323" y="4033"/>
                        <a:pt x="1229" y="4127"/>
                      </a:cubicBezTo>
                      <a:lnTo>
                        <a:pt x="725" y="4600"/>
                      </a:lnTo>
                      <a:cubicBezTo>
                        <a:pt x="630" y="4726"/>
                        <a:pt x="630" y="4978"/>
                        <a:pt x="725" y="5072"/>
                      </a:cubicBezTo>
                      <a:cubicBezTo>
                        <a:pt x="788" y="5135"/>
                        <a:pt x="882" y="5167"/>
                        <a:pt x="977" y="5167"/>
                      </a:cubicBezTo>
                      <a:cubicBezTo>
                        <a:pt x="1071" y="5167"/>
                        <a:pt x="1166" y="5135"/>
                        <a:pt x="1229" y="5072"/>
                      </a:cubicBezTo>
                      <a:lnTo>
                        <a:pt x="1701" y="4600"/>
                      </a:lnTo>
                      <a:cubicBezTo>
                        <a:pt x="1749" y="4553"/>
                        <a:pt x="1835" y="4529"/>
                        <a:pt x="1926" y="4529"/>
                      </a:cubicBezTo>
                      <a:cubicBezTo>
                        <a:pt x="2016" y="4529"/>
                        <a:pt x="2111" y="4553"/>
                        <a:pt x="2174" y="4600"/>
                      </a:cubicBezTo>
                      <a:lnTo>
                        <a:pt x="2898" y="5356"/>
                      </a:lnTo>
                      <a:lnTo>
                        <a:pt x="3371" y="4883"/>
                      </a:lnTo>
                      <a:lnTo>
                        <a:pt x="3151" y="4663"/>
                      </a:lnTo>
                      <a:cubicBezTo>
                        <a:pt x="2741" y="4253"/>
                        <a:pt x="2741" y="3592"/>
                        <a:pt x="3151" y="3214"/>
                      </a:cubicBezTo>
                      <a:cubicBezTo>
                        <a:pt x="3340" y="3009"/>
                        <a:pt x="3607" y="2906"/>
                        <a:pt x="3875" y="2906"/>
                      </a:cubicBezTo>
                      <a:cubicBezTo>
                        <a:pt x="4143" y="2906"/>
                        <a:pt x="4411" y="3009"/>
                        <a:pt x="4600" y="3214"/>
                      </a:cubicBezTo>
                      <a:lnTo>
                        <a:pt x="4852" y="3434"/>
                      </a:lnTo>
                      <a:lnTo>
                        <a:pt x="5828" y="2457"/>
                      </a:lnTo>
                      <a:lnTo>
                        <a:pt x="3623" y="284"/>
                      </a:lnTo>
                      <a:cubicBezTo>
                        <a:pt x="3450" y="95"/>
                        <a:pt x="3190" y="0"/>
                        <a:pt x="292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2" name="Google Shape;9590;p73">
                  <a:extLst>
                    <a:ext uri="{FF2B5EF4-FFF2-40B4-BE49-F238E27FC236}">
                      <a16:creationId xmlns:a16="http://schemas.microsoft.com/office/drawing/2014/main" id="{5779D0CB-FA23-772B-2228-2176DC1605EB}"/>
                    </a:ext>
                  </a:extLst>
                </p:cNvPr>
                <p:cNvSpPr/>
                <p:nvPr/>
              </p:nvSpPr>
              <p:spPr>
                <a:xfrm>
                  <a:off x="5880650" y="3309975"/>
                  <a:ext cx="137075" cy="14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3" h="5829" extrusionOk="0">
                      <a:moveTo>
                        <a:pt x="2899" y="1"/>
                      </a:moveTo>
                      <a:lnTo>
                        <a:pt x="1702" y="1229"/>
                      </a:lnTo>
                      <a:cubicBezTo>
                        <a:pt x="1639" y="1292"/>
                        <a:pt x="1544" y="1324"/>
                        <a:pt x="1450" y="1324"/>
                      </a:cubicBezTo>
                      <a:cubicBezTo>
                        <a:pt x="1355" y="1324"/>
                        <a:pt x="1261" y="1292"/>
                        <a:pt x="1198" y="1229"/>
                      </a:cubicBezTo>
                      <a:lnTo>
                        <a:pt x="725" y="757"/>
                      </a:lnTo>
                      <a:cubicBezTo>
                        <a:pt x="678" y="694"/>
                        <a:pt x="591" y="662"/>
                        <a:pt x="501" y="662"/>
                      </a:cubicBezTo>
                      <a:cubicBezTo>
                        <a:pt x="410" y="662"/>
                        <a:pt x="316" y="694"/>
                        <a:pt x="253" y="757"/>
                      </a:cubicBezTo>
                      <a:cubicBezTo>
                        <a:pt x="158" y="883"/>
                        <a:pt x="158" y="1103"/>
                        <a:pt x="253" y="1229"/>
                      </a:cubicBezTo>
                      <a:lnTo>
                        <a:pt x="725" y="1702"/>
                      </a:lnTo>
                      <a:cubicBezTo>
                        <a:pt x="851" y="1828"/>
                        <a:pt x="851" y="2048"/>
                        <a:pt x="725" y="2174"/>
                      </a:cubicBezTo>
                      <a:lnTo>
                        <a:pt x="1" y="2899"/>
                      </a:lnTo>
                      <a:lnTo>
                        <a:pt x="473" y="3372"/>
                      </a:lnTo>
                      <a:lnTo>
                        <a:pt x="694" y="3151"/>
                      </a:lnTo>
                      <a:cubicBezTo>
                        <a:pt x="898" y="2946"/>
                        <a:pt x="1166" y="2844"/>
                        <a:pt x="1434" y="2844"/>
                      </a:cubicBezTo>
                      <a:cubicBezTo>
                        <a:pt x="1702" y="2844"/>
                        <a:pt x="1970" y="2946"/>
                        <a:pt x="2174" y="3151"/>
                      </a:cubicBezTo>
                      <a:cubicBezTo>
                        <a:pt x="2552" y="3529"/>
                        <a:pt x="2552" y="4222"/>
                        <a:pt x="2174" y="4600"/>
                      </a:cubicBezTo>
                      <a:lnTo>
                        <a:pt x="1922" y="4852"/>
                      </a:lnTo>
                      <a:lnTo>
                        <a:pt x="2899" y="5829"/>
                      </a:lnTo>
                      <a:lnTo>
                        <a:pt x="5073" y="3655"/>
                      </a:lnTo>
                      <a:cubicBezTo>
                        <a:pt x="5482" y="3277"/>
                        <a:pt x="5482" y="2615"/>
                        <a:pt x="5073" y="2206"/>
                      </a:cubicBezTo>
                      <a:lnTo>
                        <a:pt x="2899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3" name="Google Shape;9591;p73">
                  <a:extLst>
                    <a:ext uri="{FF2B5EF4-FFF2-40B4-BE49-F238E27FC236}">
                      <a16:creationId xmlns:a16="http://schemas.microsoft.com/office/drawing/2014/main" id="{1C4B7C79-889F-BCBD-0AAD-E8635E196AA7}"/>
                    </a:ext>
                  </a:extLst>
                </p:cNvPr>
                <p:cNvSpPr/>
                <p:nvPr/>
              </p:nvSpPr>
              <p:spPr>
                <a:xfrm>
                  <a:off x="5794025" y="3396625"/>
                  <a:ext cx="147300" cy="13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2" h="5388" extrusionOk="0">
                      <a:moveTo>
                        <a:pt x="2993" y="0"/>
                      </a:moveTo>
                      <a:lnTo>
                        <a:pt x="2520" y="473"/>
                      </a:lnTo>
                      <a:lnTo>
                        <a:pt x="2741" y="725"/>
                      </a:lnTo>
                      <a:cubicBezTo>
                        <a:pt x="3151" y="1103"/>
                        <a:pt x="3151" y="1764"/>
                        <a:pt x="2741" y="2174"/>
                      </a:cubicBezTo>
                      <a:cubicBezTo>
                        <a:pt x="2505" y="2363"/>
                        <a:pt x="2221" y="2457"/>
                        <a:pt x="1949" y="2457"/>
                      </a:cubicBezTo>
                      <a:cubicBezTo>
                        <a:pt x="1678" y="2457"/>
                        <a:pt x="1418" y="2363"/>
                        <a:pt x="1229" y="2174"/>
                      </a:cubicBezTo>
                      <a:lnTo>
                        <a:pt x="977" y="1922"/>
                      </a:lnTo>
                      <a:lnTo>
                        <a:pt x="0" y="2930"/>
                      </a:lnTo>
                      <a:lnTo>
                        <a:pt x="2205" y="5072"/>
                      </a:lnTo>
                      <a:cubicBezTo>
                        <a:pt x="2394" y="5293"/>
                        <a:pt x="2678" y="5387"/>
                        <a:pt x="2930" y="5387"/>
                      </a:cubicBezTo>
                      <a:cubicBezTo>
                        <a:pt x="3214" y="5387"/>
                        <a:pt x="3497" y="5293"/>
                        <a:pt x="3686" y="5072"/>
                      </a:cubicBezTo>
                      <a:lnTo>
                        <a:pt x="5891" y="2930"/>
                      </a:lnTo>
                      <a:lnTo>
                        <a:pt x="4663" y="1701"/>
                      </a:lnTo>
                      <a:cubicBezTo>
                        <a:pt x="4568" y="1575"/>
                        <a:pt x="4568" y="1355"/>
                        <a:pt x="4663" y="1229"/>
                      </a:cubicBezTo>
                      <a:lnTo>
                        <a:pt x="5167" y="756"/>
                      </a:lnTo>
                      <a:cubicBezTo>
                        <a:pt x="5261" y="630"/>
                        <a:pt x="5261" y="410"/>
                        <a:pt x="5167" y="284"/>
                      </a:cubicBezTo>
                      <a:cubicBezTo>
                        <a:pt x="5104" y="221"/>
                        <a:pt x="5009" y="189"/>
                        <a:pt x="4915" y="189"/>
                      </a:cubicBezTo>
                      <a:cubicBezTo>
                        <a:pt x="4820" y="189"/>
                        <a:pt x="4726" y="221"/>
                        <a:pt x="4663" y="284"/>
                      </a:cubicBezTo>
                      <a:lnTo>
                        <a:pt x="4190" y="756"/>
                      </a:lnTo>
                      <a:cubicBezTo>
                        <a:pt x="4143" y="819"/>
                        <a:pt x="4056" y="851"/>
                        <a:pt x="3966" y="851"/>
                      </a:cubicBezTo>
                      <a:cubicBezTo>
                        <a:pt x="3875" y="851"/>
                        <a:pt x="3781" y="819"/>
                        <a:pt x="3718" y="756"/>
                      </a:cubicBezTo>
                      <a:lnTo>
                        <a:pt x="299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4" name="Google Shape;9592;p73">
                <a:extLst>
                  <a:ext uri="{FF2B5EF4-FFF2-40B4-BE49-F238E27FC236}">
                    <a16:creationId xmlns:a16="http://schemas.microsoft.com/office/drawing/2014/main" id="{590310F4-29A2-59CF-3A64-3E276F7426F8}"/>
                  </a:ext>
                </a:extLst>
              </p:cNvPr>
              <p:cNvGrpSpPr/>
              <p:nvPr/>
            </p:nvGrpSpPr>
            <p:grpSpPr>
              <a:xfrm>
                <a:off x="9661466" y="4393899"/>
                <a:ext cx="471329" cy="468667"/>
                <a:chOff x="5727850" y="3609275"/>
                <a:chExt cx="278850" cy="277275"/>
              </a:xfrm>
              <a:grpFill/>
            </p:grpSpPr>
            <p:sp>
              <p:nvSpPr>
                <p:cNvPr id="210" name="Google Shape;9593;p73">
                  <a:extLst>
                    <a:ext uri="{FF2B5EF4-FFF2-40B4-BE49-F238E27FC236}">
                      <a16:creationId xmlns:a16="http://schemas.microsoft.com/office/drawing/2014/main" id="{AB0207E7-B2D5-8098-FDEF-A06A220B1A0E}"/>
                    </a:ext>
                  </a:extLst>
                </p:cNvPr>
                <p:cNvSpPr/>
                <p:nvPr/>
              </p:nvSpPr>
              <p:spPr>
                <a:xfrm>
                  <a:off x="5884600" y="3765225"/>
                  <a:ext cx="122100" cy="1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4853" extrusionOk="0">
                      <a:moveTo>
                        <a:pt x="2426" y="662"/>
                      </a:moveTo>
                      <a:cubicBezTo>
                        <a:pt x="2646" y="662"/>
                        <a:pt x="2804" y="819"/>
                        <a:pt x="2804" y="1008"/>
                      </a:cubicBezTo>
                      <a:cubicBezTo>
                        <a:pt x="2804" y="1197"/>
                        <a:pt x="2646" y="1355"/>
                        <a:pt x="2426" y="1355"/>
                      </a:cubicBezTo>
                      <a:cubicBezTo>
                        <a:pt x="2237" y="1355"/>
                        <a:pt x="2079" y="1197"/>
                        <a:pt x="2079" y="1008"/>
                      </a:cubicBezTo>
                      <a:cubicBezTo>
                        <a:pt x="2079" y="819"/>
                        <a:pt x="2237" y="662"/>
                        <a:pt x="2426" y="662"/>
                      </a:cubicBezTo>
                      <a:close/>
                      <a:moveTo>
                        <a:pt x="2426" y="1670"/>
                      </a:moveTo>
                      <a:cubicBezTo>
                        <a:pt x="2646" y="1670"/>
                        <a:pt x="2804" y="1828"/>
                        <a:pt x="2804" y="2048"/>
                      </a:cubicBezTo>
                      <a:lnTo>
                        <a:pt x="2804" y="3781"/>
                      </a:lnTo>
                      <a:cubicBezTo>
                        <a:pt x="2804" y="3970"/>
                        <a:pt x="2646" y="4127"/>
                        <a:pt x="2426" y="4127"/>
                      </a:cubicBezTo>
                      <a:cubicBezTo>
                        <a:pt x="2237" y="4127"/>
                        <a:pt x="2079" y="3970"/>
                        <a:pt x="2079" y="3781"/>
                      </a:cubicBezTo>
                      <a:lnTo>
                        <a:pt x="2079" y="2048"/>
                      </a:lnTo>
                      <a:cubicBezTo>
                        <a:pt x="2079" y="1828"/>
                        <a:pt x="2237" y="1670"/>
                        <a:pt x="2426" y="1670"/>
                      </a:cubicBezTo>
                      <a:close/>
                      <a:moveTo>
                        <a:pt x="2426" y="0"/>
                      </a:moveTo>
                      <a:cubicBezTo>
                        <a:pt x="1103" y="0"/>
                        <a:pt x="0" y="1103"/>
                        <a:pt x="0" y="2426"/>
                      </a:cubicBezTo>
                      <a:cubicBezTo>
                        <a:pt x="0" y="3749"/>
                        <a:pt x="1103" y="4852"/>
                        <a:pt x="2426" y="4852"/>
                      </a:cubicBezTo>
                      <a:cubicBezTo>
                        <a:pt x="3781" y="4852"/>
                        <a:pt x="4883" y="3749"/>
                        <a:pt x="4883" y="2426"/>
                      </a:cubicBezTo>
                      <a:cubicBezTo>
                        <a:pt x="4883" y="1040"/>
                        <a:pt x="3781" y="0"/>
                        <a:pt x="242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" name="Google Shape;9594;p73">
                  <a:extLst>
                    <a:ext uri="{FF2B5EF4-FFF2-40B4-BE49-F238E27FC236}">
                      <a16:creationId xmlns:a16="http://schemas.microsoft.com/office/drawing/2014/main" id="{B590856B-17CD-396A-D9B1-CF93A07427AE}"/>
                    </a:ext>
                  </a:extLst>
                </p:cNvPr>
                <p:cNvSpPr/>
                <p:nvPr/>
              </p:nvSpPr>
              <p:spPr>
                <a:xfrm>
                  <a:off x="5727850" y="3669125"/>
                  <a:ext cx="35475" cy="21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8665" extrusionOk="0">
                      <a:moveTo>
                        <a:pt x="32" y="1"/>
                      </a:moveTo>
                      <a:lnTo>
                        <a:pt x="32" y="7310"/>
                      </a:lnTo>
                      <a:cubicBezTo>
                        <a:pt x="1" y="8034"/>
                        <a:pt x="631" y="8665"/>
                        <a:pt x="1418" y="8665"/>
                      </a:cubicBezTo>
                      <a:lnTo>
                        <a:pt x="1418" y="347"/>
                      </a:lnTo>
                      <a:lnTo>
                        <a:pt x="1072" y="347"/>
                      </a:lnTo>
                      <a:cubicBezTo>
                        <a:pt x="662" y="347"/>
                        <a:pt x="316" y="253"/>
                        <a:pt x="3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" name="Google Shape;9595;p73">
                  <a:extLst>
                    <a:ext uri="{FF2B5EF4-FFF2-40B4-BE49-F238E27FC236}">
                      <a16:creationId xmlns:a16="http://schemas.microsoft.com/office/drawing/2014/main" id="{43FE57BD-8CE7-B5DC-E815-1B5F3A45B769}"/>
                    </a:ext>
                  </a:extLst>
                </p:cNvPr>
                <p:cNvSpPr/>
                <p:nvPr/>
              </p:nvSpPr>
              <p:spPr>
                <a:xfrm>
                  <a:off x="5779825" y="3677800"/>
                  <a:ext cx="174900" cy="2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96" h="8318" extrusionOk="0">
                      <a:moveTo>
                        <a:pt x="5262" y="693"/>
                      </a:moveTo>
                      <a:cubicBezTo>
                        <a:pt x="5451" y="693"/>
                        <a:pt x="5609" y="851"/>
                        <a:pt x="5609" y="1040"/>
                      </a:cubicBezTo>
                      <a:cubicBezTo>
                        <a:pt x="5609" y="1229"/>
                        <a:pt x="5451" y="1386"/>
                        <a:pt x="5262" y="1386"/>
                      </a:cubicBezTo>
                      <a:lnTo>
                        <a:pt x="1072" y="1386"/>
                      </a:lnTo>
                      <a:cubicBezTo>
                        <a:pt x="883" y="1386"/>
                        <a:pt x="726" y="1229"/>
                        <a:pt x="726" y="1040"/>
                      </a:cubicBezTo>
                      <a:cubicBezTo>
                        <a:pt x="726" y="851"/>
                        <a:pt x="883" y="693"/>
                        <a:pt x="1072" y="693"/>
                      </a:cubicBezTo>
                      <a:close/>
                      <a:moveTo>
                        <a:pt x="5262" y="2080"/>
                      </a:moveTo>
                      <a:cubicBezTo>
                        <a:pt x="5451" y="2080"/>
                        <a:pt x="5609" y="2237"/>
                        <a:pt x="5609" y="2426"/>
                      </a:cubicBezTo>
                      <a:cubicBezTo>
                        <a:pt x="5609" y="2615"/>
                        <a:pt x="5451" y="2773"/>
                        <a:pt x="5262" y="2773"/>
                      </a:cubicBezTo>
                      <a:lnTo>
                        <a:pt x="1072" y="2773"/>
                      </a:lnTo>
                      <a:cubicBezTo>
                        <a:pt x="883" y="2773"/>
                        <a:pt x="726" y="2615"/>
                        <a:pt x="726" y="2426"/>
                      </a:cubicBezTo>
                      <a:cubicBezTo>
                        <a:pt x="726" y="2237"/>
                        <a:pt x="883" y="2080"/>
                        <a:pt x="1072" y="2080"/>
                      </a:cubicBezTo>
                      <a:close/>
                      <a:moveTo>
                        <a:pt x="1" y="0"/>
                      </a:moveTo>
                      <a:lnTo>
                        <a:pt x="1" y="8318"/>
                      </a:lnTo>
                      <a:lnTo>
                        <a:pt x="4695" y="8318"/>
                      </a:lnTo>
                      <a:cubicBezTo>
                        <a:pt x="4002" y="7750"/>
                        <a:pt x="3498" y="6868"/>
                        <a:pt x="3498" y="5892"/>
                      </a:cubicBezTo>
                      <a:cubicBezTo>
                        <a:pt x="3498" y="5766"/>
                        <a:pt x="3561" y="5640"/>
                        <a:pt x="3561" y="5545"/>
                      </a:cubicBezTo>
                      <a:lnTo>
                        <a:pt x="1072" y="5545"/>
                      </a:lnTo>
                      <a:cubicBezTo>
                        <a:pt x="883" y="5545"/>
                        <a:pt x="726" y="5388"/>
                        <a:pt x="726" y="5167"/>
                      </a:cubicBezTo>
                      <a:lnTo>
                        <a:pt x="726" y="3812"/>
                      </a:lnTo>
                      <a:cubicBezTo>
                        <a:pt x="726" y="3592"/>
                        <a:pt x="883" y="3434"/>
                        <a:pt x="1072" y="3434"/>
                      </a:cubicBezTo>
                      <a:lnTo>
                        <a:pt x="4695" y="3434"/>
                      </a:lnTo>
                      <a:cubicBezTo>
                        <a:pt x="5199" y="3056"/>
                        <a:pt x="5861" y="2773"/>
                        <a:pt x="6617" y="2773"/>
                      </a:cubicBezTo>
                      <a:cubicBezTo>
                        <a:pt x="6743" y="2773"/>
                        <a:pt x="6869" y="2804"/>
                        <a:pt x="6995" y="2804"/>
                      </a:cubicBezTo>
                      <a:lnTo>
                        <a:pt x="699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" name="Google Shape;9596;p73">
                  <a:extLst>
                    <a:ext uri="{FF2B5EF4-FFF2-40B4-BE49-F238E27FC236}">
                      <a16:creationId xmlns:a16="http://schemas.microsoft.com/office/drawing/2014/main" id="{A2B58CDB-2D8D-FF16-5713-F82BA0F9EDA3}"/>
                    </a:ext>
                  </a:extLst>
                </p:cNvPr>
                <p:cNvSpPr/>
                <p:nvPr/>
              </p:nvSpPr>
              <p:spPr>
                <a:xfrm>
                  <a:off x="5815275" y="3781750"/>
                  <a:ext cx="6620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8" h="694" extrusionOk="0">
                      <a:moveTo>
                        <a:pt x="1" y="1"/>
                      </a:moveTo>
                      <a:lnTo>
                        <a:pt x="1" y="694"/>
                      </a:lnTo>
                      <a:lnTo>
                        <a:pt x="2301" y="694"/>
                      </a:lnTo>
                      <a:cubicBezTo>
                        <a:pt x="2364" y="473"/>
                        <a:pt x="2490" y="221"/>
                        <a:pt x="26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Google Shape;9597;p73">
                  <a:extLst>
                    <a:ext uri="{FF2B5EF4-FFF2-40B4-BE49-F238E27FC236}">
                      <a16:creationId xmlns:a16="http://schemas.microsoft.com/office/drawing/2014/main" id="{4EB9D4F8-0744-A53B-D6E4-8AE947889291}"/>
                    </a:ext>
                  </a:extLst>
                </p:cNvPr>
                <p:cNvSpPr/>
                <p:nvPr/>
              </p:nvSpPr>
              <p:spPr>
                <a:xfrm>
                  <a:off x="5727850" y="3609275"/>
                  <a:ext cx="226075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3" h="2049" extrusionOk="0">
                      <a:moveTo>
                        <a:pt x="1072" y="0"/>
                      </a:moveTo>
                      <a:cubicBezTo>
                        <a:pt x="473" y="0"/>
                        <a:pt x="32" y="473"/>
                        <a:pt x="32" y="1040"/>
                      </a:cubicBezTo>
                      <a:cubicBezTo>
                        <a:pt x="1" y="1576"/>
                        <a:pt x="473" y="2048"/>
                        <a:pt x="1072" y="2048"/>
                      </a:cubicBezTo>
                      <a:lnTo>
                        <a:pt x="9043" y="2048"/>
                      </a:lnTo>
                      <a:cubicBezTo>
                        <a:pt x="8475" y="2048"/>
                        <a:pt x="8034" y="1576"/>
                        <a:pt x="8034" y="1040"/>
                      </a:cubicBezTo>
                      <a:cubicBezTo>
                        <a:pt x="8034" y="441"/>
                        <a:pt x="8507" y="0"/>
                        <a:pt x="90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5" name="Google Shape;9598;p73">
                <a:extLst>
                  <a:ext uri="{FF2B5EF4-FFF2-40B4-BE49-F238E27FC236}">
                    <a16:creationId xmlns:a16="http://schemas.microsoft.com/office/drawing/2014/main" id="{1F99D43B-E1EF-2C58-D360-579A70FCCB05}"/>
                  </a:ext>
                </a:extLst>
              </p:cNvPr>
              <p:cNvGrpSpPr/>
              <p:nvPr/>
            </p:nvGrpSpPr>
            <p:grpSpPr>
              <a:xfrm>
                <a:off x="9677461" y="4985321"/>
                <a:ext cx="439341" cy="499261"/>
                <a:chOff x="5736525" y="3963700"/>
                <a:chExt cx="259925" cy="295375"/>
              </a:xfrm>
              <a:grpFill/>
            </p:grpSpPr>
            <p:sp>
              <p:nvSpPr>
                <p:cNvPr id="203" name="Google Shape;9599;p73">
                  <a:extLst>
                    <a:ext uri="{FF2B5EF4-FFF2-40B4-BE49-F238E27FC236}">
                      <a16:creationId xmlns:a16="http://schemas.microsoft.com/office/drawing/2014/main" id="{CC95C0FD-2CAA-7F60-589B-587719179ADA}"/>
                    </a:ext>
                  </a:extLst>
                </p:cNvPr>
                <p:cNvSpPr/>
                <p:nvPr/>
              </p:nvSpPr>
              <p:spPr>
                <a:xfrm>
                  <a:off x="5736525" y="4153525"/>
                  <a:ext cx="121300" cy="10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" h="4222" extrusionOk="0">
                      <a:moveTo>
                        <a:pt x="1733" y="0"/>
                      </a:moveTo>
                      <a:cubicBezTo>
                        <a:pt x="788" y="0"/>
                        <a:pt x="0" y="788"/>
                        <a:pt x="0" y="1733"/>
                      </a:cubicBezTo>
                      <a:lnTo>
                        <a:pt x="0" y="3875"/>
                      </a:lnTo>
                      <a:cubicBezTo>
                        <a:pt x="0" y="4064"/>
                        <a:pt x="158" y="4222"/>
                        <a:pt x="378" y="4222"/>
                      </a:cubicBezTo>
                      <a:lnTo>
                        <a:pt x="4852" y="4222"/>
                      </a:lnTo>
                      <a:lnTo>
                        <a:pt x="4852" y="2584"/>
                      </a:lnTo>
                      <a:lnTo>
                        <a:pt x="230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" name="Google Shape;9600;p73">
                  <a:extLst>
                    <a:ext uri="{FF2B5EF4-FFF2-40B4-BE49-F238E27FC236}">
                      <a16:creationId xmlns:a16="http://schemas.microsoft.com/office/drawing/2014/main" id="{CEF62F2E-10EB-5C97-BEE3-C783CC595881}"/>
                    </a:ext>
                  </a:extLst>
                </p:cNvPr>
                <p:cNvSpPr/>
                <p:nvPr/>
              </p:nvSpPr>
              <p:spPr>
                <a:xfrm>
                  <a:off x="5833400" y="4168475"/>
                  <a:ext cx="66975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356" extrusionOk="0">
                      <a:moveTo>
                        <a:pt x="2678" y="1"/>
                      </a:moveTo>
                      <a:lnTo>
                        <a:pt x="2678" y="1"/>
                      </a:lnTo>
                      <a:cubicBezTo>
                        <a:pt x="2458" y="32"/>
                        <a:pt x="2237" y="127"/>
                        <a:pt x="1985" y="127"/>
                      </a:cubicBezTo>
                      <a:lnTo>
                        <a:pt x="662" y="127"/>
                      </a:lnTo>
                      <a:cubicBezTo>
                        <a:pt x="441" y="127"/>
                        <a:pt x="221" y="95"/>
                        <a:pt x="0" y="1"/>
                      </a:cubicBezTo>
                      <a:lnTo>
                        <a:pt x="0" y="1"/>
                      </a:lnTo>
                      <a:lnTo>
                        <a:pt x="1323" y="1355"/>
                      </a:lnTo>
                      <a:lnTo>
                        <a:pt x="2678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5" name="Google Shape;9601;p73">
                  <a:extLst>
                    <a:ext uri="{FF2B5EF4-FFF2-40B4-BE49-F238E27FC236}">
                      <a16:creationId xmlns:a16="http://schemas.microsoft.com/office/drawing/2014/main" id="{94FE924A-2ECE-D624-A911-060E5BB28546}"/>
                    </a:ext>
                  </a:extLst>
                </p:cNvPr>
                <p:cNvSpPr/>
                <p:nvPr/>
              </p:nvSpPr>
              <p:spPr>
                <a:xfrm>
                  <a:off x="5875925" y="4153525"/>
                  <a:ext cx="120525" cy="10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4222" extrusionOk="0">
                      <a:moveTo>
                        <a:pt x="2426" y="2048"/>
                      </a:moveTo>
                      <a:cubicBezTo>
                        <a:pt x="2615" y="2048"/>
                        <a:pt x="2773" y="2205"/>
                        <a:pt x="2773" y="2426"/>
                      </a:cubicBezTo>
                      <a:cubicBezTo>
                        <a:pt x="2773" y="2615"/>
                        <a:pt x="2615" y="2773"/>
                        <a:pt x="2426" y="2773"/>
                      </a:cubicBezTo>
                      <a:lnTo>
                        <a:pt x="1733" y="2773"/>
                      </a:lnTo>
                      <a:cubicBezTo>
                        <a:pt x="1513" y="2773"/>
                        <a:pt x="1355" y="2615"/>
                        <a:pt x="1355" y="2426"/>
                      </a:cubicBezTo>
                      <a:cubicBezTo>
                        <a:pt x="1355" y="2205"/>
                        <a:pt x="1513" y="2048"/>
                        <a:pt x="1733" y="2048"/>
                      </a:cubicBezTo>
                      <a:close/>
                      <a:moveTo>
                        <a:pt x="2552" y="0"/>
                      </a:moveTo>
                      <a:lnTo>
                        <a:pt x="1" y="2584"/>
                      </a:lnTo>
                      <a:lnTo>
                        <a:pt x="1" y="4222"/>
                      </a:lnTo>
                      <a:lnTo>
                        <a:pt x="4474" y="4222"/>
                      </a:lnTo>
                      <a:cubicBezTo>
                        <a:pt x="4663" y="4222"/>
                        <a:pt x="4821" y="4064"/>
                        <a:pt x="4821" y="3875"/>
                      </a:cubicBezTo>
                      <a:lnTo>
                        <a:pt x="4821" y="1733"/>
                      </a:lnTo>
                      <a:cubicBezTo>
                        <a:pt x="4821" y="788"/>
                        <a:pt x="4033" y="0"/>
                        <a:pt x="308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6" name="Google Shape;9602;p73">
                  <a:extLst>
                    <a:ext uri="{FF2B5EF4-FFF2-40B4-BE49-F238E27FC236}">
                      <a16:creationId xmlns:a16="http://schemas.microsoft.com/office/drawing/2014/main" id="{DA08378F-0ADB-BAC9-BC87-3D27A44AEA57}"/>
                    </a:ext>
                  </a:extLst>
                </p:cNvPr>
                <p:cNvSpPr/>
                <p:nvPr/>
              </p:nvSpPr>
              <p:spPr>
                <a:xfrm>
                  <a:off x="5754625" y="3963700"/>
                  <a:ext cx="224500" cy="15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0" h="6176" extrusionOk="0">
                      <a:moveTo>
                        <a:pt x="3120" y="1"/>
                      </a:moveTo>
                      <a:cubicBezTo>
                        <a:pt x="1387" y="1"/>
                        <a:pt x="1" y="1418"/>
                        <a:pt x="1" y="3119"/>
                      </a:cubicBezTo>
                      <a:lnTo>
                        <a:pt x="1" y="4506"/>
                      </a:lnTo>
                      <a:cubicBezTo>
                        <a:pt x="1" y="5325"/>
                        <a:pt x="568" y="6018"/>
                        <a:pt x="1355" y="6175"/>
                      </a:cubicBezTo>
                      <a:lnTo>
                        <a:pt x="1355" y="2773"/>
                      </a:lnTo>
                      <a:lnTo>
                        <a:pt x="1009" y="2773"/>
                      </a:lnTo>
                      <a:cubicBezTo>
                        <a:pt x="914" y="2773"/>
                        <a:pt x="820" y="2804"/>
                        <a:pt x="694" y="2804"/>
                      </a:cubicBezTo>
                      <a:cubicBezTo>
                        <a:pt x="851" y="1607"/>
                        <a:pt x="1860" y="662"/>
                        <a:pt x="3120" y="662"/>
                      </a:cubicBezTo>
                      <a:lnTo>
                        <a:pt x="5861" y="662"/>
                      </a:lnTo>
                      <a:cubicBezTo>
                        <a:pt x="7089" y="662"/>
                        <a:pt x="8098" y="1607"/>
                        <a:pt x="8255" y="2804"/>
                      </a:cubicBezTo>
                      <a:cubicBezTo>
                        <a:pt x="8161" y="2773"/>
                        <a:pt x="8066" y="2773"/>
                        <a:pt x="7940" y="2773"/>
                      </a:cubicBezTo>
                      <a:lnTo>
                        <a:pt x="7593" y="2773"/>
                      </a:lnTo>
                      <a:lnTo>
                        <a:pt x="7593" y="6175"/>
                      </a:lnTo>
                      <a:cubicBezTo>
                        <a:pt x="8381" y="6018"/>
                        <a:pt x="8980" y="5325"/>
                        <a:pt x="8980" y="4506"/>
                      </a:cubicBezTo>
                      <a:lnTo>
                        <a:pt x="8980" y="3119"/>
                      </a:lnTo>
                      <a:cubicBezTo>
                        <a:pt x="8980" y="1387"/>
                        <a:pt x="7562" y="1"/>
                        <a:pt x="586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" name="Google Shape;9603;p73">
                  <a:extLst>
                    <a:ext uri="{FF2B5EF4-FFF2-40B4-BE49-F238E27FC236}">
                      <a16:creationId xmlns:a16="http://schemas.microsoft.com/office/drawing/2014/main" id="{D06A2799-E6C2-FBB5-A3F7-3ECA9C28DCC2}"/>
                    </a:ext>
                  </a:extLst>
                </p:cNvPr>
                <p:cNvSpPr/>
                <p:nvPr/>
              </p:nvSpPr>
              <p:spPr>
                <a:xfrm>
                  <a:off x="5806625" y="3998350"/>
                  <a:ext cx="69325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3" h="2081" extrusionOk="0">
                      <a:moveTo>
                        <a:pt x="1733" y="1"/>
                      </a:moveTo>
                      <a:cubicBezTo>
                        <a:pt x="788" y="1"/>
                        <a:pt x="0" y="788"/>
                        <a:pt x="0" y="1733"/>
                      </a:cubicBezTo>
                      <a:lnTo>
                        <a:pt x="0" y="2080"/>
                      </a:lnTo>
                      <a:lnTo>
                        <a:pt x="1733" y="2080"/>
                      </a:lnTo>
                      <a:cubicBezTo>
                        <a:pt x="2300" y="2049"/>
                        <a:pt x="2773" y="1607"/>
                        <a:pt x="2773" y="1009"/>
                      </a:cubicBezTo>
                      <a:lnTo>
                        <a:pt x="27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8" name="Google Shape;9604;p73">
                  <a:extLst>
                    <a:ext uri="{FF2B5EF4-FFF2-40B4-BE49-F238E27FC236}">
                      <a16:creationId xmlns:a16="http://schemas.microsoft.com/office/drawing/2014/main" id="{302F0DFC-1AA1-954A-7951-1E49902C16AF}"/>
                    </a:ext>
                  </a:extLst>
                </p:cNvPr>
                <p:cNvSpPr/>
                <p:nvPr/>
              </p:nvSpPr>
              <p:spPr>
                <a:xfrm>
                  <a:off x="5893250" y="3999150"/>
                  <a:ext cx="34675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2049" extrusionOk="0">
                      <a:moveTo>
                        <a:pt x="1" y="0"/>
                      </a:moveTo>
                      <a:lnTo>
                        <a:pt x="1" y="1040"/>
                      </a:lnTo>
                      <a:cubicBezTo>
                        <a:pt x="1" y="1607"/>
                        <a:pt x="473" y="2048"/>
                        <a:pt x="1040" y="2048"/>
                      </a:cubicBezTo>
                      <a:lnTo>
                        <a:pt x="1387" y="2048"/>
                      </a:lnTo>
                      <a:lnTo>
                        <a:pt x="1387" y="1701"/>
                      </a:lnTo>
                      <a:cubicBezTo>
                        <a:pt x="1387" y="882"/>
                        <a:pt x="788" y="158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9" name="Google Shape;9605;p73">
                  <a:extLst>
                    <a:ext uri="{FF2B5EF4-FFF2-40B4-BE49-F238E27FC236}">
                      <a16:creationId xmlns:a16="http://schemas.microsoft.com/office/drawing/2014/main" id="{D4A1F93D-ACD3-017C-59C9-D041D3E0B53E}"/>
                    </a:ext>
                  </a:extLst>
                </p:cNvPr>
                <p:cNvSpPr/>
                <p:nvPr/>
              </p:nvSpPr>
              <p:spPr>
                <a:xfrm>
                  <a:off x="5806625" y="4049550"/>
                  <a:ext cx="121300" cy="10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" h="4160" extrusionOk="0">
                      <a:moveTo>
                        <a:pt x="3119" y="1"/>
                      </a:moveTo>
                      <a:cubicBezTo>
                        <a:pt x="2804" y="442"/>
                        <a:pt x="2300" y="694"/>
                        <a:pt x="1733" y="694"/>
                      </a:cubicBezTo>
                      <a:lnTo>
                        <a:pt x="0" y="694"/>
                      </a:lnTo>
                      <a:lnTo>
                        <a:pt x="0" y="2426"/>
                      </a:lnTo>
                      <a:cubicBezTo>
                        <a:pt x="0" y="3372"/>
                        <a:pt x="788" y="4159"/>
                        <a:pt x="1733" y="4159"/>
                      </a:cubicBezTo>
                      <a:lnTo>
                        <a:pt x="3119" y="4159"/>
                      </a:lnTo>
                      <a:cubicBezTo>
                        <a:pt x="4064" y="4159"/>
                        <a:pt x="4852" y="3372"/>
                        <a:pt x="4852" y="2426"/>
                      </a:cubicBezTo>
                      <a:lnTo>
                        <a:pt x="4852" y="694"/>
                      </a:lnTo>
                      <a:lnTo>
                        <a:pt x="4505" y="694"/>
                      </a:lnTo>
                      <a:cubicBezTo>
                        <a:pt x="3938" y="694"/>
                        <a:pt x="3434" y="442"/>
                        <a:pt x="311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6" name="Google Shape;9606;p73">
                <a:extLst>
                  <a:ext uri="{FF2B5EF4-FFF2-40B4-BE49-F238E27FC236}">
                    <a16:creationId xmlns:a16="http://schemas.microsoft.com/office/drawing/2014/main" id="{CAD86A38-7B71-79A1-8332-07AD365E77B3}"/>
                  </a:ext>
                </a:extLst>
              </p:cNvPr>
              <p:cNvGrpSpPr/>
              <p:nvPr/>
            </p:nvGrpSpPr>
            <p:grpSpPr>
              <a:xfrm>
                <a:off x="10925482" y="4377925"/>
                <a:ext cx="501965" cy="500612"/>
                <a:chOff x="6553275" y="3604550"/>
                <a:chExt cx="296975" cy="296175"/>
              </a:xfrm>
              <a:grpFill/>
            </p:grpSpPr>
            <p:sp>
              <p:nvSpPr>
                <p:cNvPr id="197" name="Google Shape;9607;p73">
                  <a:extLst>
                    <a:ext uri="{FF2B5EF4-FFF2-40B4-BE49-F238E27FC236}">
                      <a16:creationId xmlns:a16="http://schemas.microsoft.com/office/drawing/2014/main" id="{1733F7A6-6FCD-F5F5-47FC-051C6B69EE21}"/>
                    </a:ext>
                  </a:extLst>
                </p:cNvPr>
                <p:cNvSpPr/>
                <p:nvPr/>
              </p:nvSpPr>
              <p:spPr>
                <a:xfrm>
                  <a:off x="6657250" y="3604550"/>
                  <a:ext cx="86650" cy="8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3466" extrusionOk="0">
                      <a:moveTo>
                        <a:pt x="1733" y="0"/>
                      </a:moveTo>
                      <a:cubicBezTo>
                        <a:pt x="788" y="0"/>
                        <a:pt x="0" y="788"/>
                        <a:pt x="0" y="1733"/>
                      </a:cubicBezTo>
                      <a:cubicBezTo>
                        <a:pt x="0" y="2678"/>
                        <a:pt x="788" y="3466"/>
                        <a:pt x="1733" y="3466"/>
                      </a:cubicBezTo>
                      <a:cubicBezTo>
                        <a:pt x="2678" y="3466"/>
                        <a:pt x="3466" y="2678"/>
                        <a:pt x="3466" y="1733"/>
                      </a:cubicBezTo>
                      <a:cubicBezTo>
                        <a:pt x="3466" y="788"/>
                        <a:pt x="2678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8" name="Google Shape;9608;p73">
                  <a:extLst>
                    <a:ext uri="{FF2B5EF4-FFF2-40B4-BE49-F238E27FC236}">
                      <a16:creationId xmlns:a16="http://schemas.microsoft.com/office/drawing/2014/main" id="{0B1A0D9C-6DC1-E7B4-3048-2E6F8C741E4C}"/>
                    </a:ext>
                  </a:extLst>
                </p:cNvPr>
                <p:cNvSpPr/>
                <p:nvPr/>
              </p:nvSpPr>
              <p:spPr>
                <a:xfrm>
                  <a:off x="6553275" y="3777825"/>
                  <a:ext cx="296975" cy="12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9" h="4916" extrusionOk="0">
                      <a:moveTo>
                        <a:pt x="694" y="0"/>
                      </a:moveTo>
                      <a:cubicBezTo>
                        <a:pt x="316" y="0"/>
                        <a:pt x="1" y="315"/>
                        <a:pt x="1" y="693"/>
                      </a:cubicBezTo>
                      <a:cubicBezTo>
                        <a:pt x="1" y="1103"/>
                        <a:pt x="316" y="1418"/>
                        <a:pt x="694" y="1418"/>
                      </a:cubicBezTo>
                      <a:lnTo>
                        <a:pt x="694" y="4569"/>
                      </a:lnTo>
                      <a:cubicBezTo>
                        <a:pt x="694" y="4758"/>
                        <a:pt x="851" y="4915"/>
                        <a:pt x="1040" y="4915"/>
                      </a:cubicBezTo>
                      <a:lnTo>
                        <a:pt x="10807" y="4915"/>
                      </a:lnTo>
                      <a:cubicBezTo>
                        <a:pt x="11028" y="4915"/>
                        <a:pt x="11185" y="4758"/>
                        <a:pt x="11185" y="4569"/>
                      </a:cubicBezTo>
                      <a:lnTo>
                        <a:pt x="11185" y="1418"/>
                      </a:lnTo>
                      <a:cubicBezTo>
                        <a:pt x="11563" y="1418"/>
                        <a:pt x="11878" y="1103"/>
                        <a:pt x="11878" y="693"/>
                      </a:cubicBezTo>
                      <a:cubicBezTo>
                        <a:pt x="11815" y="315"/>
                        <a:pt x="11500" y="0"/>
                        <a:pt x="1112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9" name="Google Shape;9609;p73">
                  <a:extLst>
                    <a:ext uri="{FF2B5EF4-FFF2-40B4-BE49-F238E27FC236}">
                      <a16:creationId xmlns:a16="http://schemas.microsoft.com/office/drawing/2014/main" id="{0B1165AD-2D3D-5173-601A-0859F79D0659}"/>
                    </a:ext>
                  </a:extLst>
                </p:cNvPr>
                <p:cNvSpPr/>
                <p:nvPr/>
              </p:nvSpPr>
              <p:spPr>
                <a:xfrm>
                  <a:off x="6755700" y="3640000"/>
                  <a:ext cx="74850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4" h="4852" extrusionOk="0">
                      <a:moveTo>
                        <a:pt x="190" y="0"/>
                      </a:moveTo>
                      <a:cubicBezTo>
                        <a:pt x="190" y="126"/>
                        <a:pt x="253" y="221"/>
                        <a:pt x="253" y="347"/>
                      </a:cubicBezTo>
                      <a:cubicBezTo>
                        <a:pt x="253" y="693"/>
                        <a:pt x="158" y="1071"/>
                        <a:pt x="1" y="1386"/>
                      </a:cubicBezTo>
                      <a:cubicBezTo>
                        <a:pt x="977" y="2079"/>
                        <a:pt x="1607" y="3182"/>
                        <a:pt x="1607" y="4474"/>
                      </a:cubicBezTo>
                      <a:lnTo>
                        <a:pt x="1607" y="4852"/>
                      </a:lnTo>
                      <a:lnTo>
                        <a:pt x="2994" y="4852"/>
                      </a:lnTo>
                      <a:lnTo>
                        <a:pt x="2489" y="756"/>
                      </a:lnTo>
                      <a:cubicBezTo>
                        <a:pt x="2363" y="315"/>
                        <a:pt x="1922" y="0"/>
                        <a:pt x="145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0" name="Google Shape;9610;p73">
                  <a:extLst>
                    <a:ext uri="{FF2B5EF4-FFF2-40B4-BE49-F238E27FC236}">
                      <a16:creationId xmlns:a16="http://schemas.microsoft.com/office/drawing/2014/main" id="{1949162F-FA86-A66F-A5F1-71DE55439AA9}"/>
                    </a:ext>
                  </a:extLst>
                </p:cNvPr>
                <p:cNvSpPr/>
                <p:nvPr/>
              </p:nvSpPr>
              <p:spPr>
                <a:xfrm>
                  <a:off x="6570600" y="3640000"/>
                  <a:ext cx="74850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4" h="4852" extrusionOk="0">
                      <a:moveTo>
                        <a:pt x="1545" y="0"/>
                      </a:moveTo>
                      <a:cubicBezTo>
                        <a:pt x="1072" y="0"/>
                        <a:pt x="663" y="315"/>
                        <a:pt x="505" y="788"/>
                      </a:cubicBezTo>
                      <a:lnTo>
                        <a:pt x="1" y="4852"/>
                      </a:lnTo>
                      <a:lnTo>
                        <a:pt x="1356" y="4852"/>
                      </a:lnTo>
                      <a:lnTo>
                        <a:pt x="1356" y="4474"/>
                      </a:lnTo>
                      <a:lnTo>
                        <a:pt x="1387" y="4474"/>
                      </a:lnTo>
                      <a:cubicBezTo>
                        <a:pt x="1387" y="3182"/>
                        <a:pt x="2017" y="2048"/>
                        <a:pt x="2994" y="1386"/>
                      </a:cubicBezTo>
                      <a:cubicBezTo>
                        <a:pt x="2836" y="1071"/>
                        <a:pt x="2773" y="693"/>
                        <a:pt x="2773" y="347"/>
                      </a:cubicBezTo>
                      <a:cubicBezTo>
                        <a:pt x="2773" y="221"/>
                        <a:pt x="2773" y="95"/>
                        <a:pt x="280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1" name="Google Shape;9611;p73">
                  <a:extLst>
                    <a:ext uri="{FF2B5EF4-FFF2-40B4-BE49-F238E27FC236}">
                      <a16:creationId xmlns:a16="http://schemas.microsoft.com/office/drawing/2014/main" id="{E5EA8356-CF01-6645-B9EC-DD0A793EEF50}"/>
                    </a:ext>
                  </a:extLst>
                </p:cNvPr>
                <p:cNvSpPr/>
                <p:nvPr/>
              </p:nvSpPr>
              <p:spPr>
                <a:xfrm>
                  <a:off x="6707650" y="3688025"/>
                  <a:ext cx="70925" cy="7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7" h="2837" extrusionOk="0">
                      <a:moveTo>
                        <a:pt x="1482" y="1"/>
                      </a:moveTo>
                      <a:cubicBezTo>
                        <a:pt x="1450" y="32"/>
                        <a:pt x="1418" y="64"/>
                        <a:pt x="1324" y="127"/>
                      </a:cubicBezTo>
                      <a:cubicBezTo>
                        <a:pt x="1324" y="190"/>
                        <a:pt x="1292" y="253"/>
                        <a:pt x="1261" y="284"/>
                      </a:cubicBezTo>
                      <a:lnTo>
                        <a:pt x="1" y="1923"/>
                      </a:lnTo>
                      <a:lnTo>
                        <a:pt x="1" y="2836"/>
                      </a:lnTo>
                      <a:lnTo>
                        <a:pt x="2742" y="2836"/>
                      </a:lnTo>
                      <a:lnTo>
                        <a:pt x="2742" y="2553"/>
                      </a:lnTo>
                      <a:lnTo>
                        <a:pt x="2836" y="2553"/>
                      </a:lnTo>
                      <a:cubicBezTo>
                        <a:pt x="2836" y="1513"/>
                        <a:pt x="2332" y="599"/>
                        <a:pt x="148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2" name="Google Shape;9612;p73">
                  <a:extLst>
                    <a:ext uri="{FF2B5EF4-FFF2-40B4-BE49-F238E27FC236}">
                      <a16:creationId xmlns:a16="http://schemas.microsoft.com/office/drawing/2014/main" id="{5A40A9B1-4C2F-3FE3-F31D-6155E10222B3}"/>
                    </a:ext>
                  </a:extLst>
                </p:cNvPr>
                <p:cNvSpPr/>
                <p:nvPr/>
              </p:nvSpPr>
              <p:spPr>
                <a:xfrm>
                  <a:off x="6621025" y="3688825"/>
                  <a:ext cx="70900" cy="7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6" h="2931" extrusionOk="0">
                      <a:moveTo>
                        <a:pt x="1323" y="0"/>
                      </a:moveTo>
                      <a:cubicBezTo>
                        <a:pt x="536" y="567"/>
                        <a:pt x="0" y="1513"/>
                        <a:pt x="0" y="2584"/>
                      </a:cubicBezTo>
                      <a:lnTo>
                        <a:pt x="0" y="2930"/>
                      </a:lnTo>
                      <a:lnTo>
                        <a:pt x="2741" y="2930"/>
                      </a:lnTo>
                      <a:lnTo>
                        <a:pt x="2741" y="1922"/>
                      </a:lnTo>
                      <a:lnTo>
                        <a:pt x="2836" y="1922"/>
                      </a:lnTo>
                      <a:lnTo>
                        <a:pt x="1575" y="284"/>
                      </a:lnTo>
                      <a:cubicBezTo>
                        <a:pt x="1512" y="252"/>
                        <a:pt x="1512" y="158"/>
                        <a:pt x="1481" y="126"/>
                      </a:cubicBezTo>
                      <a:cubicBezTo>
                        <a:pt x="1449" y="95"/>
                        <a:pt x="1355" y="63"/>
                        <a:pt x="132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7834" name="TextBox 17833">
            <a:extLst>
              <a:ext uri="{FF2B5EF4-FFF2-40B4-BE49-F238E27FC236}">
                <a16:creationId xmlns:a16="http://schemas.microsoft.com/office/drawing/2014/main" id="{C2D33961-80B6-A009-7B65-FD5B6CB3820D}"/>
              </a:ext>
            </a:extLst>
          </p:cNvPr>
          <p:cNvSpPr txBox="1"/>
          <p:nvPr/>
        </p:nvSpPr>
        <p:spPr>
          <a:xfrm>
            <a:off x="0" y="670567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Cambria" panose="02040503050406030204" pitchFamily="18" charset="0"/>
                <a:cs typeface="+mn-cs"/>
              </a:rPr>
              <a:t>Icons</a:t>
            </a:r>
          </a:p>
        </p:txBody>
      </p:sp>
    </p:spTree>
    <p:extLst>
      <p:ext uri="{BB962C8B-B14F-4D97-AF65-F5344CB8AC3E}">
        <p14:creationId xmlns:p14="http://schemas.microsoft.com/office/powerpoint/2010/main" val="6810132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5E0D878-C180-3421-6E4C-EC4403F50108}"/>
              </a:ext>
            </a:extLst>
          </p:cNvPr>
          <p:cNvGrpSpPr/>
          <p:nvPr/>
        </p:nvGrpSpPr>
        <p:grpSpPr>
          <a:xfrm>
            <a:off x="618306" y="1507853"/>
            <a:ext cx="10955388" cy="4435254"/>
            <a:chOff x="397192" y="1548962"/>
            <a:chExt cx="11397616" cy="4614289"/>
          </a:xfrm>
          <a:solidFill>
            <a:schemeClr val="tx1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62BF839-C42C-F9C7-25E5-5E23EB9145DD}"/>
                </a:ext>
              </a:extLst>
            </p:cNvPr>
            <p:cNvGrpSpPr/>
            <p:nvPr/>
          </p:nvGrpSpPr>
          <p:grpSpPr>
            <a:xfrm>
              <a:off x="420547" y="3548838"/>
              <a:ext cx="11373408" cy="644982"/>
              <a:chOff x="420547" y="3453239"/>
              <a:chExt cx="11373408" cy="644982"/>
            </a:xfrm>
            <a:grpFill/>
          </p:grpSpPr>
          <p:sp>
            <p:nvSpPr>
              <p:cNvPr id="18004" name="Google Shape;12426;p89">
                <a:extLst>
                  <a:ext uri="{FF2B5EF4-FFF2-40B4-BE49-F238E27FC236}">
                    <a16:creationId xmlns:a16="http://schemas.microsoft.com/office/drawing/2014/main" id="{FBAD5839-800F-CD81-60D8-F557E27D74B8}"/>
                  </a:ext>
                </a:extLst>
              </p:cNvPr>
              <p:cNvSpPr/>
              <p:nvPr/>
            </p:nvSpPr>
            <p:spPr>
              <a:xfrm>
                <a:off x="420547" y="3454119"/>
                <a:ext cx="649979" cy="642992"/>
              </a:xfrm>
              <a:custGeom>
                <a:avLst/>
                <a:gdLst/>
                <a:ahLst/>
                <a:cxnLst/>
                <a:rect l="l" t="t" r="r" b="b"/>
                <a:pathLst>
                  <a:path w="11816" h="11689" extrusionOk="0">
                    <a:moveTo>
                      <a:pt x="7026" y="757"/>
                    </a:moveTo>
                    <a:lnTo>
                      <a:pt x="7026" y="2710"/>
                    </a:lnTo>
                    <a:lnTo>
                      <a:pt x="5829" y="2710"/>
                    </a:lnTo>
                    <a:cubicBezTo>
                      <a:pt x="5924" y="2332"/>
                      <a:pt x="6081" y="1954"/>
                      <a:pt x="6176" y="1702"/>
                    </a:cubicBezTo>
                    <a:cubicBezTo>
                      <a:pt x="6428" y="1229"/>
                      <a:pt x="6711" y="914"/>
                      <a:pt x="7026" y="757"/>
                    </a:cubicBezTo>
                    <a:close/>
                    <a:moveTo>
                      <a:pt x="7688" y="757"/>
                    </a:moveTo>
                    <a:cubicBezTo>
                      <a:pt x="8003" y="914"/>
                      <a:pt x="8287" y="1229"/>
                      <a:pt x="8507" y="1702"/>
                    </a:cubicBezTo>
                    <a:cubicBezTo>
                      <a:pt x="8665" y="2017"/>
                      <a:pt x="8791" y="2364"/>
                      <a:pt x="8854" y="2710"/>
                    </a:cubicBezTo>
                    <a:lnTo>
                      <a:pt x="7688" y="2710"/>
                    </a:lnTo>
                    <a:lnTo>
                      <a:pt x="7688" y="757"/>
                    </a:lnTo>
                    <a:close/>
                    <a:moveTo>
                      <a:pt x="8917" y="977"/>
                    </a:moveTo>
                    <a:cubicBezTo>
                      <a:pt x="9704" y="1387"/>
                      <a:pt x="10334" y="1954"/>
                      <a:pt x="10712" y="2710"/>
                    </a:cubicBezTo>
                    <a:lnTo>
                      <a:pt x="9578" y="2710"/>
                    </a:lnTo>
                    <a:cubicBezTo>
                      <a:pt x="9452" y="2206"/>
                      <a:pt x="9295" y="1765"/>
                      <a:pt x="9106" y="1387"/>
                    </a:cubicBezTo>
                    <a:cubicBezTo>
                      <a:pt x="9011" y="1261"/>
                      <a:pt x="8948" y="1103"/>
                      <a:pt x="8917" y="977"/>
                    </a:cubicBezTo>
                    <a:close/>
                    <a:moveTo>
                      <a:pt x="5798" y="1009"/>
                    </a:moveTo>
                    <a:lnTo>
                      <a:pt x="5798" y="1009"/>
                    </a:lnTo>
                    <a:cubicBezTo>
                      <a:pt x="5703" y="1135"/>
                      <a:pt x="5640" y="1261"/>
                      <a:pt x="5609" y="1418"/>
                    </a:cubicBezTo>
                    <a:cubicBezTo>
                      <a:pt x="5388" y="1796"/>
                      <a:pt x="5231" y="2269"/>
                      <a:pt x="5136" y="2742"/>
                    </a:cubicBezTo>
                    <a:lnTo>
                      <a:pt x="3970" y="2742"/>
                    </a:lnTo>
                    <a:cubicBezTo>
                      <a:pt x="4380" y="1954"/>
                      <a:pt x="5042" y="1387"/>
                      <a:pt x="5798" y="1009"/>
                    </a:cubicBezTo>
                    <a:close/>
                    <a:moveTo>
                      <a:pt x="5010" y="3435"/>
                    </a:moveTo>
                    <a:cubicBezTo>
                      <a:pt x="4978" y="3750"/>
                      <a:pt x="4915" y="4096"/>
                      <a:pt x="4915" y="4443"/>
                    </a:cubicBezTo>
                    <a:cubicBezTo>
                      <a:pt x="4978" y="4789"/>
                      <a:pt x="4978" y="5167"/>
                      <a:pt x="5010" y="5482"/>
                    </a:cubicBezTo>
                    <a:lnTo>
                      <a:pt x="3718" y="5482"/>
                    </a:lnTo>
                    <a:cubicBezTo>
                      <a:pt x="3624" y="5167"/>
                      <a:pt x="3561" y="4789"/>
                      <a:pt x="3561" y="4443"/>
                    </a:cubicBezTo>
                    <a:cubicBezTo>
                      <a:pt x="3561" y="4096"/>
                      <a:pt x="3592" y="3750"/>
                      <a:pt x="3718" y="3435"/>
                    </a:cubicBezTo>
                    <a:close/>
                    <a:moveTo>
                      <a:pt x="7026" y="3435"/>
                    </a:moveTo>
                    <a:lnTo>
                      <a:pt x="7026" y="5482"/>
                    </a:lnTo>
                    <a:lnTo>
                      <a:pt x="5703" y="5482"/>
                    </a:lnTo>
                    <a:cubicBezTo>
                      <a:pt x="5672" y="5136"/>
                      <a:pt x="5640" y="4789"/>
                      <a:pt x="5640" y="4443"/>
                    </a:cubicBezTo>
                    <a:cubicBezTo>
                      <a:pt x="5640" y="4096"/>
                      <a:pt x="5672" y="3718"/>
                      <a:pt x="5703" y="3435"/>
                    </a:cubicBezTo>
                    <a:close/>
                    <a:moveTo>
                      <a:pt x="8980" y="3435"/>
                    </a:moveTo>
                    <a:cubicBezTo>
                      <a:pt x="9011" y="3750"/>
                      <a:pt x="9074" y="4096"/>
                      <a:pt x="9074" y="4443"/>
                    </a:cubicBezTo>
                    <a:cubicBezTo>
                      <a:pt x="9074" y="4789"/>
                      <a:pt x="9011" y="5167"/>
                      <a:pt x="8980" y="5482"/>
                    </a:cubicBezTo>
                    <a:lnTo>
                      <a:pt x="7688" y="5482"/>
                    </a:lnTo>
                    <a:lnTo>
                      <a:pt x="7688" y="3435"/>
                    </a:lnTo>
                    <a:close/>
                    <a:moveTo>
                      <a:pt x="10996" y="3435"/>
                    </a:moveTo>
                    <a:cubicBezTo>
                      <a:pt x="11059" y="3750"/>
                      <a:pt x="11153" y="4096"/>
                      <a:pt x="11153" y="4443"/>
                    </a:cubicBezTo>
                    <a:cubicBezTo>
                      <a:pt x="11153" y="4789"/>
                      <a:pt x="11122" y="5167"/>
                      <a:pt x="10996" y="5482"/>
                    </a:cubicBezTo>
                    <a:lnTo>
                      <a:pt x="9704" y="5482"/>
                    </a:lnTo>
                    <a:cubicBezTo>
                      <a:pt x="9736" y="5136"/>
                      <a:pt x="9767" y="4789"/>
                      <a:pt x="9767" y="4443"/>
                    </a:cubicBezTo>
                    <a:cubicBezTo>
                      <a:pt x="9736" y="4096"/>
                      <a:pt x="9736" y="3750"/>
                      <a:pt x="9704" y="3435"/>
                    </a:cubicBezTo>
                    <a:close/>
                    <a:moveTo>
                      <a:pt x="5136" y="6144"/>
                    </a:moveTo>
                    <a:cubicBezTo>
                      <a:pt x="5231" y="6648"/>
                      <a:pt x="5388" y="7089"/>
                      <a:pt x="5609" y="7467"/>
                    </a:cubicBezTo>
                    <a:cubicBezTo>
                      <a:pt x="5672" y="7593"/>
                      <a:pt x="5766" y="7751"/>
                      <a:pt x="5798" y="7877"/>
                    </a:cubicBezTo>
                    <a:cubicBezTo>
                      <a:pt x="5042" y="7530"/>
                      <a:pt x="4380" y="6932"/>
                      <a:pt x="3970" y="6144"/>
                    </a:cubicBezTo>
                    <a:close/>
                    <a:moveTo>
                      <a:pt x="10712" y="6144"/>
                    </a:moveTo>
                    <a:cubicBezTo>
                      <a:pt x="10334" y="6932"/>
                      <a:pt x="9704" y="7530"/>
                      <a:pt x="8917" y="7877"/>
                    </a:cubicBezTo>
                    <a:cubicBezTo>
                      <a:pt x="8980" y="7751"/>
                      <a:pt x="9074" y="7625"/>
                      <a:pt x="9106" y="7467"/>
                    </a:cubicBezTo>
                    <a:cubicBezTo>
                      <a:pt x="9295" y="7089"/>
                      <a:pt x="9452" y="6617"/>
                      <a:pt x="9578" y="6144"/>
                    </a:cubicBezTo>
                    <a:close/>
                    <a:moveTo>
                      <a:pt x="7026" y="6144"/>
                    </a:moveTo>
                    <a:lnTo>
                      <a:pt x="7026" y="8097"/>
                    </a:lnTo>
                    <a:cubicBezTo>
                      <a:pt x="6743" y="7940"/>
                      <a:pt x="6428" y="7625"/>
                      <a:pt x="6239" y="7152"/>
                    </a:cubicBezTo>
                    <a:cubicBezTo>
                      <a:pt x="6081" y="6837"/>
                      <a:pt x="5955" y="6491"/>
                      <a:pt x="5861" y="6144"/>
                    </a:cubicBezTo>
                    <a:close/>
                    <a:moveTo>
                      <a:pt x="8854" y="6144"/>
                    </a:moveTo>
                    <a:cubicBezTo>
                      <a:pt x="8791" y="6522"/>
                      <a:pt x="8633" y="6900"/>
                      <a:pt x="8507" y="7152"/>
                    </a:cubicBezTo>
                    <a:cubicBezTo>
                      <a:pt x="8287" y="7688"/>
                      <a:pt x="8003" y="8003"/>
                      <a:pt x="7688" y="8097"/>
                    </a:cubicBezTo>
                    <a:lnTo>
                      <a:pt x="7688" y="6144"/>
                    </a:lnTo>
                    <a:close/>
                    <a:moveTo>
                      <a:pt x="2726" y="8759"/>
                    </a:moveTo>
                    <a:cubicBezTo>
                      <a:pt x="2813" y="8759"/>
                      <a:pt x="2899" y="8790"/>
                      <a:pt x="2962" y="8853"/>
                    </a:cubicBezTo>
                    <a:cubicBezTo>
                      <a:pt x="3088" y="8980"/>
                      <a:pt x="3088" y="9169"/>
                      <a:pt x="2962" y="9326"/>
                    </a:cubicBezTo>
                    <a:lnTo>
                      <a:pt x="1387" y="10901"/>
                    </a:lnTo>
                    <a:cubicBezTo>
                      <a:pt x="1324" y="10964"/>
                      <a:pt x="1237" y="10996"/>
                      <a:pt x="1151" y="10996"/>
                    </a:cubicBezTo>
                    <a:cubicBezTo>
                      <a:pt x="1064" y="10996"/>
                      <a:pt x="977" y="10964"/>
                      <a:pt x="914" y="10901"/>
                    </a:cubicBezTo>
                    <a:cubicBezTo>
                      <a:pt x="788" y="10775"/>
                      <a:pt x="788" y="10555"/>
                      <a:pt x="914" y="10429"/>
                    </a:cubicBezTo>
                    <a:lnTo>
                      <a:pt x="2490" y="8853"/>
                    </a:lnTo>
                    <a:cubicBezTo>
                      <a:pt x="2553" y="8790"/>
                      <a:pt x="2639" y="8759"/>
                      <a:pt x="2726" y="8759"/>
                    </a:cubicBezTo>
                    <a:close/>
                    <a:moveTo>
                      <a:pt x="7373" y="1"/>
                    </a:moveTo>
                    <a:cubicBezTo>
                      <a:pt x="4915" y="1"/>
                      <a:pt x="2931" y="1985"/>
                      <a:pt x="2931" y="4443"/>
                    </a:cubicBezTo>
                    <a:cubicBezTo>
                      <a:pt x="2931" y="5514"/>
                      <a:pt x="3309" y="6522"/>
                      <a:pt x="4002" y="7310"/>
                    </a:cubicBezTo>
                    <a:lnTo>
                      <a:pt x="3151" y="8160"/>
                    </a:lnTo>
                    <a:cubicBezTo>
                      <a:pt x="3011" y="8079"/>
                      <a:pt x="2858" y="8040"/>
                      <a:pt x="2705" y="8040"/>
                    </a:cubicBezTo>
                    <a:cubicBezTo>
                      <a:pt x="2445" y="8040"/>
                      <a:pt x="2184" y="8151"/>
                      <a:pt x="1986" y="8349"/>
                    </a:cubicBezTo>
                    <a:lnTo>
                      <a:pt x="410" y="9925"/>
                    </a:lnTo>
                    <a:cubicBezTo>
                      <a:pt x="1" y="10303"/>
                      <a:pt x="1" y="10996"/>
                      <a:pt x="410" y="11374"/>
                    </a:cubicBezTo>
                    <a:cubicBezTo>
                      <a:pt x="599" y="11563"/>
                      <a:pt x="883" y="11689"/>
                      <a:pt x="1103" y="11689"/>
                    </a:cubicBezTo>
                    <a:cubicBezTo>
                      <a:pt x="1387" y="11689"/>
                      <a:pt x="1607" y="11563"/>
                      <a:pt x="1828" y="11374"/>
                    </a:cubicBezTo>
                    <a:lnTo>
                      <a:pt x="3403" y="9799"/>
                    </a:lnTo>
                    <a:cubicBezTo>
                      <a:pt x="3718" y="9484"/>
                      <a:pt x="3781" y="9011"/>
                      <a:pt x="3592" y="8633"/>
                    </a:cubicBezTo>
                    <a:lnTo>
                      <a:pt x="4411" y="7782"/>
                    </a:lnTo>
                    <a:cubicBezTo>
                      <a:pt x="5199" y="8444"/>
                      <a:pt x="6207" y="8853"/>
                      <a:pt x="7278" y="8853"/>
                    </a:cubicBezTo>
                    <a:cubicBezTo>
                      <a:pt x="7298" y="8854"/>
                      <a:pt x="7318" y="8854"/>
                      <a:pt x="7338" y="8854"/>
                    </a:cubicBezTo>
                    <a:cubicBezTo>
                      <a:pt x="9830" y="8854"/>
                      <a:pt x="11815" y="6881"/>
                      <a:pt x="11815" y="4443"/>
                    </a:cubicBezTo>
                    <a:cubicBezTo>
                      <a:pt x="11815" y="2017"/>
                      <a:pt x="9799" y="1"/>
                      <a:pt x="73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8005" name="Google Shape;12431;p89">
                <a:extLst>
                  <a:ext uri="{FF2B5EF4-FFF2-40B4-BE49-F238E27FC236}">
                    <a16:creationId xmlns:a16="http://schemas.microsoft.com/office/drawing/2014/main" id="{9A10DD3B-8A4D-509F-3013-8E9D74CCF30A}"/>
                  </a:ext>
                </a:extLst>
              </p:cNvPr>
              <p:cNvGrpSpPr/>
              <p:nvPr/>
            </p:nvGrpSpPr>
            <p:grpSpPr>
              <a:xfrm>
                <a:off x="4541947" y="3455229"/>
                <a:ext cx="644752" cy="641288"/>
                <a:chOff x="-4931075" y="2765725"/>
                <a:chExt cx="293025" cy="291450"/>
              </a:xfrm>
              <a:grpFill/>
            </p:grpSpPr>
            <p:sp>
              <p:nvSpPr>
                <p:cNvPr id="18060" name="Google Shape;12432;p89">
                  <a:extLst>
                    <a:ext uri="{FF2B5EF4-FFF2-40B4-BE49-F238E27FC236}">
                      <a16:creationId xmlns:a16="http://schemas.microsoft.com/office/drawing/2014/main" id="{3C460379-0A0F-3010-87EF-518B9514B6AC}"/>
                    </a:ext>
                  </a:extLst>
                </p:cNvPr>
                <p:cNvSpPr/>
                <p:nvPr/>
              </p:nvSpPr>
              <p:spPr>
                <a:xfrm>
                  <a:off x="-4810550" y="2884650"/>
                  <a:ext cx="51225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9" extrusionOk="0">
                      <a:moveTo>
                        <a:pt x="1008" y="663"/>
                      </a:moveTo>
                      <a:cubicBezTo>
                        <a:pt x="1229" y="663"/>
                        <a:pt x="1386" y="820"/>
                        <a:pt x="1386" y="1041"/>
                      </a:cubicBezTo>
                      <a:cubicBezTo>
                        <a:pt x="1386" y="1230"/>
                        <a:pt x="1229" y="1387"/>
                        <a:pt x="1008" y="1387"/>
                      </a:cubicBezTo>
                      <a:cubicBezTo>
                        <a:pt x="819" y="1387"/>
                        <a:pt x="662" y="1230"/>
                        <a:pt x="662" y="1041"/>
                      </a:cubicBezTo>
                      <a:cubicBezTo>
                        <a:pt x="662" y="820"/>
                        <a:pt x="819" y="663"/>
                        <a:pt x="1008" y="663"/>
                      </a:cubicBezTo>
                      <a:close/>
                      <a:moveTo>
                        <a:pt x="1008" y="1"/>
                      </a:moveTo>
                      <a:cubicBezTo>
                        <a:pt x="473" y="1"/>
                        <a:pt x="0" y="473"/>
                        <a:pt x="0" y="1041"/>
                      </a:cubicBezTo>
                      <a:cubicBezTo>
                        <a:pt x="0" y="1576"/>
                        <a:pt x="473" y="2049"/>
                        <a:pt x="1040" y="2049"/>
                      </a:cubicBezTo>
                      <a:cubicBezTo>
                        <a:pt x="1575" y="2049"/>
                        <a:pt x="2048" y="1576"/>
                        <a:pt x="2048" y="1041"/>
                      </a:cubicBezTo>
                      <a:cubicBezTo>
                        <a:pt x="2048" y="473"/>
                        <a:pt x="1607" y="1"/>
                        <a:pt x="10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61" name="Google Shape;12433;p89">
                  <a:extLst>
                    <a:ext uri="{FF2B5EF4-FFF2-40B4-BE49-F238E27FC236}">
                      <a16:creationId xmlns:a16="http://schemas.microsoft.com/office/drawing/2014/main" id="{57172864-8473-2BA2-5B77-C3C364C81FE7}"/>
                    </a:ext>
                  </a:extLst>
                </p:cNvPr>
                <p:cNvSpPr/>
                <p:nvPr/>
              </p:nvSpPr>
              <p:spPr>
                <a:xfrm>
                  <a:off x="-4931075" y="2765725"/>
                  <a:ext cx="293025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1" h="11658" extrusionOk="0">
                      <a:moveTo>
                        <a:pt x="3214" y="1387"/>
                      </a:moveTo>
                      <a:lnTo>
                        <a:pt x="4475" y="3844"/>
                      </a:lnTo>
                      <a:cubicBezTo>
                        <a:pt x="4223" y="4002"/>
                        <a:pt x="4034" y="4222"/>
                        <a:pt x="3876" y="4443"/>
                      </a:cubicBezTo>
                      <a:lnTo>
                        <a:pt x="1356" y="3214"/>
                      </a:lnTo>
                      <a:cubicBezTo>
                        <a:pt x="1828" y="2427"/>
                        <a:pt x="2458" y="1796"/>
                        <a:pt x="3214" y="1387"/>
                      </a:cubicBezTo>
                      <a:close/>
                      <a:moveTo>
                        <a:pt x="5829" y="4128"/>
                      </a:moveTo>
                      <a:cubicBezTo>
                        <a:pt x="6775" y="4128"/>
                        <a:pt x="7531" y="4884"/>
                        <a:pt x="7531" y="5829"/>
                      </a:cubicBezTo>
                      <a:cubicBezTo>
                        <a:pt x="7562" y="6743"/>
                        <a:pt x="6775" y="7530"/>
                        <a:pt x="5829" y="7530"/>
                      </a:cubicBezTo>
                      <a:cubicBezTo>
                        <a:pt x="4884" y="7530"/>
                        <a:pt x="4160" y="6774"/>
                        <a:pt x="4160" y="5829"/>
                      </a:cubicBezTo>
                      <a:cubicBezTo>
                        <a:pt x="4160" y="4884"/>
                        <a:pt x="4884" y="4128"/>
                        <a:pt x="5829" y="4128"/>
                      </a:cubicBezTo>
                      <a:close/>
                      <a:moveTo>
                        <a:pt x="5798" y="662"/>
                      </a:moveTo>
                      <a:cubicBezTo>
                        <a:pt x="8665" y="662"/>
                        <a:pt x="10996" y="2994"/>
                        <a:pt x="10996" y="5861"/>
                      </a:cubicBezTo>
                      <a:cubicBezTo>
                        <a:pt x="10996" y="6585"/>
                        <a:pt x="10839" y="7247"/>
                        <a:pt x="10618" y="7845"/>
                      </a:cubicBezTo>
                      <a:lnTo>
                        <a:pt x="8129" y="6585"/>
                      </a:lnTo>
                      <a:cubicBezTo>
                        <a:pt x="8192" y="6333"/>
                        <a:pt x="8255" y="6050"/>
                        <a:pt x="8255" y="5829"/>
                      </a:cubicBezTo>
                      <a:cubicBezTo>
                        <a:pt x="8255" y="4474"/>
                        <a:pt x="7184" y="3435"/>
                        <a:pt x="5829" y="3435"/>
                      </a:cubicBezTo>
                      <a:cubicBezTo>
                        <a:pt x="5577" y="3435"/>
                        <a:pt x="5325" y="3466"/>
                        <a:pt x="5105" y="3529"/>
                      </a:cubicBezTo>
                      <a:lnTo>
                        <a:pt x="3845" y="1072"/>
                      </a:lnTo>
                      <a:cubicBezTo>
                        <a:pt x="4412" y="820"/>
                        <a:pt x="5105" y="662"/>
                        <a:pt x="5798" y="662"/>
                      </a:cubicBezTo>
                      <a:close/>
                      <a:moveTo>
                        <a:pt x="7814" y="7152"/>
                      </a:moveTo>
                      <a:lnTo>
                        <a:pt x="10303" y="8412"/>
                      </a:lnTo>
                      <a:cubicBezTo>
                        <a:pt x="9862" y="9200"/>
                        <a:pt x="9232" y="9830"/>
                        <a:pt x="8444" y="10271"/>
                      </a:cubicBezTo>
                      <a:lnTo>
                        <a:pt x="7216" y="7751"/>
                      </a:lnTo>
                      <a:cubicBezTo>
                        <a:pt x="7468" y="7593"/>
                        <a:pt x="7657" y="7404"/>
                        <a:pt x="7814" y="7152"/>
                      </a:cubicBezTo>
                      <a:close/>
                      <a:moveTo>
                        <a:pt x="1072" y="3844"/>
                      </a:moveTo>
                      <a:lnTo>
                        <a:pt x="3593" y="5073"/>
                      </a:lnTo>
                      <a:cubicBezTo>
                        <a:pt x="3530" y="5325"/>
                        <a:pt x="3498" y="5546"/>
                        <a:pt x="3498" y="5829"/>
                      </a:cubicBezTo>
                      <a:cubicBezTo>
                        <a:pt x="3498" y="7152"/>
                        <a:pt x="4538" y="8223"/>
                        <a:pt x="5892" y="8223"/>
                      </a:cubicBezTo>
                      <a:cubicBezTo>
                        <a:pt x="6176" y="8223"/>
                        <a:pt x="6396" y="8192"/>
                        <a:pt x="6648" y="8097"/>
                      </a:cubicBezTo>
                      <a:lnTo>
                        <a:pt x="7846" y="10618"/>
                      </a:lnTo>
                      <a:cubicBezTo>
                        <a:pt x="7216" y="10901"/>
                        <a:pt x="6554" y="11027"/>
                        <a:pt x="5892" y="11027"/>
                      </a:cubicBezTo>
                      <a:cubicBezTo>
                        <a:pt x="2994" y="10996"/>
                        <a:pt x="694" y="8665"/>
                        <a:pt x="694" y="5829"/>
                      </a:cubicBezTo>
                      <a:cubicBezTo>
                        <a:pt x="694" y="5104"/>
                        <a:pt x="852" y="4443"/>
                        <a:pt x="1072" y="3844"/>
                      </a:cubicBezTo>
                      <a:close/>
                      <a:moveTo>
                        <a:pt x="5798" y="1"/>
                      </a:moveTo>
                      <a:cubicBezTo>
                        <a:pt x="4254" y="1"/>
                        <a:pt x="2773" y="599"/>
                        <a:pt x="1702" y="1702"/>
                      </a:cubicBezTo>
                      <a:cubicBezTo>
                        <a:pt x="600" y="2805"/>
                        <a:pt x="1" y="4254"/>
                        <a:pt x="1" y="5798"/>
                      </a:cubicBezTo>
                      <a:cubicBezTo>
                        <a:pt x="1" y="8980"/>
                        <a:pt x="2647" y="11657"/>
                        <a:pt x="5892" y="11657"/>
                      </a:cubicBezTo>
                      <a:cubicBezTo>
                        <a:pt x="9106" y="11657"/>
                        <a:pt x="11721" y="9043"/>
                        <a:pt x="11721" y="5829"/>
                      </a:cubicBezTo>
                      <a:cubicBezTo>
                        <a:pt x="11658" y="2647"/>
                        <a:pt x="9043" y="1"/>
                        <a:pt x="579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06" name="Google Shape;12444;p89">
                <a:extLst>
                  <a:ext uri="{FF2B5EF4-FFF2-40B4-BE49-F238E27FC236}">
                    <a16:creationId xmlns:a16="http://schemas.microsoft.com/office/drawing/2014/main" id="{C53AC2AF-4780-868E-88CF-1A8DBED798E5}"/>
                  </a:ext>
                </a:extLst>
              </p:cNvPr>
              <p:cNvGrpSpPr/>
              <p:nvPr/>
            </p:nvGrpSpPr>
            <p:grpSpPr>
              <a:xfrm>
                <a:off x="8683385" y="3492498"/>
                <a:ext cx="641288" cy="566751"/>
                <a:chOff x="-3137650" y="2787000"/>
                <a:chExt cx="291450" cy="257575"/>
              </a:xfrm>
              <a:grpFill/>
            </p:grpSpPr>
            <p:sp>
              <p:nvSpPr>
                <p:cNvPr id="18052" name="Google Shape;12445;p89">
                  <a:extLst>
                    <a:ext uri="{FF2B5EF4-FFF2-40B4-BE49-F238E27FC236}">
                      <a16:creationId xmlns:a16="http://schemas.microsoft.com/office/drawing/2014/main" id="{6F3FED06-EE94-94F5-01D1-7B077FEF1B7B}"/>
                    </a:ext>
                  </a:extLst>
                </p:cNvPr>
                <p:cNvSpPr/>
                <p:nvPr/>
              </p:nvSpPr>
              <p:spPr>
                <a:xfrm>
                  <a:off x="-3137650" y="2787000"/>
                  <a:ext cx="291450" cy="25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0303" extrusionOk="0">
                      <a:moveTo>
                        <a:pt x="10618" y="693"/>
                      </a:moveTo>
                      <a:cubicBezTo>
                        <a:pt x="10807" y="693"/>
                        <a:pt x="10964" y="851"/>
                        <a:pt x="10964" y="1040"/>
                      </a:cubicBezTo>
                      <a:lnTo>
                        <a:pt x="10964" y="2741"/>
                      </a:lnTo>
                      <a:lnTo>
                        <a:pt x="662" y="2741"/>
                      </a:lnTo>
                      <a:lnTo>
                        <a:pt x="662" y="1040"/>
                      </a:lnTo>
                      <a:cubicBezTo>
                        <a:pt x="662" y="851"/>
                        <a:pt x="820" y="693"/>
                        <a:pt x="1009" y="693"/>
                      </a:cubicBezTo>
                      <a:close/>
                      <a:moveTo>
                        <a:pt x="10996" y="3403"/>
                      </a:moveTo>
                      <a:lnTo>
                        <a:pt x="10996" y="9231"/>
                      </a:lnTo>
                      <a:cubicBezTo>
                        <a:pt x="10964" y="9420"/>
                        <a:pt x="10838" y="9578"/>
                        <a:pt x="10618" y="9578"/>
                      </a:cubicBezTo>
                      <a:lnTo>
                        <a:pt x="1009" y="9578"/>
                      </a:lnTo>
                      <a:cubicBezTo>
                        <a:pt x="820" y="9578"/>
                        <a:pt x="662" y="9420"/>
                        <a:pt x="662" y="9231"/>
                      </a:cubicBezTo>
                      <a:lnTo>
                        <a:pt x="662" y="3403"/>
                      </a:ln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40"/>
                      </a:cubicBezTo>
                      <a:lnTo>
                        <a:pt x="1" y="9263"/>
                      </a:lnTo>
                      <a:cubicBezTo>
                        <a:pt x="1" y="9830"/>
                        <a:pt x="473" y="10302"/>
                        <a:pt x="1009" y="10302"/>
                      </a:cubicBezTo>
                      <a:lnTo>
                        <a:pt x="10618" y="10302"/>
                      </a:lnTo>
                      <a:cubicBezTo>
                        <a:pt x="11185" y="10302"/>
                        <a:pt x="11658" y="9830"/>
                        <a:pt x="11658" y="9263"/>
                      </a:cubicBezTo>
                      <a:lnTo>
                        <a:pt x="11658" y="1040"/>
                      </a:lnTo>
                      <a:cubicBezTo>
                        <a:pt x="11658" y="441"/>
                        <a:pt x="11217" y="0"/>
                        <a:pt x="106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53" name="Google Shape;12446;p89">
                  <a:extLst>
                    <a:ext uri="{FF2B5EF4-FFF2-40B4-BE49-F238E27FC236}">
                      <a16:creationId xmlns:a16="http://schemas.microsoft.com/office/drawing/2014/main" id="{8913422F-594D-A2DA-B4C7-1611B5349B23}"/>
                    </a:ext>
                  </a:extLst>
                </p:cNvPr>
                <p:cNvSpPr/>
                <p:nvPr/>
              </p:nvSpPr>
              <p:spPr>
                <a:xfrm>
                  <a:off x="-3104575" y="2820875"/>
                  <a:ext cx="181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694" extrusionOk="0">
                      <a:moveTo>
                        <a:pt x="348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48" y="693"/>
                      </a:cubicBezTo>
                      <a:cubicBezTo>
                        <a:pt x="568" y="693"/>
                        <a:pt x="726" y="536"/>
                        <a:pt x="726" y="347"/>
                      </a:cubicBezTo>
                      <a:cubicBezTo>
                        <a:pt x="726" y="158"/>
                        <a:pt x="568" y="0"/>
                        <a:pt x="34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54" name="Google Shape;12447;p89">
                  <a:extLst>
                    <a:ext uri="{FF2B5EF4-FFF2-40B4-BE49-F238E27FC236}">
                      <a16:creationId xmlns:a16="http://schemas.microsoft.com/office/drawing/2014/main" id="{F2502AD4-6DCB-1DF0-22AE-7D07D27BBA39}"/>
                    </a:ext>
                  </a:extLst>
                </p:cNvPr>
                <p:cNvSpPr/>
                <p:nvPr/>
              </p:nvSpPr>
              <p:spPr>
                <a:xfrm>
                  <a:off x="-3069900" y="2820875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cubicBezTo>
                        <a:pt x="536" y="693"/>
                        <a:pt x="693" y="536"/>
                        <a:pt x="693" y="347"/>
                      </a:cubicBez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55" name="Google Shape;12448;p89">
                  <a:extLst>
                    <a:ext uri="{FF2B5EF4-FFF2-40B4-BE49-F238E27FC236}">
                      <a16:creationId xmlns:a16="http://schemas.microsoft.com/office/drawing/2014/main" id="{B994D15C-5A30-89E5-763C-1A63EAC789E9}"/>
                    </a:ext>
                  </a:extLst>
                </p:cNvPr>
                <p:cNvSpPr/>
                <p:nvPr/>
              </p:nvSpPr>
              <p:spPr>
                <a:xfrm>
                  <a:off x="-3035250" y="2820875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cubicBezTo>
                        <a:pt x="536" y="693"/>
                        <a:pt x="693" y="536"/>
                        <a:pt x="693" y="347"/>
                      </a:cubicBez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56" name="Google Shape;12449;p89">
                  <a:extLst>
                    <a:ext uri="{FF2B5EF4-FFF2-40B4-BE49-F238E27FC236}">
                      <a16:creationId xmlns:a16="http://schemas.microsoft.com/office/drawing/2014/main" id="{6268C75C-C03C-84C7-67C5-60357EE7A949}"/>
                    </a:ext>
                  </a:extLst>
                </p:cNvPr>
                <p:cNvSpPr/>
                <p:nvPr/>
              </p:nvSpPr>
              <p:spPr>
                <a:xfrm>
                  <a:off x="-3002175" y="2820875"/>
                  <a:ext cx="1213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32" y="536"/>
                        <a:pt x="190" y="693"/>
                        <a:pt x="347" y="693"/>
                      </a:cubicBezTo>
                      <a:lnTo>
                        <a:pt x="4506" y="693"/>
                      </a:lnTo>
                      <a:cubicBezTo>
                        <a:pt x="4695" y="693"/>
                        <a:pt x="4852" y="536"/>
                        <a:pt x="4852" y="347"/>
                      </a:cubicBezTo>
                      <a:cubicBezTo>
                        <a:pt x="4852" y="158"/>
                        <a:pt x="4695" y="0"/>
                        <a:pt x="450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57" name="Google Shape;12450;p89">
                  <a:extLst>
                    <a:ext uri="{FF2B5EF4-FFF2-40B4-BE49-F238E27FC236}">
                      <a16:creationId xmlns:a16="http://schemas.microsoft.com/office/drawing/2014/main" id="{78C49049-4CBB-B176-7676-FABEE681C75A}"/>
                    </a:ext>
                  </a:extLst>
                </p:cNvPr>
                <p:cNvSpPr/>
                <p:nvPr/>
              </p:nvSpPr>
              <p:spPr>
                <a:xfrm>
                  <a:off x="-2948625" y="2907300"/>
                  <a:ext cx="52025" cy="8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1" h="3412" extrusionOk="0">
                      <a:moveTo>
                        <a:pt x="347" y="1"/>
                      </a:moveTo>
                      <a:cubicBezTo>
                        <a:pt x="261" y="1"/>
                        <a:pt x="174" y="24"/>
                        <a:pt x="127" y="72"/>
                      </a:cubicBezTo>
                      <a:cubicBezTo>
                        <a:pt x="1" y="198"/>
                        <a:pt x="1" y="450"/>
                        <a:pt x="127" y="544"/>
                      </a:cubicBezTo>
                      <a:lnTo>
                        <a:pt x="1261" y="1710"/>
                      </a:lnTo>
                      <a:lnTo>
                        <a:pt x="127" y="2844"/>
                      </a:lnTo>
                      <a:cubicBezTo>
                        <a:pt x="1" y="2970"/>
                        <a:pt x="1" y="3191"/>
                        <a:pt x="127" y="3317"/>
                      </a:cubicBezTo>
                      <a:cubicBezTo>
                        <a:pt x="174" y="3380"/>
                        <a:pt x="261" y="3411"/>
                        <a:pt x="347" y="3411"/>
                      </a:cubicBezTo>
                      <a:cubicBezTo>
                        <a:pt x="434" y="3411"/>
                        <a:pt x="521" y="3380"/>
                        <a:pt x="568" y="3317"/>
                      </a:cubicBezTo>
                      <a:lnTo>
                        <a:pt x="1954" y="1930"/>
                      </a:lnTo>
                      <a:cubicBezTo>
                        <a:pt x="2080" y="1804"/>
                        <a:pt x="2080" y="1584"/>
                        <a:pt x="1954" y="1458"/>
                      </a:cubicBezTo>
                      <a:lnTo>
                        <a:pt x="568" y="72"/>
                      </a:lnTo>
                      <a:cubicBezTo>
                        <a:pt x="521" y="24"/>
                        <a:pt x="434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58" name="Google Shape;12451;p89">
                  <a:extLst>
                    <a:ext uri="{FF2B5EF4-FFF2-40B4-BE49-F238E27FC236}">
                      <a16:creationId xmlns:a16="http://schemas.microsoft.com/office/drawing/2014/main" id="{B5E5D2EF-362E-36D2-0121-A36426AD26AD}"/>
                    </a:ext>
                  </a:extLst>
                </p:cNvPr>
                <p:cNvSpPr/>
                <p:nvPr/>
              </p:nvSpPr>
              <p:spPr>
                <a:xfrm>
                  <a:off x="-3088025" y="2907300"/>
                  <a:ext cx="53575" cy="8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" h="3412" extrusionOk="0">
                      <a:moveTo>
                        <a:pt x="1749" y="1"/>
                      </a:moveTo>
                      <a:cubicBezTo>
                        <a:pt x="1662" y="1"/>
                        <a:pt x="1576" y="24"/>
                        <a:pt x="1513" y="72"/>
                      </a:cubicBezTo>
                      <a:lnTo>
                        <a:pt x="127" y="1458"/>
                      </a:lnTo>
                      <a:cubicBezTo>
                        <a:pt x="1" y="1584"/>
                        <a:pt x="1" y="1804"/>
                        <a:pt x="127" y="1930"/>
                      </a:cubicBezTo>
                      <a:lnTo>
                        <a:pt x="1513" y="3317"/>
                      </a:lnTo>
                      <a:cubicBezTo>
                        <a:pt x="1576" y="3380"/>
                        <a:pt x="1662" y="3411"/>
                        <a:pt x="1749" y="3411"/>
                      </a:cubicBezTo>
                      <a:cubicBezTo>
                        <a:pt x="1836" y="3411"/>
                        <a:pt x="1922" y="3380"/>
                        <a:pt x="1985" y="3317"/>
                      </a:cubicBezTo>
                      <a:cubicBezTo>
                        <a:pt x="2111" y="3191"/>
                        <a:pt x="2111" y="2970"/>
                        <a:pt x="1985" y="2844"/>
                      </a:cubicBezTo>
                      <a:lnTo>
                        <a:pt x="851" y="1710"/>
                      </a:lnTo>
                      <a:lnTo>
                        <a:pt x="1985" y="544"/>
                      </a:lnTo>
                      <a:cubicBezTo>
                        <a:pt x="2143" y="450"/>
                        <a:pt x="2143" y="198"/>
                        <a:pt x="1985" y="72"/>
                      </a:cubicBezTo>
                      <a:cubicBezTo>
                        <a:pt x="1922" y="24"/>
                        <a:pt x="1836" y="1"/>
                        <a:pt x="174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59" name="Google Shape;12452;p89">
                  <a:extLst>
                    <a:ext uri="{FF2B5EF4-FFF2-40B4-BE49-F238E27FC236}">
                      <a16:creationId xmlns:a16="http://schemas.microsoft.com/office/drawing/2014/main" id="{03D027CD-0572-70F8-BD7A-2EA28AC61116}"/>
                    </a:ext>
                  </a:extLst>
                </p:cNvPr>
                <p:cNvSpPr/>
                <p:nvPr/>
              </p:nvSpPr>
              <p:spPr>
                <a:xfrm>
                  <a:off x="-3019500" y="2888975"/>
                  <a:ext cx="54375" cy="119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5" h="4776" extrusionOk="0">
                      <a:moveTo>
                        <a:pt x="1778" y="0"/>
                      </a:moveTo>
                      <a:cubicBezTo>
                        <a:pt x="1617" y="0"/>
                        <a:pt x="1501" y="108"/>
                        <a:pt x="1450" y="237"/>
                      </a:cubicBezTo>
                      <a:lnTo>
                        <a:pt x="63" y="4333"/>
                      </a:lnTo>
                      <a:cubicBezTo>
                        <a:pt x="0" y="4522"/>
                        <a:pt x="95" y="4680"/>
                        <a:pt x="253" y="4743"/>
                      </a:cubicBezTo>
                      <a:cubicBezTo>
                        <a:pt x="305" y="4765"/>
                        <a:pt x="354" y="4775"/>
                        <a:pt x="399" y="4775"/>
                      </a:cubicBezTo>
                      <a:cubicBezTo>
                        <a:pt x="543" y="4775"/>
                        <a:pt x="646" y="4674"/>
                        <a:pt x="694" y="4554"/>
                      </a:cubicBezTo>
                      <a:lnTo>
                        <a:pt x="2080" y="458"/>
                      </a:lnTo>
                      <a:cubicBezTo>
                        <a:pt x="2174" y="300"/>
                        <a:pt x="2048" y="111"/>
                        <a:pt x="1891" y="17"/>
                      </a:cubicBezTo>
                      <a:cubicBezTo>
                        <a:pt x="1851" y="6"/>
                        <a:pt x="1813" y="0"/>
                        <a:pt x="17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07" name="Google Shape;12456;p89">
                <a:extLst>
                  <a:ext uri="{FF2B5EF4-FFF2-40B4-BE49-F238E27FC236}">
                    <a16:creationId xmlns:a16="http://schemas.microsoft.com/office/drawing/2014/main" id="{801ACCAD-EB53-3406-C169-7BBC07AC642B}"/>
                  </a:ext>
                </a:extLst>
              </p:cNvPr>
              <p:cNvGrpSpPr/>
              <p:nvPr/>
            </p:nvGrpSpPr>
            <p:grpSpPr>
              <a:xfrm>
                <a:off x="1243541" y="3454375"/>
                <a:ext cx="642992" cy="642992"/>
                <a:chOff x="-6354300" y="2757075"/>
                <a:chExt cx="292225" cy="292225"/>
              </a:xfrm>
              <a:grpFill/>
            </p:grpSpPr>
            <p:sp>
              <p:nvSpPr>
                <p:cNvPr id="18048" name="Google Shape;12457;p89">
                  <a:extLst>
                    <a:ext uri="{FF2B5EF4-FFF2-40B4-BE49-F238E27FC236}">
                      <a16:creationId xmlns:a16="http://schemas.microsoft.com/office/drawing/2014/main" id="{AE141DBC-F85C-578E-BC6C-2B17768125DF}"/>
                    </a:ext>
                  </a:extLst>
                </p:cNvPr>
                <p:cNvSpPr/>
                <p:nvPr/>
              </p:nvSpPr>
              <p:spPr>
                <a:xfrm>
                  <a:off x="-6354300" y="2757075"/>
                  <a:ext cx="292225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9" h="11689" extrusionOk="0">
                      <a:moveTo>
                        <a:pt x="10681" y="4159"/>
                      </a:moveTo>
                      <a:cubicBezTo>
                        <a:pt x="10870" y="4159"/>
                        <a:pt x="11027" y="4316"/>
                        <a:pt x="11027" y="4505"/>
                      </a:cubicBezTo>
                      <a:lnTo>
                        <a:pt x="11027" y="4915"/>
                      </a:lnTo>
                      <a:cubicBezTo>
                        <a:pt x="10901" y="4883"/>
                        <a:pt x="10775" y="4883"/>
                        <a:pt x="10681" y="4883"/>
                      </a:cubicBezTo>
                      <a:lnTo>
                        <a:pt x="9609" y="4883"/>
                      </a:lnTo>
                      <a:lnTo>
                        <a:pt x="9609" y="4190"/>
                      </a:lnTo>
                      <a:lnTo>
                        <a:pt x="10681" y="4190"/>
                      </a:lnTo>
                      <a:lnTo>
                        <a:pt x="10681" y="4159"/>
                      </a:lnTo>
                      <a:close/>
                      <a:moveTo>
                        <a:pt x="2048" y="2773"/>
                      </a:moveTo>
                      <a:lnTo>
                        <a:pt x="2048" y="6207"/>
                      </a:lnTo>
                      <a:lnTo>
                        <a:pt x="662" y="6207"/>
                      </a:lnTo>
                      <a:lnTo>
                        <a:pt x="662" y="3151"/>
                      </a:lnTo>
                      <a:cubicBezTo>
                        <a:pt x="694" y="2930"/>
                        <a:pt x="851" y="2773"/>
                        <a:pt x="1009" y="2773"/>
                      </a:cubicBezTo>
                      <a:close/>
                      <a:moveTo>
                        <a:pt x="8885" y="693"/>
                      </a:moveTo>
                      <a:lnTo>
                        <a:pt x="8885" y="4883"/>
                      </a:lnTo>
                      <a:cubicBezTo>
                        <a:pt x="8538" y="4915"/>
                        <a:pt x="8223" y="5104"/>
                        <a:pt x="8066" y="5419"/>
                      </a:cubicBezTo>
                      <a:lnTo>
                        <a:pt x="7751" y="6049"/>
                      </a:lnTo>
                      <a:cubicBezTo>
                        <a:pt x="7719" y="6175"/>
                        <a:pt x="7593" y="6238"/>
                        <a:pt x="7436" y="6238"/>
                      </a:cubicBezTo>
                      <a:lnTo>
                        <a:pt x="2710" y="6238"/>
                      </a:lnTo>
                      <a:lnTo>
                        <a:pt x="2710" y="693"/>
                      </a:lnTo>
                      <a:close/>
                      <a:moveTo>
                        <a:pt x="10681" y="5513"/>
                      </a:moveTo>
                      <a:cubicBezTo>
                        <a:pt x="10870" y="5513"/>
                        <a:pt x="11027" y="5671"/>
                        <a:pt x="11027" y="5860"/>
                      </a:cubicBezTo>
                      <a:lnTo>
                        <a:pt x="11027" y="10649"/>
                      </a:lnTo>
                      <a:cubicBezTo>
                        <a:pt x="11027" y="10869"/>
                        <a:pt x="10870" y="11027"/>
                        <a:pt x="10681" y="11027"/>
                      </a:cubicBezTo>
                      <a:lnTo>
                        <a:pt x="1009" y="11027"/>
                      </a:lnTo>
                      <a:cubicBezTo>
                        <a:pt x="820" y="11027"/>
                        <a:pt x="662" y="10869"/>
                        <a:pt x="662" y="10649"/>
                      </a:cubicBezTo>
                      <a:lnTo>
                        <a:pt x="662" y="6868"/>
                      </a:lnTo>
                      <a:lnTo>
                        <a:pt x="7436" y="6868"/>
                      </a:lnTo>
                      <a:cubicBezTo>
                        <a:pt x="7845" y="6868"/>
                        <a:pt x="8192" y="6648"/>
                        <a:pt x="8349" y="6333"/>
                      </a:cubicBezTo>
                      <a:lnTo>
                        <a:pt x="8664" y="5703"/>
                      </a:lnTo>
                      <a:cubicBezTo>
                        <a:pt x="8696" y="5576"/>
                        <a:pt x="8822" y="5513"/>
                        <a:pt x="8979" y="5513"/>
                      </a:cubicBezTo>
                      <a:close/>
                      <a:moveTo>
                        <a:pt x="2395" y="0"/>
                      </a:moveTo>
                      <a:cubicBezTo>
                        <a:pt x="2206" y="0"/>
                        <a:pt x="2048" y="158"/>
                        <a:pt x="2048" y="347"/>
                      </a:cubicBezTo>
                      <a:lnTo>
                        <a:pt x="2048" y="2111"/>
                      </a:lnTo>
                      <a:lnTo>
                        <a:pt x="1009" y="2111"/>
                      </a:lnTo>
                      <a:cubicBezTo>
                        <a:pt x="473" y="2111"/>
                        <a:pt x="0" y="2584"/>
                        <a:pt x="0" y="3151"/>
                      </a:cubicBezTo>
                      <a:lnTo>
                        <a:pt x="0" y="10649"/>
                      </a:lnTo>
                      <a:cubicBezTo>
                        <a:pt x="0" y="11216"/>
                        <a:pt x="473" y="11688"/>
                        <a:pt x="1009" y="11688"/>
                      </a:cubicBezTo>
                      <a:lnTo>
                        <a:pt x="10618" y="11688"/>
                      </a:lnTo>
                      <a:cubicBezTo>
                        <a:pt x="11185" y="11688"/>
                        <a:pt x="11657" y="11216"/>
                        <a:pt x="11657" y="10649"/>
                      </a:cubicBezTo>
                      <a:lnTo>
                        <a:pt x="11657" y="4505"/>
                      </a:lnTo>
                      <a:cubicBezTo>
                        <a:pt x="11689" y="3938"/>
                        <a:pt x="11216" y="3466"/>
                        <a:pt x="10681" y="3466"/>
                      </a:cubicBezTo>
                      <a:lnTo>
                        <a:pt x="9609" y="3466"/>
                      </a:lnTo>
                      <a:lnTo>
                        <a:pt x="9609" y="347"/>
                      </a:lnTo>
                      <a:cubicBezTo>
                        <a:pt x="9609" y="158"/>
                        <a:pt x="9452" y="0"/>
                        <a:pt x="926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49" name="Google Shape;12458;p89">
                  <a:extLst>
                    <a:ext uri="{FF2B5EF4-FFF2-40B4-BE49-F238E27FC236}">
                      <a16:creationId xmlns:a16="http://schemas.microsoft.com/office/drawing/2014/main" id="{DF2AF500-55D4-D5AD-ED02-0F94CA73037F}"/>
                    </a:ext>
                  </a:extLst>
                </p:cNvPr>
                <p:cNvSpPr/>
                <p:nvPr/>
              </p:nvSpPr>
              <p:spPr>
                <a:xfrm>
                  <a:off x="-6268450" y="2790150"/>
                  <a:ext cx="1197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0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99"/>
                        <a:pt x="158" y="725"/>
                        <a:pt x="347" y="725"/>
                      </a:cubicBezTo>
                      <a:lnTo>
                        <a:pt x="4443" y="725"/>
                      </a:lnTo>
                      <a:cubicBezTo>
                        <a:pt x="4632" y="725"/>
                        <a:pt x="4789" y="567"/>
                        <a:pt x="4789" y="347"/>
                      </a:cubicBezTo>
                      <a:cubicBezTo>
                        <a:pt x="4789" y="158"/>
                        <a:pt x="4632" y="0"/>
                        <a:pt x="44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50" name="Google Shape;12459;p89">
                  <a:extLst>
                    <a:ext uri="{FF2B5EF4-FFF2-40B4-BE49-F238E27FC236}">
                      <a16:creationId xmlns:a16="http://schemas.microsoft.com/office/drawing/2014/main" id="{D685856E-AE70-CCFC-0028-F8307B1CA3D4}"/>
                    </a:ext>
                  </a:extLst>
                </p:cNvPr>
                <p:cNvSpPr/>
                <p:nvPr/>
              </p:nvSpPr>
              <p:spPr>
                <a:xfrm>
                  <a:off x="-6268450" y="2825600"/>
                  <a:ext cx="1197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0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99"/>
                        <a:pt x="158" y="725"/>
                        <a:pt x="347" y="725"/>
                      </a:cubicBezTo>
                      <a:lnTo>
                        <a:pt x="4443" y="725"/>
                      </a:lnTo>
                      <a:cubicBezTo>
                        <a:pt x="4632" y="725"/>
                        <a:pt x="4789" y="567"/>
                        <a:pt x="4789" y="347"/>
                      </a:cubicBezTo>
                      <a:cubicBezTo>
                        <a:pt x="4789" y="158"/>
                        <a:pt x="4632" y="0"/>
                        <a:pt x="44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51" name="Google Shape;12460;p89">
                  <a:extLst>
                    <a:ext uri="{FF2B5EF4-FFF2-40B4-BE49-F238E27FC236}">
                      <a16:creationId xmlns:a16="http://schemas.microsoft.com/office/drawing/2014/main" id="{CE0EC2FB-2FBD-7E82-653B-319554437645}"/>
                    </a:ext>
                  </a:extLst>
                </p:cNvPr>
                <p:cNvSpPr/>
                <p:nvPr/>
              </p:nvSpPr>
              <p:spPr>
                <a:xfrm>
                  <a:off x="-6268450" y="2860250"/>
                  <a:ext cx="1197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0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47" y="693"/>
                      </a:cubicBezTo>
                      <a:lnTo>
                        <a:pt x="4443" y="693"/>
                      </a:lnTo>
                      <a:cubicBezTo>
                        <a:pt x="4632" y="693"/>
                        <a:pt x="4789" y="536"/>
                        <a:pt x="4789" y="347"/>
                      </a:cubicBezTo>
                      <a:cubicBezTo>
                        <a:pt x="4789" y="158"/>
                        <a:pt x="4632" y="0"/>
                        <a:pt x="44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08" name="Google Shape;12467;p89">
                <a:extLst>
                  <a:ext uri="{FF2B5EF4-FFF2-40B4-BE49-F238E27FC236}">
                    <a16:creationId xmlns:a16="http://schemas.microsoft.com/office/drawing/2014/main" id="{D287448A-74BE-5165-203B-B1DB25E98BEE}"/>
                  </a:ext>
                </a:extLst>
              </p:cNvPr>
              <p:cNvGrpSpPr/>
              <p:nvPr/>
            </p:nvGrpSpPr>
            <p:grpSpPr>
              <a:xfrm>
                <a:off x="5368208" y="3453523"/>
                <a:ext cx="644752" cy="644698"/>
                <a:chOff x="-4572700" y="2764950"/>
                <a:chExt cx="293025" cy="293000"/>
              </a:xfrm>
              <a:grpFill/>
            </p:grpSpPr>
            <p:sp>
              <p:nvSpPr>
                <p:cNvPr id="18043" name="Google Shape;12468;p89">
                  <a:extLst>
                    <a:ext uri="{FF2B5EF4-FFF2-40B4-BE49-F238E27FC236}">
                      <a16:creationId xmlns:a16="http://schemas.microsoft.com/office/drawing/2014/main" id="{9776A23D-2068-894F-3343-18F6CF1A1C13}"/>
                    </a:ext>
                  </a:extLst>
                </p:cNvPr>
                <p:cNvSpPr/>
                <p:nvPr/>
              </p:nvSpPr>
              <p:spPr>
                <a:xfrm>
                  <a:off x="-4572700" y="2764950"/>
                  <a:ext cx="293025" cy="29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1" h="11720" extrusionOk="0">
                      <a:moveTo>
                        <a:pt x="10681" y="2048"/>
                      </a:moveTo>
                      <a:cubicBezTo>
                        <a:pt x="10870" y="2048"/>
                        <a:pt x="11027" y="2206"/>
                        <a:pt x="11027" y="2395"/>
                      </a:cubicBezTo>
                      <a:lnTo>
                        <a:pt x="11027" y="7246"/>
                      </a:lnTo>
                      <a:cubicBezTo>
                        <a:pt x="11027" y="7435"/>
                        <a:pt x="10870" y="7593"/>
                        <a:pt x="10681" y="7593"/>
                      </a:cubicBezTo>
                      <a:lnTo>
                        <a:pt x="1072" y="7593"/>
                      </a:lnTo>
                      <a:cubicBezTo>
                        <a:pt x="883" y="7593"/>
                        <a:pt x="725" y="7435"/>
                        <a:pt x="725" y="7246"/>
                      </a:cubicBezTo>
                      <a:lnTo>
                        <a:pt x="725" y="2395"/>
                      </a:lnTo>
                      <a:cubicBezTo>
                        <a:pt x="725" y="2206"/>
                        <a:pt x="883" y="2048"/>
                        <a:pt x="1072" y="2048"/>
                      </a:cubicBezTo>
                      <a:close/>
                      <a:moveTo>
                        <a:pt x="4821" y="8286"/>
                      </a:moveTo>
                      <a:lnTo>
                        <a:pt x="4821" y="8979"/>
                      </a:lnTo>
                      <a:lnTo>
                        <a:pt x="3435" y="8979"/>
                      </a:lnTo>
                      <a:lnTo>
                        <a:pt x="3435" y="8286"/>
                      </a:lnTo>
                      <a:close/>
                      <a:moveTo>
                        <a:pt x="8287" y="8286"/>
                      </a:moveTo>
                      <a:lnTo>
                        <a:pt x="8287" y="8979"/>
                      </a:lnTo>
                      <a:lnTo>
                        <a:pt x="6869" y="8979"/>
                      </a:lnTo>
                      <a:lnTo>
                        <a:pt x="6869" y="8286"/>
                      </a:lnTo>
                      <a:close/>
                      <a:moveTo>
                        <a:pt x="6207" y="8254"/>
                      </a:moveTo>
                      <a:lnTo>
                        <a:pt x="6207" y="11027"/>
                      </a:lnTo>
                      <a:lnTo>
                        <a:pt x="5514" y="11027"/>
                      </a:lnTo>
                      <a:lnTo>
                        <a:pt x="5514" y="8254"/>
                      </a:lnTo>
                      <a:close/>
                      <a:moveTo>
                        <a:pt x="1733" y="0"/>
                      </a:moveTo>
                      <a:cubicBezTo>
                        <a:pt x="1544" y="0"/>
                        <a:pt x="1387" y="158"/>
                        <a:pt x="1387" y="347"/>
                      </a:cubicBezTo>
                      <a:cubicBezTo>
                        <a:pt x="1387" y="536"/>
                        <a:pt x="1544" y="693"/>
                        <a:pt x="1733" y="693"/>
                      </a:cubicBezTo>
                      <a:lnTo>
                        <a:pt x="2112" y="693"/>
                      </a:lnTo>
                      <a:lnTo>
                        <a:pt x="2112" y="1355"/>
                      </a:lnTo>
                      <a:lnTo>
                        <a:pt x="1072" y="1355"/>
                      </a:lnTo>
                      <a:cubicBezTo>
                        <a:pt x="536" y="1355"/>
                        <a:pt x="64" y="1827"/>
                        <a:pt x="64" y="2395"/>
                      </a:cubicBezTo>
                      <a:lnTo>
                        <a:pt x="64" y="7246"/>
                      </a:lnTo>
                      <a:cubicBezTo>
                        <a:pt x="64" y="7782"/>
                        <a:pt x="536" y="8254"/>
                        <a:pt x="1072" y="8254"/>
                      </a:cubicBezTo>
                      <a:lnTo>
                        <a:pt x="2773" y="8254"/>
                      </a:lnTo>
                      <a:lnTo>
                        <a:pt x="2773" y="8916"/>
                      </a:lnTo>
                      <a:lnTo>
                        <a:pt x="1733" y="8916"/>
                      </a:lnTo>
                      <a:cubicBezTo>
                        <a:pt x="1544" y="8916"/>
                        <a:pt x="1387" y="9074"/>
                        <a:pt x="1387" y="9294"/>
                      </a:cubicBezTo>
                      <a:cubicBezTo>
                        <a:pt x="1387" y="9483"/>
                        <a:pt x="1544" y="9641"/>
                        <a:pt x="1733" y="9641"/>
                      </a:cubicBezTo>
                      <a:lnTo>
                        <a:pt x="4821" y="9641"/>
                      </a:lnTo>
                      <a:lnTo>
                        <a:pt x="4821" y="11027"/>
                      </a:lnTo>
                      <a:lnTo>
                        <a:pt x="379" y="11027"/>
                      </a:lnTo>
                      <a:cubicBezTo>
                        <a:pt x="158" y="11027"/>
                        <a:pt x="1" y="11184"/>
                        <a:pt x="1" y="11373"/>
                      </a:cubicBezTo>
                      <a:cubicBezTo>
                        <a:pt x="1" y="11562"/>
                        <a:pt x="158" y="11720"/>
                        <a:pt x="379" y="11720"/>
                      </a:cubicBezTo>
                      <a:lnTo>
                        <a:pt x="11342" y="11720"/>
                      </a:lnTo>
                      <a:cubicBezTo>
                        <a:pt x="11563" y="11720"/>
                        <a:pt x="11721" y="11562"/>
                        <a:pt x="11721" y="11373"/>
                      </a:cubicBezTo>
                      <a:cubicBezTo>
                        <a:pt x="11721" y="11184"/>
                        <a:pt x="11563" y="11027"/>
                        <a:pt x="11342" y="11027"/>
                      </a:cubicBezTo>
                      <a:lnTo>
                        <a:pt x="6869" y="11027"/>
                      </a:lnTo>
                      <a:lnTo>
                        <a:pt x="6869" y="9641"/>
                      </a:lnTo>
                      <a:lnTo>
                        <a:pt x="9988" y="9641"/>
                      </a:lnTo>
                      <a:cubicBezTo>
                        <a:pt x="10177" y="9641"/>
                        <a:pt x="10334" y="9483"/>
                        <a:pt x="10334" y="9294"/>
                      </a:cubicBezTo>
                      <a:cubicBezTo>
                        <a:pt x="10334" y="9074"/>
                        <a:pt x="10177" y="8916"/>
                        <a:pt x="9988" y="8916"/>
                      </a:cubicBezTo>
                      <a:lnTo>
                        <a:pt x="8948" y="8916"/>
                      </a:lnTo>
                      <a:lnTo>
                        <a:pt x="8948" y="8254"/>
                      </a:lnTo>
                      <a:lnTo>
                        <a:pt x="10681" y="8254"/>
                      </a:lnTo>
                      <a:cubicBezTo>
                        <a:pt x="11248" y="8254"/>
                        <a:pt x="11721" y="7782"/>
                        <a:pt x="11721" y="7246"/>
                      </a:cubicBezTo>
                      <a:lnTo>
                        <a:pt x="11721" y="2395"/>
                      </a:lnTo>
                      <a:cubicBezTo>
                        <a:pt x="11721" y="1827"/>
                        <a:pt x="11248" y="1355"/>
                        <a:pt x="10681" y="1355"/>
                      </a:cubicBezTo>
                      <a:lnTo>
                        <a:pt x="9673" y="1355"/>
                      </a:lnTo>
                      <a:lnTo>
                        <a:pt x="9673" y="693"/>
                      </a:lnTo>
                      <a:lnTo>
                        <a:pt x="10019" y="693"/>
                      </a:lnTo>
                      <a:cubicBezTo>
                        <a:pt x="10208" y="693"/>
                        <a:pt x="10366" y="536"/>
                        <a:pt x="10366" y="347"/>
                      </a:cubicBezTo>
                      <a:cubicBezTo>
                        <a:pt x="10366" y="158"/>
                        <a:pt x="10208" y="0"/>
                        <a:pt x="10019" y="0"/>
                      </a:cubicBezTo>
                      <a:lnTo>
                        <a:pt x="8633" y="0"/>
                      </a:lnTo>
                      <a:cubicBezTo>
                        <a:pt x="8444" y="0"/>
                        <a:pt x="8287" y="158"/>
                        <a:pt x="8287" y="347"/>
                      </a:cubicBezTo>
                      <a:cubicBezTo>
                        <a:pt x="8287" y="536"/>
                        <a:pt x="8444" y="693"/>
                        <a:pt x="8633" y="693"/>
                      </a:cubicBezTo>
                      <a:lnTo>
                        <a:pt x="8980" y="693"/>
                      </a:lnTo>
                      <a:lnTo>
                        <a:pt x="8980" y="1355"/>
                      </a:lnTo>
                      <a:lnTo>
                        <a:pt x="6207" y="1355"/>
                      </a:lnTo>
                      <a:lnTo>
                        <a:pt x="6207" y="693"/>
                      </a:lnTo>
                      <a:lnTo>
                        <a:pt x="6554" y="693"/>
                      </a:lnTo>
                      <a:cubicBezTo>
                        <a:pt x="6743" y="693"/>
                        <a:pt x="6900" y="536"/>
                        <a:pt x="6900" y="347"/>
                      </a:cubicBezTo>
                      <a:cubicBezTo>
                        <a:pt x="6900" y="158"/>
                        <a:pt x="6743" y="0"/>
                        <a:pt x="6554" y="0"/>
                      </a:cubicBezTo>
                      <a:lnTo>
                        <a:pt x="5168" y="0"/>
                      </a:lnTo>
                      <a:cubicBezTo>
                        <a:pt x="4978" y="0"/>
                        <a:pt x="4821" y="158"/>
                        <a:pt x="4821" y="347"/>
                      </a:cubicBezTo>
                      <a:cubicBezTo>
                        <a:pt x="4821" y="536"/>
                        <a:pt x="4978" y="693"/>
                        <a:pt x="5168" y="693"/>
                      </a:cubicBezTo>
                      <a:lnTo>
                        <a:pt x="5514" y="693"/>
                      </a:lnTo>
                      <a:lnTo>
                        <a:pt x="5514" y="1355"/>
                      </a:lnTo>
                      <a:lnTo>
                        <a:pt x="2773" y="1355"/>
                      </a:lnTo>
                      <a:lnTo>
                        <a:pt x="2773" y="693"/>
                      </a:lnTo>
                      <a:lnTo>
                        <a:pt x="3120" y="693"/>
                      </a:lnTo>
                      <a:cubicBezTo>
                        <a:pt x="3309" y="693"/>
                        <a:pt x="3466" y="536"/>
                        <a:pt x="3466" y="347"/>
                      </a:cubicBezTo>
                      <a:cubicBezTo>
                        <a:pt x="3466" y="158"/>
                        <a:pt x="3309" y="0"/>
                        <a:pt x="312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44" name="Google Shape;12469;p89">
                  <a:extLst>
                    <a:ext uri="{FF2B5EF4-FFF2-40B4-BE49-F238E27FC236}">
                      <a16:creationId xmlns:a16="http://schemas.microsoft.com/office/drawing/2014/main" id="{58777053-5600-3A2E-120B-EE5A72C71E96}"/>
                    </a:ext>
                  </a:extLst>
                </p:cNvPr>
                <p:cNvSpPr/>
                <p:nvPr/>
              </p:nvSpPr>
              <p:spPr>
                <a:xfrm>
                  <a:off x="-4538825" y="2833475"/>
                  <a:ext cx="86650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4191" extrusionOk="0">
                      <a:moveTo>
                        <a:pt x="2804" y="662"/>
                      </a:moveTo>
                      <a:lnTo>
                        <a:pt x="2804" y="3466"/>
                      </a:lnTo>
                      <a:lnTo>
                        <a:pt x="757" y="3466"/>
                      </a:lnTo>
                      <a:lnTo>
                        <a:pt x="757" y="662"/>
                      </a:lnTo>
                      <a:close/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3812"/>
                      </a:lnTo>
                      <a:cubicBezTo>
                        <a:pt x="0" y="4033"/>
                        <a:pt x="158" y="4190"/>
                        <a:pt x="347" y="4190"/>
                      </a:cubicBezTo>
                      <a:lnTo>
                        <a:pt x="3119" y="4190"/>
                      </a:lnTo>
                      <a:cubicBezTo>
                        <a:pt x="3308" y="4190"/>
                        <a:pt x="3466" y="4033"/>
                        <a:pt x="3466" y="3812"/>
                      </a:cubicBezTo>
                      <a:lnTo>
                        <a:pt x="3466" y="347"/>
                      </a:lnTo>
                      <a:cubicBezTo>
                        <a:pt x="3466" y="158"/>
                        <a:pt x="3308" y="0"/>
                        <a:pt x="31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45" name="Google Shape;12470;p89">
                  <a:extLst>
                    <a:ext uri="{FF2B5EF4-FFF2-40B4-BE49-F238E27FC236}">
                      <a16:creationId xmlns:a16="http://schemas.microsoft.com/office/drawing/2014/main" id="{FBC17679-609A-DC03-17FB-CC73E7CCF477}"/>
                    </a:ext>
                  </a:extLst>
                </p:cNvPr>
                <p:cNvSpPr/>
                <p:nvPr/>
              </p:nvSpPr>
              <p:spPr>
                <a:xfrm>
                  <a:off x="-4435650" y="2902775"/>
                  <a:ext cx="1213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32" y="536"/>
                        <a:pt x="158" y="694"/>
                        <a:pt x="347" y="694"/>
                      </a:cubicBezTo>
                      <a:lnTo>
                        <a:pt x="4506" y="694"/>
                      </a:lnTo>
                      <a:cubicBezTo>
                        <a:pt x="4695" y="694"/>
                        <a:pt x="4852" y="536"/>
                        <a:pt x="4852" y="347"/>
                      </a:cubicBezTo>
                      <a:cubicBezTo>
                        <a:pt x="4852" y="158"/>
                        <a:pt x="4695" y="1"/>
                        <a:pt x="450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46" name="Google Shape;12471;p89">
                  <a:extLst>
                    <a:ext uri="{FF2B5EF4-FFF2-40B4-BE49-F238E27FC236}">
                      <a16:creationId xmlns:a16="http://schemas.microsoft.com/office/drawing/2014/main" id="{6F440B8C-F614-C982-DB0B-C5198D83DA81}"/>
                    </a:ext>
                  </a:extLst>
                </p:cNvPr>
                <p:cNvSpPr/>
                <p:nvPr/>
              </p:nvSpPr>
              <p:spPr>
                <a:xfrm>
                  <a:off x="-4435650" y="2867325"/>
                  <a:ext cx="1213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32" y="568"/>
                        <a:pt x="158" y="694"/>
                        <a:pt x="347" y="694"/>
                      </a:cubicBezTo>
                      <a:lnTo>
                        <a:pt x="4506" y="694"/>
                      </a:lnTo>
                      <a:cubicBezTo>
                        <a:pt x="4695" y="694"/>
                        <a:pt x="4852" y="536"/>
                        <a:pt x="4852" y="347"/>
                      </a:cubicBezTo>
                      <a:cubicBezTo>
                        <a:pt x="4852" y="158"/>
                        <a:pt x="4695" y="1"/>
                        <a:pt x="450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47" name="Google Shape;12472;p89">
                  <a:extLst>
                    <a:ext uri="{FF2B5EF4-FFF2-40B4-BE49-F238E27FC236}">
                      <a16:creationId xmlns:a16="http://schemas.microsoft.com/office/drawing/2014/main" id="{D29FB425-102A-9DB2-47F1-006A0316FA0E}"/>
                    </a:ext>
                  </a:extLst>
                </p:cNvPr>
                <p:cNvSpPr/>
                <p:nvPr/>
              </p:nvSpPr>
              <p:spPr>
                <a:xfrm>
                  <a:off x="-4435650" y="2833475"/>
                  <a:ext cx="12132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32" y="567"/>
                        <a:pt x="158" y="725"/>
                        <a:pt x="347" y="725"/>
                      </a:cubicBezTo>
                      <a:lnTo>
                        <a:pt x="4506" y="725"/>
                      </a:lnTo>
                      <a:cubicBezTo>
                        <a:pt x="4695" y="725"/>
                        <a:pt x="4852" y="567"/>
                        <a:pt x="4852" y="347"/>
                      </a:cubicBezTo>
                      <a:cubicBezTo>
                        <a:pt x="4852" y="158"/>
                        <a:pt x="4695" y="0"/>
                        <a:pt x="450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09" name="Google Shape;12485;p89">
                <a:extLst>
                  <a:ext uri="{FF2B5EF4-FFF2-40B4-BE49-F238E27FC236}">
                    <a16:creationId xmlns:a16="http://schemas.microsoft.com/office/drawing/2014/main" id="{FA955663-D422-DBAF-0C48-79115B7285D5}"/>
                  </a:ext>
                </a:extLst>
              </p:cNvPr>
              <p:cNvGrpSpPr/>
              <p:nvPr/>
            </p:nvGrpSpPr>
            <p:grpSpPr>
              <a:xfrm>
                <a:off x="9506180" y="3456108"/>
                <a:ext cx="642992" cy="639527"/>
                <a:chOff x="-2571737" y="2764550"/>
                <a:chExt cx="292225" cy="290650"/>
              </a:xfrm>
              <a:grpFill/>
            </p:grpSpPr>
            <p:sp>
              <p:nvSpPr>
                <p:cNvPr id="18040" name="Google Shape;12486;p89">
                  <a:extLst>
                    <a:ext uri="{FF2B5EF4-FFF2-40B4-BE49-F238E27FC236}">
                      <a16:creationId xmlns:a16="http://schemas.microsoft.com/office/drawing/2014/main" id="{60D4B959-9272-E25D-9C72-35AE47A17A9A}"/>
                    </a:ext>
                  </a:extLst>
                </p:cNvPr>
                <p:cNvSpPr/>
                <p:nvPr/>
              </p:nvSpPr>
              <p:spPr>
                <a:xfrm>
                  <a:off x="-2496085" y="3009100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1"/>
                      </a:moveTo>
                      <a:cubicBezTo>
                        <a:pt x="127" y="1"/>
                        <a:pt x="0" y="158"/>
                        <a:pt x="0" y="347"/>
                      </a:cubicBezTo>
                      <a:cubicBezTo>
                        <a:pt x="0" y="536"/>
                        <a:pt x="127" y="694"/>
                        <a:pt x="347" y="694"/>
                      </a:cubicBezTo>
                      <a:cubicBezTo>
                        <a:pt x="536" y="694"/>
                        <a:pt x="694" y="536"/>
                        <a:pt x="694" y="347"/>
                      </a:cubicBezTo>
                      <a:cubicBezTo>
                        <a:pt x="662" y="158"/>
                        <a:pt x="505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41" name="Google Shape;12487;p89">
                  <a:extLst>
                    <a:ext uri="{FF2B5EF4-FFF2-40B4-BE49-F238E27FC236}">
                      <a16:creationId xmlns:a16="http://schemas.microsoft.com/office/drawing/2014/main" id="{539E9D48-4215-75B5-E23B-E133CAF03E22}"/>
                    </a:ext>
                  </a:extLst>
                </p:cNvPr>
                <p:cNvSpPr/>
                <p:nvPr/>
              </p:nvSpPr>
              <p:spPr>
                <a:xfrm>
                  <a:off x="-2398548" y="2800375"/>
                  <a:ext cx="52000" cy="12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4821" extrusionOk="0">
                      <a:moveTo>
                        <a:pt x="1008" y="0"/>
                      </a:moveTo>
                      <a:cubicBezTo>
                        <a:pt x="819" y="0"/>
                        <a:pt x="662" y="158"/>
                        <a:pt x="662" y="378"/>
                      </a:cubicBezTo>
                      <a:lnTo>
                        <a:pt x="662" y="757"/>
                      </a:lnTo>
                      <a:cubicBezTo>
                        <a:pt x="252" y="914"/>
                        <a:pt x="0" y="1261"/>
                        <a:pt x="0" y="1733"/>
                      </a:cubicBezTo>
                      <a:cubicBezTo>
                        <a:pt x="0" y="2300"/>
                        <a:pt x="473" y="2773"/>
                        <a:pt x="1008" y="2773"/>
                      </a:cubicBezTo>
                      <a:cubicBezTo>
                        <a:pt x="1323" y="2773"/>
                        <a:pt x="1481" y="3119"/>
                        <a:pt x="1260" y="3371"/>
                      </a:cubicBezTo>
                      <a:cubicBezTo>
                        <a:pt x="1197" y="3419"/>
                        <a:pt x="1103" y="3442"/>
                        <a:pt x="1012" y="3442"/>
                      </a:cubicBezTo>
                      <a:cubicBezTo>
                        <a:pt x="922" y="3442"/>
                        <a:pt x="835" y="3419"/>
                        <a:pt x="788" y="3371"/>
                      </a:cubicBezTo>
                      <a:cubicBezTo>
                        <a:pt x="725" y="3308"/>
                        <a:pt x="630" y="3277"/>
                        <a:pt x="540" y="3277"/>
                      </a:cubicBezTo>
                      <a:cubicBezTo>
                        <a:pt x="449" y="3277"/>
                        <a:pt x="362" y="3308"/>
                        <a:pt x="315" y="3371"/>
                      </a:cubicBezTo>
                      <a:cubicBezTo>
                        <a:pt x="189" y="3466"/>
                        <a:pt x="189" y="3718"/>
                        <a:pt x="315" y="3844"/>
                      </a:cubicBezTo>
                      <a:cubicBezTo>
                        <a:pt x="410" y="3939"/>
                        <a:pt x="536" y="4033"/>
                        <a:pt x="693" y="4065"/>
                      </a:cubicBezTo>
                      <a:lnTo>
                        <a:pt x="693" y="4474"/>
                      </a:lnTo>
                      <a:cubicBezTo>
                        <a:pt x="693" y="4663"/>
                        <a:pt x="851" y="4821"/>
                        <a:pt x="1040" y="4821"/>
                      </a:cubicBezTo>
                      <a:cubicBezTo>
                        <a:pt x="1260" y="4821"/>
                        <a:pt x="1418" y="4663"/>
                        <a:pt x="1418" y="4474"/>
                      </a:cubicBezTo>
                      <a:lnTo>
                        <a:pt x="1418" y="4065"/>
                      </a:lnTo>
                      <a:cubicBezTo>
                        <a:pt x="1796" y="3907"/>
                        <a:pt x="2079" y="3560"/>
                        <a:pt x="2079" y="3088"/>
                      </a:cubicBezTo>
                      <a:cubicBezTo>
                        <a:pt x="2079" y="2521"/>
                        <a:pt x="1607" y="2048"/>
                        <a:pt x="1040" y="2048"/>
                      </a:cubicBezTo>
                      <a:cubicBezTo>
                        <a:pt x="851" y="2048"/>
                        <a:pt x="693" y="1891"/>
                        <a:pt x="693" y="1702"/>
                      </a:cubicBezTo>
                      <a:cubicBezTo>
                        <a:pt x="693" y="1495"/>
                        <a:pt x="842" y="1356"/>
                        <a:pt x="1016" y="1356"/>
                      </a:cubicBezTo>
                      <a:cubicBezTo>
                        <a:pt x="1107" y="1356"/>
                        <a:pt x="1205" y="1394"/>
                        <a:pt x="1292" y="1481"/>
                      </a:cubicBezTo>
                      <a:cubicBezTo>
                        <a:pt x="1355" y="1528"/>
                        <a:pt x="1441" y="1552"/>
                        <a:pt x="1528" y="1552"/>
                      </a:cubicBezTo>
                      <a:cubicBezTo>
                        <a:pt x="1615" y="1552"/>
                        <a:pt x="1701" y="1528"/>
                        <a:pt x="1764" y="1481"/>
                      </a:cubicBezTo>
                      <a:cubicBezTo>
                        <a:pt x="1859" y="1355"/>
                        <a:pt x="1859" y="1103"/>
                        <a:pt x="1764" y="1009"/>
                      </a:cubicBezTo>
                      <a:cubicBezTo>
                        <a:pt x="1638" y="883"/>
                        <a:pt x="1512" y="788"/>
                        <a:pt x="1355" y="757"/>
                      </a:cubicBezTo>
                      <a:lnTo>
                        <a:pt x="1355" y="378"/>
                      </a:lnTo>
                      <a:cubicBezTo>
                        <a:pt x="1355" y="158"/>
                        <a:pt x="1197" y="0"/>
                        <a:pt x="10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42" name="Google Shape;12488;p89">
                  <a:extLst>
                    <a:ext uri="{FF2B5EF4-FFF2-40B4-BE49-F238E27FC236}">
                      <a16:creationId xmlns:a16="http://schemas.microsoft.com/office/drawing/2014/main" id="{1D1EB8A5-30D3-344C-7C04-DF53DF5EA338}"/>
                    </a:ext>
                  </a:extLst>
                </p:cNvPr>
                <p:cNvSpPr/>
                <p:nvPr/>
              </p:nvSpPr>
              <p:spPr>
                <a:xfrm>
                  <a:off x="-2571737" y="2764550"/>
                  <a:ext cx="292225" cy="29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9" h="11626" extrusionOk="0">
                      <a:moveTo>
                        <a:pt x="5009" y="1355"/>
                      </a:moveTo>
                      <a:cubicBezTo>
                        <a:pt x="4789" y="1576"/>
                        <a:pt x="4694" y="1796"/>
                        <a:pt x="4537" y="2049"/>
                      </a:cubicBezTo>
                      <a:lnTo>
                        <a:pt x="662" y="2049"/>
                      </a:lnTo>
                      <a:lnTo>
                        <a:pt x="662" y="1670"/>
                      </a:lnTo>
                      <a:cubicBezTo>
                        <a:pt x="662" y="1513"/>
                        <a:pt x="819" y="1355"/>
                        <a:pt x="1008" y="1355"/>
                      </a:cubicBezTo>
                      <a:close/>
                      <a:moveTo>
                        <a:pt x="7908" y="694"/>
                      </a:moveTo>
                      <a:cubicBezTo>
                        <a:pt x="9609" y="694"/>
                        <a:pt x="10995" y="2080"/>
                        <a:pt x="10995" y="3781"/>
                      </a:cubicBezTo>
                      <a:cubicBezTo>
                        <a:pt x="10995" y="5451"/>
                        <a:pt x="9609" y="6837"/>
                        <a:pt x="7908" y="6837"/>
                      </a:cubicBezTo>
                      <a:cubicBezTo>
                        <a:pt x="7309" y="6837"/>
                        <a:pt x="6679" y="6680"/>
                        <a:pt x="6206" y="6365"/>
                      </a:cubicBezTo>
                      <a:cubicBezTo>
                        <a:pt x="6162" y="6342"/>
                        <a:pt x="6086" y="6320"/>
                        <a:pt x="6023" y="6320"/>
                      </a:cubicBezTo>
                      <a:cubicBezTo>
                        <a:pt x="5997" y="6320"/>
                        <a:pt x="5973" y="6324"/>
                        <a:pt x="5954" y="6333"/>
                      </a:cubicBezTo>
                      <a:cubicBezTo>
                        <a:pt x="5671" y="6396"/>
                        <a:pt x="5324" y="6522"/>
                        <a:pt x="5009" y="6648"/>
                      </a:cubicBezTo>
                      <a:lnTo>
                        <a:pt x="5324" y="5703"/>
                      </a:lnTo>
                      <a:cubicBezTo>
                        <a:pt x="5356" y="5609"/>
                        <a:pt x="5324" y="5514"/>
                        <a:pt x="5261" y="5420"/>
                      </a:cubicBezTo>
                      <a:cubicBezTo>
                        <a:pt x="4946" y="4947"/>
                        <a:pt x="4789" y="4348"/>
                        <a:pt x="4789" y="3781"/>
                      </a:cubicBezTo>
                      <a:cubicBezTo>
                        <a:pt x="4789" y="2080"/>
                        <a:pt x="6238" y="694"/>
                        <a:pt x="7908" y="694"/>
                      </a:cubicBezTo>
                      <a:close/>
                      <a:moveTo>
                        <a:pt x="4253" y="2710"/>
                      </a:moveTo>
                      <a:cubicBezTo>
                        <a:pt x="4190" y="3025"/>
                        <a:pt x="4096" y="3372"/>
                        <a:pt x="4096" y="3718"/>
                      </a:cubicBezTo>
                      <a:cubicBezTo>
                        <a:pt x="4096" y="4411"/>
                        <a:pt x="4253" y="5041"/>
                        <a:pt x="4600" y="5609"/>
                      </a:cubicBezTo>
                      <a:lnTo>
                        <a:pt x="4127" y="7089"/>
                      </a:lnTo>
                      <a:cubicBezTo>
                        <a:pt x="4096" y="7184"/>
                        <a:pt x="4127" y="7341"/>
                        <a:pt x="4222" y="7436"/>
                      </a:cubicBezTo>
                      <a:cubicBezTo>
                        <a:pt x="4266" y="7480"/>
                        <a:pt x="4358" y="7525"/>
                        <a:pt x="4453" y="7525"/>
                      </a:cubicBezTo>
                      <a:cubicBezTo>
                        <a:pt x="4492" y="7525"/>
                        <a:pt x="4531" y="7517"/>
                        <a:pt x="4568" y="7499"/>
                      </a:cubicBezTo>
                      <a:cubicBezTo>
                        <a:pt x="4568" y="7499"/>
                        <a:pt x="5387" y="7247"/>
                        <a:pt x="6017" y="7026"/>
                      </a:cubicBezTo>
                      <a:cubicBezTo>
                        <a:pt x="6080" y="7089"/>
                        <a:pt x="6143" y="7089"/>
                        <a:pt x="6175" y="7121"/>
                      </a:cubicBezTo>
                      <a:lnTo>
                        <a:pt x="6175" y="8223"/>
                      </a:lnTo>
                      <a:lnTo>
                        <a:pt x="662" y="8223"/>
                      </a:lnTo>
                      <a:lnTo>
                        <a:pt x="662" y="2710"/>
                      </a:lnTo>
                      <a:close/>
                      <a:moveTo>
                        <a:pt x="6112" y="8885"/>
                      </a:moveTo>
                      <a:lnTo>
                        <a:pt x="6112" y="10618"/>
                      </a:lnTo>
                      <a:cubicBezTo>
                        <a:pt x="6143" y="10807"/>
                        <a:pt x="5986" y="10964"/>
                        <a:pt x="5797" y="10964"/>
                      </a:cubicBezTo>
                      <a:lnTo>
                        <a:pt x="977" y="10964"/>
                      </a:lnTo>
                      <a:cubicBezTo>
                        <a:pt x="788" y="10964"/>
                        <a:pt x="630" y="10807"/>
                        <a:pt x="630" y="10618"/>
                      </a:cubicBezTo>
                      <a:lnTo>
                        <a:pt x="630" y="8885"/>
                      </a:lnTo>
                      <a:close/>
                      <a:moveTo>
                        <a:pt x="7908" y="1"/>
                      </a:moveTo>
                      <a:cubicBezTo>
                        <a:pt x="7120" y="1"/>
                        <a:pt x="6364" y="221"/>
                        <a:pt x="5734" y="662"/>
                      </a:cubicBezTo>
                      <a:lnTo>
                        <a:pt x="1008" y="662"/>
                      </a:lnTo>
                      <a:cubicBezTo>
                        <a:pt x="473" y="662"/>
                        <a:pt x="0" y="1135"/>
                        <a:pt x="0" y="1670"/>
                      </a:cubicBezTo>
                      <a:lnTo>
                        <a:pt x="0" y="10618"/>
                      </a:lnTo>
                      <a:cubicBezTo>
                        <a:pt x="0" y="11153"/>
                        <a:pt x="473" y="11626"/>
                        <a:pt x="1008" y="11626"/>
                      </a:cubicBezTo>
                      <a:lnTo>
                        <a:pt x="5828" y="11626"/>
                      </a:lnTo>
                      <a:cubicBezTo>
                        <a:pt x="6364" y="11626"/>
                        <a:pt x="6837" y="11153"/>
                        <a:pt x="6837" y="10618"/>
                      </a:cubicBezTo>
                      <a:lnTo>
                        <a:pt x="6837" y="7341"/>
                      </a:lnTo>
                      <a:cubicBezTo>
                        <a:pt x="7215" y="7436"/>
                        <a:pt x="7561" y="7499"/>
                        <a:pt x="7908" y="7499"/>
                      </a:cubicBezTo>
                      <a:cubicBezTo>
                        <a:pt x="9987" y="7499"/>
                        <a:pt x="11688" y="5798"/>
                        <a:pt x="11688" y="3718"/>
                      </a:cubicBezTo>
                      <a:cubicBezTo>
                        <a:pt x="11657" y="1670"/>
                        <a:pt x="9956" y="1"/>
                        <a:pt x="79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10" name="Google Shape;12498;p89">
                <a:extLst>
                  <a:ext uri="{FF2B5EF4-FFF2-40B4-BE49-F238E27FC236}">
                    <a16:creationId xmlns:a16="http://schemas.microsoft.com/office/drawing/2014/main" id="{AFCD1A12-D626-50C1-528E-795ECDB2B04F}"/>
                  </a:ext>
                </a:extLst>
              </p:cNvPr>
              <p:cNvGrpSpPr/>
              <p:nvPr/>
            </p:nvGrpSpPr>
            <p:grpSpPr>
              <a:xfrm>
                <a:off x="2088889" y="3454375"/>
                <a:ext cx="606578" cy="642992"/>
                <a:chOff x="-5995925" y="2757850"/>
                <a:chExt cx="275675" cy="292225"/>
              </a:xfrm>
              <a:grpFill/>
            </p:grpSpPr>
            <p:sp>
              <p:nvSpPr>
                <p:cNvPr id="18031" name="Google Shape;12499;p89">
                  <a:extLst>
                    <a:ext uri="{FF2B5EF4-FFF2-40B4-BE49-F238E27FC236}">
                      <a16:creationId xmlns:a16="http://schemas.microsoft.com/office/drawing/2014/main" id="{3792EEF3-2849-B1C6-51E4-CCEB3E68A020}"/>
                    </a:ext>
                  </a:extLst>
                </p:cNvPr>
                <p:cNvSpPr/>
                <p:nvPr/>
              </p:nvSpPr>
              <p:spPr>
                <a:xfrm>
                  <a:off x="-5995925" y="2757850"/>
                  <a:ext cx="275675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27" h="11689" extrusionOk="0">
                      <a:moveTo>
                        <a:pt x="9924" y="1324"/>
                      </a:moveTo>
                      <a:cubicBezTo>
                        <a:pt x="10113" y="1324"/>
                        <a:pt x="10271" y="1481"/>
                        <a:pt x="10271" y="1702"/>
                      </a:cubicBezTo>
                      <a:lnTo>
                        <a:pt x="10271" y="9263"/>
                      </a:lnTo>
                      <a:lnTo>
                        <a:pt x="10302" y="9263"/>
                      </a:lnTo>
                      <a:cubicBezTo>
                        <a:pt x="10302" y="9452"/>
                        <a:pt x="10145" y="9610"/>
                        <a:pt x="9956" y="9610"/>
                      </a:cubicBezTo>
                      <a:lnTo>
                        <a:pt x="9609" y="9610"/>
                      </a:lnTo>
                      <a:lnTo>
                        <a:pt x="9609" y="8570"/>
                      </a:lnTo>
                      <a:cubicBezTo>
                        <a:pt x="9609" y="8381"/>
                        <a:pt x="9452" y="8223"/>
                        <a:pt x="9263" y="8223"/>
                      </a:cubicBezTo>
                      <a:lnTo>
                        <a:pt x="4442" y="8223"/>
                      </a:lnTo>
                      <a:cubicBezTo>
                        <a:pt x="4253" y="8223"/>
                        <a:pt x="4096" y="8381"/>
                        <a:pt x="4096" y="8570"/>
                      </a:cubicBezTo>
                      <a:lnTo>
                        <a:pt x="4096" y="9610"/>
                      </a:lnTo>
                      <a:lnTo>
                        <a:pt x="3434" y="9610"/>
                      </a:lnTo>
                      <a:lnTo>
                        <a:pt x="3434" y="1324"/>
                      </a:lnTo>
                      <a:close/>
                      <a:moveTo>
                        <a:pt x="2426" y="631"/>
                      </a:moveTo>
                      <a:cubicBezTo>
                        <a:pt x="2647" y="631"/>
                        <a:pt x="2804" y="788"/>
                        <a:pt x="2804" y="977"/>
                      </a:cubicBezTo>
                      <a:lnTo>
                        <a:pt x="2804" y="9925"/>
                      </a:lnTo>
                      <a:cubicBezTo>
                        <a:pt x="2804" y="10114"/>
                        <a:pt x="2647" y="10271"/>
                        <a:pt x="2426" y="10271"/>
                      </a:cubicBezTo>
                      <a:lnTo>
                        <a:pt x="1071" y="10271"/>
                      </a:lnTo>
                      <a:cubicBezTo>
                        <a:pt x="851" y="10271"/>
                        <a:pt x="693" y="10114"/>
                        <a:pt x="693" y="9925"/>
                      </a:cubicBezTo>
                      <a:lnTo>
                        <a:pt x="693" y="977"/>
                      </a:lnTo>
                      <a:cubicBezTo>
                        <a:pt x="693" y="788"/>
                        <a:pt x="851" y="631"/>
                        <a:pt x="1071" y="631"/>
                      </a:cubicBezTo>
                      <a:close/>
                      <a:moveTo>
                        <a:pt x="8948" y="8948"/>
                      </a:moveTo>
                      <a:lnTo>
                        <a:pt x="8948" y="10996"/>
                      </a:lnTo>
                      <a:lnTo>
                        <a:pt x="4852" y="10996"/>
                      </a:lnTo>
                      <a:lnTo>
                        <a:pt x="4852" y="8948"/>
                      </a:lnTo>
                      <a:close/>
                      <a:moveTo>
                        <a:pt x="1008" y="1"/>
                      </a:moveTo>
                      <a:cubicBezTo>
                        <a:pt x="473" y="1"/>
                        <a:pt x="0" y="473"/>
                        <a:pt x="0" y="1009"/>
                      </a:cubicBezTo>
                      <a:lnTo>
                        <a:pt x="0" y="9956"/>
                      </a:lnTo>
                      <a:cubicBezTo>
                        <a:pt x="0" y="10523"/>
                        <a:pt x="473" y="10996"/>
                        <a:pt x="1008" y="10996"/>
                      </a:cubicBezTo>
                      <a:lnTo>
                        <a:pt x="2395" y="10996"/>
                      </a:lnTo>
                      <a:cubicBezTo>
                        <a:pt x="2836" y="10996"/>
                        <a:pt x="3214" y="10712"/>
                        <a:pt x="3371" y="10303"/>
                      </a:cubicBezTo>
                      <a:lnTo>
                        <a:pt x="4127" y="10303"/>
                      </a:lnTo>
                      <a:lnTo>
                        <a:pt x="4127" y="11342"/>
                      </a:lnTo>
                      <a:cubicBezTo>
                        <a:pt x="4127" y="11531"/>
                        <a:pt x="4285" y="11689"/>
                        <a:pt x="4474" y="11689"/>
                      </a:cubicBezTo>
                      <a:lnTo>
                        <a:pt x="9294" y="11689"/>
                      </a:lnTo>
                      <a:cubicBezTo>
                        <a:pt x="9483" y="11689"/>
                        <a:pt x="9641" y="11531"/>
                        <a:pt x="9641" y="11342"/>
                      </a:cubicBezTo>
                      <a:lnTo>
                        <a:pt x="9641" y="10271"/>
                      </a:lnTo>
                      <a:lnTo>
                        <a:pt x="9987" y="10271"/>
                      </a:lnTo>
                      <a:cubicBezTo>
                        <a:pt x="10554" y="10271"/>
                        <a:pt x="11027" y="9799"/>
                        <a:pt x="11027" y="9263"/>
                      </a:cubicBezTo>
                      <a:lnTo>
                        <a:pt x="11027" y="1702"/>
                      </a:lnTo>
                      <a:cubicBezTo>
                        <a:pt x="10995" y="1103"/>
                        <a:pt x="10554" y="662"/>
                        <a:pt x="9956" y="662"/>
                      </a:cubicBezTo>
                      <a:lnTo>
                        <a:pt x="3371" y="662"/>
                      </a:lnTo>
                      <a:cubicBezTo>
                        <a:pt x="3214" y="284"/>
                        <a:pt x="2867" y="1"/>
                        <a:pt x="23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32" name="Google Shape;12500;p89">
                  <a:extLst>
                    <a:ext uri="{FF2B5EF4-FFF2-40B4-BE49-F238E27FC236}">
                      <a16:creationId xmlns:a16="http://schemas.microsoft.com/office/drawing/2014/main" id="{CD8D84CF-462D-0188-E38C-B86686965D81}"/>
                    </a:ext>
                  </a:extLst>
                </p:cNvPr>
                <p:cNvSpPr/>
                <p:nvPr/>
              </p:nvSpPr>
              <p:spPr>
                <a:xfrm>
                  <a:off x="-5892750" y="2808250"/>
                  <a:ext cx="137850" cy="6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14" h="2774" extrusionOk="0">
                      <a:moveTo>
                        <a:pt x="4821" y="694"/>
                      </a:moveTo>
                      <a:lnTo>
                        <a:pt x="4821" y="2112"/>
                      </a:lnTo>
                      <a:lnTo>
                        <a:pt x="725" y="2112"/>
                      </a:lnTo>
                      <a:lnTo>
                        <a:pt x="725" y="694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8"/>
                      </a:cubicBezTo>
                      <a:lnTo>
                        <a:pt x="0" y="2427"/>
                      </a:lnTo>
                      <a:cubicBezTo>
                        <a:pt x="0" y="2616"/>
                        <a:pt x="158" y="2773"/>
                        <a:pt x="347" y="2773"/>
                      </a:cubicBezTo>
                      <a:lnTo>
                        <a:pt x="5167" y="2773"/>
                      </a:lnTo>
                      <a:cubicBezTo>
                        <a:pt x="5356" y="2773"/>
                        <a:pt x="5514" y="2616"/>
                        <a:pt x="5514" y="2427"/>
                      </a:cubicBezTo>
                      <a:lnTo>
                        <a:pt x="5514" y="348"/>
                      </a:lnTo>
                      <a:cubicBezTo>
                        <a:pt x="5514" y="158"/>
                        <a:pt x="5356" y="1"/>
                        <a:pt x="516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33" name="Google Shape;12501;p89">
                  <a:extLst>
                    <a:ext uri="{FF2B5EF4-FFF2-40B4-BE49-F238E27FC236}">
                      <a16:creationId xmlns:a16="http://schemas.microsoft.com/office/drawing/2014/main" id="{909693CD-86AA-98EB-279C-8F91C672EE31}"/>
                    </a:ext>
                  </a:extLst>
                </p:cNvPr>
                <p:cNvSpPr/>
                <p:nvPr/>
              </p:nvSpPr>
              <p:spPr>
                <a:xfrm>
                  <a:off x="-5891975" y="2895675"/>
                  <a:ext cx="34700" cy="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695" extrusionOk="0">
                      <a:moveTo>
                        <a:pt x="379" y="1"/>
                      </a:moveTo>
                      <a:cubicBezTo>
                        <a:pt x="158" y="1"/>
                        <a:pt x="1" y="159"/>
                        <a:pt x="1" y="348"/>
                      </a:cubicBezTo>
                      <a:cubicBezTo>
                        <a:pt x="1" y="537"/>
                        <a:pt x="158" y="694"/>
                        <a:pt x="379" y="694"/>
                      </a:cubicBezTo>
                      <a:lnTo>
                        <a:pt x="1041" y="694"/>
                      </a:lnTo>
                      <a:cubicBezTo>
                        <a:pt x="1230" y="694"/>
                        <a:pt x="1387" y="537"/>
                        <a:pt x="1387" y="348"/>
                      </a:cubicBezTo>
                      <a:cubicBezTo>
                        <a:pt x="1356" y="127"/>
                        <a:pt x="1198" y="1"/>
                        <a:pt x="104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34" name="Google Shape;12502;p89">
                  <a:extLst>
                    <a:ext uri="{FF2B5EF4-FFF2-40B4-BE49-F238E27FC236}">
                      <a16:creationId xmlns:a16="http://schemas.microsoft.com/office/drawing/2014/main" id="{F4D0850F-0F60-DFAB-4AF4-A1EE3208ABF5}"/>
                    </a:ext>
                  </a:extLst>
                </p:cNvPr>
                <p:cNvSpPr/>
                <p:nvPr/>
              </p:nvSpPr>
              <p:spPr>
                <a:xfrm>
                  <a:off x="-5891975" y="2928775"/>
                  <a:ext cx="3470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725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79" y="725"/>
                      </a:cubicBezTo>
                      <a:lnTo>
                        <a:pt x="1041" y="725"/>
                      </a:lnTo>
                      <a:cubicBezTo>
                        <a:pt x="1230" y="725"/>
                        <a:pt x="1387" y="567"/>
                        <a:pt x="1387" y="378"/>
                      </a:cubicBezTo>
                      <a:cubicBezTo>
                        <a:pt x="1356" y="158"/>
                        <a:pt x="1198" y="0"/>
                        <a:pt x="10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35" name="Google Shape;12503;p89">
                  <a:extLst>
                    <a:ext uri="{FF2B5EF4-FFF2-40B4-BE49-F238E27FC236}">
                      <a16:creationId xmlns:a16="http://schemas.microsoft.com/office/drawing/2014/main" id="{B3E39510-F5A5-EE71-8894-6299105B0920}"/>
                    </a:ext>
                  </a:extLst>
                </p:cNvPr>
                <p:cNvSpPr/>
                <p:nvPr/>
              </p:nvSpPr>
              <p:spPr>
                <a:xfrm>
                  <a:off x="-5840775" y="2928775"/>
                  <a:ext cx="346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725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79" y="725"/>
                      </a:cubicBezTo>
                      <a:lnTo>
                        <a:pt x="1040" y="725"/>
                      </a:lnTo>
                      <a:cubicBezTo>
                        <a:pt x="1229" y="725"/>
                        <a:pt x="1387" y="567"/>
                        <a:pt x="1387" y="378"/>
                      </a:cubicBezTo>
                      <a:cubicBezTo>
                        <a:pt x="1387" y="158"/>
                        <a:pt x="1229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36" name="Google Shape;12504;p89">
                  <a:extLst>
                    <a:ext uri="{FF2B5EF4-FFF2-40B4-BE49-F238E27FC236}">
                      <a16:creationId xmlns:a16="http://schemas.microsoft.com/office/drawing/2014/main" id="{29EB52F9-D6B8-4868-5191-EEF30E6FE417}"/>
                    </a:ext>
                  </a:extLst>
                </p:cNvPr>
                <p:cNvSpPr/>
                <p:nvPr/>
              </p:nvSpPr>
              <p:spPr>
                <a:xfrm>
                  <a:off x="-5840775" y="2895675"/>
                  <a:ext cx="34675" cy="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695" extrusionOk="0">
                      <a:moveTo>
                        <a:pt x="379" y="1"/>
                      </a:moveTo>
                      <a:cubicBezTo>
                        <a:pt x="158" y="1"/>
                        <a:pt x="1" y="159"/>
                        <a:pt x="1" y="348"/>
                      </a:cubicBezTo>
                      <a:cubicBezTo>
                        <a:pt x="1" y="537"/>
                        <a:pt x="158" y="694"/>
                        <a:pt x="379" y="694"/>
                      </a:cubicBezTo>
                      <a:lnTo>
                        <a:pt x="1040" y="694"/>
                      </a:lnTo>
                      <a:cubicBezTo>
                        <a:pt x="1229" y="694"/>
                        <a:pt x="1387" y="537"/>
                        <a:pt x="1387" y="348"/>
                      </a:cubicBezTo>
                      <a:cubicBezTo>
                        <a:pt x="1387" y="127"/>
                        <a:pt x="1229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37" name="Google Shape;12505;p89">
                  <a:extLst>
                    <a:ext uri="{FF2B5EF4-FFF2-40B4-BE49-F238E27FC236}">
                      <a16:creationId xmlns:a16="http://schemas.microsoft.com/office/drawing/2014/main" id="{5A44455B-D8C5-E459-65DD-C7DB9A3086FC}"/>
                    </a:ext>
                  </a:extLst>
                </p:cNvPr>
                <p:cNvSpPr/>
                <p:nvPr/>
              </p:nvSpPr>
              <p:spPr>
                <a:xfrm>
                  <a:off x="-5789575" y="2895675"/>
                  <a:ext cx="34675" cy="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695" extrusionOk="0">
                      <a:moveTo>
                        <a:pt x="379" y="1"/>
                      </a:moveTo>
                      <a:cubicBezTo>
                        <a:pt x="158" y="1"/>
                        <a:pt x="1" y="159"/>
                        <a:pt x="1" y="348"/>
                      </a:cubicBezTo>
                      <a:cubicBezTo>
                        <a:pt x="1" y="537"/>
                        <a:pt x="158" y="694"/>
                        <a:pt x="379" y="694"/>
                      </a:cubicBezTo>
                      <a:lnTo>
                        <a:pt x="1040" y="694"/>
                      </a:lnTo>
                      <a:cubicBezTo>
                        <a:pt x="1229" y="694"/>
                        <a:pt x="1387" y="537"/>
                        <a:pt x="1387" y="348"/>
                      </a:cubicBezTo>
                      <a:cubicBezTo>
                        <a:pt x="1387" y="127"/>
                        <a:pt x="1229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38" name="Google Shape;12506;p89">
                  <a:extLst>
                    <a:ext uri="{FF2B5EF4-FFF2-40B4-BE49-F238E27FC236}">
                      <a16:creationId xmlns:a16="http://schemas.microsoft.com/office/drawing/2014/main" id="{C1936708-2D20-2659-A105-E74DC17EF46F}"/>
                    </a:ext>
                  </a:extLst>
                </p:cNvPr>
                <p:cNvSpPr/>
                <p:nvPr/>
              </p:nvSpPr>
              <p:spPr>
                <a:xfrm>
                  <a:off x="-5789575" y="2928775"/>
                  <a:ext cx="346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725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79" y="725"/>
                      </a:cubicBezTo>
                      <a:lnTo>
                        <a:pt x="1040" y="725"/>
                      </a:lnTo>
                      <a:cubicBezTo>
                        <a:pt x="1229" y="725"/>
                        <a:pt x="1387" y="567"/>
                        <a:pt x="1387" y="378"/>
                      </a:cubicBezTo>
                      <a:cubicBezTo>
                        <a:pt x="1387" y="158"/>
                        <a:pt x="1229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39" name="Google Shape;12507;p89">
                  <a:extLst>
                    <a:ext uri="{FF2B5EF4-FFF2-40B4-BE49-F238E27FC236}">
                      <a16:creationId xmlns:a16="http://schemas.microsoft.com/office/drawing/2014/main" id="{E05FB2D4-AEC3-5DBD-64AC-CF59865DABCC}"/>
                    </a:ext>
                  </a:extLst>
                </p:cNvPr>
                <p:cNvSpPr/>
                <p:nvPr/>
              </p:nvSpPr>
              <p:spPr>
                <a:xfrm>
                  <a:off x="-5858100" y="2998075"/>
                  <a:ext cx="685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2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47" y="694"/>
                      </a:cubicBezTo>
                      <a:lnTo>
                        <a:pt x="2395" y="694"/>
                      </a:lnTo>
                      <a:cubicBezTo>
                        <a:pt x="2584" y="694"/>
                        <a:pt x="2742" y="536"/>
                        <a:pt x="2742" y="347"/>
                      </a:cubicBezTo>
                      <a:cubicBezTo>
                        <a:pt x="2742" y="158"/>
                        <a:pt x="2584" y="1"/>
                        <a:pt x="23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11" name="Google Shape;12515;p89">
                <a:extLst>
                  <a:ext uri="{FF2B5EF4-FFF2-40B4-BE49-F238E27FC236}">
                    <a16:creationId xmlns:a16="http://schemas.microsoft.com/office/drawing/2014/main" id="{1C444CAD-E63B-C194-63DE-DC0AAB211E2F}"/>
                  </a:ext>
                </a:extLst>
              </p:cNvPr>
              <p:cNvGrpSpPr/>
              <p:nvPr/>
            </p:nvGrpSpPr>
            <p:grpSpPr>
              <a:xfrm>
                <a:off x="6192681" y="3474318"/>
                <a:ext cx="641288" cy="603112"/>
                <a:chOff x="-4211975" y="2783850"/>
                <a:chExt cx="291450" cy="274100"/>
              </a:xfrm>
              <a:grpFill/>
            </p:grpSpPr>
            <p:sp>
              <p:nvSpPr>
                <p:cNvPr id="18028" name="Google Shape;12516;p89">
                  <a:extLst>
                    <a:ext uri="{FF2B5EF4-FFF2-40B4-BE49-F238E27FC236}">
                      <a16:creationId xmlns:a16="http://schemas.microsoft.com/office/drawing/2014/main" id="{69B44957-36EC-DD9C-283E-67A1B4588940}"/>
                    </a:ext>
                  </a:extLst>
                </p:cNvPr>
                <p:cNvSpPr/>
                <p:nvPr/>
              </p:nvSpPr>
              <p:spPr>
                <a:xfrm>
                  <a:off x="-4211975" y="2937125"/>
                  <a:ext cx="291450" cy="12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4833" extrusionOk="0">
                      <a:moveTo>
                        <a:pt x="978" y="706"/>
                      </a:moveTo>
                      <a:cubicBezTo>
                        <a:pt x="1167" y="706"/>
                        <a:pt x="1324" y="863"/>
                        <a:pt x="1324" y="1052"/>
                      </a:cubicBezTo>
                      <a:lnTo>
                        <a:pt x="1324" y="3762"/>
                      </a:lnTo>
                      <a:cubicBezTo>
                        <a:pt x="1324" y="3982"/>
                        <a:pt x="1167" y="4140"/>
                        <a:pt x="978" y="4140"/>
                      </a:cubicBezTo>
                      <a:lnTo>
                        <a:pt x="631" y="4140"/>
                      </a:lnTo>
                      <a:lnTo>
                        <a:pt x="631" y="706"/>
                      </a:lnTo>
                      <a:close/>
                      <a:moveTo>
                        <a:pt x="3866" y="717"/>
                      </a:moveTo>
                      <a:cubicBezTo>
                        <a:pt x="4374" y="717"/>
                        <a:pt x="4886" y="859"/>
                        <a:pt x="5325" y="1147"/>
                      </a:cubicBezTo>
                      <a:cubicBezTo>
                        <a:pt x="5672" y="1367"/>
                        <a:pt x="5703" y="1399"/>
                        <a:pt x="5829" y="1399"/>
                      </a:cubicBezTo>
                      <a:lnTo>
                        <a:pt x="7247" y="1399"/>
                      </a:lnTo>
                      <a:cubicBezTo>
                        <a:pt x="7436" y="1399"/>
                        <a:pt x="7594" y="1556"/>
                        <a:pt x="7594" y="1777"/>
                      </a:cubicBezTo>
                      <a:cubicBezTo>
                        <a:pt x="7594" y="1966"/>
                        <a:pt x="7436" y="2124"/>
                        <a:pt x="7247" y="2124"/>
                      </a:cubicBezTo>
                      <a:lnTo>
                        <a:pt x="4758" y="2124"/>
                      </a:lnTo>
                      <a:cubicBezTo>
                        <a:pt x="4380" y="2124"/>
                        <a:pt x="4034" y="2344"/>
                        <a:pt x="3845" y="2659"/>
                      </a:cubicBezTo>
                      <a:cubicBezTo>
                        <a:pt x="3782" y="2817"/>
                        <a:pt x="3845" y="3069"/>
                        <a:pt x="4002" y="3132"/>
                      </a:cubicBezTo>
                      <a:cubicBezTo>
                        <a:pt x="4045" y="3158"/>
                        <a:pt x="4096" y="3169"/>
                        <a:pt x="4148" y="3169"/>
                      </a:cubicBezTo>
                      <a:cubicBezTo>
                        <a:pt x="4284" y="3169"/>
                        <a:pt x="4429" y="3088"/>
                        <a:pt x="4475" y="2974"/>
                      </a:cubicBezTo>
                      <a:cubicBezTo>
                        <a:pt x="4538" y="2848"/>
                        <a:pt x="4632" y="2785"/>
                        <a:pt x="4790" y="2785"/>
                      </a:cubicBezTo>
                      <a:lnTo>
                        <a:pt x="7562" y="2785"/>
                      </a:lnTo>
                      <a:cubicBezTo>
                        <a:pt x="7783" y="2785"/>
                        <a:pt x="8003" y="2722"/>
                        <a:pt x="8192" y="2596"/>
                      </a:cubicBezTo>
                      <a:lnTo>
                        <a:pt x="10555" y="769"/>
                      </a:lnTo>
                      <a:cubicBezTo>
                        <a:pt x="10603" y="747"/>
                        <a:pt x="10649" y="737"/>
                        <a:pt x="10693" y="737"/>
                      </a:cubicBezTo>
                      <a:cubicBezTo>
                        <a:pt x="10969" y="737"/>
                        <a:pt x="11146" y="1123"/>
                        <a:pt x="10902" y="1367"/>
                      </a:cubicBezTo>
                      <a:cubicBezTo>
                        <a:pt x="10844" y="1406"/>
                        <a:pt x="10817" y="1419"/>
                        <a:pt x="10805" y="1419"/>
                      </a:cubicBezTo>
                      <a:cubicBezTo>
                        <a:pt x="10780" y="1419"/>
                        <a:pt x="10836" y="1354"/>
                        <a:pt x="10826" y="1354"/>
                      </a:cubicBezTo>
                      <a:cubicBezTo>
                        <a:pt x="10804" y="1354"/>
                        <a:pt x="10447" y="1686"/>
                        <a:pt x="8066" y="3856"/>
                      </a:cubicBezTo>
                      <a:cubicBezTo>
                        <a:pt x="7877" y="4014"/>
                        <a:pt x="7625" y="4140"/>
                        <a:pt x="7373" y="4140"/>
                      </a:cubicBezTo>
                      <a:lnTo>
                        <a:pt x="3435" y="4140"/>
                      </a:lnTo>
                      <a:cubicBezTo>
                        <a:pt x="2962" y="4140"/>
                        <a:pt x="2490" y="4014"/>
                        <a:pt x="2049" y="3825"/>
                      </a:cubicBezTo>
                      <a:lnTo>
                        <a:pt x="2049" y="1399"/>
                      </a:lnTo>
                      <a:lnTo>
                        <a:pt x="2332" y="1210"/>
                      </a:lnTo>
                      <a:cubicBezTo>
                        <a:pt x="2774" y="883"/>
                        <a:pt x="3318" y="717"/>
                        <a:pt x="3866" y="717"/>
                      </a:cubicBezTo>
                      <a:close/>
                      <a:moveTo>
                        <a:pt x="3817" y="0"/>
                      </a:moveTo>
                      <a:cubicBezTo>
                        <a:pt x="3151" y="0"/>
                        <a:pt x="2491" y="205"/>
                        <a:pt x="1923" y="611"/>
                      </a:cubicBezTo>
                      <a:cubicBezTo>
                        <a:pt x="1765" y="265"/>
                        <a:pt x="1419" y="13"/>
                        <a:pt x="1009" y="13"/>
                      </a:cubicBezTo>
                      <a:lnTo>
                        <a:pt x="348" y="13"/>
                      </a:lnTo>
                      <a:cubicBezTo>
                        <a:pt x="159" y="13"/>
                        <a:pt x="1" y="170"/>
                        <a:pt x="1" y="391"/>
                      </a:cubicBezTo>
                      <a:lnTo>
                        <a:pt x="1" y="4486"/>
                      </a:lnTo>
                      <a:cubicBezTo>
                        <a:pt x="1" y="4675"/>
                        <a:pt x="159" y="4833"/>
                        <a:pt x="348" y="4833"/>
                      </a:cubicBezTo>
                      <a:lnTo>
                        <a:pt x="1009" y="4833"/>
                      </a:lnTo>
                      <a:cubicBezTo>
                        <a:pt x="1324" y="4833"/>
                        <a:pt x="1608" y="4675"/>
                        <a:pt x="1797" y="4486"/>
                      </a:cubicBezTo>
                      <a:cubicBezTo>
                        <a:pt x="2332" y="4707"/>
                        <a:pt x="2868" y="4833"/>
                        <a:pt x="3435" y="4833"/>
                      </a:cubicBezTo>
                      <a:lnTo>
                        <a:pt x="7373" y="4833"/>
                      </a:lnTo>
                      <a:cubicBezTo>
                        <a:pt x="7783" y="4833"/>
                        <a:pt x="8192" y="4675"/>
                        <a:pt x="8507" y="4392"/>
                      </a:cubicBezTo>
                      <a:cubicBezTo>
                        <a:pt x="8539" y="4392"/>
                        <a:pt x="11217" y="1903"/>
                        <a:pt x="11248" y="1872"/>
                      </a:cubicBezTo>
                      <a:cubicBezTo>
                        <a:pt x="11406" y="1809"/>
                        <a:pt x="11658" y="1493"/>
                        <a:pt x="11658" y="1084"/>
                      </a:cubicBezTo>
                      <a:cubicBezTo>
                        <a:pt x="11658" y="454"/>
                        <a:pt x="11185" y="44"/>
                        <a:pt x="10618" y="44"/>
                      </a:cubicBezTo>
                      <a:cubicBezTo>
                        <a:pt x="10303" y="44"/>
                        <a:pt x="10051" y="202"/>
                        <a:pt x="9925" y="296"/>
                      </a:cubicBezTo>
                      <a:lnTo>
                        <a:pt x="8192" y="1619"/>
                      </a:lnTo>
                      <a:cubicBezTo>
                        <a:pt x="8098" y="1084"/>
                        <a:pt x="7688" y="706"/>
                        <a:pt x="7153" y="706"/>
                      </a:cubicBezTo>
                      <a:lnTo>
                        <a:pt x="5861" y="706"/>
                      </a:lnTo>
                      <a:lnTo>
                        <a:pt x="5640" y="548"/>
                      </a:lnTo>
                      <a:cubicBezTo>
                        <a:pt x="5075" y="182"/>
                        <a:pt x="4444" y="0"/>
                        <a:pt x="381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29" name="Google Shape;12517;p89">
                  <a:extLst>
                    <a:ext uri="{FF2B5EF4-FFF2-40B4-BE49-F238E27FC236}">
                      <a16:creationId xmlns:a16="http://schemas.microsoft.com/office/drawing/2014/main" id="{E01AB9F0-2FD3-297B-CE41-28D9EF7472BF}"/>
                    </a:ext>
                  </a:extLst>
                </p:cNvPr>
                <p:cNvSpPr/>
                <p:nvPr/>
              </p:nvSpPr>
              <p:spPr>
                <a:xfrm>
                  <a:off x="-4109575" y="2783850"/>
                  <a:ext cx="153625" cy="15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5" h="6176" extrusionOk="0">
                      <a:moveTo>
                        <a:pt x="3057" y="693"/>
                      </a:moveTo>
                      <a:cubicBezTo>
                        <a:pt x="4411" y="693"/>
                        <a:pt x="5482" y="1765"/>
                        <a:pt x="5482" y="3088"/>
                      </a:cubicBezTo>
                      <a:cubicBezTo>
                        <a:pt x="5482" y="4442"/>
                        <a:pt x="4411" y="5482"/>
                        <a:pt x="3057" y="5482"/>
                      </a:cubicBezTo>
                      <a:cubicBezTo>
                        <a:pt x="1733" y="5482"/>
                        <a:pt x="662" y="4442"/>
                        <a:pt x="662" y="3088"/>
                      </a:cubicBezTo>
                      <a:cubicBezTo>
                        <a:pt x="662" y="1765"/>
                        <a:pt x="1733" y="693"/>
                        <a:pt x="3057" y="693"/>
                      </a:cubicBezTo>
                      <a:close/>
                      <a:moveTo>
                        <a:pt x="3057" y="0"/>
                      </a:moveTo>
                      <a:cubicBezTo>
                        <a:pt x="1387" y="0"/>
                        <a:pt x="1" y="1387"/>
                        <a:pt x="1" y="3088"/>
                      </a:cubicBezTo>
                      <a:cubicBezTo>
                        <a:pt x="1" y="4789"/>
                        <a:pt x="1387" y="6175"/>
                        <a:pt x="3057" y="6175"/>
                      </a:cubicBezTo>
                      <a:cubicBezTo>
                        <a:pt x="4758" y="6175"/>
                        <a:pt x="6144" y="4789"/>
                        <a:pt x="6144" y="3088"/>
                      </a:cubicBezTo>
                      <a:cubicBezTo>
                        <a:pt x="6144" y="1387"/>
                        <a:pt x="4758" y="0"/>
                        <a:pt x="305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30" name="Google Shape;12518;p89">
                  <a:extLst>
                    <a:ext uri="{FF2B5EF4-FFF2-40B4-BE49-F238E27FC236}">
                      <a16:creationId xmlns:a16="http://schemas.microsoft.com/office/drawing/2014/main" id="{B49803BC-F25E-640E-4A53-CCD6CEDDAB9E}"/>
                    </a:ext>
                  </a:extLst>
                </p:cNvPr>
                <p:cNvSpPr/>
                <p:nvPr/>
              </p:nvSpPr>
              <p:spPr>
                <a:xfrm>
                  <a:off x="-4074925" y="2818500"/>
                  <a:ext cx="84300" cy="8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2" h="3404" extrusionOk="0">
                      <a:moveTo>
                        <a:pt x="1671" y="631"/>
                      </a:moveTo>
                      <a:cubicBezTo>
                        <a:pt x="2238" y="631"/>
                        <a:pt x="2710" y="1103"/>
                        <a:pt x="2710" y="1670"/>
                      </a:cubicBezTo>
                      <a:cubicBezTo>
                        <a:pt x="2710" y="2206"/>
                        <a:pt x="2238" y="2678"/>
                        <a:pt x="1671" y="2678"/>
                      </a:cubicBezTo>
                      <a:cubicBezTo>
                        <a:pt x="1135" y="2678"/>
                        <a:pt x="662" y="2206"/>
                        <a:pt x="662" y="1670"/>
                      </a:cubicBezTo>
                      <a:cubicBezTo>
                        <a:pt x="662" y="1103"/>
                        <a:pt x="1135" y="631"/>
                        <a:pt x="1671" y="631"/>
                      </a:cubicBezTo>
                      <a:close/>
                      <a:moveTo>
                        <a:pt x="1671" y="1"/>
                      </a:moveTo>
                      <a:cubicBezTo>
                        <a:pt x="725" y="1"/>
                        <a:pt x="1" y="757"/>
                        <a:pt x="1" y="1702"/>
                      </a:cubicBezTo>
                      <a:cubicBezTo>
                        <a:pt x="1" y="2647"/>
                        <a:pt x="725" y="3403"/>
                        <a:pt x="1671" y="3403"/>
                      </a:cubicBezTo>
                      <a:cubicBezTo>
                        <a:pt x="2616" y="3403"/>
                        <a:pt x="3372" y="2647"/>
                        <a:pt x="3372" y="1702"/>
                      </a:cubicBezTo>
                      <a:cubicBezTo>
                        <a:pt x="3372" y="757"/>
                        <a:pt x="2616" y="1"/>
                        <a:pt x="16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8012" name="Google Shape;12528;p89">
                <a:extLst>
                  <a:ext uri="{FF2B5EF4-FFF2-40B4-BE49-F238E27FC236}">
                    <a16:creationId xmlns:a16="http://schemas.microsoft.com/office/drawing/2014/main" id="{530A5EDA-2D6C-09EE-C247-952E050EA086}"/>
                  </a:ext>
                </a:extLst>
              </p:cNvPr>
              <p:cNvSpPr/>
              <p:nvPr/>
            </p:nvSpPr>
            <p:spPr>
              <a:xfrm>
                <a:off x="10330796" y="3453239"/>
                <a:ext cx="646458" cy="644753"/>
              </a:xfrm>
              <a:custGeom>
                <a:avLst/>
                <a:gdLst/>
                <a:ahLst/>
                <a:cxnLst/>
                <a:rect l="l" t="t" r="r" b="b"/>
                <a:pathLst>
                  <a:path w="11752" h="11721" extrusionOk="0">
                    <a:moveTo>
                      <a:pt x="6490" y="662"/>
                    </a:moveTo>
                    <a:cubicBezTo>
                      <a:pt x="6711" y="662"/>
                      <a:pt x="6868" y="820"/>
                      <a:pt x="6868" y="1009"/>
                    </a:cubicBezTo>
                    <a:lnTo>
                      <a:pt x="6868" y="1355"/>
                    </a:lnTo>
                    <a:lnTo>
                      <a:pt x="5167" y="1355"/>
                    </a:lnTo>
                    <a:cubicBezTo>
                      <a:pt x="4600" y="1355"/>
                      <a:pt x="4127" y="1828"/>
                      <a:pt x="4127" y="2395"/>
                    </a:cubicBezTo>
                    <a:lnTo>
                      <a:pt x="4127" y="2773"/>
                    </a:lnTo>
                    <a:lnTo>
                      <a:pt x="3088" y="2773"/>
                    </a:lnTo>
                    <a:cubicBezTo>
                      <a:pt x="2993" y="2773"/>
                      <a:pt x="2867" y="2836"/>
                      <a:pt x="2836" y="2899"/>
                    </a:cubicBezTo>
                    <a:lnTo>
                      <a:pt x="2048" y="3687"/>
                    </a:lnTo>
                    <a:lnTo>
                      <a:pt x="2048" y="3151"/>
                    </a:lnTo>
                    <a:cubicBezTo>
                      <a:pt x="2048" y="2931"/>
                      <a:pt x="1891" y="2773"/>
                      <a:pt x="1702" y="2773"/>
                    </a:cubicBezTo>
                    <a:lnTo>
                      <a:pt x="1040" y="2773"/>
                    </a:lnTo>
                    <a:cubicBezTo>
                      <a:pt x="819" y="2773"/>
                      <a:pt x="662" y="2616"/>
                      <a:pt x="662" y="2427"/>
                    </a:cubicBezTo>
                    <a:lnTo>
                      <a:pt x="662" y="1009"/>
                    </a:lnTo>
                    <a:cubicBezTo>
                      <a:pt x="662" y="820"/>
                      <a:pt x="819" y="662"/>
                      <a:pt x="1040" y="662"/>
                    </a:cubicBezTo>
                    <a:close/>
                    <a:moveTo>
                      <a:pt x="10649" y="1986"/>
                    </a:moveTo>
                    <a:cubicBezTo>
                      <a:pt x="10838" y="1986"/>
                      <a:pt x="10995" y="2143"/>
                      <a:pt x="10995" y="2364"/>
                    </a:cubicBezTo>
                    <a:lnTo>
                      <a:pt x="10995" y="3781"/>
                    </a:lnTo>
                    <a:cubicBezTo>
                      <a:pt x="10995" y="3970"/>
                      <a:pt x="10838" y="4128"/>
                      <a:pt x="10649" y="4128"/>
                    </a:cubicBezTo>
                    <a:lnTo>
                      <a:pt x="8601" y="4128"/>
                    </a:lnTo>
                    <a:cubicBezTo>
                      <a:pt x="8412" y="4128"/>
                      <a:pt x="8255" y="4285"/>
                      <a:pt x="8255" y="4474"/>
                    </a:cubicBezTo>
                    <a:lnTo>
                      <a:pt x="8255" y="5041"/>
                    </a:lnTo>
                    <a:lnTo>
                      <a:pt x="7404" y="4191"/>
                    </a:lnTo>
                    <a:cubicBezTo>
                      <a:pt x="7372" y="4159"/>
                      <a:pt x="7246" y="4128"/>
                      <a:pt x="7183" y="4128"/>
                    </a:cubicBezTo>
                    <a:lnTo>
                      <a:pt x="5136" y="4128"/>
                    </a:lnTo>
                    <a:cubicBezTo>
                      <a:pt x="4947" y="4128"/>
                      <a:pt x="4789" y="3970"/>
                      <a:pt x="4789" y="3781"/>
                    </a:cubicBezTo>
                    <a:lnTo>
                      <a:pt x="4789" y="2364"/>
                    </a:lnTo>
                    <a:cubicBezTo>
                      <a:pt x="4789" y="2143"/>
                      <a:pt x="4947" y="1986"/>
                      <a:pt x="5136" y="1986"/>
                    </a:cubicBezTo>
                    <a:close/>
                    <a:moveTo>
                      <a:pt x="3088" y="6207"/>
                    </a:moveTo>
                    <a:cubicBezTo>
                      <a:pt x="3623" y="6207"/>
                      <a:pt x="4096" y="6680"/>
                      <a:pt x="4096" y="7247"/>
                    </a:cubicBezTo>
                    <a:cubicBezTo>
                      <a:pt x="4096" y="7782"/>
                      <a:pt x="3623" y="8255"/>
                      <a:pt x="3088" y="8255"/>
                    </a:cubicBezTo>
                    <a:cubicBezTo>
                      <a:pt x="2521" y="8255"/>
                      <a:pt x="2048" y="7782"/>
                      <a:pt x="2048" y="7247"/>
                    </a:cubicBezTo>
                    <a:cubicBezTo>
                      <a:pt x="2048" y="6648"/>
                      <a:pt x="2489" y="6207"/>
                      <a:pt x="3088" y="6207"/>
                    </a:cubicBezTo>
                    <a:close/>
                    <a:moveTo>
                      <a:pt x="8601" y="6207"/>
                    </a:moveTo>
                    <a:cubicBezTo>
                      <a:pt x="9137" y="6207"/>
                      <a:pt x="9609" y="6648"/>
                      <a:pt x="9609" y="7247"/>
                    </a:cubicBezTo>
                    <a:cubicBezTo>
                      <a:pt x="9609" y="7782"/>
                      <a:pt x="9137" y="8255"/>
                      <a:pt x="8601" y="8255"/>
                    </a:cubicBezTo>
                    <a:cubicBezTo>
                      <a:pt x="8003" y="8255"/>
                      <a:pt x="7530" y="7782"/>
                      <a:pt x="7530" y="7247"/>
                    </a:cubicBezTo>
                    <a:cubicBezTo>
                      <a:pt x="7530" y="6680"/>
                      <a:pt x="8003" y="6207"/>
                      <a:pt x="8601" y="6207"/>
                    </a:cubicBezTo>
                    <a:close/>
                    <a:moveTo>
                      <a:pt x="3749" y="8980"/>
                    </a:moveTo>
                    <a:cubicBezTo>
                      <a:pt x="4695" y="8980"/>
                      <a:pt x="5451" y="9704"/>
                      <a:pt x="5451" y="10649"/>
                    </a:cubicBezTo>
                    <a:lnTo>
                      <a:pt x="5451" y="11027"/>
                    </a:lnTo>
                    <a:lnTo>
                      <a:pt x="630" y="11027"/>
                    </a:lnTo>
                    <a:lnTo>
                      <a:pt x="630" y="10649"/>
                    </a:lnTo>
                    <a:lnTo>
                      <a:pt x="662" y="10649"/>
                    </a:lnTo>
                    <a:cubicBezTo>
                      <a:pt x="662" y="9704"/>
                      <a:pt x="1418" y="8980"/>
                      <a:pt x="2363" y="8980"/>
                    </a:cubicBezTo>
                    <a:close/>
                    <a:moveTo>
                      <a:pt x="9369" y="8976"/>
                    </a:moveTo>
                    <a:cubicBezTo>
                      <a:pt x="10266" y="8976"/>
                      <a:pt x="10995" y="9740"/>
                      <a:pt x="10995" y="10649"/>
                    </a:cubicBezTo>
                    <a:lnTo>
                      <a:pt x="10995" y="11027"/>
                    </a:lnTo>
                    <a:lnTo>
                      <a:pt x="6144" y="11027"/>
                    </a:lnTo>
                    <a:lnTo>
                      <a:pt x="6144" y="10649"/>
                    </a:lnTo>
                    <a:cubicBezTo>
                      <a:pt x="6144" y="9704"/>
                      <a:pt x="6900" y="8980"/>
                      <a:pt x="7845" y="8980"/>
                    </a:cubicBezTo>
                    <a:lnTo>
                      <a:pt x="9263" y="8980"/>
                    </a:lnTo>
                    <a:cubicBezTo>
                      <a:pt x="9298" y="8977"/>
                      <a:pt x="9334" y="8976"/>
                      <a:pt x="9369" y="8976"/>
                    </a:cubicBezTo>
                    <a:close/>
                    <a:moveTo>
                      <a:pt x="1040" y="1"/>
                    </a:moveTo>
                    <a:cubicBezTo>
                      <a:pt x="473" y="1"/>
                      <a:pt x="0" y="473"/>
                      <a:pt x="0" y="1009"/>
                    </a:cubicBezTo>
                    <a:lnTo>
                      <a:pt x="0" y="2427"/>
                    </a:lnTo>
                    <a:cubicBezTo>
                      <a:pt x="0" y="2994"/>
                      <a:pt x="473" y="3466"/>
                      <a:pt x="1040" y="3466"/>
                    </a:cubicBezTo>
                    <a:lnTo>
                      <a:pt x="1386" y="3466"/>
                    </a:lnTo>
                    <a:lnTo>
                      <a:pt x="1386" y="4474"/>
                    </a:lnTo>
                    <a:cubicBezTo>
                      <a:pt x="1386" y="4688"/>
                      <a:pt x="1546" y="4829"/>
                      <a:pt x="1727" y="4829"/>
                    </a:cubicBezTo>
                    <a:cubicBezTo>
                      <a:pt x="1813" y="4829"/>
                      <a:pt x="1904" y="4797"/>
                      <a:pt x="1985" y="4726"/>
                    </a:cubicBezTo>
                    <a:lnTo>
                      <a:pt x="3245" y="3466"/>
                    </a:lnTo>
                    <a:lnTo>
                      <a:pt x="4096" y="3466"/>
                    </a:lnTo>
                    <a:lnTo>
                      <a:pt x="4096" y="3813"/>
                    </a:lnTo>
                    <a:cubicBezTo>
                      <a:pt x="4096" y="4348"/>
                      <a:pt x="4568" y="4821"/>
                      <a:pt x="5136" y="4821"/>
                    </a:cubicBezTo>
                    <a:lnTo>
                      <a:pt x="7057" y="4821"/>
                    </a:lnTo>
                    <a:lnTo>
                      <a:pt x="7908" y="5672"/>
                    </a:lnTo>
                    <a:cubicBezTo>
                      <a:pt x="7341" y="5924"/>
                      <a:pt x="6868" y="6522"/>
                      <a:pt x="6868" y="7247"/>
                    </a:cubicBezTo>
                    <a:cubicBezTo>
                      <a:pt x="6868" y="7625"/>
                      <a:pt x="7026" y="8034"/>
                      <a:pt x="7278" y="8349"/>
                    </a:cubicBezTo>
                    <a:cubicBezTo>
                      <a:pt x="6648" y="8507"/>
                      <a:pt x="6144" y="8885"/>
                      <a:pt x="5829" y="9452"/>
                    </a:cubicBezTo>
                    <a:cubicBezTo>
                      <a:pt x="5514" y="8917"/>
                      <a:pt x="5010" y="8539"/>
                      <a:pt x="4411" y="8381"/>
                    </a:cubicBezTo>
                    <a:cubicBezTo>
                      <a:pt x="4663" y="8066"/>
                      <a:pt x="4821" y="7719"/>
                      <a:pt x="4821" y="7278"/>
                    </a:cubicBezTo>
                    <a:cubicBezTo>
                      <a:pt x="4821" y="6333"/>
                      <a:pt x="4064" y="5577"/>
                      <a:pt x="3119" y="5577"/>
                    </a:cubicBezTo>
                    <a:cubicBezTo>
                      <a:pt x="2174" y="5577"/>
                      <a:pt x="1418" y="6333"/>
                      <a:pt x="1418" y="7278"/>
                    </a:cubicBezTo>
                    <a:cubicBezTo>
                      <a:pt x="1418" y="7719"/>
                      <a:pt x="1576" y="8097"/>
                      <a:pt x="1828" y="8381"/>
                    </a:cubicBezTo>
                    <a:cubicBezTo>
                      <a:pt x="788" y="8665"/>
                      <a:pt x="32" y="9610"/>
                      <a:pt x="32" y="10712"/>
                    </a:cubicBezTo>
                    <a:lnTo>
                      <a:pt x="32" y="11374"/>
                    </a:lnTo>
                    <a:cubicBezTo>
                      <a:pt x="32" y="11563"/>
                      <a:pt x="189" y="11721"/>
                      <a:pt x="410" y="11721"/>
                    </a:cubicBezTo>
                    <a:lnTo>
                      <a:pt x="11374" y="11721"/>
                    </a:lnTo>
                    <a:cubicBezTo>
                      <a:pt x="11594" y="11721"/>
                      <a:pt x="11752" y="11563"/>
                      <a:pt x="11752" y="11374"/>
                    </a:cubicBezTo>
                    <a:lnTo>
                      <a:pt x="11752" y="10712"/>
                    </a:lnTo>
                    <a:cubicBezTo>
                      <a:pt x="11752" y="9610"/>
                      <a:pt x="10995" y="8665"/>
                      <a:pt x="9956" y="8381"/>
                    </a:cubicBezTo>
                    <a:cubicBezTo>
                      <a:pt x="10208" y="8066"/>
                      <a:pt x="10365" y="7719"/>
                      <a:pt x="10365" y="7278"/>
                    </a:cubicBezTo>
                    <a:cubicBezTo>
                      <a:pt x="10365" y="6459"/>
                      <a:pt x="9767" y="5735"/>
                      <a:pt x="8979" y="5577"/>
                    </a:cubicBezTo>
                    <a:lnTo>
                      <a:pt x="8979" y="4884"/>
                    </a:lnTo>
                    <a:lnTo>
                      <a:pt x="10649" y="4884"/>
                    </a:lnTo>
                    <a:lnTo>
                      <a:pt x="10649" y="4821"/>
                    </a:lnTo>
                    <a:cubicBezTo>
                      <a:pt x="11185" y="4821"/>
                      <a:pt x="11657" y="4348"/>
                      <a:pt x="11657" y="3813"/>
                    </a:cubicBezTo>
                    <a:lnTo>
                      <a:pt x="11657" y="2395"/>
                    </a:lnTo>
                    <a:cubicBezTo>
                      <a:pt x="11657" y="1828"/>
                      <a:pt x="11185" y="1355"/>
                      <a:pt x="10649" y="1355"/>
                    </a:cubicBezTo>
                    <a:lnTo>
                      <a:pt x="7530" y="1355"/>
                    </a:lnTo>
                    <a:lnTo>
                      <a:pt x="7530" y="1009"/>
                    </a:lnTo>
                    <a:cubicBezTo>
                      <a:pt x="7530" y="473"/>
                      <a:pt x="7057" y="1"/>
                      <a:pt x="649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8013" name="Google Shape;12540;p89">
                <a:extLst>
                  <a:ext uri="{FF2B5EF4-FFF2-40B4-BE49-F238E27FC236}">
                    <a16:creationId xmlns:a16="http://schemas.microsoft.com/office/drawing/2014/main" id="{272E07E7-FF04-EBC4-1D60-4330B66D158F}"/>
                  </a:ext>
                </a:extLst>
              </p:cNvPr>
              <p:cNvGrpSpPr/>
              <p:nvPr/>
            </p:nvGrpSpPr>
            <p:grpSpPr>
              <a:xfrm>
                <a:off x="2893270" y="3454375"/>
                <a:ext cx="644698" cy="642992"/>
                <a:chOff x="-5635975" y="2757075"/>
                <a:chExt cx="293000" cy="292225"/>
              </a:xfrm>
              <a:grpFill/>
            </p:grpSpPr>
            <p:sp>
              <p:nvSpPr>
                <p:cNvPr id="18026" name="Google Shape;12541;p89">
                  <a:extLst>
                    <a:ext uri="{FF2B5EF4-FFF2-40B4-BE49-F238E27FC236}">
                      <a16:creationId xmlns:a16="http://schemas.microsoft.com/office/drawing/2014/main" id="{A8A4FC3C-B000-24DF-2802-AF4A12A784DD}"/>
                    </a:ext>
                  </a:extLst>
                </p:cNvPr>
                <p:cNvSpPr/>
                <p:nvPr/>
              </p:nvSpPr>
              <p:spPr>
                <a:xfrm>
                  <a:off x="-5635975" y="2757075"/>
                  <a:ext cx="293000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0" h="11689" extrusionOk="0">
                      <a:moveTo>
                        <a:pt x="10649" y="693"/>
                      </a:moveTo>
                      <a:cubicBezTo>
                        <a:pt x="10838" y="693"/>
                        <a:pt x="10995" y="851"/>
                        <a:pt x="10995" y="1040"/>
                      </a:cubicBezTo>
                      <a:lnTo>
                        <a:pt x="10995" y="7593"/>
                      </a:lnTo>
                      <a:lnTo>
                        <a:pt x="693" y="7593"/>
                      </a:lnTo>
                      <a:lnTo>
                        <a:pt x="693" y="1040"/>
                      </a:lnTo>
                      <a:cubicBezTo>
                        <a:pt x="725" y="851"/>
                        <a:pt x="882" y="693"/>
                        <a:pt x="1040" y="693"/>
                      </a:cubicBezTo>
                      <a:close/>
                      <a:moveTo>
                        <a:pt x="10995" y="8223"/>
                      </a:moveTo>
                      <a:lnTo>
                        <a:pt x="10995" y="8569"/>
                      </a:lnTo>
                      <a:cubicBezTo>
                        <a:pt x="11027" y="8821"/>
                        <a:pt x="10869" y="8916"/>
                        <a:pt x="10680" y="8916"/>
                      </a:cubicBezTo>
                      <a:lnTo>
                        <a:pt x="1040" y="8916"/>
                      </a:lnTo>
                      <a:cubicBezTo>
                        <a:pt x="851" y="8916"/>
                        <a:pt x="693" y="8758"/>
                        <a:pt x="693" y="8569"/>
                      </a:cubicBezTo>
                      <a:lnTo>
                        <a:pt x="693" y="8223"/>
                      </a:lnTo>
                      <a:close/>
                      <a:moveTo>
                        <a:pt x="6679" y="9641"/>
                      </a:moveTo>
                      <a:lnTo>
                        <a:pt x="6994" y="11027"/>
                      </a:lnTo>
                      <a:lnTo>
                        <a:pt x="4694" y="11027"/>
                      </a:lnTo>
                      <a:lnTo>
                        <a:pt x="5009" y="9641"/>
                      </a:lnTo>
                      <a:close/>
                      <a:moveTo>
                        <a:pt x="1040" y="0"/>
                      </a:moveTo>
                      <a:cubicBezTo>
                        <a:pt x="473" y="0"/>
                        <a:pt x="0" y="473"/>
                        <a:pt x="0" y="1008"/>
                      </a:cubicBezTo>
                      <a:lnTo>
                        <a:pt x="0" y="8569"/>
                      </a:lnTo>
                      <a:cubicBezTo>
                        <a:pt x="0" y="9137"/>
                        <a:pt x="473" y="9609"/>
                        <a:pt x="1040" y="9609"/>
                      </a:cubicBezTo>
                      <a:lnTo>
                        <a:pt x="4316" y="9609"/>
                      </a:lnTo>
                      <a:lnTo>
                        <a:pt x="4001" y="10964"/>
                      </a:lnTo>
                      <a:lnTo>
                        <a:pt x="3087" y="10964"/>
                      </a:lnTo>
                      <a:cubicBezTo>
                        <a:pt x="2898" y="10964"/>
                        <a:pt x="2741" y="11121"/>
                        <a:pt x="2741" y="11342"/>
                      </a:cubicBezTo>
                      <a:cubicBezTo>
                        <a:pt x="2741" y="11531"/>
                        <a:pt x="2898" y="11688"/>
                        <a:pt x="3087" y="11688"/>
                      </a:cubicBezTo>
                      <a:lnTo>
                        <a:pt x="8569" y="11688"/>
                      </a:lnTo>
                      <a:cubicBezTo>
                        <a:pt x="8758" y="11688"/>
                        <a:pt x="8916" y="11531"/>
                        <a:pt x="8916" y="11342"/>
                      </a:cubicBezTo>
                      <a:cubicBezTo>
                        <a:pt x="8916" y="11121"/>
                        <a:pt x="8758" y="10964"/>
                        <a:pt x="8569" y="10964"/>
                      </a:cubicBezTo>
                      <a:lnTo>
                        <a:pt x="7656" y="10964"/>
                      </a:lnTo>
                      <a:lnTo>
                        <a:pt x="7341" y="9609"/>
                      </a:lnTo>
                      <a:lnTo>
                        <a:pt x="10649" y="9609"/>
                      </a:lnTo>
                      <a:cubicBezTo>
                        <a:pt x="11216" y="9609"/>
                        <a:pt x="11688" y="9137"/>
                        <a:pt x="11688" y="8569"/>
                      </a:cubicBezTo>
                      <a:lnTo>
                        <a:pt x="11688" y="1008"/>
                      </a:lnTo>
                      <a:cubicBezTo>
                        <a:pt x="11720" y="473"/>
                        <a:pt x="11247" y="0"/>
                        <a:pt x="106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27" name="Google Shape;12542;p89">
                  <a:extLst>
                    <a:ext uri="{FF2B5EF4-FFF2-40B4-BE49-F238E27FC236}">
                      <a16:creationId xmlns:a16="http://schemas.microsoft.com/office/drawing/2014/main" id="{78A0C69D-D358-2464-9BA0-2280C2B2EA40}"/>
                    </a:ext>
                  </a:extLst>
                </p:cNvPr>
                <p:cNvSpPr/>
                <p:nvPr/>
              </p:nvSpPr>
              <p:spPr>
                <a:xfrm>
                  <a:off x="-5584800" y="2790150"/>
                  <a:ext cx="189850" cy="138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94" h="5522" extrusionOk="0">
                      <a:moveTo>
                        <a:pt x="2994" y="725"/>
                      </a:moveTo>
                      <a:lnTo>
                        <a:pt x="2332" y="1387"/>
                      </a:lnTo>
                      <a:lnTo>
                        <a:pt x="1230" y="1387"/>
                      </a:lnTo>
                      <a:lnTo>
                        <a:pt x="1891" y="725"/>
                      </a:lnTo>
                      <a:close/>
                      <a:moveTo>
                        <a:pt x="3781" y="882"/>
                      </a:moveTo>
                      <a:lnTo>
                        <a:pt x="4349" y="1418"/>
                      </a:lnTo>
                      <a:lnTo>
                        <a:pt x="3246" y="1418"/>
                      </a:lnTo>
                      <a:lnTo>
                        <a:pt x="3781" y="882"/>
                      </a:lnTo>
                      <a:close/>
                      <a:moveTo>
                        <a:pt x="5735" y="756"/>
                      </a:moveTo>
                      <a:lnTo>
                        <a:pt x="6396" y="1418"/>
                      </a:lnTo>
                      <a:lnTo>
                        <a:pt x="5294" y="1418"/>
                      </a:lnTo>
                      <a:lnTo>
                        <a:pt x="4632" y="756"/>
                      </a:lnTo>
                      <a:close/>
                      <a:moveTo>
                        <a:pt x="2175" y="2080"/>
                      </a:moveTo>
                      <a:lnTo>
                        <a:pt x="2868" y="3749"/>
                      </a:lnTo>
                      <a:lnTo>
                        <a:pt x="1198" y="2080"/>
                      </a:lnTo>
                      <a:close/>
                      <a:moveTo>
                        <a:pt x="6396" y="2080"/>
                      </a:moveTo>
                      <a:lnTo>
                        <a:pt x="4727" y="3749"/>
                      </a:lnTo>
                      <a:lnTo>
                        <a:pt x="5420" y="2080"/>
                      </a:lnTo>
                      <a:close/>
                      <a:moveTo>
                        <a:pt x="4664" y="2080"/>
                      </a:moveTo>
                      <a:lnTo>
                        <a:pt x="3781" y="4253"/>
                      </a:lnTo>
                      <a:lnTo>
                        <a:pt x="2931" y="2080"/>
                      </a:lnTo>
                      <a:close/>
                      <a:moveTo>
                        <a:pt x="1734" y="0"/>
                      </a:moveTo>
                      <a:cubicBezTo>
                        <a:pt x="1671" y="0"/>
                        <a:pt x="1545" y="32"/>
                        <a:pt x="1513" y="126"/>
                      </a:cubicBezTo>
                      <a:lnTo>
                        <a:pt x="127" y="1513"/>
                      </a:lnTo>
                      <a:cubicBezTo>
                        <a:pt x="1" y="1670"/>
                        <a:pt x="1" y="1859"/>
                        <a:pt x="127" y="2017"/>
                      </a:cubicBezTo>
                      <a:lnTo>
                        <a:pt x="3561" y="5451"/>
                      </a:lnTo>
                      <a:cubicBezTo>
                        <a:pt x="3624" y="5498"/>
                        <a:pt x="3711" y="5522"/>
                        <a:pt x="3797" y="5522"/>
                      </a:cubicBezTo>
                      <a:cubicBezTo>
                        <a:pt x="3884" y="5522"/>
                        <a:pt x="3970" y="5498"/>
                        <a:pt x="4033" y="5451"/>
                      </a:cubicBezTo>
                      <a:lnTo>
                        <a:pt x="7468" y="2017"/>
                      </a:lnTo>
                      <a:cubicBezTo>
                        <a:pt x="7594" y="1891"/>
                        <a:pt x="7594" y="1702"/>
                        <a:pt x="7499" y="1544"/>
                      </a:cubicBezTo>
                      <a:lnTo>
                        <a:pt x="7468" y="1513"/>
                      </a:lnTo>
                      <a:lnTo>
                        <a:pt x="6081" y="126"/>
                      </a:lnTo>
                      <a:cubicBezTo>
                        <a:pt x="6018" y="32"/>
                        <a:pt x="5924" y="0"/>
                        <a:pt x="586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14" name="Google Shape;12549;p89">
                <a:extLst>
                  <a:ext uri="{FF2B5EF4-FFF2-40B4-BE49-F238E27FC236}">
                    <a16:creationId xmlns:a16="http://schemas.microsoft.com/office/drawing/2014/main" id="{51FECA6B-CD43-0A57-762B-7ABAB35B6AFA}"/>
                  </a:ext>
                </a:extLst>
              </p:cNvPr>
              <p:cNvGrpSpPr/>
              <p:nvPr/>
            </p:nvGrpSpPr>
            <p:grpSpPr>
              <a:xfrm>
                <a:off x="7003473" y="3453523"/>
                <a:ext cx="641288" cy="644698"/>
                <a:chOff x="-3852025" y="2764950"/>
                <a:chExt cx="291450" cy="293000"/>
              </a:xfrm>
              <a:grpFill/>
            </p:grpSpPr>
            <p:sp>
              <p:nvSpPr>
                <p:cNvPr id="18024" name="Google Shape;12550;p89">
                  <a:extLst>
                    <a:ext uri="{FF2B5EF4-FFF2-40B4-BE49-F238E27FC236}">
                      <a16:creationId xmlns:a16="http://schemas.microsoft.com/office/drawing/2014/main" id="{37876BF7-0AF3-6B2E-C6AD-6030104121F9}"/>
                    </a:ext>
                  </a:extLst>
                </p:cNvPr>
                <p:cNvSpPr/>
                <p:nvPr/>
              </p:nvSpPr>
              <p:spPr>
                <a:xfrm>
                  <a:off x="-3852025" y="2764950"/>
                  <a:ext cx="291450" cy="29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720" extrusionOk="0">
                      <a:moveTo>
                        <a:pt x="4380" y="693"/>
                      </a:moveTo>
                      <a:cubicBezTo>
                        <a:pt x="6774" y="693"/>
                        <a:pt x="8161" y="1355"/>
                        <a:pt x="8161" y="1733"/>
                      </a:cubicBezTo>
                      <a:cubicBezTo>
                        <a:pt x="8161" y="2080"/>
                        <a:pt x="6774" y="2741"/>
                        <a:pt x="4380" y="2741"/>
                      </a:cubicBezTo>
                      <a:cubicBezTo>
                        <a:pt x="1986" y="2741"/>
                        <a:pt x="599" y="2080"/>
                        <a:pt x="599" y="1733"/>
                      </a:cubicBezTo>
                      <a:cubicBezTo>
                        <a:pt x="631" y="1355"/>
                        <a:pt x="2017" y="693"/>
                        <a:pt x="4380" y="693"/>
                      </a:cubicBezTo>
                      <a:close/>
                      <a:moveTo>
                        <a:pt x="8224" y="2710"/>
                      </a:moveTo>
                      <a:lnTo>
                        <a:pt x="8224" y="4190"/>
                      </a:lnTo>
                      <a:lnTo>
                        <a:pt x="7845" y="4190"/>
                      </a:lnTo>
                      <a:cubicBezTo>
                        <a:pt x="7815" y="4189"/>
                        <a:pt x="7784" y="4189"/>
                        <a:pt x="7753" y="4189"/>
                      </a:cubicBezTo>
                      <a:cubicBezTo>
                        <a:pt x="6625" y="4189"/>
                        <a:pt x="5622" y="4748"/>
                        <a:pt x="4947" y="5545"/>
                      </a:cubicBezTo>
                      <a:cubicBezTo>
                        <a:pt x="4743" y="5555"/>
                        <a:pt x="4544" y="5560"/>
                        <a:pt x="4352" y="5560"/>
                      </a:cubicBezTo>
                      <a:cubicBezTo>
                        <a:pt x="2081" y="5560"/>
                        <a:pt x="662" y="4912"/>
                        <a:pt x="662" y="4505"/>
                      </a:cubicBezTo>
                      <a:lnTo>
                        <a:pt x="662" y="2710"/>
                      </a:lnTo>
                      <a:cubicBezTo>
                        <a:pt x="1639" y="3308"/>
                        <a:pt x="3246" y="3466"/>
                        <a:pt x="4443" y="3466"/>
                      </a:cubicBezTo>
                      <a:cubicBezTo>
                        <a:pt x="5577" y="3466"/>
                        <a:pt x="7215" y="3308"/>
                        <a:pt x="8224" y="2710"/>
                      </a:cubicBezTo>
                      <a:close/>
                      <a:moveTo>
                        <a:pt x="631" y="5514"/>
                      </a:moveTo>
                      <a:cubicBezTo>
                        <a:pt x="1639" y="6081"/>
                        <a:pt x="3309" y="6238"/>
                        <a:pt x="4474" y="6238"/>
                      </a:cubicBezTo>
                      <a:cubicBezTo>
                        <a:pt x="4222" y="6711"/>
                        <a:pt x="4065" y="7309"/>
                        <a:pt x="4065" y="7939"/>
                      </a:cubicBezTo>
                      <a:lnTo>
                        <a:pt x="4065" y="8286"/>
                      </a:lnTo>
                      <a:cubicBezTo>
                        <a:pt x="1860" y="8223"/>
                        <a:pt x="631" y="7624"/>
                        <a:pt x="631" y="7278"/>
                      </a:cubicBezTo>
                      <a:lnTo>
                        <a:pt x="631" y="5514"/>
                      </a:lnTo>
                      <a:close/>
                      <a:moveTo>
                        <a:pt x="631" y="8223"/>
                      </a:moveTo>
                      <a:cubicBezTo>
                        <a:pt x="1576" y="8759"/>
                        <a:pt x="3120" y="8979"/>
                        <a:pt x="4222" y="8979"/>
                      </a:cubicBezTo>
                      <a:cubicBezTo>
                        <a:pt x="4474" y="9798"/>
                        <a:pt x="4947" y="10460"/>
                        <a:pt x="5609" y="10964"/>
                      </a:cubicBezTo>
                      <a:cubicBezTo>
                        <a:pt x="5199" y="11005"/>
                        <a:pt x="4802" y="11024"/>
                        <a:pt x="4424" y="11024"/>
                      </a:cubicBezTo>
                      <a:cubicBezTo>
                        <a:pt x="2216" y="11024"/>
                        <a:pt x="631" y="10391"/>
                        <a:pt x="631" y="9987"/>
                      </a:cubicBezTo>
                      <a:lnTo>
                        <a:pt x="631" y="8223"/>
                      </a:lnTo>
                      <a:close/>
                      <a:moveTo>
                        <a:pt x="7814" y="4852"/>
                      </a:moveTo>
                      <a:cubicBezTo>
                        <a:pt x="9515" y="4852"/>
                        <a:pt x="10933" y="6238"/>
                        <a:pt x="10933" y="7939"/>
                      </a:cubicBezTo>
                      <a:cubicBezTo>
                        <a:pt x="10964" y="9641"/>
                        <a:pt x="9547" y="11027"/>
                        <a:pt x="7814" y="11027"/>
                      </a:cubicBezTo>
                      <a:cubicBezTo>
                        <a:pt x="6113" y="11027"/>
                        <a:pt x="4726" y="9641"/>
                        <a:pt x="4726" y="7939"/>
                      </a:cubicBezTo>
                      <a:cubicBezTo>
                        <a:pt x="4726" y="6238"/>
                        <a:pt x="6113" y="4852"/>
                        <a:pt x="7814" y="4852"/>
                      </a:cubicBezTo>
                      <a:close/>
                      <a:moveTo>
                        <a:pt x="4411" y="0"/>
                      </a:moveTo>
                      <a:cubicBezTo>
                        <a:pt x="3277" y="0"/>
                        <a:pt x="2206" y="158"/>
                        <a:pt x="1418" y="410"/>
                      </a:cubicBezTo>
                      <a:cubicBezTo>
                        <a:pt x="253" y="819"/>
                        <a:pt x="1" y="1323"/>
                        <a:pt x="1" y="1733"/>
                      </a:cubicBezTo>
                      <a:lnTo>
                        <a:pt x="1" y="9987"/>
                      </a:lnTo>
                      <a:cubicBezTo>
                        <a:pt x="1" y="10334"/>
                        <a:pt x="253" y="10901"/>
                        <a:pt x="1418" y="11279"/>
                      </a:cubicBezTo>
                      <a:cubicBezTo>
                        <a:pt x="2269" y="11562"/>
                        <a:pt x="3309" y="11720"/>
                        <a:pt x="4411" y="11720"/>
                      </a:cubicBezTo>
                      <a:cubicBezTo>
                        <a:pt x="5199" y="11720"/>
                        <a:pt x="5955" y="11657"/>
                        <a:pt x="6617" y="11531"/>
                      </a:cubicBezTo>
                      <a:cubicBezTo>
                        <a:pt x="7026" y="11657"/>
                        <a:pt x="7404" y="11720"/>
                        <a:pt x="7845" y="11720"/>
                      </a:cubicBezTo>
                      <a:cubicBezTo>
                        <a:pt x="9925" y="11720"/>
                        <a:pt x="11658" y="10019"/>
                        <a:pt x="11658" y="7939"/>
                      </a:cubicBezTo>
                      <a:cubicBezTo>
                        <a:pt x="11626" y="6175"/>
                        <a:pt x="10397" y="4757"/>
                        <a:pt x="8822" y="4316"/>
                      </a:cubicBezTo>
                      <a:lnTo>
                        <a:pt x="8822" y="1733"/>
                      </a:lnTo>
                      <a:cubicBezTo>
                        <a:pt x="8822" y="1355"/>
                        <a:pt x="8602" y="819"/>
                        <a:pt x="7404" y="410"/>
                      </a:cubicBezTo>
                      <a:cubicBezTo>
                        <a:pt x="6585" y="158"/>
                        <a:pt x="5514" y="0"/>
                        <a:pt x="441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25" name="Google Shape;12551;p89">
                  <a:extLst>
                    <a:ext uri="{FF2B5EF4-FFF2-40B4-BE49-F238E27FC236}">
                      <a16:creationId xmlns:a16="http://schemas.microsoft.com/office/drawing/2014/main" id="{4BCA15B5-7D38-E691-3C74-B5EE94093389}"/>
                    </a:ext>
                  </a:extLst>
                </p:cNvPr>
                <p:cNvSpPr/>
                <p:nvPr/>
              </p:nvSpPr>
              <p:spPr>
                <a:xfrm>
                  <a:off x="-3707100" y="2937425"/>
                  <a:ext cx="103200" cy="67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8" h="2711" extrusionOk="0">
                      <a:moveTo>
                        <a:pt x="3785" y="1"/>
                      </a:moveTo>
                      <a:cubicBezTo>
                        <a:pt x="3695" y="1"/>
                        <a:pt x="3608" y="32"/>
                        <a:pt x="3561" y="95"/>
                      </a:cubicBezTo>
                      <a:lnTo>
                        <a:pt x="1733" y="1923"/>
                      </a:lnTo>
                      <a:lnTo>
                        <a:pt x="599" y="757"/>
                      </a:lnTo>
                      <a:cubicBezTo>
                        <a:pt x="536" y="710"/>
                        <a:pt x="450" y="686"/>
                        <a:pt x="363" y="686"/>
                      </a:cubicBezTo>
                      <a:cubicBezTo>
                        <a:pt x="276" y="686"/>
                        <a:pt x="190" y="710"/>
                        <a:pt x="127" y="757"/>
                      </a:cubicBezTo>
                      <a:cubicBezTo>
                        <a:pt x="1" y="883"/>
                        <a:pt x="1" y="1135"/>
                        <a:pt x="127" y="1229"/>
                      </a:cubicBezTo>
                      <a:lnTo>
                        <a:pt x="1513" y="2616"/>
                      </a:lnTo>
                      <a:cubicBezTo>
                        <a:pt x="1560" y="2679"/>
                        <a:pt x="1647" y="2710"/>
                        <a:pt x="1737" y="2710"/>
                      </a:cubicBezTo>
                      <a:cubicBezTo>
                        <a:pt x="1828" y="2710"/>
                        <a:pt x="1922" y="2679"/>
                        <a:pt x="1985" y="2616"/>
                      </a:cubicBezTo>
                      <a:lnTo>
                        <a:pt x="4033" y="568"/>
                      </a:lnTo>
                      <a:cubicBezTo>
                        <a:pt x="4128" y="442"/>
                        <a:pt x="4128" y="221"/>
                        <a:pt x="4033" y="95"/>
                      </a:cubicBezTo>
                      <a:cubicBezTo>
                        <a:pt x="3970" y="32"/>
                        <a:pt x="3876" y="1"/>
                        <a:pt x="378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15" name="Google Shape;12554;p89">
                <a:extLst>
                  <a:ext uri="{FF2B5EF4-FFF2-40B4-BE49-F238E27FC236}">
                    <a16:creationId xmlns:a16="http://schemas.microsoft.com/office/drawing/2014/main" id="{91ED65F1-DB79-C82F-5C13-D5EBA7C7D0C8}"/>
                  </a:ext>
                </a:extLst>
              </p:cNvPr>
              <p:cNvGrpSpPr/>
              <p:nvPr/>
            </p:nvGrpSpPr>
            <p:grpSpPr>
              <a:xfrm>
                <a:off x="11152667" y="3454376"/>
                <a:ext cx="641288" cy="642992"/>
                <a:chOff x="-2060175" y="2768875"/>
                <a:chExt cx="291450" cy="292225"/>
              </a:xfrm>
              <a:grpFill/>
            </p:grpSpPr>
            <p:sp>
              <p:nvSpPr>
                <p:cNvPr id="18022" name="Google Shape;12555;p89">
                  <a:extLst>
                    <a:ext uri="{FF2B5EF4-FFF2-40B4-BE49-F238E27FC236}">
                      <a16:creationId xmlns:a16="http://schemas.microsoft.com/office/drawing/2014/main" id="{FEE895C4-0BDA-A479-18C6-8CA91E3DAF2D}"/>
                    </a:ext>
                  </a:extLst>
                </p:cNvPr>
                <p:cNvSpPr/>
                <p:nvPr/>
              </p:nvSpPr>
              <p:spPr>
                <a:xfrm>
                  <a:off x="-2060175" y="2768875"/>
                  <a:ext cx="291450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689" extrusionOk="0">
                      <a:moveTo>
                        <a:pt x="10649" y="662"/>
                      </a:moveTo>
                      <a:cubicBezTo>
                        <a:pt x="10838" y="662"/>
                        <a:pt x="10996" y="820"/>
                        <a:pt x="10996" y="1009"/>
                      </a:cubicBezTo>
                      <a:cubicBezTo>
                        <a:pt x="10996" y="1198"/>
                        <a:pt x="10838" y="1355"/>
                        <a:pt x="10649" y="1355"/>
                      </a:cubicBezTo>
                      <a:lnTo>
                        <a:pt x="1040" y="1355"/>
                      </a:lnTo>
                      <a:cubicBezTo>
                        <a:pt x="851" y="1355"/>
                        <a:pt x="694" y="1198"/>
                        <a:pt x="694" y="1009"/>
                      </a:cubicBezTo>
                      <a:cubicBezTo>
                        <a:pt x="694" y="820"/>
                        <a:pt x="851" y="662"/>
                        <a:pt x="1040" y="662"/>
                      </a:cubicBezTo>
                      <a:close/>
                      <a:moveTo>
                        <a:pt x="10303" y="2049"/>
                      </a:moveTo>
                      <a:lnTo>
                        <a:pt x="10303" y="7908"/>
                      </a:lnTo>
                      <a:cubicBezTo>
                        <a:pt x="10334" y="8097"/>
                        <a:pt x="10177" y="8255"/>
                        <a:pt x="9988" y="8255"/>
                      </a:cubicBezTo>
                      <a:lnTo>
                        <a:pt x="1702" y="8255"/>
                      </a:lnTo>
                      <a:cubicBezTo>
                        <a:pt x="1513" y="8255"/>
                        <a:pt x="1355" y="8097"/>
                        <a:pt x="1355" y="7908"/>
                      </a:cubicBezTo>
                      <a:lnTo>
                        <a:pt x="1355" y="2049"/>
                      </a:lnTo>
                      <a:close/>
                      <a:moveTo>
                        <a:pt x="5797" y="10271"/>
                      </a:moveTo>
                      <a:cubicBezTo>
                        <a:pt x="5986" y="10271"/>
                        <a:pt x="6144" y="10429"/>
                        <a:pt x="6144" y="10618"/>
                      </a:cubicBezTo>
                      <a:cubicBezTo>
                        <a:pt x="6144" y="10807"/>
                        <a:pt x="5986" y="10964"/>
                        <a:pt x="5797" y="10964"/>
                      </a:cubicBezTo>
                      <a:cubicBezTo>
                        <a:pt x="5608" y="10964"/>
                        <a:pt x="5451" y="10807"/>
                        <a:pt x="5451" y="10618"/>
                      </a:cubicBezTo>
                      <a:cubicBezTo>
                        <a:pt x="5451" y="10429"/>
                        <a:pt x="5608" y="10271"/>
                        <a:pt x="5797" y="10271"/>
                      </a:cubicBezTo>
                      <a:close/>
                      <a:moveTo>
                        <a:pt x="1040" y="1"/>
                      </a:moveTo>
                      <a:cubicBezTo>
                        <a:pt x="473" y="1"/>
                        <a:pt x="1" y="473"/>
                        <a:pt x="1" y="1009"/>
                      </a:cubicBezTo>
                      <a:cubicBezTo>
                        <a:pt x="1" y="1450"/>
                        <a:pt x="284" y="1828"/>
                        <a:pt x="694" y="1986"/>
                      </a:cubicBezTo>
                      <a:lnTo>
                        <a:pt x="694" y="7908"/>
                      </a:lnTo>
                      <a:cubicBezTo>
                        <a:pt x="694" y="8444"/>
                        <a:pt x="1166" y="8917"/>
                        <a:pt x="1702" y="8917"/>
                      </a:cubicBezTo>
                      <a:lnTo>
                        <a:pt x="5482" y="8917"/>
                      </a:lnTo>
                      <a:lnTo>
                        <a:pt x="5482" y="9673"/>
                      </a:lnTo>
                      <a:cubicBezTo>
                        <a:pt x="5104" y="9830"/>
                        <a:pt x="4821" y="10177"/>
                        <a:pt x="4821" y="10649"/>
                      </a:cubicBezTo>
                      <a:cubicBezTo>
                        <a:pt x="4821" y="11216"/>
                        <a:pt x="5293" y="11689"/>
                        <a:pt x="5829" y="11689"/>
                      </a:cubicBezTo>
                      <a:cubicBezTo>
                        <a:pt x="6396" y="11689"/>
                        <a:pt x="6869" y="11216"/>
                        <a:pt x="6869" y="10649"/>
                      </a:cubicBezTo>
                      <a:cubicBezTo>
                        <a:pt x="6869" y="10240"/>
                        <a:pt x="6585" y="9830"/>
                        <a:pt x="6207" y="9673"/>
                      </a:cubicBezTo>
                      <a:lnTo>
                        <a:pt x="6207" y="8917"/>
                      </a:lnTo>
                      <a:lnTo>
                        <a:pt x="10019" y="8917"/>
                      </a:lnTo>
                      <a:cubicBezTo>
                        <a:pt x="10555" y="8917"/>
                        <a:pt x="11027" y="8444"/>
                        <a:pt x="11027" y="7908"/>
                      </a:cubicBezTo>
                      <a:lnTo>
                        <a:pt x="11027" y="1986"/>
                      </a:lnTo>
                      <a:cubicBezTo>
                        <a:pt x="11405" y="1828"/>
                        <a:pt x="11657" y="1450"/>
                        <a:pt x="11657" y="1009"/>
                      </a:cubicBezTo>
                      <a:cubicBezTo>
                        <a:pt x="11657" y="473"/>
                        <a:pt x="11185" y="1"/>
                        <a:pt x="1064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23" name="Google Shape;12556;p89">
                  <a:extLst>
                    <a:ext uri="{FF2B5EF4-FFF2-40B4-BE49-F238E27FC236}">
                      <a16:creationId xmlns:a16="http://schemas.microsoft.com/office/drawing/2014/main" id="{ED642E8A-B009-EA15-067A-338517CBF719}"/>
                    </a:ext>
                  </a:extLst>
                </p:cNvPr>
                <p:cNvSpPr/>
                <p:nvPr/>
              </p:nvSpPr>
              <p:spPr>
                <a:xfrm>
                  <a:off x="-2008975" y="2855525"/>
                  <a:ext cx="189050" cy="8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2" h="3380" extrusionOk="0">
                      <a:moveTo>
                        <a:pt x="6553" y="0"/>
                      </a:moveTo>
                      <a:cubicBezTo>
                        <a:pt x="6144" y="0"/>
                        <a:pt x="6081" y="504"/>
                        <a:pt x="6427" y="662"/>
                      </a:cubicBezTo>
                      <a:lnTo>
                        <a:pt x="4474" y="2584"/>
                      </a:lnTo>
                      <a:lnTo>
                        <a:pt x="2647" y="788"/>
                      </a:lnTo>
                      <a:cubicBezTo>
                        <a:pt x="2584" y="725"/>
                        <a:pt x="2497" y="693"/>
                        <a:pt x="2410" y="693"/>
                      </a:cubicBezTo>
                      <a:cubicBezTo>
                        <a:pt x="2324" y="693"/>
                        <a:pt x="2237" y="725"/>
                        <a:pt x="2174" y="788"/>
                      </a:cubicBezTo>
                      <a:lnTo>
                        <a:pt x="126" y="2836"/>
                      </a:lnTo>
                      <a:cubicBezTo>
                        <a:pt x="0" y="2930"/>
                        <a:pt x="0" y="3182"/>
                        <a:pt x="126" y="3308"/>
                      </a:cubicBezTo>
                      <a:cubicBezTo>
                        <a:pt x="189" y="3356"/>
                        <a:pt x="276" y="3379"/>
                        <a:pt x="363" y="3379"/>
                      </a:cubicBezTo>
                      <a:cubicBezTo>
                        <a:pt x="449" y="3379"/>
                        <a:pt x="536" y="3356"/>
                        <a:pt x="599" y="3308"/>
                      </a:cubicBezTo>
                      <a:lnTo>
                        <a:pt x="2426" y="1481"/>
                      </a:lnTo>
                      <a:lnTo>
                        <a:pt x="4222" y="3308"/>
                      </a:lnTo>
                      <a:cubicBezTo>
                        <a:pt x="4285" y="3356"/>
                        <a:pt x="4372" y="3379"/>
                        <a:pt x="4458" y="3379"/>
                      </a:cubicBezTo>
                      <a:cubicBezTo>
                        <a:pt x="4545" y="3379"/>
                        <a:pt x="4632" y="3356"/>
                        <a:pt x="4695" y="3308"/>
                      </a:cubicBezTo>
                      <a:lnTo>
                        <a:pt x="6900" y="1134"/>
                      </a:lnTo>
                      <a:cubicBezTo>
                        <a:pt x="6931" y="1260"/>
                        <a:pt x="7057" y="1355"/>
                        <a:pt x="7215" y="1355"/>
                      </a:cubicBezTo>
                      <a:cubicBezTo>
                        <a:pt x="7404" y="1355"/>
                        <a:pt x="7562" y="1197"/>
                        <a:pt x="7562" y="1008"/>
                      </a:cubicBezTo>
                      <a:lnTo>
                        <a:pt x="7562" y="347"/>
                      </a:lnTo>
                      <a:cubicBezTo>
                        <a:pt x="7562" y="158"/>
                        <a:pt x="7467" y="0"/>
                        <a:pt x="724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8016" name="Google Shape;12566;p89">
                <a:extLst>
                  <a:ext uri="{FF2B5EF4-FFF2-40B4-BE49-F238E27FC236}">
                    <a16:creationId xmlns:a16="http://schemas.microsoft.com/office/drawing/2014/main" id="{ADB5BE7C-71C7-CEAD-74BE-A216916C6B80}"/>
                  </a:ext>
                </a:extLst>
              </p:cNvPr>
              <p:cNvSpPr/>
              <p:nvPr/>
            </p:nvSpPr>
            <p:spPr>
              <a:xfrm>
                <a:off x="3729407" y="3454999"/>
                <a:ext cx="642992" cy="641232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11657" extrusionOk="0">
                    <a:moveTo>
                      <a:pt x="5797" y="2111"/>
                    </a:moveTo>
                    <a:cubicBezTo>
                      <a:pt x="6175" y="2111"/>
                      <a:pt x="6459" y="2426"/>
                      <a:pt x="6459" y="2773"/>
                    </a:cubicBezTo>
                    <a:cubicBezTo>
                      <a:pt x="6459" y="3151"/>
                      <a:pt x="6175" y="3466"/>
                      <a:pt x="5797" y="3466"/>
                    </a:cubicBezTo>
                    <a:cubicBezTo>
                      <a:pt x="5388" y="3466"/>
                      <a:pt x="5104" y="3151"/>
                      <a:pt x="5104" y="2773"/>
                    </a:cubicBezTo>
                    <a:cubicBezTo>
                      <a:pt x="5104" y="2426"/>
                      <a:pt x="5419" y="2111"/>
                      <a:pt x="5797" y="2111"/>
                    </a:cubicBezTo>
                    <a:close/>
                    <a:moveTo>
                      <a:pt x="6112" y="4159"/>
                    </a:moveTo>
                    <a:cubicBezTo>
                      <a:pt x="6648" y="4159"/>
                      <a:pt x="7120" y="4631"/>
                      <a:pt x="7120" y="5198"/>
                    </a:cubicBezTo>
                    <a:lnTo>
                      <a:pt x="7120" y="5545"/>
                    </a:lnTo>
                    <a:lnTo>
                      <a:pt x="4379" y="5545"/>
                    </a:lnTo>
                    <a:lnTo>
                      <a:pt x="4379" y="5198"/>
                    </a:lnTo>
                    <a:cubicBezTo>
                      <a:pt x="4411" y="4600"/>
                      <a:pt x="4884" y="4159"/>
                      <a:pt x="5419" y="4159"/>
                    </a:cubicBezTo>
                    <a:close/>
                    <a:moveTo>
                      <a:pt x="10586" y="662"/>
                    </a:moveTo>
                    <a:cubicBezTo>
                      <a:pt x="10775" y="662"/>
                      <a:pt x="10932" y="819"/>
                      <a:pt x="10932" y="1008"/>
                    </a:cubicBezTo>
                    <a:lnTo>
                      <a:pt x="10932" y="5860"/>
                    </a:lnTo>
                    <a:lnTo>
                      <a:pt x="10996" y="5860"/>
                    </a:lnTo>
                    <a:cubicBezTo>
                      <a:pt x="10996" y="6049"/>
                      <a:pt x="10838" y="6207"/>
                      <a:pt x="10617" y="6207"/>
                    </a:cubicBezTo>
                    <a:lnTo>
                      <a:pt x="9483" y="6207"/>
                    </a:lnTo>
                    <a:cubicBezTo>
                      <a:pt x="9326" y="5829"/>
                      <a:pt x="8979" y="5545"/>
                      <a:pt x="8507" y="5545"/>
                    </a:cubicBezTo>
                    <a:lnTo>
                      <a:pt x="7845" y="5545"/>
                    </a:lnTo>
                    <a:lnTo>
                      <a:pt x="7845" y="5198"/>
                    </a:lnTo>
                    <a:cubicBezTo>
                      <a:pt x="7845" y="4505"/>
                      <a:pt x="7435" y="3938"/>
                      <a:pt x="6837" y="3655"/>
                    </a:cubicBezTo>
                    <a:cubicBezTo>
                      <a:pt x="7057" y="3403"/>
                      <a:pt x="7152" y="3151"/>
                      <a:pt x="7152" y="2773"/>
                    </a:cubicBezTo>
                    <a:cubicBezTo>
                      <a:pt x="7152" y="2048"/>
                      <a:pt x="6522" y="1418"/>
                      <a:pt x="5797" y="1418"/>
                    </a:cubicBezTo>
                    <a:cubicBezTo>
                      <a:pt x="5041" y="1418"/>
                      <a:pt x="4411" y="2048"/>
                      <a:pt x="4411" y="2773"/>
                    </a:cubicBezTo>
                    <a:cubicBezTo>
                      <a:pt x="4411" y="3088"/>
                      <a:pt x="4537" y="3403"/>
                      <a:pt x="4726" y="3655"/>
                    </a:cubicBezTo>
                    <a:cubicBezTo>
                      <a:pt x="4127" y="3938"/>
                      <a:pt x="3749" y="4505"/>
                      <a:pt x="3749" y="5198"/>
                    </a:cubicBezTo>
                    <a:lnTo>
                      <a:pt x="3749" y="5545"/>
                    </a:lnTo>
                    <a:lnTo>
                      <a:pt x="3056" y="5545"/>
                    </a:lnTo>
                    <a:cubicBezTo>
                      <a:pt x="2647" y="5545"/>
                      <a:pt x="2237" y="5829"/>
                      <a:pt x="2080" y="6207"/>
                    </a:cubicBezTo>
                    <a:lnTo>
                      <a:pt x="977" y="6207"/>
                    </a:lnTo>
                    <a:cubicBezTo>
                      <a:pt x="788" y="6207"/>
                      <a:pt x="630" y="6049"/>
                      <a:pt x="630" y="5860"/>
                    </a:cubicBezTo>
                    <a:lnTo>
                      <a:pt x="630" y="1008"/>
                    </a:lnTo>
                    <a:cubicBezTo>
                      <a:pt x="630" y="819"/>
                      <a:pt x="788" y="662"/>
                      <a:pt x="977" y="662"/>
                    </a:cubicBezTo>
                    <a:close/>
                    <a:moveTo>
                      <a:pt x="8538" y="6175"/>
                    </a:moveTo>
                    <a:cubicBezTo>
                      <a:pt x="8759" y="6175"/>
                      <a:pt x="8916" y="6333"/>
                      <a:pt x="8916" y="6522"/>
                    </a:cubicBezTo>
                    <a:cubicBezTo>
                      <a:pt x="8853" y="6711"/>
                      <a:pt x="8696" y="6868"/>
                      <a:pt x="8538" y="6868"/>
                    </a:cubicBezTo>
                    <a:lnTo>
                      <a:pt x="3088" y="6868"/>
                    </a:lnTo>
                    <a:cubicBezTo>
                      <a:pt x="2867" y="6868"/>
                      <a:pt x="2710" y="6711"/>
                      <a:pt x="2710" y="6522"/>
                    </a:cubicBezTo>
                    <a:cubicBezTo>
                      <a:pt x="2710" y="6333"/>
                      <a:pt x="2867" y="6175"/>
                      <a:pt x="3088" y="6175"/>
                    </a:cubicBezTo>
                    <a:close/>
                    <a:moveTo>
                      <a:pt x="8160" y="7593"/>
                    </a:moveTo>
                    <a:lnTo>
                      <a:pt x="7561" y="11027"/>
                    </a:lnTo>
                    <a:lnTo>
                      <a:pt x="4033" y="11027"/>
                    </a:lnTo>
                    <a:lnTo>
                      <a:pt x="3466" y="7593"/>
                    </a:lnTo>
                    <a:close/>
                    <a:moveTo>
                      <a:pt x="1008" y="0"/>
                    </a:moveTo>
                    <a:cubicBezTo>
                      <a:pt x="473" y="0"/>
                      <a:pt x="0" y="473"/>
                      <a:pt x="0" y="1008"/>
                    </a:cubicBezTo>
                    <a:lnTo>
                      <a:pt x="0" y="5860"/>
                    </a:lnTo>
                    <a:cubicBezTo>
                      <a:pt x="0" y="6396"/>
                      <a:pt x="473" y="6868"/>
                      <a:pt x="1008" y="6868"/>
                    </a:cubicBezTo>
                    <a:lnTo>
                      <a:pt x="2111" y="6868"/>
                    </a:lnTo>
                    <a:cubicBezTo>
                      <a:pt x="2237" y="7183"/>
                      <a:pt x="2489" y="7435"/>
                      <a:pt x="2804" y="7498"/>
                    </a:cubicBezTo>
                    <a:lnTo>
                      <a:pt x="3434" y="11373"/>
                    </a:lnTo>
                    <a:cubicBezTo>
                      <a:pt x="3466" y="11531"/>
                      <a:pt x="3592" y="11657"/>
                      <a:pt x="3781" y="11657"/>
                    </a:cubicBezTo>
                    <a:lnTo>
                      <a:pt x="7877" y="11657"/>
                    </a:lnTo>
                    <a:cubicBezTo>
                      <a:pt x="8034" y="11657"/>
                      <a:pt x="8192" y="11531"/>
                      <a:pt x="8223" y="11373"/>
                    </a:cubicBezTo>
                    <a:lnTo>
                      <a:pt x="8853" y="7498"/>
                    </a:lnTo>
                    <a:cubicBezTo>
                      <a:pt x="9168" y="7435"/>
                      <a:pt x="9420" y="7183"/>
                      <a:pt x="9546" y="6868"/>
                    </a:cubicBezTo>
                    <a:lnTo>
                      <a:pt x="10680" y="6868"/>
                    </a:lnTo>
                    <a:cubicBezTo>
                      <a:pt x="11216" y="6868"/>
                      <a:pt x="11689" y="6396"/>
                      <a:pt x="11689" y="5860"/>
                    </a:cubicBezTo>
                    <a:lnTo>
                      <a:pt x="11689" y="1008"/>
                    </a:lnTo>
                    <a:cubicBezTo>
                      <a:pt x="11657" y="473"/>
                      <a:pt x="11185" y="0"/>
                      <a:pt x="1061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8017" name="Google Shape;12580;p89">
                <a:extLst>
                  <a:ext uri="{FF2B5EF4-FFF2-40B4-BE49-F238E27FC236}">
                    <a16:creationId xmlns:a16="http://schemas.microsoft.com/office/drawing/2014/main" id="{E237E88E-10C2-C5C1-F910-EEAC28D2EA77}"/>
                  </a:ext>
                </a:extLst>
              </p:cNvPr>
              <p:cNvGrpSpPr/>
              <p:nvPr/>
            </p:nvGrpSpPr>
            <p:grpSpPr>
              <a:xfrm>
                <a:off x="7973122" y="3454376"/>
                <a:ext cx="414267" cy="642992"/>
                <a:chOff x="-3443250" y="2765725"/>
                <a:chExt cx="188275" cy="292225"/>
              </a:xfrm>
              <a:grpFill/>
            </p:grpSpPr>
            <p:sp>
              <p:nvSpPr>
                <p:cNvPr id="18018" name="Google Shape;12581;p89">
                  <a:extLst>
                    <a:ext uri="{FF2B5EF4-FFF2-40B4-BE49-F238E27FC236}">
                      <a16:creationId xmlns:a16="http://schemas.microsoft.com/office/drawing/2014/main" id="{FFBA6400-A6DD-E966-C7A1-70CE2B4AA8C7}"/>
                    </a:ext>
                  </a:extLst>
                </p:cNvPr>
                <p:cNvSpPr/>
                <p:nvPr/>
              </p:nvSpPr>
              <p:spPr>
                <a:xfrm>
                  <a:off x="-3443250" y="2765725"/>
                  <a:ext cx="188275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31" h="11689" extrusionOk="0">
                      <a:moveTo>
                        <a:pt x="6491" y="662"/>
                      </a:moveTo>
                      <a:cubicBezTo>
                        <a:pt x="6711" y="662"/>
                        <a:pt x="6869" y="820"/>
                        <a:pt x="6869" y="1009"/>
                      </a:cubicBezTo>
                      <a:lnTo>
                        <a:pt x="6869" y="7908"/>
                      </a:lnTo>
                      <a:cubicBezTo>
                        <a:pt x="6869" y="8097"/>
                        <a:pt x="6711" y="8255"/>
                        <a:pt x="6491" y="8255"/>
                      </a:cubicBezTo>
                      <a:lnTo>
                        <a:pt x="1040" y="8255"/>
                      </a:lnTo>
                      <a:cubicBezTo>
                        <a:pt x="851" y="8255"/>
                        <a:pt x="694" y="8097"/>
                        <a:pt x="694" y="7908"/>
                      </a:cubicBezTo>
                      <a:lnTo>
                        <a:pt x="694" y="1009"/>
                      </a:lnTo>
                      <a:cubicBezTo>
                        <a:pt x="694" y="820"/>
                        <a:pt x="851" y="662"/>
                        <a:pt x="1040" y="662"/>
                      </a:cubicBezTo>
                      <a:close/>
                      <a:moveTo>
                        <a:pt x="4821" y="8948"/>
                      </a:moveTo>
                      <a:lnTo>
                        <a:pt x="4821" y="10996"/>
                      </a:lnTo>
                      <a:lnTo>
                        <a:pt x="2773" y="10996"/>
                      </a:lnTo>
                      <a:lnTo>
                        <a:pt x="2773" y="8948"/>
                      </a:lnTo>
                      <a:close/>
                      <a:moveTo>
                        <a:pt x="1040" y="1"/>
                      </a:moveTo>
                      <a:cubicBezTo>
                        <a:pt x="473" y="1"/>
                        <a:pt x="1" y="473"/>
                        <a:pt x="1" y="1009"/>
                      </a:cubicBezTo>
                      <a:lnTo>
                        <a:pt x="1" y="7908"/>
                      </a:lnTo>
                      <a:cubicBezTo>
                        <a:pt x="1" y="8475"/>
                        <a:pt x="473" y="8917"/>
                        <a:pt x="1040" y="8917"/>
                      </a:cubicBezTo>
                      <a:lnTo>
                        <a:pt x="2049" y="8917"/>
                      </a:lnTo>
                      <a:lnTo>
                        <a:pt x="2049" y="10964"/>
                      </a:lnTo>
                      <a:lnTo>
                        <a:pt x="1040" y="10964"/>
                      </a:lnTo>
                      <a:cubicBezTo>
                        <a:pt x="851" y="10964"/>
                        <a:pt x="694" y="11122"/>
                        <a:pt x="694" y="11342"/>
                      </a:cubicBezTo>
                      <a:cubicBezTo>
                        <a:pt x="694" y="11531"/>
                        <a:pt x="851" y="11689"/>
                        <a:pt x="1040" y="11689"/>
                      </a:cubicBezTo>
                      <a:lnTo>
                        <a:pt x="6491" y="11689"/>
                      </a:lnTo>
                      <a:cubicBezTo>
                        <a:pt x="6711" y="11689"/>
                        <a:pt x="6869" y="11531"/>
                        <a:pt x="6869" y="11342"/>
                      </a:cubicBezTo>
                      <a:cubicBezTo>
                        <a:pt x="6869" y="11122"/>
                        <a:pt x="6711" y="10964"/>
                        <a:pt x="6491" y="10964"/>
                      </a:cubicBezTo>
                      <a:lnTo>
                        <a:pt x="5483" y="10964"/>
                      </a:lnTo>
                      <a:lnTo>
                        <a:pt x="5483" y="8917"/>
                      </a:lnTo>
                      <a:lnTo>
                        <a:pt x="6491" y="8917"/>
                      </a:lnTo>
                      <a:cubicBezTo>
                        <a:pt x="7058" y="8917"/>
                        <a:pt x="7531" y="8475"/>
                        <a:pt x="7531" y="7908"/>
                      </a:cubicBezTo>
                      <a:lnTo>
                        <a:pt x="7531" y="1009"/>
                      </a:lnTo>
                      <a:cubicBezTo>
                        <a:pt x="7531" y="442"/>
                        <a:pt x="7089" y="1"/>
                        <a:pt x="649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19" name="Google Shape;12582;p89">
                  <a:extLst>
                    <a:ext uri="{FF2B5EF4-FFF2-40B4-BE49-F238E27FC236}">
                      <a16:creationId xmlns:a16="http://schemas.microsoft.com/office/drawing/2014/main" id="{7F6E0AEA-DDC7-1B87-0D26-266E64857D46}"/>
                    </a:ext>
                  </a:extLst>
                </p:cNvPr>
                <p:cNvSpPr/>
                <p:nvPr/>
              </p:nvSpPr>
              <p:spPr>
                <a:xfrm>
                  <a:off x="-3411725" y="2799375"/>
                  <a:ext cx="124450" cy="86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8" h="3444" extrusionOk="0">
                      <a:moveTo>
                        <a:pt x="1859" y="1144"/>
                      </a:moveTo>
                      <a:lnTo>
                        <a:pt x="2678" y="2750"/>
                      </a:lnTo>
                      <a:lnTo>
                        <a:pt x="1040" y="2750"/>
                      </a:lnTo>
                      <a:lnTo>
                        <a:pt x="1859" y="1144"/>
                      </a:lnTo>
                      <a:close/>
                      <a:moveTo>
                        <a:pt x="3151" y="1049"/>
                      </a:moveTo>
                      <a:lnTo>
                        <a:pt x="4033" y="2782"/>
                      </a:lnTo>
                      <a:lnTo>
                        <a:pt x="3403" y="2782"/>
                      </a:lnTo>
                      <a:lnTo>
                        <a:pt x="3403" y="2750"/>
                      </a:lnTo>
                      <a:lnTo>
                        <a:pt x="2804" y="1553"/>
                      </a:lnTo>
                      <a:lnTo>
                        <a:pt x="3151" y="1049"/>
                      </a:lnTo>
                      <a:close/>
                      <a:moveTo>
                        <a:pt x="3213" y="1"/>
                      </a:moveTo>
                      <a:cubicBezTo>
                        <a:pt x="3110" y="1"/>
                        <a:pt x="3003" y="48"/>
                        <a:pt x="2930" y="135"/>
                      </a:cubicBezTo>
                      <a:lnTo>
                        <a:pt x="2457" y="829"/>
                      </a:lnTo>
                      <a:lnTo>
                        <a:pt x="2142" y="198"/>
                      </a:lnTo>
                      <a:cubicBezTo>
                        <a:pt x="2079" y="72"/>
                        <a:pt x="1961" y="9"/>
                        <a:pt x="1839" y="9"/>
                      </a:cubicBezTo>
                      <a:cubicBezTo>
                        <a:pt x="1717" y="9"/>
                        <a:pt x="1591" y="72"/>
                        <a:pt x="1512" y="198"/>
                      </a:cubicBezTo>
                      <a:lnTo>
                        <a:pt x="126" y="2939"/>
                      </a:lnTo>
                      <a:cubicBezTo>
                        <a:pt x="0" y="3191"/>
                        <a:pt x="158" y="3443"/>
                        <a:pt x="441" y="3443"/>
                      </a:cubicBezTo>
                      <a:lnTo>
                        <a:pt x="4537" y="3443"/>
                      </a:lnTo>
                      <a:cubicBezTo>
                        <a:pt x="4757" y="3443"/>
                        <a:pt x="4978" y="3191"/>
                        <a:pt x="4852" y="2939"/>
                      </a:cubicBezTo>
                      <a:lnTo>
                        <a:pt x="3497" y="198"/>
                      </a:lnTo>
                      <a:cubicBezTo>
                        <a:pt x="3446" y="63"/>
                        <a:pt x="3332" y="1"/>
                        <a:pt x="321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20" name="Google Shape;12583;p89">
                  <a:extLst>
                    <a:ext uri="{FF2B5EF4-FFF2-40B4-BE49-F238E27FC236}">
                      <a16:creationId xmlns:a16="http://schemas.microsoft.com/office/drawing/2014/main" id="{13F50F80-E548-EC15-FE52-1FA4CAA0B01B}"/>
                    </a:ext>
                  </a:extLst>
                </p:cNvPr>
                <p:cNvSpPr/>
                <p:nvPr/>
              </p:nvSpPr>
              <p:spPr>
                <a:xfrm>
                  <a:off x="-3392825" y="2903575"/>
                  <a:ext cx="866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3119" y="693"/>
                      </a:lnTo>
                      <a:cubicBezTo>
                        <a:pt x="3308" y="693"/>
                        <a:pt x="3466" y="536"/>
                        <a:pt x="3466" y="347"/>
                      </a:cubicBezTo>
                      <a:cubicBezTo>
                        <a:pt x="3466" y="158"/>
                        <a:pt x="3308" y="0"/>
                        <a:pt x="31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21" name="Google Shape;12584;p89">
                  <a:extLst>
                    <a:ext uri="{FF2B5EF4-FFF2-40B4-BE49-F238E27FC236}">
                      <a16:creationId xmlns:a16="http://schemas.microsoft.com/office/drawing/2014/main" id="{5B48A40C-A1C0-572C-B7DF-8505611F765B}"/>
                    </a:ext>
                  </a:extLst>
                </p:cNvPr>
                <p:cNvSpPr/>
                <p:nvPr/>
              </p:nvSpPr>
              <p:spPr>
                <a:xfrm>
                  <a:off x="-3392825" y="2938225"/>
                  <a:ext cx="866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3119" y="693"/>
                      </a:lnTo>
                      <a:cubicBezTo>
                        <a:pt x="3308" y="693"/>
                        <a:pt x="3466" y="536"/>
                        <a:pt x="3466" y="347"/>
                      </a:cubicBezTo>
                      <a:cubicBezTo>
                        <a:pt x="3466" y="158"/>
                        <a:pt x="3308" y="0"/>
                        <a:pt x="31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0A99978-D673-3A96-50A8-C251DC983E50}"/>
                </a:ext>
              </a:extLst>
            </p:cNvPr>
            <p:cNvGrpSpPr/>
            <p:nvPr/>
          </p:nvGrpSpPr>
          <p:grpSpPr>
            <a:xfrm>
              <a:off x="397192" y="1548962"/>
              <a:ext cx="11397616" cy="650754"/>
              <a:chOff x="397192" y="1883391"/>
              <a:chExt cx="11397616" cy="650754"/>
            </a:xfrm>
            <a:grpFill/>
          </p:grpSpPr>
          <p:sp>
            <p:nvSpPr>
              <p:cNvPr id="17962" name="Google Shape;12422;p89">
                <a:extLst>
                  <a:ext uri="{FF2B5EF4-FFF2-40B4-BE49-F238E27FC236}">
                    <a16:creationId xmlns:a16="http://schemas.microsoft.com/office/drawing/2014/main" id="{9636D8FA-1C7F-6C07-01DF-D25295DD78FF}"/>
                  </a:ext>
                </a:extLst>
              </p:cNvPr>
              <p:cNvSpPr/>
              <p:nvPr/>
            </p:nvSpPr>
            <p:spPr>
              <a:xfrm>
                <a:off x="397192" y="1884273"/>
                <a:ext cx="660320" cy="644314"/>
              </a:xfrm>
              <a:custGeom>
                <a:avLst/>
                <a:gdLst/>
                <a:ahLst/>
                <a:cxnLst/>
                <a:rect l="l" t="t" r="r" b="b"/>
                <a:pathLst>
                  <a:path w="12004" h="11713" extrusionOk="0">
                    <a:moveTo>
                      <a:pt x="8633" y="2088"/>
                    </a:moveTo>
                    <a:cubicBezTo>
                      <a:pt x="8900" y="2088"/>
                      <a:pt x="9168" y="2182"/>
                      <a:pt x="9357" y="2371"/>
                    </a:cubicBezTo>
                    <a:cubicBezTo>
                      <a:pt x="9767" y="2781"/>
                      <a:pt x="9767" y="3442"/>
                      <a:pt x="9357" y="3820"/>
                    </a:cubicBezTo>
                    <a:lnTo>
                      <a:pt x="8128" y="5018"/>
                    </a:lnTo>
                    <a:cubicBezTo>
                      <a:pt x="7939" y="4702"/>
                      <a:pt x="7750" y="4419"/>
                      <a:pt x="7498" y="4135"/>
                    </a:cubicBezTo>
                    <a:cubicBezTo>
                      <a:pt x="7278" y="3915"/>
                      <a:pt x="6994" y="3726"/>
                      <a:pt x="6679" y="3568"/>
                    </a:cubicBezTo>
                    <a:lnTo>
                      <a:pt x="7908" y="2371"/>
                    </a:lnTo>
                    <a:cubicBezTo>
                      <a:pt x="8097" y="2182"/>
                      <a:pt x="8365" y="2088"/>
                      <a:pt x="8633" y="2088"/>
                    </a:cubicBezTo>
                    <a:close/>
                    <a:moveTo>
                      <a:pt x="5230" y="5333"/>
                    </a:moveTo>
                    <a:cubicBezTo>
                      <a:pt x="5514" y="5333"/>
                      <a:pt x="5829" y="5396"/>
                      <a:pt x="6018" y="5648"/>
                    </a:cubicBezTo>
                    <a:cubicBezTo>
                      <a:pt x="6207" y="5837"/>
                      <a:pt x="6333" y="6120"/>
                      <a:pt x="6333" y="6435"/>
                    </a:cubicBezTo>
                    <a:cubicBezTo>
                      <a:pt x="6049" y="6435"/>
                      <a:pt x="5766" y="6309"/>
                      <a:pt x="5545" y="6120"/>
                    </a:cubicBezTo>
                    <a:cubicBezTo>
                      <a:pt x="5356" y="5931"/>
                      <a:pt x="5230" y="5648"/>
                      <a:pt x="5230" y="5333"/>
                    </a:cubicBezTo>
                    <a:close/>
                    <a:moveTo>
                      <a:pt x="8617" y="717"/>
                    </a:moveTo>
                    <a:cubicBezTo>
                      <a:pt x="9223" y="717"/>
                      <a:pt x="9830" y="953"/>
                      <a:pt x="10302" y="1426"/>
                    </a:cubicBezTo>
                    <a:cubicBezTo>
                      <a:pt x="11247" y="2340"/>
                      <a:pt x="11247" y="3883"/>
                      <a:pt x="10302" y="4828"/>
                    </a:cubicBezTo>
                    <a:lnTo>
                      <a:pt x="8381" y="6719"/>
                    </a:lnTo>
                    <a:cubicBezTo>
                      <a:pt x="8412" y="6404"/>
                      <a:pt x="8412" y="6089"/>
                      <a:pt x="8349" y="5774"/>
                    </a:cubicBezTo>
                    <a:lnTo>
                      <a:pt x="9798" y="4356"/>
                    </a:lnTo>
                    <a:cubicBezTo>
                      <a:pt x="10460" y="3663"/>
                      <a:pt x="10460" y="2560"/>
                      <a:pt x="9798" y="1930"/>
                    </a:cubicBezTo>
                    <a:cubicBezTo>
                      <a:pt x="9467" y="1599"/>
                      <a:pt x="9034" y="1434"/>
                      <a:pt x="8601" y="1434"/>
                    </a:cubicBezTo>
                    <a:cubicBezTo>
                      <a:pt x="8168" y="1434"/>
                      <a:pt x="7735" y="1599"/>
                      <a:pt x="7404" y="1930"/>
                    </a:cubicBezTo>
                    <a:cubicBezTo>
                      <a:pt x="7309" y="2025"/>
                      <a:pt x="5356" y="3946"/>
                      <a:pt x="5073" y="4230"/>
                    </a:cubicBezTo>
                    <a:cubicBezTo>
                      <a:pt x="4411" y="4892"/>
                      <a:pt x="4411" y="5963"/>
                      <a:pt x="5073" y="6624"/>
                    </a:cubicBezTo>
                    <a:cubicBezTo>
                      <a:pt x="5356" y="6908"/>
                      <a:pt x="5671" y="7065"/>
                      <a:pt x="6049" y="7097"/>
                    </a:cubicBezTo>
                    <a:lnTo>
                      <a:pt x="5514" y="7664"/>
                    </a:lnTo>
                    <a:cubicBezTo>
                      <a:pt x="5167" y="7538"/>
                      <a:pt x="4883" y="7349"/>
                      <a:pt x="4600" y="7097"/>
                    </a:cubicBezTo>
                    <a:cubicBezTo>
                      <a:pt x="3655" y="6152"/>
                      <a:pt x="3655" y="4671"/>
                      <a:pt x="4600" y="3726"/>
                    </a:cubicBezTo>
                    <a:lnTo>
                      <a:pt x="6931" y="1426"/>
                    </a:lnTo>
                    <a:cubicBezTo>
                      <a:pt x="7404" y="953"/>
                      <a:pt x="8010" y="717"/>
                      <a:pt x="8617" y="717"/>
                    </a:cubicBezTo>
                    <a:close/>
                    <a:moveTo>
                      <a:pt x="3497" y="6719"/>
                    </a:moveTo>
                    <a:cubicBezTo>
                      <a:pt x="3655" y="7034"/>
                      <a:pt x="3844" y="7286"/>
                      <a:pt x="4127" y="7569"/>
                    </a:cubicBezTo>
                    <a:cubicBezTo>
                      <a:pt x="4348" y="7821"/>
                      <a:pt x="4663" y="8042"/>
                      <a:pt x="4978" y="8168"/>
                    </a:cubicBezTo>
                    <a:lnTo>
                      <a:pt x="3812" y="9334"/>
                    </a:lnTo>
                    <a:cubicBezTo>
                      <a:pt x="3608" y="9538"/>
                      <a:pt x="3340" y="9641"/>
                      <a:pt x="3076" y="9641"/>
                    </a:cubicBezTo>
                    <a:cubicBezTo>
                      <a:pt x="2812" y="9641"/>
                      <a:pt x="2552" y="9538"/>
                      <a:pt x="2363" y="9334"/>
                    </a:cubicBezTo>
                    <a:cubicBezTo>
                      <a:pt x="1954" y="8956"/>
                      <a:pt x="1954" y="8294"/>
                      <a:pt x="2363" y="7884"/>
                    </a:cubicBezTo>
                    <a:lnTo>
                      <a:pt x="3497" y="6719"/>
                    </a:lnTo>
                    <a:close/>
                    <a:moveTo>
                      <a:pt x="6112" y="4135"/>
                    </a:moveTo>
                    <a:cubicBezTo>
                      <a:pt x="6396" y="4261"/>
                      <a:pt x="6742" y="4450"/>
                      <a:pt x="6963" y="4702"/>
                    </a:cubicBezTo>
                    <a:cubicBezTo>
                      <a:pt x="7908" y="5648"/>
                      <a:pt x="7908" y="7128"/>
                      <a:pt x="6963" y="8073"/>
                    </a:cubicBezTo>
                    <a:lnTo>
                      <a:pt x="4757" y="10342"/>
                    </a:lnTo>
                    <a:cubicBezTo>
                      <a:pt x="4285" y="10814"/>
                      <a:pt x="3671" y="11051"/>
                      <a:pt x="3056" y="11051"/>
                    </a:cubicBezTo>
                    <a:cubicBezTo>
                      <a:pt x="2442" y="11051"/>
                      <a:pt x="1828" y="10814"/>
                      <a:pt x="1355" y="10342"/>
                    </a:cubicBezTo>
                    <a:cubicBezTo>
                      <a:pt x="945" y="9901"/>
                      <a:pt x="662" y="9271"/>
                      <a:pt x="662" y="8641"/>
                    </a:cubicBezTo>
                    <a:cubicBezTo>
                      <a:pt x="662" y="8010"/>
                      <a:pt x="882" y="7380"/>
                      <a:pt x="1355" y="6939"/>
                    </a:cubicBezTo>
                    <a:lnTo>
                      <a:pt x="3214" y="5081"/>
                    </a:lnTo>
                    <a:lnTo>
                      <a:pt x="3214" y="5081"/>
                    </a:lnTo>
                    <a:cubicBezTo>
                      <a:pt x="3182" y="5396"/>
                      <a:pt x="3214" y="5679"/>
                      <a:pt x="3245" y="5994"/>
                    </a:cubicBezTo>
                    <a:lnTo>
                      <a:pt x="1828" y="7443"/>
                    </a:lnTo>
                    <a:cubicBezTo>
                      <a:pt x="1166" y="8105"/>
                      <a:pt x="1166" y="9176"/>
                      <a:pt x="1828" y="9838"/>
                    </a:cubicBezTo>
                    <a:cubicBezTo>
                      <a:pt x="2174" y="10184"/>
                      <a:pt x="2623" y="10358"/>
                      <a:pt x="3064" y="10358"/>
                    </a:cubicBezTo>
                    <a:cubicBezTo>
                      <a:pt x="3505" y="10358"/>
                      <a:pt x="3938" y="10184"/>
                      <a:pt x="4253" y="9838"/>
                    </a:cubicBezTo>
                    <a:lnTo>
                      <a:pt x="6490" y="7569"/>
                    </a:lnTo>
                    <a:cubicBezTo>
                      <a:pt x="7152" y="6908"/>
                      <a:pt x="7152" y="5837"/>
                      <a:pt x="6490" y="5175"/>
                    </a:cubicBezTo>
                    <a:cubicBezTo>
                      <a:pt x="6207" y="4892"/>
                      <a:pt x="5892" y="4734"/>
                      <a:pt x="5514" y="4702"/>
                    </a:cubicBezTo>
                    <a:lnTo>
                      <a:pt x="6112" y="4135"/>
                    </a:lnTo>
                    <a:close/>
                    <a:moveTo>
                      <a:pt x="8585" y="0"/>
                    </a:moveTo>
                    <a:cubicBezTo>
                      <a:pt x="7798" y="0"/>
                      <a:pt x="7010" y="308"/>
                      <a:pt x="6396" y="922"/>
                    </a:cubicBezTo>
                    <a:lnTo>
                      <a:pt x="4096" y="3190"/>
                    </a:lnTo>
                    <a:lnTo>
                      <a:pt x="882" y="6467"/>
                    </a:lnTo>
                    <a:cubicBezTo>
                      <a:pt x="315" y="7065"/>
                      <a:pt x="0" y="7821"/>
                      <a:pt x="0" y="8641"/>
                    </a:cubicBezTo>
                    <a:cubicBezTo>
                      <a:pt x="0" y="9460"/>
                      <a:pt x="315" y="10247"/>
                      <a:pt x="882" y="10814"/>
                    </a:cubicBezTo>
                    <a:cubicBezTo>
                      <a:pt x="1497" y="11413"/>
                      <a:pt x="2284" y="11712"/>
                      <a:pt x="3072" y="11712"/>
                    </a:cubicBezTo>
                    <a:cubicBezTo>
                      <a:pt x="3860" y="11712"/>
                      <a:pt x="4647" y="11413"/>
                      <a:pt x="5262" y="10814"/>
                    </a:cubicBezTo>
                    <a:cubicBezTo>
                      <a:pt x="8034" y="8010"/>
                      <a:pt x="6837" y="9145"/>
                      <a:pt x="10775" y="5301"/>
                    </a:cubicBezTo>
                    <a:cubicBezTo>
                      <a:pt x="12004" y="4072"/>
                      <a:pt x="12004" y="2151"/>
                      <a:pt x="10775" y="922"/>
                    </a:cubicBezTo>
                    <a:cubicBezTo>
                      <a:pt x="10161" y="308"/>
                      <a:pt x="9373" y="0"/>
                      <a:pt x="858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7963" name="Google Shape;12427;p89">
                <a:extLst>
                  <a:ext uri="{FF2B5EF4-FFF2-40B4-BE49-F238E27FC236}">
                    <a16:creationId xmlns:a16="http://schemas.microsoft.com/office/drawing/2014/main" id="{0619430C-B5A8-493B-CFF5-7596EFB33DEE}"/>
                  </a:ext>
                </a:extLst>
              </p:cNvPr>
              <p:cNvGrpSpPr/>
              <p:nvPr/>
            </p:nvGrpSpPr>
            <p:grpSpPr>
              <a:xfrm>
                <a:off x="4523765" y="1886197"/>
                <a:ext cx="644752" cy="640848"/>
                <a:chOff x="-4932650" y="2046625"/>
                <a:chExt cx="293025" cy="291250"/>
              </a:xfrm>
              <a:grpFill/>
            </p:grpSpPr>
            <p:sp>
              <p:nvSpPr>
                <p:cNvPr id="18002" name="Google Shape;12428;p89">
                  <a:extLst>
                    <a:ext uri="{FF2B5EF4-FFF2-40B4-BE49-F238E27FC236}">
                      <a16:creationId xmlns:a16="http://schemas.microsoft.com/office/drawing/2014/main" id="{63D810C6-38C2-435C-F3A9-622C5793C54F}"/>
                    </a:ext>
                  </a:extLst>
                </p:cNvPr>
                <p:cNvSpPr/>
                <p:nvPr/>
              </p:nvSpPr>
              <p:spPr>
                <a:xfrm>
                  <a:off x="-4932650" y="2046625"/>
                  <a:ext cx="293025" cy="291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1" h="11650" extrusionOk="0">
                      <a:moveTo>
                        <a:pt x="7625" y="694"/>
                      </a:moveTo>
                      <a:cubicBezTo>
                        <a:pt x="9515" y="694"/>
                        <a:pt x="11059" y="2206"/>
                        <a:pt x="11059" y="4096"/>
                      </a:cubicBezTo>
                      <a:cubicBezTo>
                        <a:pt x="11059" y="5987"/>
                        <a:pt x="9515" y="7530"/>
                        <a:pt x="7625" y="7530"/>
                      </a:cubicBezTo>
                      <a:cubicBezTo>
                        <a:pt x="5735" y="7530"/>
                        <a:pt x="4223" y="5987"/>
                        <a:pt x="4223" y="4096"/>
                      </a:cubicBezTo>
                      <a:cubicBezTo>
                        <a:pt x="4223" y="2206"/>
                        <a:pt x="5735" y="694"/>
                        <a:pt x="7625" y="694"/>
                      </a:cubicBezTo>
                      <a:close/>
                      <a:moveTo>
                        <a:pt x="3344" y="8066"/>
                      </a:moveTo>
                      <a:cubicBezTo>
                        <a:pt x="3435" y="8066"/>
                        <a:pt x="3529" y="8098"/>
                        <a:pt x="3593" y="8161"/>
                      </a:cubicBezTo>
                      <a:cubicBezTo>
                        <a:pt x="3719" y="8287"/>
                        <a:pt x="3719" y="8507"/>
                        <a:pt x="3593" y="8633"/>
                      </a:cubicBezTo>
                      <a:lnTo>
                        <a:pt x="1324" y="10870"/>
                      </a:lnTo>
                      <a:cubicBezTo>
                        <a:pt x="1277" y="10933"/>
                        <a:pt x="1190" y="10964"/>
                        <a:pt x="1100" y="10964"/>
                      </a:cubicBezTo>
                      <a:cubicBezTo>
                        <a:pt x="1009" y="10964"/>
                        <a:pt x="915" y="10933"/>
                        <a:pt x="852" y="10870"/>
                      </a:cubicBezTo>
                      <a:cubicBezTo>
                        <a:pt x="757" y="10744"/>
                        <a:pt x="757" y="10523"/>
                        <a:pt x="852" y="10397"/>
                      </a:cubicBezTo>
                      <a:lnTo>
                        <a:pt x="3120" y="8161"/>
                      </a:lnTo>
                      <a:cubicBezTo>
                        <a:pt x="3167" y="8098"/>
                        <a:pt x="3254" y="8066"/>
                        <a:pt x="3344" y="8066"/>
                      </a:cubicBezTo>
                      <a:close/>
                      <a:moveTo>
                        <a:pt x="7625" y="1"/>
                      </a:moveTo>
                      <a:cubicBezTo>
                        <a:pt x="5357" y="1"/>
                        <a:pt x="3529" y="1860"/>
                        <a:pt x="3529" y="4096"/>
                      </a:cubicBezTo>
                      <a:cubicBezTo>
                        <a:pt x="3529" y="5136"/>
                        <a:pt x="3908" y="6050"/>
                        <a:pt x="4538" y="6743"/>
                      </a:cubicBezTo>
                      <a:lnTo>
                        <a:pt x="3813" y="7467"/>
                      </a:lnTo>
                      <a:cubicBezTo>
                        <a:pt x="3673" y="7386"/>
                        <a:pt x="3520" y="7347"/>
                        <a:pt x="3367" y="7347"/>
                      </a:cubicBezTo>
                      <a:cubicBezTo>
                        <a:pt x="3106" y="7347"/>
                        <a:pt x="2846" y="7458"/>
                        <a:pt x="2647" y="7656"/>
                      </a:cubicBezTo>
                      <a:lnTo>
                        <a:pt x="379" y="9893"/>
                      </a:lnTo>
                      <a:cubicBezTo>
                        <a:pt x="1" y="10271"/>
                        <a:pt x="1" y="10964"/>
                        <a:pt x="379" y="11343"/>
                      </a:cubicBezTo>
                      <a:cubicBezTo>
                        <a:pt x="584" y="11547"/>
                        <a:pt x="852" y="11650"/>
                        <a:pt x="1119" y="11650"/>
                      </a:cubicBezTo>
                      <a:cubicBezTo>
                        <a:pt x="1387" y="11650"/>
                        <a:pt x="1655" y="11547"/>
                        <a:pt x="1860" y="11343"/>
                      </a:cubicBezTo>
                      <a:lnTo>
                        <a:pt x="4097" y="9106"/>
                      </a:lnTo>
                      <a:cubicBezTo>
                        <a:pt x="4412" y="8791"/>
                        <a:pt x="4506" y="8318"/>
                        <a:pt x="4286" y="7909"/>
                      </a:cubicBezTo>
                      <a:lnTo>
                        <a:pt x="5010" y="7215"/>
                      </a:lnTo>
                      <a:cubicBezTo>
                        <a:pt x="5703" y="7814"/>
                        <a:pt x="6648" y="8192"/>
                        <a:pt x="7625" y="8192"/>
                      </a:cubicBezTo>
                      <a:cubicBezTo>
                        <a:pt x="9925" y="8192"/>
                        <a:pt x="11721" y="6333"/>
                        <a:pt x="11721" y="4096"/>
                      </a:cubicBezTo>
                      <a:cubicBezTo>
                        <a:pt x="11721" y="1828"/>
                        <a:pt x="9893" y="1"/>
                        <a:pt x="76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03" name="Google Shape;12429;p89">
                  <a:extLst>
                    <a:ext uri="{FF2B5EF4-FFF2-40B4-BE49-F238E27FC236}">
                      <a16:creationId xmlns:a16="http://schemas.microsoft.com/office/drawing/2014/main" id="{EC5FB6FC-1AA1-236A-6098-4C930B905704}"/>
                    </a:ext>
                  </a:extLst>
                </p:cNvPr>
                <p:cNvSpPr/>
                <p:nvPr/>
              </p:nvSpPr>
              <p:spPr>
                <a:xfrm>
                  <a:off x="-4802675" y="2115050"/>
                  <a:ext cx="122100" cy="8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3443" extrusionOk="0">
                      <a:moveTo>
                        <a:pt x="2428" y="1"/>
                      </a:moveTo>
                      <a:cubicBezTo>
                        <a:pt x="2301" y="1"/>
                        <a:pt x="2172" y="72"/>
                        <a:pt x="2111" y="225"/>
                      </a:cubicBezTo>
                      <a:lnTo>
                        <a:pt x="1418" y="2116"/>
                      </a:lnTo>
                      <a:lnTo>
                        <a:pt x="693" y="225"/>
                      </a:lnTo>
                      <a:cubicBezTo>
                        <a:pt x="645" y="105"/>
                        <a:pt x="524" y="4"/>
                        <a:pt x="400" y="4"/>
                      </a:cubicBezTo>
                      <a:cubicBezTo>
                        <a:pt x="361" y="4"/>
                        <a:pt x="321" y="14"/>
                        <a:pt x="284" y="36"/>
                      </a:cubicBezTo>
                      <a:cubicBezTo>
                        <a:pt x="126" y="99"/>
                        <a:pt x="0" y="288"/>
                        <a:pt x="63" y="446"/>
                      </a:cubicBezTo>
                      <a:lnTo>
                        <a:pt x="1103" y="3218"/>
                      </a:lnTo>
                      <a:cubicBezTo>
                        <a:pt x="1168" y="3364"/>
                        <a:pt x="1299" y="3443"/>
                        <a:pt x="1428" y="3443"/>
                      </a:cubicBezTo>
                      <a:cubicBezTo>
                        <a:pt x="1551" y="3443"/>
                        <a:pt x="1672" y="3372"/>
                        <a:pt x="1733" y="3218"/>
                      </a:cubicBezTo>
                      <a:lnTo>
                        <a:pt x="2426" y="1328"/>
                      </a:lnTo>
                      <a:lnTo>
                        <a:pt x="3151" y="3218"/>
                      </a:lnTo>
                      <a:cubicBezTo>
                        <a:pt x="3215" y="3364"/>
                        <a:pt x="3346" y="3443"/>
                        <a:pt x="3476" y="3443"/>
                      </a:cubicBezTo>
                      <a:cubicBezTo>
                        <a:pt x="3598" y="3443"/>
                        <a:pt x="3719" y="3372"/>
                        <a:pt x="3781" y="3218"/>
                      </a:cubicBezTo>
                      <a:lnTo>
                        <a:pt x="4789" y="446"/>
                      </a:lnTo>
                      <a:cubicBezTo>
                        <a:pt x="4884" y="257"/>
                        <a:pt x="4789" y="68"/>
                        <a:pt x="4600" y="36"/>
                      </a:cubicBezTo>
                      <a:cubicBezTo>
                        <a:pt x="4562" y="14"/>
                        <a:pt x="4521" y="4"/>
                        <a:pt x="4479" y="4"/>
                      </a:cubicBezTo>
                      <a:cubicBezTo>
                        <a:pt x="4346" y="4"/>
                        <a:pt x="4207" y="105"/>
                        <a:pt x="4159" y="225"/>
                      </a:cubicBezTo>
                      <a:lnTo>
                        <a:pt x="3466" y="2116"/>
                      </a:lnTo>
                      <a:lnTo>
                        <a:pt x="2741" y="225"/>
                      </a:lnTo>
                      <a:cubicBezTo>
                        <a:pt x="2693" y="80"/>
                        <a:pt x="2561" y="1"/>
                        <a:pt x="242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64" name="Google Shape;12434;p89">
                <a:extLst>
                  <a:ext uri="{FF2B5EF4-FFF2-40B4-BE49-F238E27FC236}">
                    <a16:creationId xmlns:a16="http://schemas.microsoft.com/office/drawing/2014/main" id="{E78FBC4E-F3F4-2471-A124-01831244C7EC}"/>
                  </a:ext>
                </a:extLst>
              </p:cNvPr>
              <p:cNvGrpSpPr/>
              <p:nvPr/>
            </p:nvGrpSpPr>
            <p:grpSpPr>
              <a:xfrm>
                <a:off x="8665202" y="1924126"/>
                <a:ext cx="641288" cy="564991"/>
                <a:chOff x="-3137650" y="2067900"/>
                <a:chExt cx="291450" cy="256775"/>
              </a:xfrm>
              <a:grpFill/>
            </p:grpSpPr>
            <p:sp>
              <p:nvSpPr>
                <p:cNvPr id="17999" name="Google Shape;12435;p89">
                  <a:extLst>
                    <a:ext uri="{FF2B5EF4-FFF2-40B4-BE49-F238E27FC236}">
                      <a16:creationId xmlns:a16="http://schemas.microsoft.com/office/drawing/2014/main" id="{8942F43C-B2F0-5FE8-2427-F9B9FDB9B29D}"/>
                    </a:ext>
                  </a:extLst>
                </p:cNvPr>
                <p:cNvSpPr/>
                <p:nvPr/>
              </p:nvSpPr>
              <p:spPr>
                <a:xfrm>
                  <a:off x="-3137650" y="2067900"/>
                  <a:ext cx="291450" cy="18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7499" extrusionOk="0">
                      <a:moveTo>
                        <a:pt x="10618" y="694"/>
                      </a:moveTo>
                      <a:cubicBezTo>
                        <a:pt x="10838" y="694"/>
                        <a:pt x="10964" y="851"/>
                        <a:pt x="10964" y="1040"/>
                      </a:cubicBezTo>
                      <a:lnTo>
                        <a:pt x="10964" y="6522"/>
                      </a:lnTo>
                      <a:cubicBezTo>
                        <a:pt x="10964" y="6711"/>
                        <a:pt x="10838" y="6868"/>
                        <a:pt x="10618" y="6868"/>
                      </a:cubicBezTo>
                      <a:lnTo>
                        <a:pt x="1009" y="6868"/>
                      </a:lnTo>
                      <a:cubicBezTo>
                        <a:pt x="820" y="6868"/>
                        <a:pt x="662" y="6711"/>
                        <a:pt x="662" y="6522"/>
                      </a:cubicBezTo>
                      <a:lnTo>
                        <a:pt x="662" y="1040"/>
                      </a:lnTo>
                      <a:cubicBezTo>
                        <a:pt x="662" y="851"/>
                        <a:pt x="820" y="694"/>
                        <a:pt x="1009" y="694"/>
                      </a:cubicBez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09"/>
                      </a:cubicBezTo>
                      <a:lnTo>
                        <a:pt x="1" y="6490"/>
                      </a:lnTo>
                      <a:cubicBezTo>
                        <a:pt x="1" y="7026"/>
                        <a:pt x="473" y="7499"/>
                        <a:pt x="1009" y="7499"/>
                      </a:cubicBezTo>
                      <a:lnTo>
                        <a:pt x="10618" y="7499"/>
                      </a:lnTo>
                      <a:cubicBezTo>
                        <a:pt x="11185" y="7499"/>
                        <a:pt x="11658" y="7026"/>
                        <a:pt x="11658" y="6490"/>
                      </a:cubicBezTo>
                      <a:lnTo>
                        <a:pt x="11658" y="1009"/>
                      </a:lnTo>
                      <a:cubicBezTo>
                        <a:pt x="11658" y="473"/>
                        <a:pt x="11217" y="0"/>
                        <a:pt x="106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00" name="Google Shape;12436;p89">
                  <a:extLst>
                    <a:ext uri="{FF2B5EF4-FFF2-40B4-BE49-F238E27FC236}">
                      <a16:creationId xmlns:a16="http://schemas.microsoft.com/office/drawing/2014/main" id="{5E5238B5-0666-2EDE-D466-108CDA42A73B}"/>
                    </a:ext>
                  </a:extLst>
                </p:cNvPr>
                <p:cNvSpPr/>
                <p:nvPr/>
              </p:nvSpPr>
              <p:spPr>
                <a:xfrm>
                  <a:off x="-3137650" y="2273475"/>
                  <a:ext cx="291450" cy="5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2048" extrusionOk="0">
                      <a:moveTo>
                        <a:pt x="10618" y="662"/>
                      </a:moveTo>
                      <a:cubicBezTo>
                        <a:pt x="10838" y="662"/>
                        <a:pt x="10964" y="819"/>
                        <a:pt x="10964" y="1008"/>
                      </a:cubicBezTo>
                      <a:cubicBezTo>
                        <a:pt x="10964" y="1197"/>
                        <a:pt x="10838" y="1355"/>
                        <a:pt x="10618" y="1355"/>
                      </a:cubicBezTo>
                      <a:lnTo>
                        <a:pt x="6050" y="1355"/>
                      </a:lnTo>
                      <a:cubicBezTo>
                        <a:pt x="6113" y="1260"/>
                        <a:pt x="6113" y="1134"/>
                        <a:pt x="6113" y="1008"/>
                      </a:cubicBezTo>
                      <a:cubicBezTo>
                        <a:pt x="6113" y="882"/>
                        <a:pt x="6050" y="788"/>
                        <a:pt x="6050" y="662"/>
                      </a:cubicBezTo>
                      <a:close/>
                      <a:moveTo>
                        <a:pt x="5105" y="662"/>
                      </a:moveTo>
                      <a:cubicBezTo>
                        <a:pt x="5294" y="662"/>
                        <a:pt x="5451" y="819"/>
                        <a:pt x="5451" y="1008"/>
                      </a:cubicBezTo>
                      <a:cubicBezTo>
                        <a:pt x="5451" y="1229"/>
                        <a:pt x="5294" y="1386"/>
                        <a:pt x="5105" y="1386"/>
                      </a:cubicBezTo>
                      <a:lnTo>
                        <a:pt x="1009" y="1386"/>
                      </a:lnTo>
                      <a:cubicBezTo>
                        <a:pt x="820" y="1355"/>
                        <a:pt x="662" y="1229"/>
                        <a:pt x="662" y="1008"/>
                      </a:cubicBezTo>
                      <a:cubicBezTo>
                        <a:pt x="662" y="819"/>
                        <a:pt x="820" y="662"/>
                        <a:pt x="1009" y="662"/>
                      </a:cubicBez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08"/>
                      </a:cubicBezTo>
                      <a:cubicBezTo>
                        <a:pt x="1" y="1575"/>
                        <a:pt x="473" y="2048"/>
                        <a:pt x="1009" y="2048"/>
                      </a:cubicBezTo>
                      <a:lnTo>
                        <a:pt x="10618" y="2048"/>
                      </a:lnTo>
                      <a:cubicBezTo>
                        <a:pt x="11185" y="2048"/>
                        <a:pt x="11658" y="1575"/>
                        <a:pt x="11658" y="1008"/>
                      </a:cubicBezTo>
                      <a:cubicBezTo>
                        <a:pt x="11658" y="473"/>
                        <a:pt x="11217" y="0"/>
                        <a:pt x="106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01" name="Google Shape;12437;p89">
                  <a:extLst>
                    <a:ext uri="{FF2B5EF4-FFF2-40B4-BE49-F238E27FC236}">
                      <a16:creationId xmlns:a16="http://schemas.microsoft.com/office/drawing/2014/main" id="{B740A7CB-B335-728F-C77D-E89B3B5E0F3E}"/>
                    </a:ext>
                  </a:extLst>
                </p:cNvPr>
                <p:cNvSpPr/>
                <p:nvPr/>
              </p:nvSpPr>
              <p:spPr>
                <a:xfrm>
                  <a:off x="-3035250" y="2103000"/>
                  <a:ext cx="104000" cy="11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4740" extrusionOk="0">
                      <a:moveTo>
                        <a:pt x="662" y="896"/>
                      </a:moveTo>
                      <a:lnTo>
                        <a:pt x="3056" y="2346"/>
                      </a:lnTo>
                      <a:lnTo>
                        <a:pt x="662" y="3826"/>
                      </a:lnTo>
                      <a:lnTo>
                        <a:pt x="662" y="896"/>
                      </a:lnTo>
                      <a:close/>
                      <a:moveTo>
                        <a:pt x="322" y="1"/>
                      </a:moveTo>
                      <a:cubicBezTo>
                        <a:pt x="144" y="1"/>
                        <a:pt x="0" y="131"/>
                        <a:pt x="0" y="298"/>
                      </a:cubicBezTo>
                      <a:lnTo>
                        <a:pt x="0" y="4425"/>
                      </a:lnTo>
                      <a:cubicBezTo>
                        <a:pt x="0" y="4607"/>
                        <a:pt x="132" y="4740"/>
                        <a:pt x="301" y="4740"/>
                      </a:cubicBezTo>
                      <a:cubicBezTo>
                        <a:pt x="365" y="4740"/>
                        <a:pt x="435" y="4720"/>
                        <a:pt x="504" y="4677"/>
                      </a:cubicBezTo>
                      <a:lnTo>
                        <a:pt x="3939" y="2629"/>
                      </a:lnTo>
                      <a:cubicBezTo>
                        <a:pt x="4159" y="2535"/>
                        <a:pt x="4159" y="2219"/>
                        <a:pt x="3939" y="2093"/>
                      </a:cubicBezTo>
                      <a:lnTo>
                        <a:pt x="504" y="46"/>
                      </a:lnTo>
                      <a:cubicBezTo>
                        <a:pt x="443" y="15"/>
                        <a:pt x="381" y="1"/>
                        <a:pt x="32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965" name="Google Shape;12454;p89">
                <a:extLst>
                  <a:ext uri="{FF2B5EF4-FFF2-40B4-BE49-F238E27FC236}">
                    <a16:creationId xmlns:a16="http://schemas.microsoft.com/office/drawing/2014/main" id="{124B4D58-9924-AAFC-2F31-CB2234489B5A}"/>
                  </a:ext>
                </a:extLst>
              </p:cNvPr>
              <p:cNvSpPr/>
              <p:nvPr/>
            </p:nvSpPr>
            <p:spPr>
              <a:xfrm>
                <a:off x="1225976" y="1884797"/>
                <a:ext cx="642992" cy="643268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11694" extrusionOk="0">
                    <a:moveTo>
                      <a:pt x="5829" y="2048"/>
                    </a:moveTo>
                    <a:cubicBezTo>
                      <a:pt x="6018" y="2048"/>
                      <a:pt x="6175" y="2206"/>
                      <a:pt x="6175" y="2395"/>
                    </a:cubicBezTo>
                    <a:cubicBezTo>
                      <a:pt x="6175" y="2615"/>
                      <a:pt x="6018" y="2804"/>
                      <a:pt x="5829" y="2804"/>
                    </a:cubicBezTo>
                    <a:cubicBezTo>
                      <a:pt x="5640" y="2804"/>
                      <a:pt x="5482" y="2615"/>
                      <a:pt x="5482" y="2395"/>
                    </a:cubicBezTo>
                    <a:cubicBezTo>
                      <a:pt x="5482" y="2206"/>
                      <a:pt x="5640" y="2048"/>
                      <a:pt x="5829" y="2048"/>
                    </a:cubicBezTo>
                    <a:close/>
                    <a:moveTo>
                      <a:pt x="5829" y="725"/>
                    </a:moveTo>
                    <a:cubicBezTo>
                      <a:pt x="6774" y="725"/>
                      <a:pt x="7530" y="1449"/>
                      <a:pt x="7530" y="2395"/>
                    </a:cubicBezTo>
                    <a:cubicBezTo>
                      <a:pt x="7530" y="2521"/>
                      <a:pt x="7530" y="2678"/>
                      <a:pt x="7467" y="2804"/>
                    </a:cubicBezTo>
                    <a:lnTo>
                      <a:pt x="6774" y="2804"/>
                    </a:lnTo>
                    <a:cubicBezTo>
                      <a:pt x="6806" y="2678"/>
                      <a:pt x="6837" y="2552"/>
                      <a:pt x="6837" y="2395"/>
                    </a:cubicBezTo>
                    <a:cubicBezTo>
                      <a:pt x="6837" y="1859"/>
                      <a:pt x="6364" y="1386"/>
                      <a:pt x="5829" y="1386"/>
                    </a:cubicBezTo>
                    <a:cubicBezTo>
                      <a:pt x="5262" y="1386"/>
                      <a:pt x="4789" y="1859"/>
                      <a:pt x="4789" y="2395"/>
                    </a:cubicBezTo>
                    <a:cubicBezTo>
                      <a:pt x="4789" y="2521"/>
                      <a:pt x="4852" y="2678"/>
                      <a:pt x="4884" y="2804"/>
                    </a:cubicBezTo>
                    <a:lnTo>
                      <a:pt x="4159" y="2804"/>
                    </a:lnTo>
                    <a:cubicBezTo>
                      <a:pt x="4128" y="2678"/>
                      <a:pt x="4128" y="2521"/>
                      <a:pt x="4128" y="2395"/>
                    </a:cubicBezTo>
                    <a:cubicBezTo>
                      <a:pt x="4128" y="1449"/>
                      <a:pt x="4884" y="725"/>
                      <a:pt x="5829" y="725"/>
                    </a:cubicBezTo>
                    <a:close/>
                    <a:moveTo>
                      <a:pt x="10681" y="3466"/>
                    </a:moveTo>
                    <a:cubicBezTo>
                      <a:pt x="10870" y="3466"/>
                      <a:pt x="11027" y="3623"/>
                      <a:pt x="11027" y="3812"/>
                    </a:cubicBezTo>
                    <a:cubicBezTo>
                      <a:pt x="11027" y="4033"/>
                      <a:pt x="10870" y="4190"/>
                      <a:pt x="10681" y="4190"/>
                    </a:cubicBezTo>
                    <a:lnTo>
                      <a:pt x="1009" y="4190"/>
                    </a:lnTo>
                    <a:cubicBezTo>
                      <a:pt x="820" y="4190"/>
                      <a:pt x="662" y="4033"/>
                      <a:pt x="662" y="3812"/>
                    </a:cubicBezTo>
                    <a:cubicBezTo>
                      <a:pt x="662" y="3623"/>
                      <a:pt x="851" y="3466"/>
                      <a:pt x="1009" y="3466"/>
                    </a:cubicBezTo>
                    <a:close/>
                    <a:moveTo>
                      <a:pt x="9799" y="4852"/>
                    </a:moveTo>
                    <a:lnTo>
                      <a:pt x="7058" y="7593"/>
                    </a:lnTo>
                    <a:lnTo>
                      <a:pt x="4600" y="7593"/>
                    </a:lnTo>
                    <a:lnTo>
                      <a:pt x="1859" y="4852"/>
                    </a:lnTo>
                    <a:close/>
                    <a:moveTo>
                      <a:pt x="6869" y="8255"/>
                    </a:moveTo>
                    <a:lnTo>
                      <a:pt x="6869" y="9767"/>
                    </a:lnTo>
                    <a:lnTo>
                      <a:pt x="4789" y="10775"/>
                    </a:lnTo>
                    <a:lnTo>
                      <a:pt x="4789" y="8255"/>
                    </a:lnTo>
                    <a:close/>
                    <a:moveTo>
                      <a:pt x="5829" y="0"/>
                    </a:moveTo>
                    <a:cubicBezTo>
                      <a:pt x="4474" y="0"/>
                      <a:pt x="3435" y="1071"/>
                      <a:pt x="3435" y="2395"/>
                    </a:cubicBezTo>
                    <a:cubicBezTo>
                      <a:pt x="3435" y="2521"/>
                      <a:pt x="3435" y="2678"/>
                      <a:pt x="3466" y="2804"/>
                    </a:cubicBezTo>
                    <a:lnTo>
                      <a:pt x="1009" y="2804"/>
                    </a:lnTo>
                    <a:cubicBezTo>
                      <a:pt x="473" y="2804"/>
                      <a:pt x="0" y="3277"/>
                      <a:pt x="0" y="3812"/>
                    </a:cubicBezTo>
                    <a:cubicBezTo>
                      <a:pt x="0" y="4348"/>
                      <a:pt x="379" y="4757"/>
                      <a:pt x="851" y="4852"/>
                    </a:cubicBezTo>
                    <a:lnTo>
                      <a:pt x="4096" y="8065"/>
                    </a:lnTo>
                    <a:lnTo>
                      <a:pt x="4096" y="11342"/>
                    </a:lnTo>
                    <a:cubicBezTo>
                      <a:pt x="4096" y="11518"/>
                      <a:pt x="4277" y="11694"/>
                      <a:pt x="4462" y="11694"/>
                    </a:cubicBezTo>
                    <a:cubicBezTo>
                      <a:pt x="4508" y="11694"/>
                      <a:pt x="4556" y="11683"/>
                      <a:pt x="4600" y="11657"/>
                    </a:cubicBezTo>
                    <a:lnTo>
                      <a:pt x="7373" y="10271"/>
                    </a:lnTo>
                    <a:cubicBezTo>
                      <a:pt x="7467" y="10239"/>
                      <a:pt x="7562" y="10113"/>
                      <a:pt x="7562" y="9956"/>
                    </a:cubicBezTo>
                    <a:lnTo>
                      <a:pt x="7562" y="8034"/>
                    </a:lnTo>
                    <a:lnTo>
                      <a:pt x="10838" y="4820"/>
                    </a:lnTo>
                    <a:cubicBezTo>
                      <a:pt x="11311" y="4757"/>
                      <a:pt x="11689" y="4348"/>
                      <a:pt x="11689" y="3812"/>
                    </a:cubicBezTo>
                    <a:cubicBezTo>
                      <a:pt x="11689" y="3277"/>
                      <a:pt x="11216" y="2804"/>
                      <a:pt x="10681" y="2804"/>
                    </a:cubicBezTo>
                    <a:lnTo>
                      <a:pt x="8192" y="2804"/>
                    </a:lnTo>
                    <a:cubicBezTo>
                      <a:pt x="8192" y="2678"/>
                      <a:pt x="8223" y="2521"/>
                      <a:pt x="8223" y="2395"/>
                    </a:cubicBezTo>
                    <a:cubicBezTo>
                      <a:pt x="8223" y="1071"/>
                      <a:pt x="7152" y="0"/>
                      <a:pt x="582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7966" name="Google Shape;12461;p89">
                <a:extLst>
                  <a:ext uri="{FF2B5EF4-FFF2-40B4-BE49-F238E27FC236}">
                    <a16:creationId xmlns:a16="http://schemas.microsoft.com/office/drawing/2014/main" id="{89BF3148-715D-DDBB-3A44-930833B9BB57}"/>
                  </a:ext>
                </a:extLst>
              </p:cNvPr>
              <p:cNvGrpSpPr/>
              <p:nvPr/>
            </p:nvGrpSpPr>
            <p:grpSpPr>
              <a:xfrm>
                <a:off x="5349172" y="1883391"/>
                <a:ext cx="646458" cy="646458"/>
                <a:chOff x="-4573475" y="2045850"/>
                <a:chExt cx="293800" cy="293800"/>
              </a:xfrm>
              <a:grpFill/>
            </p:grpSpPr>
            <p:sp>
              <p:nvSpPr>
                <p:cNvPr id="17997" name="Google Shape;12462;p89">
                  <a:extLst>
                    <a:ext uri="{FF2B5EF4-FFF2-40B4-BE49-F238E27FC236}">
                      <a16:creationId xmlns:a16="http://schemas.microsoft.com/office/drawing/2014/main" id="{EB7F5B95-3715-280C-398C-F0955EA6B8C7}"/>
                    </a:ext>
                  </a:extLst>
                </p:cNvPr>
                <p:cNvSpPr/>
                <p:nvPr/>
              </p:nvSpPr>
              <p:spPr>
                <a:xfrm>
                  <a:off x="-4573475" y="2045850"/>
                  <a:ext cx="293800" cy="293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2" h="11752" extrusionOk="0">
                      <a:moveTo>
                        <a:pt x="6333" y="756"/>
                      </a:moveTo>
                      <a:lnTo>
                        <a:pt x="6459" y="1292"/>
                      </a:lnTo>
                      <a:cubicBezTo>
                        <a:pt x="6490" y="1418"/>
                        <a:pt x="6585" y="1544"/>
                        <a:pt x="6742" y="1576"/>
                      </a:cubicBezTo>
                      <a:cubicBezTo>
                        <a:pt x="7372" y="1702"/>
                        <a:pt x="7908" y="1922"/>
                        <a:pt x="8444" y="2300"/>
                      </a:cubicBezTo>
                      <a:cubicBezTo>
                        <a:pt x="8491" y="2332"/>
                        <a:pt x="8546" y="2347"/>
                        <a:pt x="8605" y="2347"/>
                      </a:cubicBezTo>
                      <a:cubicBezTo>
                        <a:pt x="8664" y="2347"/>
                        <a:pt x="8727" y="2332"/>
                        <a:pt x="8790" y="2300"/>
                      </a:cubicBezTo>
                      <a:lnTo>
                        <a:pt x="9231" y="2017"/>
                      </a:lnTo>
                      <a:lnTo>
                        <a:pt x="9798" y="2584"/>
                      </a:lnTo>
                      <a:lnTo>
                        <a:pt x="9546" y="3025"/>
                      </a:lnTo>
                      <a:cubicBezTo>
                        <a:pt x="9452" y="3151"/>
                        <a:pt x="9452" y="3308"/>
                        <a:pt x="9546" y="3371"/>
                      </a:cubicBezTo>
                      <a:cubicBezTo>
                        <a:pt x="9893" y="3907"/>
                        <a:pt x="10113" y="4505"/>
                        <a:pt x="10239" y="5073"/>
                      </a:cubicBezTo>
                      <a:cubicBezTo>
                        <a:pt x="10271" y="5199"/>
                        <a:pt x="10365" y="5325"/>
                        <a:pt x="10523" y="5356"/>
                      </a:cubicBezTo>
                      <a:lnTo>
                        <a:pt x="11058" y="5482"/>
                      </a:lnTo>
                      <a:lnTo>
                        <a:pt x="11058" y="6301"/>
                      </a:lnTo>
                      <a:lnTo>
                        <a:pt x="10523" y="6427"/>
                      </a:lnTo>
                      <a:cubicBezTo>
                        <a:pt x="10397" y="6459"/>
                        <a:pt x="10271" y="6553"/>
                        <a:pt x="10239" y="6711"/>
                      </a:cubicBezTo>
                      <a:cubicBezTo>
                        <a:pt x="10113" y="7309"/>
                        <a:pt x="9893" y="7877"/>
                        <a:pt x="9546" y="8381"/>
                      </a:cubicBezTo>
                      <a:cubicBezTo>
                        <a:pt x="9452" y="8507"/>
                        <a:pt x="9452" y="8633"/>
                        <a:pt x="9546" y="8759"/>
                      </a:cubicBezTo>
                      <a:lnTo>
                        <a:pt x="9798" y="9168"/>
                      </a:lnTo>
                      <a:lnTo>
                        <a:pt x="9231" y="9767"/>
                      </a:lnTo>
                      <a:lnTo>
                        <a:pt x="8790" y="9483"/>
                      </a:lnTo>
                      <a:cubicBezTo>
                        <a:pt x="8727" y="9452"/>
                        <a:pt x="8656" y="9436"/>
                        <a:pt x="8593" y="9436"/>
                      </a:cubicBezTo>
                      <a:cubicBezTo>
                        <a:pt x="8530" y="9436"/>
                        <a:pt x="8475" y="9452"/>
                        <a:pt x="8444" y="9483"/>
                      </a:cubicBezTo>
                      <a:cubicBezTo>
                        <a:pt x="7908" y="9861"/>
                        <a:pt x="7341" y="10082"/>
                        <a:pt x="6742" y="10208"/>
                      </a:cubicBezTo>
                      <a:cubicBezTo>
                        <a:pt x="6616" y="10239"/>
                        <a:pt x="6490" y="10334"/>
                        <a:pt x="6459" y="10428"/>
                      </a:cubicBezTo>
                      <a:lnTo>
                        <a:pt x="6333" y="10964"/>
                      </a:lnTo>
                      <a:lnTo>
                        <a:pt x="5514" y="10964"/>
                      </a:lnTo>
                      <a:lnTo>
                        <a:pt x="5388" y="10428"/>
                      </a:lnTo>
                      <a:cubicBezTo>
                        <a:pt x="5356" y="10334"/>
                        <a:pt x="5230" y="10208"/>
                        <a:pt x="5136" y="10208"/>
                      </a:cubicBezTo>
                      <a:cubicBezTo>
                        <a:pt x="4505" y="10082"/>
                        <a:pt x="3938" y="9861"/>
                        <a:pt x="3434" y="9483"/>
                      </a:cubicBezTo>
                      <a:cubicBezTo>
                        <a:pt x="3371" y="9452"/>
                        <a:pt x="3308" y="9436"/>
                        <a:pt x="3249" y="9436"/>
                      </a:cubicBezTo>
                      <a:cubicBezTo>
                        <a:pt x="3190" y="9436"/>
                        <a:pt x="3135" y="9452"/>
                        <a:pt x="3088" y="9483"/>
                      </a:cubicBezTo>
                      <a:lnTo>
                        <a:pt x="2647" y="9767"/>
                      </a:lnTo>
                      <a:lnTo>
                        <a:pt x="2048" y="9168"/>
                      </a:lnTo>
                      <a:lnTo>
                        <a:pt x="2332" y="8759"/>
                      </a:lnTo>
                      <a:cubicBezTo>
                        <a:pt x="2395" y="8633"/>
                        <a:pt x="2395" y="8475"/>
                        <a:pt x="2332" y="8381"/>
                      </a:cubicBezTo>
                      <a:cubicBezTo>
                        <a:pt x="1985" y="7877"/>
                        <a:pt x="1733" y="7278"/>
                        <a:pt x="1607" y="6711"/>
                      </a:cubicBezTo>
                      <a:cubicBezTo>
                        <a:pt x="1575" y="6585"/>
                        <a:pt x="1512" y="6459"/>
                        <a:pt x="1386" y="6427"/>
                      </a:cubicBezTo>
                      <a:lnTo>
                        <a:pt x="882" y="6301"/>
                      </a:lnTo>
                      <a:lnTo>
                        <a:pt x="882" y="5482"/>
                      </a:lnTo>
                      <a:lnTo>
                        <a:pt x="1386" y="5356"/>
                      </a:lnTo>
                      <a:cubicBezTo>
                        <a:pt x="1512" y="5325"/>
                        <a:pt x="1607" y="5199"/>
                        <a:pt x="1607" y="5073"/>
                      </a:cubicBezTo>
                      <a:cubicBezTo>
                        <a:pt x="1733" y="4442"/>
                        <a:pt x="1985" y="3907"/>
                        <a:pt x="2332" y="3371"/>
                      </a:cubicBezTo>
                      <a:cubicBezTo>
                        <a:pt x="2395" y="3277"/>
                        <a:pt x="2395" y="3151"/>
                        <a:pt x="2332" y="3025"/>
                      </a:cubicBezTo>
                      <a:lnTo>
                        <a:pt x="2048" y="2584"/>
                      </a:lnTo>
                      <a:lnTo>
                        <a:pt x="2647" y="2017"/>
                      </a:lnTo>
                      <a:lnTo>
                        <a:pt x="3088" y="2300"/>
                      </a:lnTo>
                      <a:cubicBezTo>
                        <a:pt x="3135" y="2332"/>
                        <a:pt x="3198" y="2347"/>
                        <a:pt x="3261" y="2347"/>
                      </a:cubicBezTo>
                      <a:cubicBezTo>
                        <a:pt x="3324" y="2347"/>
                        <a:pt x="3387" y="2332"/>
                        <a:pt x="3434" y="2300"/>
                      </a:cubicBezTo>
                      <a:cubicBezTo>
                        <a:pt x="3938" y="1922"/>
                        <a:pt x="4537" y="1702"/>
                        <a:pt x="5136" y="1576"/>
                      </a:cubicBezTo>
                      <a:cubicBezTo>
                        <a:pt x="5230" y="1544"/>
                        <a:pt x="5356" y="1450"/>
                        <a:pt x="5388" y="1292"/>
                      </a:cubicBezTo>
                      <a:lnTo>
                        <a:pt x="5514" y="756"/>
                      </a:lnTo>
                      <a:close/>
                      <a:moveTo>
                        <a:pt x="5167" y="0"/>
                      </a:moveTo>
                      <a:cubicBezTo>
                        <a:pt x="5009" y="0"/>
                        <a:pt x="4852" y="126"/>
                        <a:pt x="4852" y="284"/>
                      </a:cubicBezTo>
                      <a:lnTo>
                        <a:pt x="4694" y="882"/>
                      </a:lnTo>
                      <a:cubicBezTo>
                        <a:pt x="4127" y="977"/>
                        <a:pt x="3623" y="1229"/>
                        <a:pt x="3119" y="1513"/>
                      </a:cubicBezTo>
                      <a:lnTo>
                        <a:pt x="2615" y="1197"/>
                      </a:lnTo>
                      <a:cubicBezTo>
                        <a:pt x="2557" y="1154"/>
                        <a:pt x="2485" y="1130"/>
                        <a:pt x="2412" y="1130"/>
                      </a:cubicBezTo>
                      <a:cubicBezTo>
                        <a:pt x="2327" y="1130"/>
                        <a:pt x="2242" y="1161"/>
                        <a:pt x="2174" y="1229"/>
                      </a:cubicBezTo>
                      <a:lnTo>
                        <a:pt x="1197" y="2206"/>
                      </a:lnTo>
                      <a:cubicBezTo>
                        <a:pt x="1071" y="2332"/>
                        <a:pt x="1071" y="2489"/>
                        <a:pt x="1134" y="2647"/>
                      </a:cubicBezTo>
                      <a:lnTo>
                        <a:pt x="1449" y="3151"/>
                      </a:lnTo>
                      <a:cubicBezTo>
                        <a:pt x="1134" y="3623"/>
                        <a:pt x="945" y="4159"/>
                        <a:pt x="819" y="4726"/>
                      </a:cubicBezTo>
                      <a:lnTo>
                        <a:pt x="284" y="4884"/>
                      </a:lnTo>
                      <a:cubicBezTo>
                        <a:pt x="126" y="4915"/>
                        <a:pt x="0" y="5041"/>
                        <a:pt x="0" y="5199"/>
                      </a:cubicBezTo>
                      <a:lnTo>
                        <a:pt x="0" y="6585"/>
                      </a:lnTo>
                      <a:cubicBezTo>
                        <a:pt x="0" y="6742"/>
                        <a:pt x="126" y="6868"/>
                        <a:pt x="284" y="6900"/>
                      </a:cubicBezTo>
                      <a:lnTo>
                        <a:pt x="819" y="7057"/>
                      </a:lnTo>
                      <a:cubicBezTo>
                        <a:pt x="945" y="7593"/>
                        <a:pt x="1197" y="8129"/>
                        <a:pt x="1449" y="8633"/>
                      </a:cubicBezTo>
                      <a:lnTo>
                        <a:pt x="1134" y="9137"/>
                      </a:lnTo>
                      <a:cubicBezTo>
                        <a:pt x="1071" y="9263"/>
                        <a:pt x="1071" y="9452"/>
                        <a:pt x="1197" y="9578"/>
                      </a:cubicBezTo>
                      <a:lnTo>
                        <a:pt x="2174" y="10554"/>
                      </a:lnTo>
                      <a:cubicBezTo>
                        <a:pt x="2242" y="10622"/>
                        <a:pt x="2318" y="10653"/>
                        <a:pt x="2399" y="10653"/>
                      </a:cubicBezTo>
                      <a:cubicBezTo>
                        <a:pt x="2469" y="10653"/>
                        <a:pt x="2542" y="10630"/>
                        <a:pt x="2615" y="10586"/>
                      </a:cubicBezTo>
                      <a:lnTo>
                        <a:pt x="3119" y="10271"/>
                      </a:lnTo>
                      <a:cubicBezTo>
                        <a:pt x="3592" y="10586"/>
                        <a:pt x="4127" y="10806"/>
                        <a:pt x="4694" y="10901"/>
                      </a:cubicBezTo>
                      <a:lnTo>
                        <a:pt x="4852" y="11468"/>
                      </a:lnTo>
                      <a:cubicBezTo>
                        <a:pt x="4883" y="11626"/>
                        <a:pt x="5009" y="11752"/>
                        <a:pt x="5167" y="11752"/>
                      </a:cubicBezTo>
                      <a:lnTo>
                        <a:pt x="6553" y="11752"/>
                      </a:lnTo>
                      <a:cubicBezTo>
                        <a:pt x="6711" y="11752"/>
                        <a:pt x="6805" y="11626"/>
                        <a:pt x="6868" y="11468"/>
                      </a:cubicBezTo>
                      <a:lnTo>
                        <a:pt x="7026" y="10901"/>
                      </a:lnTo>
                      <a:cubicBezTo>
                        <a:pt x="7561" y="10806"/>
                        <a:pt x="8065" y="10554"/>
                        <a:pt x="8601" y="10271"/>
                      </a:cubicBezTo>
                      <a:lnTo>
                        <a:pt x="9105" y="10586"/>
                      </a:lnTo>
                      <a:cubicBezTo>
                        <a:pt x="9164" y="10630"/>
                        <a:pt x="9236" y="10653"/>
                        <a:pt x="9309" y="10653"/>
                      </a:cubicBezTo>
                      <a:cubicBezTo>
                        <a:pt x="9393" y="10653"/>
                        <a:pt x="9479" y="10622"/>
                        <a:pt x="9546" y="10554"/>
                      </a:cubicBezTo>
                      <a:lnTo>
                        <a:pt x="10523" y="9578"/>
                      </a:lnTo>
                      <a:cubicBezTo>
                        <a:pt x="10649" y="9452"/>
                        <a:pt x="10649" y="9294"/>
                        <a:pt x="10554" y="9137"/>
                      </a:cubicBezTo>
                      <a:lnTo>
                        <a:pt x="10239" y="8633"/>
                      </a:lnTo>
                      <a:cubicBezTo>
                        <a:pt x="10554" y="8160"/>
                        <a:pt x="10743" y="7656"/>
                        <a:pt x="10869" y="7057"/>
                      </a:cubicBezTo>
                      <a:lnTo>
                        <a:pt x="11468" y="6900"/>
                      </a:lnTo>
                      <a:cubicBezTo>
                        <a:pt x="11626" y="6868"/>
                        <a:pt x="11752" y="6742"/>
                        <a:pt x="11752" y="6585"/>
                      </a:cubicBezTo>
                      <a:lnTo>
                        <a:pt x="11752" y="5199"/>
                      </a:lnTo>
                      <a:cubicBezTo>
                        <a:pt x="11752" y="5041"/>
                        <a:pt x="11626" y="4915"/>
                        <a:pt x="11468" y="4884"/>
                      </a:cubicBezTo>
                      <a:lnTo>
                        <a:pt x="10869" y="4726"/>
                      </a:lnTo>
                      <a:cubicBezTo>
                        <a:pt x="10743" y="4159"/>
                        <a:pt x="10523" y="3655"/>
                        <a:pt x="10239" y="3151"/>
                      </a:cubicBezTo>
                      <a:lnTo>
                        <a:pt x="10554" y="2647"/>
                      </a:lnTo>
                      <a:cubicBezTo>
                        <a:pt x="10649" y="2521"/>
                        <a:pt x="10649" y="2332"/>
                        <a:pt x="10523" y="2206"/>
                      </a:cubicBezTo>
                      <a:lnTo>
                        <a:pt x="9546" y="1229"/>
                      </a:lnTo>
                      <a:cubicBezTo>
                        <a:pt x="9479" y="1161"/>
                        <a:pt x="9402" y="1130"/>
                        <a:pt x="9321" y="1130"/>
                      </a:cubicBezTo>
                      <a:cubicBezTo>
                        <a:pt x="9251" y="1130"/>
                        <a:pt x="9178" y="1154"/>
                        <a:pt x="9105" y="1197"/>
                      </a:cubicBezTo>
                      <a:lnTo>
                        <a:pt x="8601" y="1513"/>
                      </a:lnTo>
                      <a:cubicBezTo>
                        <a:pt x="8128" y="1197"/>
                        <a:pt x="7593" y="977"/>
                        <a:pt x="7026" y="882"/>
                      </a:cubicBezTo>
                      <a:lnTo>
                        <a:pt x="6868" y="284"/>
                      </a:lnTo>
                      <a:cubicBezTo>
                        <a:pt x="6805" y="126"/>
                        <a:pt x="6711" y="0"/>
                        <a:pt x="655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98" name="Google Shape;12463;p89">
                  <a:extLst>
                    <a:ext uri="{FF2B5EF4-FFF2-40B4-BE49-F238E27FC236}">
                      <a16:creationId xmlns:a16="http://schemas.microsoft.com/office/drawing/2014/main" id="{885C0094-404D-3996-9CDD-0A2C1B7C6A73}"/>
                    </a:ext>
                  </a:extLst>
                </p:cNvPr>
                <p:cNvSpPr/>
                <p:nvPr/>
              </p:nvSpPr>
              <p:spPr>
                <a:xfrm>
                  <a:off x="-4521500" y="2099400"/>
                  <a:ext cx="189050" cy="18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2" h="7531" extrusionOk="0">
                      <a:moveTo>
                        <a:pt x="3750" y="662"/>
                      </a:moveTo>
                      <a:cubicBezTo>
                        <a:pt x="5451" y="662"/>
                        <a:pt x="6837" y="2017"/>
                        <a:pt x="6837" y="3718"/>
                      </a:cubicBezTo>
                      <a:cubicBezTo>
                        <a:pt x="6869" y="5104"/>
                        <a:pt x="6049" y="6239"/>
                        <a:pt x="4821" y="6648"/>
                      </a:cubicBezTo>
                      <a:lnTo>
                        <a:pt x="4821" y="5892"/>
                      </a:lnTo>
                      <a:cubicBezTo>
                        <a:pt x="5640" y="5514"/>
                        <a:pt x="6207" y="4663"/>
                        <a:pt x="6207" y="3718"/>
                      </a:cubicBezTo>
                      <a:cubicBezTo>
                        <a:pt x="6207" y="2710"/>
                        <a:pt x="5577" y="1796"/>
                        <a:pt x="4569" y="1481"/>
                      </a:cubicBezTo>
                      <a:cubicBezTo>
                        <a:pt x="4535" y="1472"/>
                        <a:pt x="4501" y="1467"/>
                        <a:pt x="4468" y="1467"/>
                      </a:cubicBezTo>
                      <a:cubicBezTo>
                        <a:pt x="4278" y="1467"/>
                        <a:pt x="4096" y="1609"/>
                        <a:pt x="4096" y="1796"/>
                      </a:cubicBezTo>
                      <a:lnTo>
                        <a:pt x="4096" y="3372"/>
                      </a:lnTo>
                      <a:lnTo>
                        <a:pt x="3435" y="3372"/>
                      </a:lnTo>
                      <a:lnTo>
                        <a:pt x="3435" y="1796"/>
                      </a:lnTo>
                      <a:cubicBezTo>
                        <a:pt x="3435" y="1609"/>
                        <a:pt x="3276" y="1467"/>
                        <a:pt x="3073" y="1467"/>
                      </a:cubicBezTo>
                      <a:cubicBezTo>
                        <a:pt x="3037" y="1467"/>
                        <a:pt x="3000" y="1472"/>
                        <a:pt x="2962" y="1481"/>
                      </a:cubicBezTo>
                      <a:cubicBezTo>
                        <a:pt x="2017" y="1828"/>
                        <a:pt x="1355" y="2742"/>
                        <a:pt x="1355" y="3718"/>
                      </a:cubicBezTo>
                      <a:cubicBezTo>
                        <a:pt x="1355" y="4663"/>
                        <a:pt x="1891" y="5514"/>
                        <a:pt x="2741" y="5892"/>
                      </a:cubicBezTo>
                      <a:lnTo>
                        <a:pt x="2741" y="6648"/>
                      </a:lnTo>
                      <a:cubicBezTo>
                        <a:pt x="1544" y="6207"/>
                        <a:pt x="694" y="5073"/>
                        <a:pt x="694" y="3718"/>
                      </a:cubicBezTo>
                      <a:cubicBezTo>
                        <a:pt x="694" y="2017"/>
                        <a:pt x="2048" y="662"/>
                        <a:pt x="3750" y="662"/>
                      </a:cubicBezTo>
                      <a:close/>
                      <a:moveTo>
                        <a:pt x="4852" y="2363"/>
                      </a:moveTo>
                      <a:cubicBezTo>
                        <a:pt x="5293" y="2679"/>
                        <a:pt x="5514" y="3183"/>
                        <a:pt x="5514" y="3718"/>
                      </a:cubicBezTo>
                      <a:cubicBezTo>
                        <a:pt x="5514" y="4443"/>
                        <a:pt x="5041" y="5104"/>
                        <a:pt x="4380" y="5356"/>
                      </a:cubicBezTo>
                      <a:cubicBezTo>
                        <a:pt x="4254" y="5388"/>
                        <a:pt x="4159" y="5545"/>
                        <a:pt x="4159" y="5671"/>
                      </a:cubicBezTo>
                      <a:lnTo>
                        <a:pt x="4159" y="6806"/>
                      </a:lnTo>
                      <a:lnTo>
                        <a:pt x="3781" y="6806"/>
                      </a:lnTo>
                      <a:cubicBezTo>
                        <a:pt x="3734" y="6821"/>
                        <a:pt x="3679" y="6829"/>
                        <a:pt x="3624" y="6829"/>
                      </a:cubicBezTo>
                      <a:cubicBezTo>
                        <a:pt x="3568" y="6829"/>
                        <a:pt x="3513" y="6821"/>
                        <a:pt x="3466" y="6806"/>
                      </a:cubicBezTo>
                      <a:lnTo>
                        <a:pt x="3466" y="5671"/>
                      </a:lnTo>
                      <a:cubicBezTo>
                        <a:pt x="3466" y="5514"/>
                        <a:pt x="3403" y="5388"/>
                        <a:pt x="3246" y="5356"/>
                      </a:cubicBezTo>
                      <a:cubicBezTo>
                        <a:pt x="2584" y="5104"/>
                        <a:pt x="2111" y="4443"/>
                        <a:pt x="2111" y="3718"/>
                      </a:cubicBezTo>
                      <a:cubicBezTo>
                        <a:pt x="2111" y="3183"/>
                        <a:pt x="2363" y="2679"/>
                        <a:pt x="2773" y="2363"/>
                      </a:cubicBezTo>
                      <a:lnTo>
                        <a:pt x="2773" y="3718"/>
                      </a:lnTo>
                      <a:cubicBezTo>
                        <a:pt x="2773" y="3939"/>
                        <a:pt x="2930" y="4096"/>
                        <a:pt x="3120" y="4096"/>
                      </a:cubicBezTo>
                      <a:lnTo>
                        <a:pt x="4506" y="4096"/>
                      </a:lnTo>
                      <a:cubicBezTo>
                        <a:pt x="4695" y="4096"/>
                        <a:pt x="4852" y="3939"/>
                        <a:pt x="4852" y="3718"/>
                      </a:cubicBezTo>
                      <a:lnTo>
                        <a:pt x="4852" y="2363"/>
                      </a:lnTo>
                      <a:close/>
                      <a:moveTo>
                        <a:pt x="3781" y="1"/>
                      </a:moveTo>
                      <a:cubicBezTo>
                        <a:pt x="1702" y="1"/>
                        <a:pt x="1" y="1670"/>
                        <a:pt x="1" y="3781"/>
                      </a:cubicBezTo>
                      <a:cubicBezTo>
                        <a:pt x="1" y="5861"/>
                        <a:pt x="1702" y="7530"/>
                        <a:pt x="3781" y="7530"/>
                      </a:cubicBezTo>
                      <a:cubicBezTo>
                        <a:pt x="5892" y="7530"/>
                        <a:pt x="7562" y="5861"/>
                        <a:pt x="7562" y="3781"/>
                      </a:cubicBezTo>
                      <a:cubicBezTo>
                        <a:pt x="7562" y="1670"/>
                        <a:pt x="5892" y="1"/>
                        <a:pt x="378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67" name="Google Shape;12473;p89">
                <a:extLst>
                  <a:ext uri="{FF2B5EF4-FFF2-40B4-BE49-F238E27FC236}">
                    <a16:creationId xmlns:a16="http://schemas.microsoft.com/office/drawing/2014/main" id="{DA894677-7B87-9FC3-C1F6-BCE105E09FD7}"/>
                  </a:ext>
                </a:extLst>
              </p:cNvPr>
              <p:cNvGrpSpPr/>
              <p:nvPr/>
            </p:nvGrpSpPr>
            <p:grpSpPr>
              <a:xfrm>
                <a:off x="9511570" y="1885950"/>
                <a:ext cx="632212" cy="641343"/>
                <a:chOff x="-2777700" y="2049775"/>
                <a:chExt cx="287325" cy="291475"/>
              </a:xfrm>
              <a:grpFill/>
            </p:grpSpPr>
            <p:sp>
              <p:nvSpPr>
                <p:cNvPr id="17994" name="Google Shape;12474;p89">
                  <a:extLst>
                    <a:ext uri="{FF2B5EF4-FFF2-40B4-BE49-F238E27FC236}">
                      <a16:creationId xmlns:a16="http://schemas.microsoft.com/office/drawing/2014/main" id="{EBB53317-8F2B-C961-8167-A3D69F910016}"/>
                    </a:ext>
                  </a:extLst>
                </p:cNvPr>
                <p:cNvSpPr/>
                <p:nvPr/>
              </p:nvSpPr>
              <p:spPr>
                <a:xfrm>
                  <a:off x="-2777700" y="2049775"/>
                  <a:ext cx="287325" cy="29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93" h="11659" extrusionOk="0">
                      <a:moveTo>
                        <a:pt x="7121" y="662"/>
                      </a:moveTo>
                      <a:cubicBezTo>
                        <a:pt x="7341" y="662"/>
                        <a:pt x="7499" y="820"/>
                        <a:pt x="7499" y="1040"/>
                      </a:cubicBezTo>
                      <a:cubicBezTo>
                        <a:pt x="7499" y="1230"/>
                        <a:pt x="7341" y="1387"/>
                        <a:pt x="7121" y="1387"/>
                      </a:cubicBezTo>
                      <a:lnTo>
                        <a:pt x="4380" y="1387"/>
                      </a:lnTo>
                      <a:cubicBezTo>
                        <a:pt x="4191" y="1387"/>
                        <a:pt x="4033" y="1230"/>
                        <a:pt x="4033" y="1040"/>
                      </a:cubicBezTo>
                      <a:cubicBezTo>
                        <a:pt x="4033" y="820"/>
                        <a:pt x="4191" y="662"/>
                        <a:pt x="4380" y="662"/>
                      </a:cubicBezTo>
                      <a:close/>
                      <a:moveTo>
                        <a:pt x="6774" y="2049"/>
                      </a:moveTo>
                      <a:lnTo>
                        <a:pt x="6774" y="4285"/>
                      </a:lnTo>
                      <a:cubicBezTo>
                        <a:pt x="6774" y="4412"/>
                        <a:pt x="6774" y="4443"/>
                        <a:pt x="7499" y="5514"/>
                      </a:cubicBezTo>
                      <a:lnTo>
                        <a:pt x="3970" y="5514"/>
                      </a:lnTo>
                      <a:cubicBezTo>
                        <a:pt x="4758" y="4412"/>
                        <a:pt x="4726" y="4443"/>
                        <a:pt x="4726" y="4348"/>
                      </a:cubicBezTo>
                      <a:lnTo>
                        <a:pt x="4726" y="2049"/>
                      </a:lnTo>
                      <a:close/>
                      <a:moveTo>
                        <a:pt x="8003" y="6176"/>
                      </a:moveTo>
                      <a:cubicBezTo>
                        <a:pt x="8696" y="7215"/>
                        <a:pt x="9578" y="8507"/>
                        <a:pt x="10177" y="9389"/>
                      </a:cubicBezTo>
                      <a:cubicBezTo>
                        <a:pt x="10649" y="10082"/>
                        <a:pt x="10177" y="10996"/>
                        <a:pt x="9294" y="10996"/>
                      </a:cubicBezTo>
                      <a:lnTo>
                        <a:pt x="2206" y="10996"/>
                      </a:lnTo>
                      <a:cubicBezTo>
                        <a:pt x="1387" y="10996"/>
                        <a:pt x="914" y="10051"/>
                        <a:pt x="1387" y="9389"/>
                      </a:cubicBezTo>
                      <a:cubicBezTo>
                        <a:pt x="1859" y="8665"/>
                        <a:pt x="2804" y="7341"/>
                        <a:pt x="3561" y="6176"/>
                      </a:cubicBezTo>
                      <a:close/>
                      <a:moveTo>
                        <a:pt x="4380" y="1"/>
                      </a:moveTo>
                      <a:cubicBezTo>
                        <a:pt x="3813" y="1"/>
                        <a:pt x="3340" y="473"/>
                        <a:pt x="3340" y="1040"/>
                      </a:cubicBezTo>
                      <a:cubicBezTo>
                        <a:pt x="3340" y="1513"/>
                        <a:pt x="3655" y="1860"/>
                        <a:pt x="4065" y="2017"/>
                      </a:cubicBezTo>
                      <a:lnTo>
                        <a:pt x="4065" y="4222"/>
                      </a:lnTo>
                      <a:cubicBezTo>
                        <a:pt x="3718" y="4790"/>
                        <a:pt x="1198" y="8413"/>
                        <a:pt x="788" y="8980"/>
                      </a:cubicBezTo>
                      <a:cubicBezTo>
                        <a:pt x="1" y="10114"/>
                        <a:pt x="820" y="11658"/>
                        <a:pt x="2206" y="11658"/>
                      </a:cubicBezTo>
                      <a:lnTo>
                        <a:pt x="9294" y="11658"/>
                      </a:lnTo>
                      <a:cubicBezTo>
                        <a:pt x="9308" y="11658"/>
                        <a:pt x="9322" y="11658"/>
                        <a:pt x="9335" y="11658"/>
                      </a:cubicBezTo>
                      <a:cubicBezTo>
                        <a:pt x="10697" y="11658"/>
                        <a:pt x="11492" y="10103"/>
                        <a:pt x="10712" y="9011"/>
                      </a:cubicBezTo>
                      <a:cubicBezTo>
                        <a:pt x="10271" y="8444"/>
                        <a:pt x="7845" y="4853"/>
                        <a:pt x="7499" y="4254"/>
                      </a:cubicBezTo>
                      <a:lnTo>
                        <a:pt x="7499" y="1986"/>
                      </a:lnTo>
                      <a:cubicBezTo>
                        <a:pt x="7877" y="1828"/>
                        <a:pt x="8160" y="1450"/>
                        <a:pt x="8160" y="1040"/>
                      </a:cubicBezTo>
                      <a:cubicBezTo>
                        <a:pt x="8160" y="473"/>
                        <a:pt x="7688" y="1"/>
                        <a:pt x="712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95" name="Google Shape;12475;p89">
                  <a:extLst>
                    <a:ext uri="{FF2B5EF4-FFF2-40B4-BE49-F238E27FC236}">
                      <a16:creationId xmlns:a16="http://schemas.microsoft.com/office/drawing/2014/main" id="{4F9C2A7A-93BB-AA19-0812-64B5CFEBC3F4}"/>
                    </a:ext>
                  </a:extLst>
                </p:cNvPr>
                <p:cNvSpPr/>
                <p:nvPr/>
              </p:nvSpPr>
              <p:spPr>
                <a:xfrm>
                  <a:off x="-2694200" y="2221475"/>
                  <a:ext cx="6932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3" h="2742" extrusionOk="0">
                      <a:moveTo>
                        <a:pt x="1386" y="694"/>
                      </a:moveTo>
                      <a:cubicBezTo>
                        <a:pt x="1733" y="694"/>
                        <a:pt x="2048" y="1009"/>
                        <a:pt x="2048" y="1356"/>
                      </a:cubicBezTo>
                      <a:cubicBezTo>
                        <a:pt x="2048" y="1765"/>
                        <a:pt x="1764" y="2049"/>
                        <a:pt x="1386" y="2049"/>
                      </a:cubicBezTo>
                      <a:cubicBezTo>
                        <a:pt x="1008" y="2049"/>
                        <a:pt x="725" y="1702"/>
                        <a:pt x="725" y="1356"/>
                      </a:cubicBezTo>
                      <a:cubicBezTo>
                        <a:pt x="725" y="978"/>
                        <a:pt x="1040" y="694"/>
                        <a:pt x="1386" y="694"/>
                      </a:cubicBezTo>
                      <a:close/>
                      <a:moveTo>
                        <a:pt x="1386" y="1"/>
                      </a:moveTo>
                      <a:cubicBezTo>
                        <a:pt x="630" y="1"/>
                        <a:pt x="0" y="631"/>
                        <a:pt x="0" y="1356"/>
                      </a:cubicBezTo>
                      <a:cubicBezTo>
                        <a:pt x="0" y="2112"/>
                        <a:pt x="630" y="2742"/>
                        <a:pt x="1386" y="2742"/>
                      </a:cubicBezTo>
                      <a:cubicBezTo>
                        <a:pt x="2142" y="2742"/>
                        <a:pt x="2772" y="2112"/>
                        <a:pt x="2772" y="1356"/>
                      </a:cubicBezTo>
                      <a:cubicBezTo>
                        <a:pt x="2772" y="631"/>
                        <a:pt x="2142" y="1"/>
                        <a:pt x="138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96" name="Google Shape;12476;p89">
                  <a:extLst>
                    <a:ext uri="{FF2B5EF4-FFF2-40B4-BE49-F238E27FC236}">
                      <a16:creationId xmlns:a16="http://schemas.microsoft.com/office/drawing/2014/main" id="{86DF9ECB-8FF4-2B82-B30E-5A97A1CA4FA1}"/>
                    </a:ext>
                  </a:extLst>
                </p:cNvPr>
                <p:cNvSpPr/>
                <p:nvPr/>
              </p:nvSpPr>
              <p:spPr>
                <a:xfrm>
                  <a:off x="-2608350" y="2255350"/>
                  <a:ext cx="512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2049" extrusionOk="0">
                      <a:moveTo>
                        <a:pt x="1040" y="694"/>
                      </a:moveTo>
                      <a:cubicBezTo>
                        <a:pt x="1229" y="694"/>
                        <a:pt x="1386" y="851"/>
                        <a:pt x="1386" y="1040"/>
                      </a:cubicBezTo>
                      <a:cubicBezTo>
                        <a:pt x="1386" y="1229"/>
                        <a:pt x="1229" y="1387"/>
                        <a:pt x="1040" y="1387"/>
                      </a:cubicBezTo>
                      <a:cubicBezTo>
                        <a:pt x="819" y="1387"/>
                        <a:pt x="693" y="1229"/>
                        <a:pt x="693" y="1040"/>
                      </a:cubicBezTo>
                      <a:cubicBezTo>
                        <a:pt x="693" y="851"/>
                        <a:pt x="819" y="694"/>
                        <a:pt x="1040" y="694"/>
                      </a:cubicBezTo>
                      <a:close/>
                      <a:moveTo>
                        <a:pt x="1040" y="1"/>
                      </a:moveTo>
                      <a:cubicBezTo>
                        <a:pt x="473" y="1"/>
                        <a:pt x="0" y="473"/>
                        <a:pt x="0" y="1040"/>
                      </a:cubicBezTo>
                      <a:cubicBezTo>
                        <a:pt x="0" y="1576"/>
                        <a:pt x="473" y="2048"/>
                        <a:pt x="1040" y="2048"/>
                      </a:cubicBezTo>
                      <a:cubicBezTo>
                        <a:pt x="1575" y="2048"/>
                        <a:pt x="2048" y="1576"/>
                        <a:pt x="2048" y="1040"/>
                      </a:cubicBezTo>
                      <a:cubicBezTo>
                        <a:pt x="2048" y="473"/>
                        <a:pt x="1575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68" name="Google Shape;12508;p89">
                <a:extLst>
                  <a:ext uri="{FF2B5EF4-FFF2-40B4-BE49-F238E27FC236}">
                    <a16:creationId xmlns:a16="http://schemas.microsoft.com/office/drawing/2014/main" id="{0F44B8FD-FB2F-D2D3-8F5A-D3E9B0DB723F}"/>
                  </a:ext>
                </a:extLst>
              </p:cNvPr>
              <p:cNvGrpSpPr/>
              <p:nvPr/>
            </p:nvGrpSpPr>
            <p:grpSpPr>
              <a:xfrm>
                <a:off x="6173618" y="1886830"/>
                <a:ext cx="643048" cy="639583"/>
                <a:chOff x="-4211975" y="2046625"/>
                <a:chExt cx="292250" cy="290675"/>
              </a:xfrm>
              <a:grpFill/>
            </p:grpSpPr>
            <p:sp>
              <p:nvSpPr>
                <p:cNvPr id="17992" name="Google Shape;12509;p89">
                  <a:extLst>
                    <a:ext uri="{FF2B5EF4-FFF2-40B4-BE49-F238E27FC236}">
                      <a16:creationId xmlns:a16="http://schemas.microsoft.com/office/drawing/2014/main" id="{AE89C19B-810A-5A63-83FF-619012D0CB1E}"/>
                    </a:ext>
                  </a:extLst>
                </p:cNvPr>
                <p:cNvSpPr/>
                <p:nvPr/>
              </p:nvSpPr>
              <p:spPr>
                <a:xfrm>
                  <a:off x="-4211975" y="2081300"/>
                  <a:ext cx="256025" cy="25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41" h="10240" extrusionOk="0">
                      <a:moveTo>
                        <a:pt x="4758" y="693"/>
                      </a:moveTo>
                      <a:lnTo>
                        <a:pt x="4758" y="5167"/>
                      </a:lnTo>
                      <a:cubicBezTo>
                        <a:pt x="4758" y="5356"/>
                        <a:pt x="4916" y="5513"/>
                        <a:pt x="5105" y="5513"/>
                      </a:cubicBezTo>
                      <a:lnTo>
                        <a:pt x="9578" y="5513"/>
                      </a:lnTo>
                      <a:cubicBezTo>
                        <a:pt x="9358" y="7813"/>
                        <a:pt x="7436" y="9609"/>
                        <a:pt x="5105" y="9609"/>
                      </a:cubicBezTo>
                      <a:cubicBezTo>
                        <a:pt x="2679" y="9609"/>
                        <a:pt x="663" y="7593"/>
                        <a:pt x="663" y="5167"/>
                      </a:cubicBezTo>
                      <a:cubicBezTo>
                        <a:pt x="663" y="2835"/>
                        <a:pt x="2490" y="914"/>
                        <a:pt x="4758" y="693"/>
                      </a:cubicBezTo>
                      <a:close/>
                      <a:moveTo>
                        <a:pt x="5105" y="0"/>
                      </a:moveTo>
                      <a:cubicBezTo>
                        <a:pt x="2269" y="0"/>
                        <a:pt x="1" y="2300"/>
                        <a:pt x="1" y="5104"/>
                      </a:cubicBezTo>
                      <a:cubicBezTo>
                        <a:pt x="1" y="7939"/>
                        <a:pt x="2269" y="10239"/>
                        <a:pt x="5105" y="10239"/>
                      </a:cubicBezTo>
                      <a:cubicBezTo>
                        <a:pt x="7940" y="10239"/>
                        <a:pt x="10240" y="7939"/>
                        <a:pt x="10240" y="5104"/>
                      </a:cubicBezTo>
                      <a:cubicBezTo>
                        <a:pt x="10240" y="4978"/>
                        <a:pt x="10083" y="4820"/>
                        <a:pt x="9925" y="4820"/>
                      </a:cubicBezTo>
                      <a:lnTo>
                        <a:pt x="5483" y="4820"/>
                      </a:lnTo>
                      <a:lnTo>
                        <a:pt x="5483" y="347"/>
                      </a:lnTo>
                      <a:cubicBezTo>
                        <a:pt x="5483" y="158"/>
                        <a:pt x="5325" y="0"/>
                        <a:pt x="510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93" name="Google Shape;12510;p89">
                  <a:extLst>
                    <a:ext uri="{FF2B5EF4-FFF2-40B4-BE49-F238E27FC236}">
                      <a16:creationId xmlns:a16="http://schemas.microsoft.com/office/drawing/2014/main" id="{7B5680EF-2AD7-2C69-8AD4-58C2ACB72F1C}"/>
                    </a:ext>
                  </a:extLst>
                </p:cNvPr>
                <p:cNvSpPr/>
                <p:nvPr/>
              </p:nvSpPr>
              <p:spPr>
                <a:xfrm>
                  <a:off x="-4057600" y="2046625"/>
                  <a:ext cx="137875" cy="137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15" h="5515" extrusionOk="0">
                      <a:moveTo>
                        <a:pt x="663" y="694"/>
                      </a:moveTo>
                      <a:cubicBezTo>
                        <a:pt x="2836" y="851"/>
                        <a:pt x="4601" y="2616"/>
                        <a:pt x="4758" y="4790"/>
                      </a:cubicBezTo>
                      <a:lnTo>
                        <a:pt x="663" y="4790"/>
                      </a:lnTo>
                      <a:lnTo>
                        <a:pt x="663" y="694"/>
                      </a:lnTo>
                      <a:close/>
                      <a:moveTo>
                        <a:pt x="348" y="1"/>
                      </a:moveTo>
                      <a:cubicBezTo>
                        <a:pt x="158" y="1"/>
                        <a:pt x="1" y="158"/>
                        <a:pt x="1" y="379"/>
                      </a:cubicBezTo>
                      <a:lnTo>
                        <a:pt x="1" y="5168"/>
                      </a:lnTo>
                      <a:cubicBezTo>
                        <a:pt x="1" y="5357"/>
                        <a:pt x="158" y="5514"/>
                        <a:pt x="348" y="5514"/>
                      </a:cubicBezTo>
                      <a:lnTo>
                        <a:pt x="5168" y="5514"/>
                      </a:lnTo>
                      <a:cubicBezTo>
                        <a:pt x="5357" y="5514"/>
                        <a:pt x="5514" y="5357"/>
                        <a:pt x="5514" y="5168"/>
                      </a:cubicBezTo>
                      <a:cubicBezTo>
                        <a:pt x="5483" y="3750"/>
                        <a:pt x="4979" y="2490"/>
                        <a:pt x="3971" y="1513"/>
                      </a:cubicBezTo>
                      <a:cubicBezTo>
                        <a:pt x="2994" y="536"/>
                        <a:pt x="1734" y="1"/>
                        <a:pt x="3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969" name="Google Shape;12519;p89">
                <a:extLst>
                  <a:ext uri="{FF2B5EF4-FFF2-40B4-BE49-F238E27FC236}">
                    <a16:creationId xmlns:a16="http://schemas.microsoft.com/office/drawing/2014/main" id="{478C0741-70E8-9CBC-1EB2-3D78E0187C82}"/>
                  </a:ext>
                </a:extLst>
              </p:cNvPr>
              <p:cNvSpPr/>
              <p:nvPr/>
            </p:nvSpPr>
            <p:spPr>
              <a:xfrm>
                <a:off x="10331675" y="1884054"/>
                <a:ext cx="608338" cy="644753"/>
              </a:xfrm>
              <a:custGeom>
                <a:avLst/>
                <a:gdLst/>
                <a:ahLst/>
                <a:cxnLst/>
                <a:rect l="l" t="t" r="r" b="b"/>
                <a:pathLst>
                  <a:path w="11059" h="11721" extrusionOk="0">
                    <a:moveTo>
                      <a:pt x="1418" y="693"/>
                    </a:moveTo>
                    <a:lnTo>
                      <a:pt x="1418" y="1387"/>
                    </a:lnTo>
                    <a:lnTo>
                      <a:pt x="725" y="1387"/>
                    </a:lnTo>
                    <a:lnTo>
                      <a:pt x="725" y="693"/>
                    </a:lnTo>
                    <a:close/>
                    <a:moveTo>
                      <a:pt x="9011" y="693"/>
                    </a:moveTo>
                    <a:lnTo>
                      <a:pt x="9011" y="1387"/>
                    </a:lnTo>
                    <a:lnTo>
                      <a:pt x="8349" y="1387"/>
                    </a:lnTo>
                    <a:lnTo>
                      <a:pt x="8349" y="693"/>
                    </a:lnTo>
                    <a:close/>
                    <a:moveTo>
                      <a:pt x="7656" y="1324"/>
                    </a:moveTo>
                    <a:lnTo>
                      <a:pt x="7656" y="1670"/>
                    </a:lnTo>
                    <a:cubicBezTo>
                      <a:pt x="7656" y="1891"/>
                      <a:pt x="7813" y="2048"/>
                      <a:pt x="8034" y="2048"/>
                    </a:cubicBezTo>
                    <a:lnTo>
                      <a:pt x="8381" y="2048"/>
                    </a:lnTo>
                    <a:lnTo>
                      <a:pt x="8381" y="4222"/>
                    </a:lnTo>
                    <a:cubicBezTo>
                      <a:pt x="8255" y="4253"/>
                      <a:pt x="8160" y="4316"/>
                      <a:pt x="8034" y="4411"/>
                    </a:cubicBezTo>
                    <a:cubicBezTo>
                      <a:pt x="7845" y="4243"/>
                      <a:pt x="7614" y="4159"/>
                      <a:pt x="7369" y="4159"/>
                    </a:cubicBezTo>
                    <a:cubicBezTo>
                      <a:pt x="7246" y="4159"/>
                      <a:pt x="7120" y="4180"/>
                      <a:pt x="6994" y="4222"/>
                    </a:cubicBezTo>
                    <a:lnTo>
                      <a:pt x="6994" y="3088"/>
                    </a:lnTo>
                    <a:cubicBezTo>
                      <a:pt x="6994" y="2552"/>
                      <a:pt x="6522" y="2080"/>
                      <a:pt x="5986" y="2080"/>
                    </a:cubicBezTo>
                    <a:cubicBezTo>
                      <a:pt x="5419" y="2080"/>
                      <a:pt x="4947" y="2552"/>
                      <a:pt x="4947" y="3088"/>
                    </a:cubicBezTo>
                    <a:lnTo>
                      <a:pt x="4947" y="6459"/>
                    </a:lnTo>
                    <a:lnTo>
                      <a:pt x="4789" y="6301"/>
                    </a:lnTo>
                    <a:cubicBezTo>
                      <a:pt x="4600" y="6097"/>
                      <a:pt x="4340" y="5994"/>
                      <a:pt x="4076" y="5994"/>
                    </a:cubicBezTo>
                    <a:cubicBezTo>
                      <a:pt x="3812" y="5994"/>
                      <a:pt x="3545" y="6097"/>
                      <a:pt x="3340" y="6301"/>
                    </a:cubicBezTo>
                    <a:cubicBezTo>
                      <a:pt x="2962" y="6679"/>
                      <a:pt x="2962" y="7341"/>
                      <a:pt x="3340" y="7751"/>
                    </a:cubicBezTo>
                    <a:lnTo>
                      <a:pt x="3812" y="8223"/>
                    </a:lnTo>
                    <a:lnTo>
                      <a:pt x="2111" y="8223"/>
                    </a:lnTo>
                    <a:lnTo>
                      <a:pt x="2111" y="7908"/>
                    </a:lnTo>
                    <a:cubicBezTo>
                      <a:pt x="2111" y="7719"/>
                      <a:pt x="1954" y="7561"/>
                      <a:pt x="1765" y="7561"/>
                    </a:cubicBezTo>
                    <a:lnTo>
                      <a:pt x="1418" y="7561"/>
                    </a:lnTo>
                    <a:lnTo>
                      <a:pt x="1418" y="2048"/>
                    </a:lnTo>
                    <a:lnTo>
                      <a:pt x="1765" y="2048"/>
                    </a:lnTo>
                    <a:cubicBezTo>
                      <a:pt x="1954" y="2048"/>
                      <a:pt x="2111" y="1891"/>
                      <a:pt x="2111" y="1670"/>
                    </a:cubicBezTo>
                    <a:lnTo>
                      <a:pt x="2111" y="1324"/>
                    </a:lnTo>
                    <a:close/>
                    <a:moveTo>
                      <a:pt x="1418" y="8255"/>
                    </a:moveTo>
                    <a:lnTo>
                      <a:pt x="1418" y="8948"/>
                    </a:lnTo>
                    <a:lnTo>
                      <a:pt x="725" y="8948"/>
                    </a:lnTo>
                    <a:lnTo>
                      <a:pt x="725" y="8255"/>
                    </a:lnTo>
                    <a:close/>
                    <a:moveTo>
                      <a:pt x="5955" y="2836"/>
                    </a:moveTo>
                    <a:cubicBezTo>
                      <a:pt x="6144" y="2836"/>
                      <a:pt x="6301" y="2993"/>
                      <a:pt x="6301" y="3182"/>
                    </a:cubicBezTo>
                    <a:lnTo>
                      <a:pt x="6301" y="6616"/>
                    </a:lnTo>
                    <a:cubicBezTo>
                      <a:pt x="6301" y="6805"/>
                      <a:pt x="6459" y="6963"/>
                      <a:pt x="6648" y="6963"/>
                    </a:cubicBezTo>
                    <a:cubicBezTo>
                      <a:pt x="6837" y="6963"/>
                      <a:pt x="6994" y="6805"/>
                      <a:pt x="6994" y="6616"/>
                    </a:cubicBezTo>
                    <a:lnTo>
                      <a:pt x="6994" y="5230"/>
                    </a:lnTo>
                    <a:cubicBezTo>
                      <a:pt x="6994" y="5041"/>
                      <a:pt x="7152" y="4884"/>
                      <a:pt x="7372" y="4884"/>
                    </a:cubicBezTo>
                    <a:cubicBezTo>
                      <a:pt x="7561" y="4884"/>
                      <a:pt x="7719" y="5041"/>
                      <a:pt x="7719" y="5230"/>
                    </a:cubicBezTo>
                    <a:lnTo>
                      <a:pt x="7719" y="6616"/>
                    </a:lnTo>
                    <a:cubicBezTo>
                      <a:pt x="7719" y="6805"/>
                      <a:pt x="7876" y="6963"/>
                      <a:pt x="8066" y="6963"/>
                    </a:cubicBezTo>
                    <a:cubicBezTo>
                      <a:pt x="8255" y="6963"/>
                      <a:pt x="8412" y="6805"/>
                      <a:pt x="8412" y="6616"/>
                    </a:cubicBezTo>
                    <a:lnTo>
                      <a:pt x="8412" y="5230"/>
                    </a:lnTo>
                    <a:cubicBezTo>
                      <a:pt x="8412" y="5041"/>
                      <a:pt x="8570" y="4884"/>
                      <a:pt x="8790" y="4884"/>
                    </a:cubicBezTo>
                    <a:cubicBezTo>
                      <a:pt x="8979" y="4884"/>
                      <a:pt x="9137" y="5041"/>
                      <a:pt x="9137" y="5230"/>
                    </a:cubicBezTo>
                    <a:lnTo>
                      <a:pt x="9137" y="6616"/>
                    </a:lnTo>
                    <a:cubicBezTo>
                      <a:pt x="9137" y="6805"/>
                      <a:pt x="9294" y="6963"/>
                      <a:pt x="9483" y="6963"/>
                    </a:cubicBezTo>
                    <a:cubicBezTo>
                      <a:pt x="9672" y="6963"/>
                      <a:pt x="9830" y="6805"/>
                      <a:pt x="9830" y="6616"/>
                    </a:cubicBezTo>
                    <a:lnTo>
                      <a:pt x="9830" y="5955"/>
                    </a:lnTo>
                    <a:cubicBezTo>
                      <a:pt x="9704" y="5703"/>
                      <a:pt x="9861" y="5545"/>
                      <a:pt x="10019" y="5545"/>
                    </a:cubicBezTo>
                    <a:cubicBezTo>
                      <a:pt x="10239" y="5545"/>
                      <a:pt x="10397" y="5703"/>
                      <a:pt x="10397" y="5892"/>
                    </a:cubicBezTo>
                    <a:lnTo>
                      <a:pt x="10397" y="7057"/>
                    </a:lnTo>
                    <a:cubicBezTo>
                      <a:pt x="10397" y="8003"/>
                      <a:pt x="10176" y="8885"/>
                      <a:pt x="9830" y="9672"/>
                    </a:cubicBezTo>
                    <a:lnTo>
                      <a:pt x="6144" y="9672"/>
                    </a:lnTo>
                    <a:lnTo>
                      <a:pt x="3812" y="7372"/>
                    </a:lnTo>
                    <a:cubicBezTo>
                      <a:pt x="3686" y="7246"/>
                      <a:pt x="3686" y="6994"/>
                      <a:pt x="3812" y="6900"/>
                    </a:cubicBezTo>
                    <a:cubicBezTo>
                      <a:pt x="3875" y="6837"/>
                      <a:pt x="3962" y="6805"/>
                      <a:pt x="4049" y="6805"/>
                    </a:cubicBezTo>
                    <a:cubicBezTo>
                      <a:pt x="4135" y="6805"/>
                      <a:pt x="4222" y="6837"/>
                      <a:pt x="4285" y="6900"/>
                    </a:cubicBezTo>
                    <a:lnTo>
                      <a:pt x="5010" y="7593"/>
                    </a:lnTo>
                    <a:cubicBezTo>
                      <a:pt x="5075" y="7659"/>
                      <a:pt x="5163" y="7690"/>
                      <a:pt x="5251" y="7690"/>
                    </a:cubicBezTo>
                    <a:cubicBezTo>
                      <a:pt x="5415" y="7690"/>
                      <a:pt x="5577" y="7578"/>
                      <a:pt x="5577" y="7372"/>
                    </a:cubicBezTo>
                    <a:lnTo>
                      <a:pt x="5577" y="3182"/>
                    </a:lnTo>
                    <a:cubicBezTo>
                      <a:pt x="5577" y="2993"/>
                      <a:pt x="5734" y="2836"/>
                      <a:pt x="5955" y="2836"/>
                    </a:cubicBezTo>
                    <a:close/>
                    <a:moveTo>
                      <a:pt x="9672" y="10302"/>
                    </a:moveTo>
                    <a:lnTo>
                      <a:pt x="9672" y="10680"/>
                    </a:lnTo>
                    <a:cubicBezTo>
                      <a:pt x="9704" y="10869"/>
                      <a:pt x="9546" y="11027"/>
                      <a:pt x="9357" y="11027"/>
                    </a:cubicBezTo>
                    <a:lnTo>
                      <a:pt x="6616" y="11027"/>
                    </a:lnTo>
                    <a:cubicBezTo>
                      <a:pt x="6396" y="11027"/>
                      <a:pt x="6238" y="10869"/>
                      <a:pt x="6238" y="10680"/>
                    </a:cubicBezTo>
                    <a:lnTo>
                      <a:pt x="6238" y="10302"/>
                    </a:lnTo>
                    <a:close/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lnTo>
                      <a:pt x="0" y="1733"/>
                    </a:lnTo>
                    <a:cubicBezTo>
                      <a:pt x="0" y="1922"/>
                      <a:pt x="158" y="2080"/>
                      <a:pt x="347" y="2080"/>
                    </a:cubicBezTo>
                    <a:lnTo>
                      <a:pt x="693" y="2080"/>
                    </a:lnTo>
                    <a:lnTo>
                      <a:pt x="693" y="7593"/>
                    </a:lnTo>
                    <a:lnTo>
                      <a:pt x="347" y="7593"/>
                    </a:lnTo>
                    <a:cubicBezTo>
                      <a:pt x="158" y="7593"/>
                      <a:pt x="0" y="7751"/>
                      <a:pt x="0" y="7940"/>
                    </a:cubicBezTo>
                    <a:lnTo>
                      <a:pt x="0" y="9326"/>
                    </a:lnTo>
                    <a:cubicBezTo>
                      <a:pt x="0" y="9515"/>
                      <a:pt x="158" y="9672"/>
                      <a:pt x="347" y="9672"/>
                    </a:cubicBezTo>
                    <a:lnTo>
                      <a:pt x="1733" y="9672"/>
                    </a:lnTo>
                    <a:cubicBezTo>
                      <a:pt x="1922" y="9672"/>
                      <a:pt x="2080" y="9515"/>
                      <a:pt x="2080" y="9326"/>
                    </a:cubicBezTo>
                    <a:lnTo>
                      <a:pt x="2080" y="8979"/>
                    </a:lnTo>
                    <a:lnTo>
                      <a:pt x="4442" y="8979"/>
                    </a:lnTo>
                    <a:lnTo>
                      <a:pt x="5577" y="10113"/>
                    </a:lnTo>
                    <a:lnTo>
                      <a:pt x="5577" y="10712"/>
                    </a:lnTo>
                    <a:cubicBezTo>
                      <a:pt x="5577" y="11248"/>
                      <a:pt x="6049" y="11720"/>
                      <a:pt x="6616" y="11720"/>
                    </a:cubicBezTo>
                    <a:lnTo>
                      <a:pt x="9357" y="11720"/>
                    </a:lnTo>
                    <a:cubicBezTo>
                      <a:pt x="9924" y="11720"/>
                      <a:pt x="10397" y="11248"/>
                      <a:pt x="10397" y="10712"/>
                    </a:cubicBezTo>
                    <a:lnTo>
                      <a:pt x="10397" y="10113"/>
                    </a:lnTo>
                    <a:cubicBezTo>
                      <a:pt x="10806" y="9200"/>
                      <a:pt x="11058" y="8160"/>
                      <a:pt x="11058" y="7026"/>
                    </a:cubicBezTo>
                    <a:lnTo>
                      <a:pt x="11058" y="5892"/>
                    </a:lnTo>
                    <a:cubicBezTo>
                      <a:pt x="11058" y="5325"/>
                      <a:pt x="10617" y="4884"/>
                      <a:pt x="10019" y="4884"/>
                    </a:cubicBezTo>
                    <a:cubicBezTo>
                      <a:pt x="9924" y="4884"/>
                      <a:pt x="9767" y="4915"/>
                      <a:pt x="9641" y="4947"/>
                    </a:cubicBezTo>
                    <a:cubicBezTo>
                      <a:pt x="9546" y="4632"/>
                      <a:pt x="9326" y="4379"/>
                      <a:pt x="9011" y="4253"/>
                    </a:cubicBezTo>
                    <a:lnTo>
                      <a:pt x="9011" y="2080"/>
                    </a:lnTo>
                    <a:lnTo>
                      <a:pt x="9357" y="2080"/>
                    </a:lnTo>
                    <a:cubicBezTo>
                      <a:pt x="9546" y="2080"/>
                      <a:pt x="9735" y="1922"/>
                      <a:pt x="9735" y="1733"/>
                    </a:cubicBezTo>
                    <a:lnTo>
                      <a:pt x="9735" y="347"/>
                    </a:lnTo>
                    <a:cubicBezTo>
                      <a:pt x="9735" y="158"/>
                      <a:pt x="9546" y="0"/>
                      <a:pt x="9357" y="0"/>
                    </a:cubicBezTo>
                    <a:lnTo>
                      <a:pt x="7971" y="0"/>
                    </a:lnTo>
                    <a:cubicBezTo>
                      <a:pt x="7782" y="0"/>
                      <a:pt x="7624" y="158"/>
                      <a:pt x="7624" y="347"/>
                    </a:cubicBezTo>
                    <a:lnTo>
                      <a:pt x="7624" y="693"/>
                    </a:lnTo>
                    <a:lnTo>
                      <a:pt x="2080" y="693"/>
                    </a:lnTo>
                    <a:lnTo>
                      <a:pt x="2080" y="347"/>
                    </a:lnTo>
                    <a:cubicBezTo>
                      <a:pt x="2080" y="158"/>
                      <a:pt x="1922" y="0"/>
                      <a:pt x="173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7970" name="Google Shape;12532;p89">
                <a:extLst>
                  <a:ext uri="{FF2B5EF4-FFF2-40B4-BE49-F238E27FC236}">
                    <a16:creationId xmlns:a16="http://schemas.microsoft.com/office/drawing/2014/main" id="{36202708-71AF-A3B2-CE09-064DBF19A87D}"/>
                  </a:ext>
                </a:extLst>
              </p:cNvPr>
              <p:cNvGrpSpPr/>
              <p:nvPr/>
            </p:nvGrpSpPr>
            <p:grpSpPr>
              <a:xfrm>
                <a:off x="2875060" y="1885975"/>
                <a:ext cx="644752" cy="641288"/>
                <a:chOff x="-5635200" y="2037975"/>
                <a:chExt cx="293025" cy="291450"/>
              </a:xfrm>
              <a:grpFill/>
            </p:grpSpPr>
            <p:sp>
              <p:nvSpPr>
                <p:cNvPr id="17990" name="Google Shape;12533;p89">
                  <a:extLst>
                    <a:ext uri="{FF2B5EF4-FFF2-40B4-BE49-F238E27FC236}">
                      <a16:creationId xmlns:a16="http://schemas.microsoft.com/office/drawing/2014/main" id="{BB80D8B9-5322-8798-EDCE-84FD391D3C7F}"/>
                    </a:ext>
                  </a:extLst>
                </p:cNvPr>
                <p:cNvSpPr/>
                <p:nvPr/>
              </p:nvSpPr>
              <p:spPr>
                <a:xfrm>
                  <a:off x="-5635200" y="2037975"/>
                  <a:ext cx="293025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1" h="11658" extrusionOk="0">
                      <a:moveTo>
                        <a:pt x="2395" y="725"/>
                      </a:moveTo>
                      <a:cubicBezTo>
                        <a:pt x="2930" y="725"/>
                        <a:pt x="3403" y="1197"/>
                        <a:pt x="3403" y="1733"/>
                      </a:cubicBezTo>
                      <a:cubicBezTo>
                        <a:pt x="3403" y="2300"/>
                        <a:pt x="2930" y="2773"/>
                        <a:pt x="2395" y="2773"/>
                      </a:cubicBezTo>
                      <a:cubicBezTo>
                        <a:pt x="1828" y="2773"/>
                        <a:pt x="1355" y="2300"/>
                        <a:pt x="1355" y="1733"/>
                      </a:cubicBezTo>
                      <a:cubicBezTo>
                        <a:pt x="1355" y="1197"/>
                        <a:pt x="1828" y="725"/>
                        <a:pt x="2395" y="725"/>
                      </a:cubicBezTo>
                      <a:close/>
                      <a:moveTo>
                        <a:pt x="10303" y="725"/>
                      </a:moveTo>
                      <a:lnTo>
                        <a:pt x="10303" y="6585"/>
                      </a:lnTo>
                      <a:lnTo>
                        <a:pt x="10334" y="6585"/>
                      </a:lnTo>
                      <a:cubicBezTo>
                        <a:pt x="10334" y="6774"/>
                        <a:pt x="10177" y="6931"/>
                        <a:pt x="9988" y="6931"/>
                      </a:cubicBezTo>
                      <a:lnTo>
                        <a:pt x="4789" y="6931"/>
                      </a:lnTo>
                      <a:lnTo>
                        <a:pt x="4789" y="5167"/>
                      </a:lnTo>
                      <a:cubicBezTo>
                        <a:pt x="4789" y="4253"/>
                        <a:pt x="4285" y="3434"/>
                        <a:pt x="3498" y="3025"/>
                      </a:cubicBezTo>
                      <a:cubicBezTo>
                        <a:pt x="3844" y="2710"/>
                        <a:pt x="4096" y="2237"/>
                        <a:pt x="4096" y="1733"/>
                      </a:cubicBezTo>
                      <a:cubicBezTo>
                        <a:pt x="4096" y="1355"/>
                        <a:pt x="3970" y="977"/>
                        <a:pt x="3718" y="725"/>
                      </a:cubicBezTo>
                      <a:close/>
                      <a:moveTo>
                        <a:pt x="2710" y="3466"/>
                      </a:moveTo>
                      <a:cubicBezTo>
                        <a:pt x="3498" y="3623"/>
                        <a:pt x="4096" y="4316"/>
                        <a:pt x="4096" y="5167"/>
                      </a:cubicBezTo>
                      <a:lnTo>
                        <a:pt x="4096" y="7246"/>
                      </a:lnTo>
                      <a:cubicBezTo>
                        <a:pt x="4128" y="7435"/>
                        <a:pt x="3970" y="7593"/>
                        <a:pt x="3750" y="7593"/>
                      </a:cubicBezTo>
                      <a:cubicBezTo>
                        <a:pt x="3561" y="7593"/>
                        <a:pt x="3403" y="7750"/>
                        <a:pt x="3403" y="7971"/>
                      </a:cubicBezTo>
                      <a:lnTo>
                        <a:pt x="3403" y="10712"/>
                      </a:lnTo>
                      <a:cubicBezTo>
                        <a:pt x="3403" y="10901"/>
                        <a:pt x="3246" y="11058"/>
                        <a:pt x="3056" y="11058"/>
                      </a:cubicBezTo>
                      <a:lnTo>
                        <a:pt x="1670" y="11058"/>
                      </a:lnTo>
                      <a:cubicBezTo>
                        <a:pt x="1481" y="11058"/>
                        <a:pt x="1324" y="10901"/>
                        <a:pt x="1324" y="10712"/>
                      </a:cubicBezTo>
                      <a:lnTo>
                        <a:pt x="1324" y="7971"/>
                      </a:lnTo>
                      <a:cubicBezTo>
                        <a:pt x="1324" y="7750"/>
                        <a:pt x="1166" y="7593"/>
                        <a:pt x="977" y="7593"/>
                      </a:cubicBezTo>
                      <a:cubicBezTo>
                        <a:pt x="788" y="7593"/>
                        <a:pt x="631" y="7435"/>
                        <a:pt x="631" y="7246"/>
                      </a:cubicBezTo>
                      <a:lnTo>
                        <a:pt x="631" y="5167"/>
                      </a:lnTo>
                      <a:cubicBezTo>
                        <a:pt x="631" y="4316"/>
                        <a:pt x="1198" y="3623"/>
                        <a:pt x="1985" y="3466"/>
                      </a:cubicBezTo>
                      <a:lnTo>
                        <a:pt x="1985" y="5829"/>
                      </a:lnTo>
                      <a:cubicBezTo>
                        <a:pt x="1985" y="6018"/>
                        <a:pt x="2143" y="6175"/>
                        <a:pt x="2363" y="6175"/>
                      </a:cubicBezTo>
                      <a:cubicBezTo>
                        <a:pt x="2552" y="6175"/>
                        <a:pt x="2710" y="6018"/>
                        <a:pt x="2710" y="5829"/>
                      </a:cubicBezTo>
                      <a:lnTo>
                        <a:pt x="2710" y="3466"/>
                      </a:lnTo>
                      <a:close/>
                      <a:moveTo>
                        <a:pt x="2395" y="0"/>
                      </a:moveTo>
                      <a:cubicBezTo>
                        <a:pt x="1450" y="0"/>
                        <a:pt x="694" y="756"/>
                        <a:pt x="694" y="1702"/>
                      </a:cubicBezTo>
                      <a:cubicBezTo>
                        <a:pt x="694" y="2206"/>
                        <a:pt x="946" y="2678"/>
                        <a:pt x="1292" y="2993"/>
                      </a:cubicBezTo>
                      <a:cubicBezTo>
                        <a:pt x="536" y="3403"/>
                        <a:pt x="1" y="4222"/>
                        <a:pt x="1" y="5136"/>
                      </a:cubicBezTo>
                      <a:lnTo>
                        <a:pt x="1" y="7215"/>
                      </a:lnTo>
                      <a:cubicBezTo>
                        <a:pt x="1" y="7656"/>
                        <a:pt x="253" y="8034"/>
                        <a:pt x="662" y="8192"/>
                      </a:cubicBezTo>
                      <a:lnTo>
                        <a:pt x="662" y="10649"/>
                      </a:lnTo>
                      <a:cubicBezTo>
                        <a:pt x="662" y="11184"/>
                        <a:pt x="1135" y="11657"/>
                        <a:pt x="1670" y="11657"/>
                      </a:cubicBezTo>
                      <a:lnTo>
                        <a:pt x="3056" y="11657"/>
                      </a:lnTo>
                      <a:cubicBezTo>
                        <a:pt x="3624" y="11657"/>
                        <a:pt x="4096" y="11184"/>
                        <a:pt x="4096" y="10649"/>
                      </a:cubicBezTo>
                      <a:lnTo>
                        <a:pt x="4096" y="8192"/>
                      </a:lnTo>
                      <a:cubicBezTo>
                        <a:pt x="4348" y="8065"/>
                        <a:pt x="4600" y="7876"/>
                        <a:pt x="4726" y="7561"/>
                      </a:cubicBezTo>
                      <a:lnTo>
                        <a:pt x="9988" y="7561"/>
                      </a:lnTo>
                      <a:cubicBezTo>
                        <a:pt x="10555" y="7561"/>
                        <a:pt x="11027" y="7089"/>
                        <a:pt x="11027" y="6553"/>
                      </a:cubicBezTo>
                      <a:lnTo>
                        <a:pt x="11027" y="662"/>
                      </a:lnTo>
                      <a:lnTo>
                        <a:pt x="11374" y="662"/>
                      </a:lnTo>
                      <a:cubicBezTo>
                        <a:pt x="11563" y="662"/>
                        <a:pt x="11720" y="504"/>
                        <a:pt x="11720" y="315"/>
                      </a:cubicBezTo>
                      <a:cubicBezTo>
                        <a:pt x="11720" y="158"/>
                        <a:pt x="11563" y="0"/>
                        <a:pt x="1137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91" name="Google Shape;12534;p89">
                  <a:extLst>
                    <a:ext uri="{FF2B5EF4-FFF2-40B4-BE49-F238E27FC236}">
                      <a16:creationId xmlns:a16="http://schemas.microsoft.com/office/drawing/2014/main" id="{C04E249A-478F-DF47-01B2-CE31CB8EB43F}"/>
                    </a:ext>
                  </a:extLst>
                </p:cNvPr>
                <p:cNvSpPr/>
                <p:nvPr/>
              </p:nvSpPr>
              <p:spPr>
                <a:xfrm>
                  <a:off x="-5496575" y="2072625"/>
                  <a:ext cx="102425" cy="102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7" h="4097" extrusionOk="0">
                      <a:moveTo>
                        <a:pt x="2395" y="725"/>
                      </a:moveTo>
                      <a:cubicBezTo>
                        <a:pt x="2867" y="851"/>
                        <a:pt x="3245" y="1229"/>
                        <a:pt x="3371" y="1733"/>
                      </a:cubicBezTo>
                      <a:lnTo>
                        <a:pt x="2395" y="1733"/>
                      </a:lnTo>
                      <a:lnTo>
                        <a:pt x="2395" y="725"/>
                      </a:lnTo>
                      <a:close/>
                      <a:moveTo>
                        <a:pt x="1733" y="757"/>
                      </a:moveTo>
                      <a:lnTo>
                        <a:pt x="1733" y="2080"/>
                      </a:lnTo>
                      <a:cubicBezTo>
                        <a:pt x="1733" y="2269"/>
                        <a:pt x="1891" y="2426"/>
                        <a:pt x="2080" y="2426"/>
                      </a:cubicBezTo>
                      <a:lnTo>
                        <a:pt x="3403" y="2426"/>
                      </a:lnTo>
                      <a:cubicBezTo>
                        <a:pt x="3245" y="3025"/>
                        <a:pt x="2741" y="3466"/>
                        <a:pt x="2080" y="3466"/>
                      </a:cubicBezTo>
                      <a:cubicBezTo>
                        <a:pt x="1324" y="3466"/>
                        <a:pt x="693" y="2836"/>
                        <a:pt x="693" y="2080"/>
                      </a:cubicBezTo>
                      <a:cubicBezTo>
                        <a:pt x="693" y="1418"/>
                        <a:pt x="1135" y="851"/>
                        <a:pt x="1733" y="757"/>
                      </a:cubicBezTo>
                      <a:close/>
                      <a:moveTo>
                        <a:pt x="2048" y="0"/>
                      </a:moveTo>
                      <a:cubicBezTo>
                        <a:pt x="883" y="0"/>
                        <a:pt x="0" y="914"/>
                        <a:pt x="0" y="2048"/>
                      </a:cubicBezTo>
                      <a:cubicBezTo>
                        <a:pt x="0" y="3182"/>
                        <a:pt x="946" y="4096"/>
                        <a:pt x="2048" y="4096"/>
                      </a:cubicBezTo>
                      <a:cubicBezTo>
                        <a:pt x="3182" y="4096"/>
                        <a:pt x="4096" y="3182"/>
                        <a:pt x="4096" y="2048"/>
                      </a:cubicBezTo>
                      <a:cubicBezTo>
                        <a:pt x="4096" y="914"/>
                        <a:pt x="3182" y="0"/>
                        <a:pt x="204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71" name="Google Shape;12543;p89">
                <a:extLst>
                  <a:ext uri="{FF2B5EF4-FFF2-40B4-BE49-F238E27FC236}">
                    <a16:creationId xmlns:a16="http://schemas.microsoft.com/office/drawing/2014/main" id="{7909E575-4799-3F40-682C-01B96AF230A5}"/>
                  </a:ext>
                </a:extLst>
              </p:cNvPr>
              <p:cNvGrpSpPr/>
              <p:nvPr/>
            </p:nvGrpSpPr>
            <p:grpSpPr>
              <a:xfrm>
                <a:off x="6983557" y="1885975"/>
                <a:ext cx="644752" cy="641288"/>
                <a:chOff x="-3854375" y="2046625"/>
                <a:chExt cx="293025" cy="291450"/>
              </a:xfrm>
              <a:grpFill/>
            </p:grpSpPr>
            <p:sp>
              <p:nvSpPr>
                <p:cNvPr id="17988" name="Google Shape;12544;p89">
                  <a:extLst>
                    <a:ext uri="{FF2B5EF4-FFF2-40B4-BE49-F238E27FC236}">
                      <a16:creationId xmlns:a16="http://schemas.microsoft.com/office/drawing/2014/main" id="{E4689601-FA05-9A75-62AE-059F64414DDA}"/>
                    </a:ext>
                  </a:extLst>
                </p:cNvPr>
                <p:cNvSpPr/>
                <p:nvPr/>
              </p:nvSpPr>
              <p:spPr>
                <a:xfrm>
                  <a:off x="-3854375" y="2046625"/>
                  <a:ext cx="293025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1" h="11658" extrusionOk="0">
                      <a:moveTo>
                        <a:pt x="7624" y="694"/>
                      </a:moveTo>
                      <a:cubicBezTo>
                        <a:pt x="9515" y="694"/>
                        <a:pt x="11058" y="2206"/>
                        <a:pt x="11058" y="4096"/>
                      </a:cubicBezTo>
                      <a:cubicBezTo>
                        <a:pt x="11058" y="5987"/>
                        <a:pt x="9515" y="7530"/>
                        <a:pt x="7624" y="7530"/>
                      </a:cubicBezTo>
                      <a:cubicBezTo>
                        <a:pt x="5734" y="7530"/>
                        <a:pt x="4190" y="5987"/>
                        <a:pt x="4190" y="4096"/>
                      </a:cubicBezTo>
                      <a:cubicBezTo>
                        <a:pt x="4190" y="2206"/>
                        <a:pt x="5734" y="694"/>
                        <a:pt x="7624" y="694"/>
                      </a:cubicBezTo>
                      <a:close/>
                      <a:moveTo>
                        <a:pt x="3336" y="8066"/>
                      </a:moveTo>
                      <a:cubicBezTo>
                        <a:pt x="3426" y="8066"/>
                        <a:pt x="3513" y="8098"/>
                        <a:pt x="3560" y="8161"/>
                      </a:cubicBezTo>
                      <a:cubicBezTo>
                        <a:pt x="3686" y="8287"/>
                        <a:pt x="3686" y="8507"/>
                        <a:pt x="3560" y="8633"/>
                      </a:cubicBezTo>
                      <a:lnTo>
                        <a:pt x="1323" y="10870"/>
                      </a:lnTo>
                      <a:cubicBezTo>
                        <a:pt x="1260" y="10933"/>
                        <a:pt x="1174" y="10964"/>
                        <a:pt x="1087" y="10964"/>
                      </a:cubicBezTo>
                      <a:cubicBezTo>
                        <a:pt x="1001" y="10964"/>
                        <a:pt x="914" y="10933"/>
                        <a:pt x="851" y="10870"/>
                      </a:cubicBezTo>
                      <a:cubicBezTo>
                        <a:pt x="725" y="10744"/>
                        <a:pt x="725" y="10523"/>
                        <a:pt x="851" y="10397"/>
                      </a:cubicBezTo>
                      <a:lnTo>
                        <a:pt x="3088" y="8161"/>
                      </a:lnTo>
                      <a:cubicBezTo>
                        <a:pt x="3151" y="8098"/>
                        <a:pt x="3245" y="8066"/>
                        <a:pt x="3336" y="8066"/>
                      </a:cubicBezTo>
                      <a:close/>
                      <a:moveTo>
                        <a:pt x="7624" y="1"/>
                      </a:moveTo>
                      <a:cubicBezTo>
                        <a:pt x="5356" y="1"/>
                        <a:pt x="3529" y="1860"/>
                        <a:pt x="3529" y="4096"/>
                      </a:cubicBezTo>
                      <a:cubicBezTo>
                        <a:pt x="3529" y="5136"/>
                        <a:pt x="3875" y="6050"/>
                        <a:pt x="4505" y="6743"/>
                      </a:cubicBezTo>
                      <a:lnTo>
                        <a:pt x="3812" y="7467"/>
                      </a:lnTo>
                      <a:cubicBezTo>
                        <a:pt x="3661" y="7386"/>
                        <a:pt x="3500" y="7347"/>
                        <a:pt x="3342" y="7347"/>
                      </a:cubicBezTo>
                      <a:cubicBezTo>
                        <a:pt x="3074" y="7347"/>
                        <a:pt x="2813" y="7458"/>
                        <a:pt x="2615" y="7656"/>
                      </a:cubicBezTo>
                      <a:lnTo>
                        <a:pt x="378" y="9893"/>
                      </a:lnTo>
                      <a:cubicBezTo>
                        <a:pt x="0" y="10271"/>
                        <a:pt x="0" y="10964"/>
                        <a:pt x="378" y="11343"/>
                      </a:cubicBezTo>
                      <a:cubicBezTo>
                        <a:pt x="567" y="11532"/>
                        <a:pt x="851" y="11658"/>
                        <a:pt x="1103" y="11658"/>
                      </a:cubicBezTo>
                      <a:cubicBezTo>
                        <a:pt x="1355" y="11658"/>
                        <a:pt x="1607" y="11532"/>
                        <a:pt x="1796" y="11343"/>
                      </a:cubicBezTo>
                      <a:lnTo>
                        <a:pt x="4033" y="9106"/>
                      </a:lnTo>
                      <a:cubicBezTo>
                        <a:pt x="4348" y="8791"/>
                        <a:pt x="4442" y="8318"/>
                        <a:pt x="4253" y="7909"/>
                      </a:cubicBezTo>
                      <a:lnTo>
                        <a:pt x="4947" y="7215"/>
                      </a:lnTo>
                      <a:cubicBezTo>
                        <a:pt x="5671" y="7814"/>
                        <a:pt x="6616" y="8192"/>
                        <a:pt x="7593" y="8192"/>
                      </a:cubicBezTo>
                      <a:cubicBezTo>
                        <a:pt x="9861" y="8192"/>
                        <a:pt x="11689" y="6333"/>
                        <a:pt x="11689" y="4096"/>
                      </a:cubicBezTo>
                      <a:cubicBezTo>
                        <a:pt x="11720" y="1828"/>
                        <a:pt x="9861" y="1"/>
                        <a:pt x="762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89" name="Google Shape;12545;p89">
                  <a:extLst>
                    <a:ext uri="{FF2B5EF4-FFF2-40B4-BE49-F238E27FC236}">
                      <a16:creationId xmlns:a16="http://schemas.microsoft.com/office/drawing/2014/main" id="{BE449B4E-D4AE-CAEE-1812-CE7A9C9B30B9}"/>
                    </a:ext>
                  </a:extLst>
                </p:cNvPr>
                <p:cNvSpPr/>
                <p:nvPr/>
              </p:nvSpPr>
              <p:spPr>
                <a:xfrm>
                  <a:off x="-3714975" y="2080500"/>
                  <a:ext cx="103200" cy="11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8" h="4790" extrusionOk="0">
                      <a:moveTo>
                        <a:pt x="2048" y="694"/>
                      </a:moveTo>
                      <a:cubicBezTo>
                        <a:pt x="2458" y="694"/>
                        <a:pt x="2710" y="1009"/>
                        <a:pt x="2710" y="1387"/>
                      </a:cubicBezTo>
                      <a:cubicBezTo>
                        <a:pt x="2710" y="1765"/>
                        <a:pt x="2395" y="2048"/>
                        <a:pt x="2048" y="2048"/>
                      </a:cubicBezTo>
                      <a:cubicBezTo>
                        <a:pt x="1702" y="2048"/>
                        <a:pt x="1387" y="1733"/>
                        <a:pt x="1387" y="1387"/>
                      </a:cubicBezTo>
                      <a:cubicBezTo>
                        <a:pt x="1355" y="1009"/>
                        <a:pt x="1670" y="694"/>
                        <a:pt x="2048" y="694"/>
                      </a:cubicBezTo>
                      <a:close/>
                      <a:moveTo>
                        <a:pt x="2363" y="2741"/>
                      </a:moveTo>
                      <a:cubicBezTo>
                        <a:pt x="2931" y="2741"/>
                        <a:pt x="3403" y="3214"/>
                        <a:pt x="3403" y="3781"/>
                      </a:cubicBezTo>
                      <a:lnTo>
                        <a:pt x="3403" y="4128"/>
                      </a:lnTo>
                      <a:lnTo>
                        <a:pt x="662" y="4128"/>
                      </a:lnTo>
                      <a:lnTo>
                        <a:pt x="662" y="3781"/>
                      </a:lnTo>
                      <a:cubicBezTo>
                        <a:pt x="662" y="3214"/>
                        <a:pt x="1135" y="2741"/>
                        <a:pt x="1702" y="2741"/>
                      </a:cubicBezTo>
                      <a:close/>
                      <a:moveTo>
                        <a:pt x="2048" y="1"/>
                      </a:moveTo>
                      <a:cubicBezTo>
                        <a:pt x="1292" y="1"/>
                        <a:pt x="662" y="631"/>
                        <a:pt x="662" y="1387"/>
                      </a:cubicBezTo>
                      <a:cubicBezTo>
                        <a:pt x="662" y="1702"/>
                        <a:pt x="788" y="2017"/>
                        <a:pt x="977" y="2237"/>
                      </a:cubicBezTo>
                      <a:cubicBezTo>
                        <a:pt x="410" y="2521"/>
                        <a:pt x="1" y="3119"/>
                        <a:pt x="1" y="3781"/>
                      </a:cubicBezTo>
                      <a:lnTo>
                        <a:pt x="1" y="4443"/>
                      </a:lnTo>
                      <a:cubicBezTo>
                        <a:pt x="1" y="4632"/>
                        <a:pt x="158" y="4789"/>
                        <a:pt x="347" y="4789"/>
                      </a:cubicBezTo>
                      <a:lnTo>
                        <a:pt x="3781" y="4789"/>
                      </a:lnTo>
                      <a:cubicBezTo>
                        <a:pt x="3970" y="4789"/>
                        <a:pt x="4128" y="4632"/>
                        <a:pt x="4128" y="4443"/>
                      </a:cubicBezTo>
                      <a:lnTo>
                        <a:pt x="4128" y="3781"/>
                      </a:lnTo>
                      <a:cubicBezTo>
                        <a:pt x="4096" y="3119"/>
                        <a:pt x="3718" y="2521"/>
                        <a:pt x="3120" y="2237"/>
                      </a:cubicBezTo>
                      <a:cubicBezTo>
                        <a:pt x="3309" y="2017"/>
                        <a:pt x="3435" y="1733"/>
                        <a:pt x="3435" y="1387"/>
                      </a:cubicBezTo>
                      <a:cubicBezTo>
                        <a:pt x="3435" y="631"/>
                        <a:pt x="2805" y="1"/>
                        <a:pt x="20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972" name="Google Shape;12552;p89">
                <a:extLst>
                  <a:ext uri="{FF2B5EF4-FFF2-40B4-BE49-F238E27FC236}">
                    <a16:creationId xmlns:a16="http://schemas.microsoft.com/office/drawing/2014/main" id="{13886317-5D42-3B97-8676-54241CB954F7}"/>
                  </a:ext>
                </a:extLst>
              </p:cNvPr>
              <p:cNvSpPr/>
              <p:nvPr/>
            </p:nvSpPr>
            <p:spPr>
              <a:xfrm>
                <a:off x="11151816" y="1962933"/>
                <a:ext cx="642992" cy="486989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8853" extrusionOk="0">
                    <a:moveTo>
                      <a:pt x="1040" y="2709"/>
                    </a:moveTo>
                    <a:cubicBezTo>
                      <a:pt x="1229" y="2709"/>
                      <a:pt x="1386" y="2867"/>
                      <a:pt x="1386" y="3056"/>
                    </a:cubicBezTo>
                    <a:lnTo>
                      <a:pt x="1386" y="5828"/>
                    </a:lnTo>
                    <a:cubicBezTo>
                      <a:pt x="1386" y="6017"/>
                      <a:pt x="1229" y="6175"/>
                      <a:pt x="1040" y="6175"/>
                    </a:cubicBezTo>
                    <a:cubicBezTo>
                      <a:pt x="819" y="6175"/>
                      <a:pt x="662" y="6017"/>
                      <a:pt x="662" y="5828"/>
                    </a:cubicBezTo>
                    <a:lnTo>
                      <a:pt x="662" y="3056"/>
                    </a:lnTo>
                    <a:cubicBezTo>
                      <a:pt x="662" y="2867"/>
                      <a:pt x="819" y="2709"/>
                      <a:pt x="1040" y="2709"/>
                    </a:cubicBezTo>
                    <a:close/>
                    <a:moveTo>
                      <a:pt x="9641" y="1449"/>
                    </a:moveTo>
                    <a:lnTo>
                      <a:pt x="9641" y="7435"/>
                    </a:lnTo>
                    <a:lnTo>
                      <a:pt x="2079" y="5545"/>
                    </a:lnTo>
                    <a:lnTo>
                      <a:pt x="2079" y="3340"/>
                    </a:lnTo>
                    <a:lnTo>
                      <a:pt x="9641" y="1449"/>
                    </a:lnTo>
                    <a:close/>
                    <a:moveTo>
                      <a:pt x="3466" y="6616"/>
                    </a:moveTo>
                    <a:lnTo>
                      <a:pt x="6112" y="7278"/>
                    </a:lnTo>
                    <a:cubicBezTo>
                      <a:pt x="5954" y="7845"/>
                      <a:pt x="5450" y="8223"/>
                      <a:pt x="4820" y="8223"/>
                    </a:cubicBezTo>
                    <a:cubicBezTo>
                      <a:pt x="4064" y="8223"/>
                      <a:pt x="3434" y="7593"/>
                      <a:pt x="3434" y="6837"/>
                    </a:cubicBezTo>
                    <a:cubicBezTo>
                      <a:pt x="3434" y="6774"/>
                      <a:pt x="3434" y="6679"/>
                      <a:pt x="3466" y="6616"/>
                    </a:cubicBezTo>
                    <a:close/>
                    <a:moveTo>
                      <a:pt x="10680" y="662"/>
                    </a:moveTo>
                    <a:cubicBezTo>
                      <a:pt x="10869" y="662"/>
                      <a:pt x="11027" y="819"/>
                      <a:pt x="11027" y="1008"/>
                    </a:cubicBezTo>
                    <a:lnTo>
                      <a:pt x="11027" y="7876"/>
                    </a:lnTo>
                    <a:cubicBezTo>
                      <a:pt x="11027" y="8065"/>
                      <a:pt x="10869" y="8223"/>
                      <a:pt x="10680" y="8223"/>
                    </a:cubicBezTo>
                    <a:cubicBezTo>
                      <a:pt x="10491" y="8223"/>
                      <a:pt x="10334" y="8065"/>
                      <a:pt x="10334" y="7876"/>
                    </a:cubicBezTo>
                    <a:lnTo>
                      <a:pt x="10334" y="1008"/>
                    </a:lnTo>
                    <a:cubicBezTo>
                      <a:pt x="10334" y="819"/>
                      <a:pt x="10491" y="662"/>
                      <a:pt x="10680" y="662"/>
                    </a:cubicBezTo>
                    <a:close/>
                    <a:moveTo>
                      <a:pt x="10680" y="0"/>
                    </a:moveTo>
                    <a:cubicBezTo>
                      <a:pt x="10208" y="0"/>
                      <a:pt x="9798" y="315"/>
                      <a:pt x="9704" y="756"/>
                    </a:cubicBezTo>
                    <a:lnTo>
                      <a:pt x="1985" y="2678"/>
                    </a:lnTo>
                    <a:cubicBezTo>
                      <a:pt x="1827" y="2331"/>
                      <a:pt x="1449" y="2048"/>
                      <a:pt x="1040" y="2048"/>
                    </a:cubicBezTo>
                    <a:cubicBezTo>
                      <a:pt x="473" y="2048"/>
                      <a:pt x="0" y="2520"/>
                      <a:pt x="0" y="3056"/>
                    </a:cubicBezTo>
                    <a:lnTo>
                      <a:pt x="0" y="5828"/>
                    </a:lnTo>
                    <a:cubicBezTo>
                      <a:pt x="0" y="6364"/>
                      <a:pt x="473" y="6837"/>
                      <a:pt x="1040" y="6837"/>
                    </a:cubicBezTo>
                    <a:cubicBezTo>
                      <a:pt x="1449" y="6837"/>
                      <a:pt x="1827" y="6616"/>
                      <a:pt x="1985" y="6206"/>
                    </a:cubicBezTo>
                    <a:lnTo>
                      <a:pt x="2804" y="6427"/>
                    </a:lnTo>
                    <a:cubicBezTo>
                      <a:pt x="2772" y="6522"/>
                      <a:pt x="2772" y="6679"/>
                      <a:pt x="2772" y="6805"/>
                    </a:cubicBezTo>
                    <a:cubicBezTo>
                      <a:pt x="2772" y="7939"/>
                      <a:pt x="3655" y="8853"/>
                      <a:pt x="4820" y="8853"/>
                    </a:cubicBezTo>
                    <a:cubicBezTo>
                      <a:pt x="5324" y="8853"/>
                      <a:pt x="5828" y="8664"/>
                      <a:pt x="6175" y="8317"/>
                    </a:cubicBezTo>
                    <a:cubicBezTo>
                      <a:pt x="6459" y="8065"/>
                      <a:pt x="6648" y="7719"/>
                      <a:pt x="6774" y="7341"/>
                    </a:cubicBezTo>
                    <a:lnTo>
                      <a:pt x="9704" y="8065"/>
                    </a:lnTo>
                    <a:cubicBezTo>
                      <a:pt x="9798" y="8506"/>
                      <a:pt x="10208" y="8821"/>
                      <a:pt x="10680" y="8821"/>
                    </a:cubicBezTo>
                    <a:cubicBezTo>
                      <a:pt x="11216" y="8821"/>
                      <a:pt x="11688" y="8349"/>
                      <a:pt x="11688" y="7782"/>
                    </a:cubicBezTo>
                    <a:lnTo>
                      <a:pt x="11688" y="945"/>
                    </a:lnTo>
                    <a:cubicBezTo>
                      <a:pt x="11688" y="473"/>
                      <a:pt x="11279" y="0"/>
                      <a:pt x="10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7973" name="Google Shape;12561;p89">
                <a:extLst>
                  <a:ext uri="{FF2B5EF4-FFF2-40B4-BE49-F238E27FC236}">
                    <a16:creationId xmlns:a16="http://schemas.microsoft.com/office/drawing/2014/main" id="{C00FDAAE-69D3-E24C-E469-6CD49F8C387C}"/>
                  </a:ext>
                </a:extLst>
              </p:cNvPr>
              <p:cNvGrpSpPr/>
              <p:nvPr/>
            </p:nvGrpSpPr>
            <p:grpSpPr>
              <a:xfrm>
                <a:off x="3710685" y="1885124"/>
                <a:ext cx="643048" cy="642992"/>
                <a:chOff x="-5276050" y="2037975"/>
                <a:chExt cx="292250" cy="292225"/>
              </a:xfrm>
              <a:grpFill/>
            </p:grpSpPr>
            <p:sp>
              <p:nvSpPr>
                <p:cNvPr id="17985" name="Google Shape;12562;p89">
                  <a:extLst>
                    <a:ext uri="{FF2B5EF4-FFF2-40B4-BE49-F238E27FC236}">
                      <a16:creationId xmlns:a16="http://schemas.microsoft.com/office/drawing/2014/main" id="{A5DD58D6-EABE-20F5-E8C5-D2838623B304}"/>
                    </a:ext>
                  </a:extLst>
                </p:cNvPr>
                <p:cNvSpPr/>
                <p:nvPr/>
              </p:nvSpPr>
              <p:spPr>
                <a:xfrm>
                  <a:off x="-5102775" y="2211250"/>
                  <a:ext cx="5122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1986" extrusionOk="0">
                      <a:moveTo>
                        <a:pt x="343" y="0"/>
                      </a:moveTo>
                      <a:cubicBezTo>
                        <a:pt x="253" y="0"/>
                        <a:pt x="158" y="32"/>
                        <a:pt x="95" y="95"/>
                      </a:cubicBezTo>
                      <a:cubicBezTo>
                        <a:pt x="1" y="189"/>
                        <a:pt x="1" y="441"/>
                        <a:pt x="95" y="536"/>
                      </a:cubicBezTo>
                      <a:lnTo>
                        <a:pt x="536" y="977"/>
                      </a:lnTo>
                      <a:lnTo>
                        <a:pt x="95" y="1418"/>
                      </a:lnTo>
                      <a:cubicBezTo>
                        <a:pt x="1" y="1544"/>
                        <a:pt x="1" y="1765"/>
                        <a:pt x="95" y="1891"/>
                      </a:cubicBezTo>
                      <a:cubicBezTo>
                        <a:pt x="158" y="1954"/>
                        <a:pt x="253" y="1985"/>
                        <a:pt x="343" y="1985"/>
                      </a:cubicBezTo>
                      <a:cubicBezTo>
                        <a:pt x="434" y="1985"/>
                        <a:pt x="521" y="1954"/>
                        <a:pt x="568" y="1891"/>
                      </a:cubicBezTo>
                      <a:lnTo>
                        <a:pt x="1009" y="1450"/>
                      </a:lnTo>
                      <a:lnTo>
                        <a:pt x="1450" y="1891"/>
                      </a:lnTo>
                      <a:cubicBezTo>
                        <a:pt x="1513" y="1954"/>
                        <a:pt x="1600" y="1985"/>
                        <a:pt x="1686" y="1985"/>
                      </a:cubicBezTo>
                      <a:cubicBezTo>
                        <a:pt x="1773" y="1985"/>
                        <a:pt x="1860" y="1954"/>
                        <a:pt x="1923" y="1891"/>
                      </a:cubicBezTo>
                      <a:cubicBezTo>
                        <a:pt x="2049" y="1765"/>
                        <a:pt x="2049" y="1544"/>
                        <a:pt x="1923" y="1418"/>
                      </a:cubicBezTo>
                      <a:lnTo>
                        <a:pt x="1482" y="977"/>
                      </a:lnTo>
                      <a:lnTo>
                        <a:pt x="1923" y="536"/>
                      </a:lnTo>
                      <a:cubicBezTo>
                        <a:pt x="2049" y="441"/>
                        <a:pt x="2049" y="189"/>
                        <a:pt x="1923" y="95"/>
                      </a:cubicBezTo>
                      <a:cubicBezTo>
                        <a:pt x="1860" y="32"/>
                        <a:pt x="1773" y="0"/>
                        <a:pt x="1686" y="0"/>
                      </a:cubicBezTo>
                      <a:cubicBezTo>
                        <a:pt x="1600" y="0"/>
                        <a:pt x="1513" y="32"/>
                        <a:pt x="1450" y="95"/>
                      </a:cubicBezTo>
                      <a:lnTo>
                        <a:pt x="1009" y="504"/>
                      </a:lnTo>
                      <a:lnTo>
                        <a:pt x="568" y="95"/>
                      </a:lnTo>
                      <a:cubicBezTo>
                        <a:pt x="521" y="32"/>
                        <a:pt x="434" y="0"/>
                        <a:pt x="3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86" name="Google Shape;12563;p89">
                  <a:extLst>
                    <a:ext uri="{FF2B5EF4-FFF2-40B4-BE49-F238E27FC236}">
                      <a16:creationId xmlns:a16="http://schemas.microsoft.com/office/drawing/2014/main" id="{CEF76C97-E780-392A-60A8-F452C2A66250}"/>
                    </a:ext>
                  </a:extLst>
                </p:cNvPr>
                <p:cNvSpPr/>
                <p:nvPr/>
              </p:nvSpPr>
              <p:spPr>
                <a:xfrm>
                  <a:off x="-5224050" y="2107875"/>
                  <a:ext cx="51200" cy="4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1993" extrusionOk="0">
                      <a:moveTo>
                        <a:pt x="351" y="0"/>
                      </a:moveTo>
                      <a:cubicBezTo>
                        <a:pt x="260" y="0"/>
                        <a:pt x="173" y="24"/>
                        <a:pt x="126" y="71"/>
                      </a:cubicBezTo>
                      <a:cubicBezTo>
                        <a:pt x="0" y="197"/>
                        <a:pt x="0" y="449"/>
                        <a:pt x="126" y="544"/>
                      </a:cubicBezTo>
                      <a:lnTo>
                        <a:pt x="536" y="985"/>
                      </a:lnTo>
                      <a:lnTo>
                        <a:pt x="126" y="1426"/>
                      </a:lnTo>
                      <a:cubicBezTo>
                        <a:pt x="0" y="1552"/>
                        <a:pt x="0" y="1772"/>
                        <a:pt x="126" y="1898"/>
                      </a:cubicBezTo>
                      <a:cubicBezTo>
                        <a:pt x="173" y="1961"/>
                        <a:pt x="260" y="1993"/>
                        <a:pt x="351" y="1993"/>
                      </a:cubicBezTo>
                      <a:cubicBezTo>
                        <a:pt x="441" y="1993"/>
                        <a:pt x="536" y="1961"/>
                        <a:pt x="599" y="1898"/>
                      </a:cubicBezTo>
                      <a:lnTo>
                        <a:pt x="1008" y="1457"/>
                      </a:lnTo>
                      <a:lnTo>
                        <a:pt x="1449" y="1898"/>
                      </a:lnTo>
                      <a:cubicBezTo>
                        <a:pt x="1512" y="1961"/>
                        <a:pt x="1599" y="1993"/>
                        <a:pt x="1686" y="1993"/>
                      </a:cubicBezTo>
                      <a:cubicBezTo>
                        <a:pt x="1772" y="1993"/>
                        <a:pt x="1859" y="1961"/>
                        <a:pt x="1922" y="1898"/>
                      </a:cubicBezTo>
                      <a:cubicBezTo>
                        <a:pt x="2048" y="1772"/>
                        <a:pt x="2048" y="1520"/>
                        <a:pt x="1922" y="1426"/>
                      </a:cubicBezTo>
                      <a:lnTo>
                        <a:pt x="1481" y="985"/>
                      </a:lnTo>
                      <a:lnTo>
                        <a:pt x="1922" y="544"/>
                      </a:lnTo>
                      <a:cubicBezTo>
                        <a:pt x="2048" y="449"/>
                        <a:pt x="2048" y="197"/>
                        <a:pt x="1922" y="71"/>
                      </a:cubicBezTo>
                      <a:cubicBezTo>
                        <a:pt x="1875" y="24"/>
                        <a:pt x="1788" y="0"/>
                        <a:pt x="1697" y="0"/>
                      </a:cubicBezTo>
                      <a:cubicBezTo>
                        <a:pt x="1607" y="0"/>
                        <a:pt x="1512" y="24"/>
                        <a:pt x="1449" y="71"/>
                      </a:cubicBezTo>
                      <a:lnTo>
                        <a:pt x="1008" y="512"/>
                      </a:lnTo>
                      <a:lnTo>
                        <a:pt x="599" y="71"/>
                      </a:lnTo>
                      <a:cubicBezTo>
                        <a:pt x="536" y="24"/>
                        <a:pt x="441" y="0"/>
                        <a:pt x="35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87" name="Google Shape;12564;p89">
                  <a:extLst>
                    <a:ext uri="{FF2B5EF4-FFF2-40B4-BE49-F238E27FC236}">
                      <a16:creationId xmlns:a16="http://schemas.microsoft.com/office/drawing/2014/main" id="{8532E8DF-0A44-FE37-CC51-737ACDC46DF6}"/>
                    </a:ext>
                  </a:extLst>
                </p:cNvPr>
                <p:cNvSpPr/>
                <p:nvPr/>
              </p:nvSpPr>
              <p:spPr>
                <a:xfrm>
                  <a:off x="-5276050" y="2037975"/>
                  <a:ext cx="292250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90" h="11689" extrusionOk="0">
                      <a:moveTo>
                        <a:pt x="10334" y="3119"/>
                      </a:moveTo>
                      <a:cubicBezTo>
                        <a:pt x="10712" y="3119"/>
                        <a:pt x="11028" y="3403"/>
                        <a:pt x="11028" y="3781"/>
                      </a:cubicBezTo>
                      <a:cubicBezTo>
                        <a:pt x="11028" y="4190"/>
                        <a:pt x="10712" y="4442"/>
                        <a:pt x="10334" y="4442"/>
                      </a:cubicBezTo>
                      <a:cubicBezTo>
                        <a:pt x="9956" y="4442"/>
                        <a:pt x="9673" y="4127"/>
                        <a:pt x="9673" y="3781"/>
                      </a:cubicBezTo>
                      <a:cubicBezTo>
                        <a:pt x="9673" y="3403"/>
                        <a:pt x="9988" y="3119"/>
                        <a:pt x="10334" y="3119"/>
                      </a:cubicBezTo>
                      <a:close/>
                      <a:moveTo>
                        <a:pt x="4443" y="7593"/>
                      </a:moveTo>
                      <a:cubicBezTo>
                        <a:pt x="4853" y="7593"/>
                        <a:pt x="5105" y="7908"/>
                        <a:pt x="5105" y="8255"/>
                      </a:cubicBezTo>
                      <a:cubicBezTo>
                        <a:pt x="5105" y="8664"/>
                        <a:pt x="4790" y="8948"/>
                        <a:pt x="4443" y="8948"/>
                      </a:cubicBezTo>
                      <a:cubicBezTo>
                        <a:pt x="4065" y="8948"/>
                        <a:pt x="3781" y="8633"/>
                        <a:pt x="3781" y="8255"/>
                      </a:cubicBezTo>
                      <a:cubicBezTo>
                        <a:pt x="3781" y="7876"/>
                        <a:pt x="4096" y="7593"/>
                        <a:pt x="4443" y="7593"/>
                      </a:cubicBezTo>
                      <a:close/>
                      <a:moveTo>
                        <a:pt x="5829" y="725"/>
                      </a:moveTo>
                      <a:cubicBezTo>
                        <a:pt x="7341" y="725"/>
                        <a:pt x="8822" y="1386"/>
                        <a:pt x="9799" y="2521"/>
                      </a:cubicBezTo>
                      <a:cubicBezTo>
                        <a:pt x="9326" y="2710"/>
                        <a:pt x="8980" y="3245"/>
                        <a:pt x="8980" y="3781"/>
                      </a:cubicBezTo>
                      <a:cubicBezTo>
                        <a:pt x="8980" y="3718"/>
                        <a:pt x="8917" y="3623"/>
                        <a:pt x="8885" y="3560"/>
                      </a:cubicBezTo>
                      <a:lnTo>
                        <a:pt x="8854" y="3497"/>
                      </a:lnTo>
                      <a:lnTo>
                        <a:pt x="8192" y="2836"/>
                      </a:lnTo>
                      <a:cubicBezTo>
                        <a:pt x="8129" y="2773"/>
                        <a:pt x="8035" y="2741"/>
                        <a:pt x="7944" y="2741"/>
                      </a:cubicBezTo>
                      <a:cubicBezTo>
                        <a:pt x="7853" y="2741"/>
                        <a:pt x="7767" y="2773"/>
                        <a:pt x="7719" y="2836"/>
                      </a:cubicBezTo>
                      <a:cubicBezTo>
                        <a:pt x="7593" y="2962"/>
                        <a:pt x="7593" y="3182"/>
                        <a:pt x="7719" y="3308"/>
                      </a:cubicBezTo>
                      <a:lnTo>
                        <a:pt x="7814" y="3434"/>
                      </a:lnTo>
                      <a:cubicBezTo>
                        <a:pt x="6869" y="3466"/>
                        <a:pt x="5987" y="3875"/>
                        <a:pt x="5262" y="4568"/>
                      </a:cubicBezTo>
                      <a:cubicBezTo>
                        <a:pt x="4600" y="5230"/>
                        <a:pt x="4254" y="6081"/>
                        <a:pt x="4159" y="6963"/>
                      </a:cubicBezTo>
                      <a:cubicBezTo>
                        <a:pt x="3561" y="7120"/>
                        <a:pt x="3151" y="7656"/>
                        <a:pt x="3151" y="8318"/>
                      </a:cubicBezTo>
                      <a:cubicBezTo>
                        <a:pt x="3151" y="9074"/>
                        <a:pt x="3781" y="9704"/>
                        <a:pt x="4506" y="9704"/>
                      </a:cubicBezTo>
                      <a:cubicBezTo>
                        <a:pt x="5262" y="9704"/>
                        <a:pt x="5892" y="9074"/>
                        <a:pt x="5892" y="8318"/>
                      </a:cubicBezTo>
                      <a:cubicBezTo>
                        <a:pt x="5892" y="7687"/>
                        <a:pt x="5451" y="7120"/>
                        <a:pt x="4884" y="6963"/>
                      </a:cubicBezTo>
                      <a:cubicBezTo>
                        <a:pt x="5042" y="5482"/>
                        <a:pt x="6302" y="4222"/>
                        <a:pt x="7814" y="4127"/>
                      </a:cubicBezTo>
                      <a:lnTo>
                        <a:pt x="7814" y="4127"/>
                      </a:lnTo>
                      <a:lnTo>
                        <a:pt x="7751" y="4222"/>
                      </a:lnTo>
                      <a:cubicBezTo>
                        <a:pt x="7625" y="4348"/>
                        <a:pt x="7625" y="4568"/>
                        <a:pt x="7751" y="4694"/>
                      </a:cubicBezTo>
                      <a:cubicBezTo>
                        <a:pt x="7814" y="4757"/>
                        <a:pt x="7901" y="4789"/>
                        <a:pt x="7987" y="4789"/>
                      </a:cubicBezTo>
                      <a:cubicBezTo>
                        <a:pt x="8074" y="4789"/>
                        <a:pt x="8161" y="4757"/>
                        <a:pt x="8224" y="4694"/>
                      </a:cubicBezTo>
                      <a:lnTo>
                        <a:pt x="8885" y="4033"/>
                      </a:lnTo>
                      <a:cubicBezTo>
                        <a:pt x="8980" y="3938"/>
                        <a:pt x="9011" y="3875"/>
                        <a:pt x="9011" y="3781"/>
                      </a:cubicBezTo>
                      <a:cubicBezTo>
                        <a:pt x="9011" y="4537"/>
                        <a:pt x="9641" y="5167"/>
                        <a:pt x="10397" y="5167"/>
                      </a:cubicBezTo>
                      <a:cubicBezTo>
                        <a:pt x="10618" y="5167"/>
                        <a:pt x="10807" y="5136"/>
                        <a:pt x="11028" y="5010"/>
                      </a:cubicBezTo>
                      <a:cubicBezTo>
                        <a:pt x="11059" y="5293"/>
                        <a:pt x="11091" y="5545"/>
                        <a:pt x="11091" y="5829"/>
                      </a:cubicBezTo>
                      <a:cubicBezTo>
                        <a:pt x="11028" y="8696"/>
                        <a:pt x="8696" y="11027"/>
                        <a:pt x="5829" y="11027"/>
                      </a:cubicBezTo>
                      <a:cubicBezTo>
                        <a:pt x="2994" y="11027"/>
                        <a:pt x="694" y="8696"/>
                        <a:pt x="694" y="5829"/>
                      </a:cubicBezTo>
                      <a:cubicBezTo>
                        <a:pt x="694" y="2993"/>
                        <a:pt x="2994" y="725"/>
                        <a:pt x="5829" y="725"/>
                      </a:cubicBezTo>
                      <a:close/>
                      <a:moveTo>
                        <a:pt x="5829" y="0"/>
                      </a:moveTo>
                      <a:cubicBezTo>
                        <a:pt x="2584" y="0"/>
                        <a:pt x="1" y="2615"/>
                        <a:pt x="1" y="5829"/>
                      </a:cubicBezTo>
                      <a:cubicBezTo>
                        <a:pt x="1" y="7404"/>
                        <a:pt x="599" y="8853"/>
                        <a:pt x="1702" y="9956"/>
                      </a:cubicBezTo>
                      <a:cubicBezTo>
                        <a:pt x="2773" y="11058"/>
                        <a:pt x="4254" y="11689"/>
                        <a:pt x="5829" y="11689"/>
                      </a:cubicBezTo>
                      <a:cubicBezTo>
                        <a:pt x="6617" y="11689"/>
                        <a:pt x="7341" y="11531"/>
                        <a:pt x="8098" y="11216"/>
                      </a:cubicBezTo>
                      <a:cubicBezTo>
                        <a:pt x="8822" y="10901"/>
                        <a:pt x="9452" y="10523"/>
                        <a:pt x="9956" y="9956"/>
                      </a:cubicBezTo>
                      <a:cubicBezTo>
                        <a:pt x="10492" y="9420"/>
                        <a:pt x="10901" y="8790"/>
                        <a:pt x="11217" y="8128"/>
                      </a:cubicBezTo>
                      <a:cubicBezTo>
                        <a:pt x="11532" y="7404"/>
                        <a:pt x="11689" y="6616"/>
                        <a:pt x="11689" y="5829"/>
                      </a:cubicBezTo>
                      <a:cubicBezTo>
                        <a:pt x="11689" y="5356"/>
                        <a:pt x="11658" y="4884"/>
                        <a:pt x="11532" y="4442"/>
                      </a:cubicBezTo>
                      <a:cubicBezTo>
                        <a:pt x="11595" y="4253"/>
                        <a:pt x="11689" y="4033"/>
                        <a:pt x="11689" y="3781"/>
                      </a:cubicBezTo>
                      <a:cubicBezTo>
                        <a:pt x="11689" y="3119"/>
                        <a:pt x="11217" y="2552"/>
                        <a:pt x="10586" y="2458"/>
                      </a:cubicBezTo>
                      <a:cubicBezTo>
                        <a:pt x="9484" y="945"/>
                        <a:pt x="7719" y="0"/>
                        <a:pt x="582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74" name="Google Shape;12567;p89">
                <a:extLst>
                  <a:ext uri="{FF2B5EF4-FFF2-40B4-BE49-F238E27FC236}">
                    <a16:creationId xmlns:a16="http://schemas.microsoft.com/office/drawing/2014/main" id="{FEBA73E1-421A-E645-DA44-228FBD0AF023}"/>
                  </a:ext>
                </a:extLst>
              </p:cNvPr>
              <p:cNvGrpSpPr/>
              <p:nvPr/>
            </p:nvGrpSpPr>
            <p:grpSpPr>
              <a:xfrm>
                <a:off x="7915085" y="1885975"/>
                <a:ext cx="493975" cy="641288"/>
                <a:chOff x="-3462150" y="2046625"/>
                <a:chExt cx="224500" cy="291450"/>
              </a:xfrm>
              <a:grpFill/>
            </p:grpSpPr>
            <p:sp>
              <p:nvSpPr>
                <p:cNvPr id="17978" name="Google Shape;12568;p89">
                  <a:extLst>
                    <a:ext uri="{FF2B5EF4-FFF2-40B4-BE49-F238E27FC236}">
                      <a16:creationId xmlns:a16="http://schemas.microsoft.com/office/drawing/2014/main" id="{89EE24A4-82FC-2BCF-0164-FDDB7844DFE3}"/>
                    </a:ext>
                  </a:extLst>
                </p:cNvPr>
                <p:cNvSpPr/>
                <p:nvPr/>
              </p:nvSpPr>
              <p:spPr>
                <a:xfrm>
                  <a:off x="-3425125" y="2253000"/>
                  <a:ext cx="51225" cy="5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17" extrusionOk="0">
                      <a:moveTo>
                        <a:pt x="1009" y="662"/>
                      </a:moveTo>
                      <a:cubicBezTo>
                        <a:pt x="1198" y="662"/>
                        <a:pt x="1355" y="819"/>
                        <a:pt x="1355" y="1008"/>
                      </a:cubicBezTo>
                      <a:cubicBezTo>
                        <a:pt x="1355" y="1197"/>
                        <a:pt x="1166" y="1355"/>
                        <a:pt x="1009" y="1355"/>
                      </a:cubicBezTo>
                      <a:cubicBezTo>
                        <a:pt x="820" y="1355"/>
                        <a:pt x="662" y="1197"/>
                        <a:pt x="662" y="1008"/>
                      </a:cubicBezTo>
                      <a:cubicBezTo>
                        <a:pt x="662" y="819"/>
                        <a:pt x="820" y="662"/>
                        <a:pt x="1009" y="662"/>
                      </a:cubicBezTo>
                      <a:close/>
                      <a:moveTo>
                        <a:pt x="1009" y="0"/>
                      </a:moveTo>
                      <a:cubicBezTo>
                        <a:pt x="473" y="0"/>
                        <a:pt x="0" y="441"/>
                        <a:pt x="0" y="1008"/>
                      </a:cubicBezTo>
                      <a:cubicBezTo>
                        <a:pt x="0" y="1575"/>
                        <a:pt x="473" y="2016"/>
                        <a:pt x="1009" y="2016"/>
                      </a:cubicBezTo>
                      <a:cubicBezTo>
                        <a:pt x="1576" y="2016"/>
                        <a:pt x="2048" y="1575"/>
                        <a:pt x="2048" y="1008"/>
                      </a:cubicBezTo>
                      <a:cubicBezTo>
                        <a:pt x="2048" y="441"/>
                        <a:pt x="1576" y="0"/>
                        <a:pt x="10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79" name="Google Shape;12569;p89">
                  <a:extLst>
                    <a:ext uri="{FF2B5EF4-FFF2-40B4-BE49-F238E27FC236}">
                      <a16:creationId xmlns:a16="http://schemas.microsoft.com/office/drawing/2014/main" id="{98D8E98C-6B4F-09E9-B0E1-0C8A6E15025C}"/>
                    </a:ext>
                  </a:extLst>
                </p:cNvPr>
                <p:cNvSpPr/>
                <p:nvPr/>
              </p:nvSpPr>
              <p:spPr>
                <a:xfrm>
                  <a:off x="-3425125" y="2116725"/>
                  <a:ext cx="5122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1986" extrusionOk="0">
                      <a:moveTo>
                        <a:pt x="343" y="1"/>
                      </a:moveTo>
                      <a:cubicBezTo>
                        <a:pt x="252" y="1"/>
                        <a:pt x="158" y="32"/>
                        <a:pt x="95" y="95"/>
                      </a:cubicBezTo>
                      <a:cubicBezTo>
                        <a:pt x="0" y="190"/>
                        <a:pt x="0" y="442"/>
                        <a:pt x="95" y="536"/>
                      </a:cubicBezTo>
                      <a:lnTo>
                        <a:pt x="536" y="977"/>
                      </a:lnTo>
                      <a:lnTo>
                        <a:pt x="95" y="1418"/>
                      </a:lnTo>
                      <a:cubicBezTo>
                        <a:pt x="0" y="1544"/>
                        <a:pt x="0" y="1765"/>
                        <a:pt x="95" y="1891"/>
                      </a:cubicBezTo>
                      <a:cubicBezTo>
                        <a:pt x="158" y="1954"/>
                        <a:pt x="252" y="1986"/>
                        <a:pt x="343" y="1986"/>
                      </a:cubicBezTo>
                      <a:cubicBezTo>
                        <a:pt x="434" y="1986"/>
                        <a:pt x="520" y="1954"/>
                        <a:pt x="568" y="1891"/>
                      </a:cubicBezTo>
                      <a:lnTo>
                        <a:pt x="1009" y="1450"/>
                      </a:lnTo>
                      <a:lnTo>
                        <a:pt x="1450" y="1891"/>
                      </a:lnTo>
                      <a:cubicBezTo>
                        <a:pt x="1513" y="1954"/>
                        <a:pt x="1599" y="1986"/>
                        <a:pt x="1686" y="1986"/>
                      </a:cubicBezTo>
                      <a:cubicBezTo>
                        <a:pt x="1773" y="1986"/>
                        <a:pt x="1859" y="1954"/>
                        <a:pt x="1922" y="1891"/>
                      </a:cubicBezTo>
                      <a:cubicBezTo>
                        <a:pt x="2048" y="1765"/>
                        <a:pt x="2048" y="1544"/>
                        <a:pt x="1922" y="1418"/>
                      </a:cubicBezTo>
                      <a:lnTo>
                        <a:pt x="1481" y="977"/>
                      </a:lnTo>
                      <a:lnTo>
                        <a:pt x="1922" y="536"/>
                      </a:lnTo>
                      <a:cubicBezTo>
                        <a:pt x="2048" y="442"/>
                        <a:pt x="2048" y="190"/>
                        <a:pt x="1922" y="95"/>
                      </a:cubicBezTo>
                      <a:cubicBezTo>
                        <a:pt x="1859" y="32"/>
                        <a:pt x="1773" y="1"/>
                        <a:pt x="1686" y="1"/>
                      </a:cubicBezTo>
                      <a:cubicBezTo>
                        <a:pt x="1599" y="1"/>
                        <a:pt x="1513" y="32"/>
                        <a:pt x="1450" y="95"/>
                      </a:cubicBezTo>
                      <a:lnTo>
                        <a:pt x="1009" y="505"/>
                      </a:lnTo>
                      <a:lnTo>
                        <a:pt x="568" y="95"/>
                      </a:lnTo>
                      <a:cubicBezTo>
                        <a:pt x="520" y="32"/>
                        <a:pt x="434" y="1"/>
                        <a:pt x="34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80" name="Google Shape;12570;p89">
                  <a:extLst>
                    <a:ext uri="{FF2B5EF4-FFF2-40B4-BE49-F238E27FC236}">
                      <a16:creationId xmlns:a16="http://schemas.microsoft.com/office/drawing/2014/main" id="{6D922561-6533-8C0B-5611-3A45BE171933}"/>
                    </a:ext>
                  </a:extLst>
                </p:cNvPr>
                <p:cNvSpPr/>
                <p:nvPr/>
              </p:nvSpPr>
              <p:spPr>
                <a:xfrm>
                  <a:off x="-3425125" y="2185250"/>
                  <a:ext cx="5122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1986" extrusionOk="0">
                      <a:moveTo>
                        <a:pt x="343" y="1"/>
                      </a:moveTo>
                      <a:cubicBezTo>
                        <a:pt x="252" y="1"/>
                        <a:pt x="158" y="32"/>
                        <a:pt x="95" y="95"/>
                      </a:cubicBezTo>
                      <a:cubicBezTo>
                        <a:pt x="0" y="221"/>
                        <a:pt x="0" y="442"/>
                        <a:pt x="95" y="568"/>
                      </a:cubicBezTo>
                      <a:lnTo>
                        <a:pt x="536" y="1009"/>
                      </a:lnTo>
                      <a:lnTo>
                        <a:pt x="95" y="1418"/>
                      </a:lnTo>
                      <a:cubicBezTo>
                        <a:pt x="0" y="1544"/>
                        <a:pt x="0" y="1796"/>
                        <a:pt x="95" y="1891"/>
                      </a:cubicBezTo>
                      <a:cubicBezTo>
                        <a:pt x="158" y="1954"/>
                        <a:pt x="252" y="1985"/>
                        <a:pt x="343" y="1985"/>
                      </a:cubicBezTo>
                      <a:cubicBezTo>
                        <a:pt x="434" y="1985"/>
                        <a:pt x="520" y="1954"/>
                        <a:pt x="568" y="1891"/>
                      </a:cubicBezTo>
                      <a:lnTo>
                        <a:pt x="1009" y="1481"/>
                      </a:lnTo>
                      <a:lnTo>
                        <a:pt x="1450" y="1891"/>
                      </a:lnTo>
                      <a:cubicBezTo>
                        <a:pt x="1513" y="1954"/>
                        <a:pt x="1599" y="1985"/>
                        <a:pt x="1686" y="1985"/>
                      </a:cubicBezTo>
                      <a:cubicBezTo>
                        <a:pt x="1773" y="1985"/>
                        <a:pt x="1859" y="1954"/>
                        <a:pt x="1922" y="1891"/>
                      </a:cubicBezTo>
                      <a:cubicBezTo>
                        <a:pt x="2048" y="1796"/>
                        <a:pt x="2048" y="1544"/>
                        <a:pt x="1922" y="1418"/>
                      </a:cubicBezTo>
                      <a:lnTo>
                        <a:pt x="1481" y="1009"/>
                      </a:lnTo>
                      <a:lnTo>
                        <a:pt x="1922" y="568"/>
                      </a:lnTo>
                      <a:cubicBezTo>
                        <a:pt x="2048" y="410"/>
                        <a:pt x="2048" y="221"/>
                        <a:pt x="1922" y="95"/>
                      </a:cubicBezTo>
                      <a:cubicBezTo>
                        <a:pt x="1859" y="32"/>
                        <a:pt x="1773" y="1"/>
                        <a:pt x="1686" y="1"/>
                      </a:cubicBezTo>
                      <a:cubicBezTo>
                        <a:pt x="1599" y="1"/>
                        <a:pt x="1513" y="32"/>
                        <a:pt x="1450" y="95"/>
                      </a:cubicBezTo>
                      <a:lnTo>
                        <a:pt x="1009" y="536"/>
                      </a:lnTo>
                      <a:lnTo>
                        <a:pt x="568" y="95"/>
                      </a:lnTo>
                      <a:cubicBezTo>
                        <a:pt x="520" y="32"/>
                        <a:pt x="434" y="1"/>
                        <a:pt x="34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81" name="Google Shape;12571;p89">
                  <a:extLst>
                    <a:ext uri="{FF2B5EF4-FFF2-40B4-BE49-F238E27FC236}">
                      <a16:creationId xmlns:a16="http://schemas.microsoft.com/office/drawing/2014/main" id="{E07FDB09-4E0B-0648-7916-18E6884C6D9C}"/>
                    </a:ext>
                  </a:extLst>
                </p:cNvPr>
                <p:cNvSpPr/>
                <p:nvPr/>
              </p:nvSpPr>
              <p:spPr>
                <a:xfrm>
                  <a:off x="-3462150" y="2046625"/>
                  <a:ext cx="224500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0" h="11658" extrusionOk="0">
                      <a:moveTo>
                        <a:pt x="5924" y="694"/>
                      </a:moveTo>
                      <a:cubicBezTo>
                        <a:pt x="6113" y="694"/>
                        <a:pt x="6270" y="851"/>
                        <a:pt x="6270" y="1040"/>
                      </a:cubicBezTo>
                      <a:cubicBezTo>
                        <a:pt x="6270" y="1229"/>
                        <a:pt x="6113" y="1387"/>
                        <a:pt x="5924" y="1387"/>
                      </a:cubicBezTo>
                      <a:lnTo>
                        <a:pt x="3151" y="1387"/>
                      </a:lnTo>
                      <a:cubicBezTo>
                        <a:pt x="2962" y="1387"/>
                        <a:pt x="2805" y="1229"/>
                        <a:pt x="2805" y="1040"/>
                      </a:cubicBezTo>
                      <a:cubicBezTo>
                        <a:pt x="2805" y="851"/>
                        <a:pt x="2962" y="694"/>
                        <a:pt x="3151" y="694"/>
                      </a:cubicBezTo>
                      <a:close/>
                      <a:moveTo>
                        <a:pt x="8034" y="1356"/>
                      </a:moveTo>
                      <a:cubicBezTo>
                        <a:pt x="8255" y="1356"/>
                        <a:pt x="8413" y="1513"/>
                        <a:pt x="8413" y="1702"/>
                      </a:cubicBezTo>
                      <a:lnTo>
                        <a:pt x="8413" y="10649"/>
                      </a:lnTo>
                      <a:lnTo>
                        <a:pt x="8287" y="10649"/>
                      </a:lnTo>
                      <a:cubicBezTo>
                        <a:pt x="8287" y="10838"/>
                        <a:pt x="8129" y="10996"/>
                        <a:pt x="7940" y="10996"/>
                      </a:cubicBezTo>
                      <a:lnTo>
                        <a:pt x="1103" y="10996"/>
                      </a:lnTo>
                      <a:cubicBezTo>
                        <a:pt x="914" y="10996"/>
                        <a:pt x="757" y="10838"/>
                        <a:pt x="757" y="10649"/>
                      </a:cubicBezTo>
                      <a:lnTo>
                        <a:pt x="757" y="1702"/>
                      </a:lnTo>
                      <a:cubicBezTo>
                        <a:pt x="757" y="1513"/>
                        <a:pt x="914" y="1356"/>
                        <a:pt x="1103" y="1356"/>
                      </a:cubicBezTo>
                      <a:lnTo>
                        <a:pt x="2206" y="1356"/>
                      </a:lnTo>
                      <a:cubicBezTo>
                        <a:pt x="2364" y="1734"/>
                        <a:pt x="2742" y="2017"/>
                        <a:pt x="3214" y="2017"/>
                      </a:cubicBezTo>
                      <a:lnTo>
                        <a:pt x="5955" y="2017"/>
                      </a:lnTo>
                      <a:cubicBezTo>
                        <a:pt x="6396" y="2017"/>
                        <a:pt x="6774" y="1734"/>
                        <a:pt x="6932" y="1356"/>
                      </a:cubicBezTo>
                      <a:close/>
                      <a:moveTo>
                        <a:pt x="3120" y="1"/>
                      </a:moveTo>
                      <a:cubicBezTo>
                        <a:pt x="2679" y="1"/>
                        <a:pt x="2301" y="284"/>
                        <a:pt x="2143" y="694"/>
                      </a:cubicBezTo>
                      <a:lnTo>
                        <a:pt x="1040" y="694"/>
                      </a:lnTo>
                      <a:cubicBezTo>
                        <a:pt x="473" y="694"/>
                        <a:pt x="1" y="1166"/>
                        <a:pt x="1" y="1702"/>
                      </a:cubicBezTo>
                      <a:lnTo>
                        <a:pt x="1" y="10649"/>
                      </a:lnTo>
                      <a:cubicBezTo>
                        <a:pt x="1" y="11185"/>
                        <a:pt x="473" y="11658"/>
                        <a:pt x="1040" y="11658"/>
                      </a:cubicBezTo>
                      <a:lnTo>
                        <a:pt x="7877" y="11658"/>
                      </a:lnTo>
                      <a:cubicBezTo>
                        <a:pt x="8444" y="11658"/>
                        <a:pt x="8917" y="11185"/>
                        <a:pt x="8917" y="10649"/>
                      </a:cubicBezTo>
                      <a:lnTo>
                        <a:pt x="8917" y="1702"/>
                      </a:lnTo>
                      <a:cubicBezTo>
                        <a:pt x="8980" y="1166"/>
                        <a:pt x="8507" y="694"/>
                        <a:pt x="7971" y="694"/>
                      </a:cubicBezTo>
                      <a:lnTo>
                        <a:pt x="6869" y="694"/>
                      </a:lnTo>
                      <a:cubicBezTo>
                        <a:pt x="6711" y="284"/>
                        <a:pt x="6365" y="1"/>
                        <a:pt x="589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82" name="Google Shape;12572;p89">
                  <a:extLst>
                    <a:ext uri="{FF2B5EF4-FFF2-40B4-BE49-F238E27FC236}">
                      <a16:creationId xmlns:a16="http://schemas.microsoft.com/office/drawing/2014/main" id="{DA0D56EE-8759-DB4C-49E4-E1B624EFB76C}"/>
                    </a:ext>
                  </a:extLst>
                </p:cNvPr>
                <p:cNvSpPr/>
                <p:nvPr/>
              </p:nvSpPr>
              <p:spPr>
                <a:xfrm>
                  <a:off x="-3358175" y="2133275"/>
                  <a:ext cx="866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3088" y="725"/>
                      </a:lnTo>
                      <a:cubicBezTo>
                        <a:pt x="3308" y="725"/>
                        <a:pt x="3466" y="567"/>
                        <a:pt x="3466" y="378"/>
                      </a:cubicBezTo>
                      <a:cubicBezTo>
                        <a:pt x="3466" y="158"/>
                        <a:pt x="3308" y="0"/>
                        <a:pt x="308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83" name="Google Shape;12573;p89">
                  <a:extLst>
                    <a:ext uri="{FF2B5EF4-FFF2-40B4-BE49-F238E27FC236}">
                      <a16:creationId xmlns:a16="http://schemas.microsoft.com/office/drawing/2014/main" id="{FEE225A2-9D99-83C3-A3B2-FEDD51D5B889}"/>
                    </a:ext>
                  </a:extLst>
                </p:cNvPr>
                <p:cNvSpPr/>
                <p:nvPr/>
              </p:nvSpPr>
              <p:spPr>
                <a:xfrm>
                  <a:off x="-3358175" y="2201800"/>
                  <a:ext cx="866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3088" y="693"/>
                      </a:lnTo>
                      <a:cubicBezTo>
                        <a:pt x="3308" y="693"/>
                        <a:pt x="3466" y="536"/>
                        <a:pt x="3466" y="347"/>
                      </a:cubicBezTo>
                      <a:cubicBezTo>
                        <a:pt x="3466" y="158"/>
                        <a:pt x="3308" y="0"/>
                        <a:pt x="308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84" name="Google Shape;12574;p89">
                  <a:extLst>
                    <a:ext uri="{FF2B5EF4-FFF2-40B4-BE49-F238E27FC236}">
                      <a16:creationId xmlns:a16="http://schemas.microsoft.com/office/drawing/2014/main" id="{1A241D4B-4C83-8348-5179-DC4AFB3DB8A2}"/>
                    </a:ext>
                  </a:extLst>
                </p:cNvPr>
                <p:cNvSpPr/>
                <p:nvPr/>
              </p:nvSpPr>
              <p:spPr>
                <a:xfrm>
                  <a:off x="-3358175" y="2270325"/>
                  <a:ext cx="866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3088" y="725"/>
                      </a:lnTo>
                      <a:cubicBezTo>
                        <a:pt x="3308" y="725"/>
                        <a:pt x="3466" y="567"/>
                        <a:pt x="3466" y="347"/>
                      </a:cubicBezTo>
                      <a:cubicBezTo>
                        <a:pt x="3466" y="158"/>
                        <a:pt x="3308" y="0"/>
                        <a:pt x="308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75" name="Google Shape;12602;p89">
                <a:extLst>
                  <a:ext uri="{FF2B5EF4-FFF2-40B4-BE49-F238E27FC236}">
                    <a16:creationId xmlns:a16="http://schemas.microsoft.com/office/drawing/2014/main" id="{256AE27E-D89D-E2DF-0EF9-5C708167F5A2}"/>
                  </a:ext>
                </a:extLst>
              </p:cNvPr>
              <p:cNvGrpSpPr/>
              <p:nvPr/>
            </p:nvGrpSpPr>
            <p:grpSpPr>
              <a:xfrm>
                <a:off x="2063594" y="1908370"/>
                <a:ext cx="624120" cy="625775"/>
                <a:chOff x="6679825" y="2693700"/>
                <a:chExt cx="257875" cy="258575"/>
              </a:xfrm>
              <a:grpFill/>
            </p:grpSpPr>
            <p:sp>
              <p:nvSpPr>
                <p:cNvPr id="17976" name="Google Shape;12603;p89">
                  <a:extLst>
                    <a:ext uri="{FF2B5EF4-FFF2-40B4-BE49-F238E27FC236}">
                      <a16:creationId xmlns:a16="http://schemas.microsoft.com/office/drawing/2014/main" id="{78082250-4658-47A0-1E4E-DE548BB3223E}"/>
                    </a:ext>
                  </a:extLst>
                </p:cNvPr>
                <p:cNvSpPr/>
                <p:nvPr/>
              </p:nvSpPr>
              <p:spPr>
                <a:xfrm>
                  <a:off x="6679825" y="2693700"/>
                  <a:ext cx="257875" cy="25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5" h="10343" extrusionOk="0">
                      <a:moveTo>
                        <a:pt x="5102" y="670"/>
                      </a:moveTo>
                      <a:cubicBezTo>
                        <a:pt x="5604" y="670"/>
                        <a:pt x="6022" y="1088"/>
                        <a:pt x="6022" y="1562"/>
                      </a:cubicBezTo>
                      <a:cubicBezTo>
                        <a:pt x="6022" y="2063"/>
                        <a:pt x="5604" y="2481"/>
                        <a:pt x="5102" y="2481"/>
                      </a:cubicBezTo>
                      <a:cubicBezTo>
                        <a:pt x="4600" y="2481"/>
                        <a:pt x="4182" y="2063"/>
                        <a:pt x="4182" y="1562"/>
                      </a:cubicBezTo>
                      <a:cubicBezTo>
                        <a:pt x="4182" y="1088"/>
                        <a:pt x="4600" y="670"/>
                        <a:pt x="5102" y="670"/>
                      </a:cubicBezTo>
                      <a:close/>
                      <a:moveTo>
                        <a:pt x="1757" y="1896"/>
                      </a:moveTo>
                      <a:cubicBezTo>
                        <a:pt x="2063" y="1896"/>
                        <a:pt x="2342" y="2175"/>
                        <a:pt x="2342" y="2481"/>
                      </a:cubicBezTo>
                      <a:cubicBezTo>
                        <a:pt x="2342" y="2788"/>
                        <a:pt x="2063" y="3067"/>
                        <a:pt x="1757" y="3067"/>
                      </a:cubicBezTo>
                      <a:cubicBezTo>
                        <a:pt x="1422" y="3067"/>
                        <a:pt x="1143" y="2788"/>
                        <a:pt x="1143" y="2481"/>
                      </a:cubicBezTo>
                      <a:cubicBezTo>
                        <a:pt x="1143" y="2119"/>
                        <a:pt x="1422" y="1896"/>
                        <a:pt x="1757" y="1896"/>
                      </a:cubicBezTo>
                      <a:close/>
                      <a:moveTo>
                        <a:pt x="8447" y="1896"/>
                      </a:moveTo>
                      <a:cubicBezTo>
                        <a:pt x="8781" y="1896"/>
                        <a:pt x="9032" y="2175"/>
                        <a:pt x="9032" y="2481"/>
                      </a:cubicBezTo>
                      <a:cubicBezTo>
                        <a:pt x="9032" y="2788"/>
                        <a:pt x="8753" y="3067"/>
                        <a:pt x="8447" y="3067"/>
                      </a:cubicBezTo>
                      <a:cubicBezTo>
                        <a:pt x="8112" y="3067"/>
                        <a:pt x="7834" y="2788"/>
                        <a:pt x="7834" y="2481"/>
                      </a:cubicBezTo>
                      <a:cubicBezTo>
                        <a:pt x="7834" y="2119"/>
                        <a:pt x="8112" y="1896"/>
                        <a:pt x="8447" y="1896"/>
                      </a:cubicBezTo>
                      <a:close/>
                      <a:moveTo>
                        <a:pt x="1701" y="3624"/>
                      </a:moveTo>
                      <a:cubicBezTo>
                        <a:pt x="2370" y="3624"/>
                        <a:pt x="2927" y="4182"/>
                        <a:pt x="2927" y="4851"/>
                      </a:cubicBezTo>
                      <a:lnTo>
                        <a:pt x="2927" y="6412"/>
                      </a:lnTo>
                      <a:cubicBezTo>
                        <a:pt x="2955" y="6635"/>
                        <a:pt x="2816" y="6719"/>
                        <a:pt x="2649" y="6719"/>
                      </a:cubicBezTo>
                      <a:cubicBezTo>
                        <a:pt x="2481" y="6719"/>
                        <a:pt x="2342" y="6858"/>
                        <a:pt x="2342" y="7053"/>
                      </a:cubicBezTo>
                      <a:lnTo>
                        <a:pt x="2342" y="8865"/>
                      </a:lnTo>
                      <a:cubicBezTo>
                        <a:pt x="2342" y="9032"/>
                        <a:pt x="2203" y="9172"/>
                        <a:pt x="2035" y="9172"/>
                      </a:cubicBezTo>
                      <a:lnTo>
                        <a:pt x="1422" y="9172"/>
                      </a:lnTo>
                      <a:cubicBezTo>
                        <a:pt x="1255" y="9172"/>
                        <a:pt x="1116" y="9032"/>
                        <a:pt x="1116" y="8865"/>
                      </a:cubicBezTo>
                      <a:lnTo>
                        <a:pt x="1116" y="7053"/>
                      </a:lnTo>
                      <a:cubicBezTo>
                        <a:pt x="1116" y="6858"/>
                        <a:pt x="976" y="6719"/>
                        <a:pt x="809" y="6719"/>
                      </a:cubicBezTo>
                      <a:cubicBezTo>
                        <a:pt x="642" y="6719"/>
                        <a:pt x="502" y="6579"/>
                        <a:pt x="502" y="6412"/>
                      </a:cubicBezTo>
                      <a:lnTo>
                        <a:pt x="502" y="4851"/>
                      </a:lnTo>
                      <a:cubicBezTo>
                        <a:pt x="502" y="4182"/>
                        <a:pt x="1060" y="3624"/>
                        <a:pt x="1701" y="3624"/>
                      </a:cubicBezTo>
                      <a:close/>
                      <a:moveTo>
                        <a:pt x="8391" y="3624"/>
                      </a:moveTo>
                      <a:cubicBezTo>
                        <a:pt x="9060" y="3624"/>
                        <a:pt x="9618" y="4182"/>
                        <a:pt x="9618" y="4851"/>
                      </a:cubicBezTo>
                      <a:lnTo>
                        <a:pt x="9618" y="6440"/>
                      </a:lnTo>
                      <a:lnTo>
                        <a:pt x="9645" y="6440"/>
                      </a:lnTo>
                      <a:cubicBezTo>
                        <a:pt x="9645" y="6635"/>
                        <a:pt x="9506" y="6774"/>
                        <a:pt x="9339" y="6774"/>
                      </a:cubicBezTo>
                      <a:cubicBezTo>
                        <a:pt x="9172" y="6774"/>
                        <a:pt x="9032" y="6914"/>
                        <a:pt x="9032" y="7081"/>
                      </a:cubicBezTo>
                      <a:lnTo>
                        <a:pt x="9032" y="8893"/>
                      </a:lnTo>
                      <a:cubicBezTo>
                        <a:pt x="9032" y="9060"/>
                        <a:pt x="8893" y="9199"/>
                        <a:pt x="8726" y="9199"/>
                      </a:cubicBezTo>
                      <a:lnTo>
                        <a:pt x="8112" y="9199"/>
                      </a:lnTo>
                      <a:cubicBezTo>
                        <a:pt x="7945" y="9199"/>
                        <a:pt x="7806" y="9060"/>
                        <a:pt x="7806" y="8893"/>
                      </a:cubicBezTo>
                      <a:lnTo>
                        <a:pt x="7806" y="7053"/>
                      </a:lnTo>
                      <a:cubicBezTo>
                        <a:pt x="7806" y="6858"/>
                        <a:pt x="7666" y="6719"/>
                        <a:pt x="7499" y="6719"/>
                      </a:cubicBezTo>
                      <a:cubicBezTo>
                        <a:pt x="7332" y="6719"/>
                        <a:pt x="7192" y="6579"/>
                        <a:pt x="7192" y="6412"/>
                      </a:cubicBezTo>
                      <a:lnTo>
                        <a:pt x="7192" y="4851"/>
                      </a:lnTo>
                      <a:cubicBezTo>
                        <a:pt x="7192" y="4182"/>
                        <a:pt x="7750" y="3624"/>
                        <a:pt x="8391" y="3624"/>
                      </a:cubicBezTo>
                      <a:close/>
                      <a:moveTo>
                        <a:pt x="5381" y="3095"/>
                      </a:moveTo>
                      <a:cubicBezTo>
                        <a:pt x="6077" y="3234"/>
                        <a:pt x="6635" y="3875"/>
                        <a:pt x="6635" y="4600"/>
                      </a:cubicBezTo>
                      <a:lnTo>
                        <a:pt x="6635" y="6440"/>
                      </a:lnTo>
                      <a:cubicBezTo>
                        <a:pt x="6663" y="6635"/>
                        <a:pt x="6523" y="6719"/>
                        <a:pt x="6356" y="6719"/>
                      </a:cubicBezTo>
                      <a:cubicBezTo>
                        <a:pt x="6161" y="6719"/>
                        <a:pt x="6022" y="6858"/>
                        <a:pt x="6022" y="7053"/>
                      </a:cubicBezTo>
                      <a:lnTo>
                        <a:pt x="6022" y="9478"/>
                      </a:lnTo>
                      <a:cubicBezTo>
                        <a:pt x="6022" y="9645"/>
                        <a:pt x="5882" y="9785"/>
                        <a:pt x="5715" y="9785"/>
                      </a:cubicBezTo>
                      <a:lnTo>
                        <a:pt x="4461" y="9785"/>
                      </a:lnTo>
                      <a:cubicBezTo>
                        <a:pt x="4293" y="9785"/>
                        <a:pt x="4154" y="9645"/>
                        <a:pt x="4154" y="9478"/>
                      </a:cubicBezTo>
                      <a:lnTo>
                        <a:pt x="4154" y="7053"/>
                      </a:lnTo>
                      <a:cubicBezTo>
                        <a:pt x="4154" y="6858"/>
                        <a:pt x="4015" y="6719"/>
                        <a:pt x="3847" y="6719"/>
                      </a:cubicBezTo>
                      <a:cubicBezTo>
                        <a:pt x="3652" y="6719"/>
                        <a:pt x="3513" y="6579"/>
                        <a:pt x="3513" y="6412"/>
                      </a:cubicBezTo>
                      <a:lnTo>
                        <a:pt x="3513" y="4851"/>
                      </a:lnTo>
                      <a:lnTo>
                        <a:pt x="3513" y="4600"/>
                      </a:lnTo>
                      <a:cubicBezTo>
                        <a:pt x="3513" y="3875"/>
                        <a:pt x="4043" y="3234"/>
                        <a:pt x="4739" y="3095"/>
                      </a:cubicBezTo>
                      <a:lnTo>
                        <a:pt x="4739" y="5185"/>
                      </a:lnTo>
                      <a:cubicBezTo>
                        <a:pt x="4739" y="5381"/>
                        <a:pt x="4879" y="5520"/>
                        <a:pt x="5046" y="5520"/>
                      </a:cubicBezTo>
                      <a:cubicBezTo>
                        <a:pt x="5241" y="5520"/>
                        <a:pt x="5381" y="5381"/>
                        <a:pt x="5381" y="5185"/>
                      </a:cubicBezTo>
                      <a:lnTo>
                        <a:pt x="5381" y="3095"/>
                      </a:lnTo>
                      <a:close/>
                      <a:moveTo>
                        <a:pt x="5130" y="1"/>
                      </a:moveTo>
                      <a:cubicBezTo>
                        <a:pt x="4293" y="1"/>
                        <a:pt x="3624" y="670"/>
                        <a:pt x="3624" y="1506"/>
                      </a:cubicBezTo>
                      <a:cubicBezTo>
                        <a:pt x="3624" y="1952"/>
                        <a:pt x="3847" y="2370"/>
                        <a:pt x="4154" y="2649"/>
                      </a:cubicBezTo>
                      <a:cubicBezTo>
                        <a:pt x="3736" y="2872"/>
                        <a:pt x="3373" y="3234"/>
                        <a:pt x="3206" y="3652"/>
                      </a:cubicBezTo>
                      <a:cubicBezTo>
                        <a:pt x="3067" y="3485"/>
                        <a:pt x="2900" y="3346"/>
                        <a:pt x="2677" y="3234"/>
                      </a:cubicBezTo>
                      <a:cubicBezTo>
                        <a:pt x="2900" y="3039"/>
                        <a:pt x="3039" y="2732"/>
                        <a:pt x="3039" y="2398"/>
                      </a:cubicBezTo>
                      <a:cubicBezTo>
                        <a:pt x="3039" y="1757"/>
                        <a:pt x="2481" y="1199"/>
                        <a:pt x="1812" y="1199"/>
                      </a:cubicBezTo>
                      <a:cubicBezTo>
                        <a:pt x="1143" y="1199"/>
                        <a:pt x="586" y="1757"/>
                        <a:pt x="586" y="2398"/>
                      </a:cubicBezTo>
                      <a:cubicBezTo>
                        <a:pt x="586" y="2732"/>
                        <a:pt x="725" y="3039"/>
                        <a:pt x="948" y="3234"/>
                      </a:cubicBezTo>
                      <a:cubicBezTo>
                        <a:pt x="391" y="3569"/>
                        <a:pt x="1" y="4154"/>
                        <a:pt x="1" y="4851"/>
                      </a:cubicBezTo>
                      <a:lnTo>
                        <a:pt x="1" y="6412"/>
                      </a:lnTo>
                      <a:cubicBezTo>
                        <a:pt x="1" y="6802"/>
                        <a:pt x="251" y="7137"/>
                        <a:pt x="586" y="7276"/>
                      </a:cubicBezTo>
                      <a:lnTo>
                        <a:pt x="586" y="8865"/>
                      </a:lnTo>
                      <a:cubicBezTo>
                        <a:pt x="586" y="9339"/>
                        <a:pt x="1004" y="9757"/>
                        <a:pt x="1506" y="9757"/>
                      </a:cubicBezTo>
                      <a:lnTo>
                        <a:pt x="2091" y="9757"/>
                      </a:lnTo>
                      <a:cubicBezTo>
                        <a:pt x="2593" y="9757"/>
                        <a:pt x="3011" y="9339"/>
                        <a:pt x="3011" y="8865"/>
                      </a:cubicBezTo>
                      <a:lnTo>
                        <a:pt x="3011" y="7276"/>
                      </a:lnTo>
                      <a:cubicBezTo>
                        <a:pt x="3095" y="7248"/>
                        <a:pt x="3206" y="7192"/>
                        <a:pt x="3318" y="7109"/>
                      </a:cubicBezTo>
                      <a:cubicBezTo>
                        <a:pt x="3429" y="7192"/>
                        <a:pt x="3485" y="7248"/>
                        <a:pt x="3624" y="7276"/>
                      </a:cubicBezTo>
                      <a:lnTo>
                        <a:pt x="3624" y="9450"/>
                      </a:lnTo>
                      <a:cubicBezTo>
                        <a:pt x="3624" y="9924"/>
                        <a:pt x="4043" y="10342"/>
                        <a:pt x="4544" y="10342"/>
                      </a:cubicBezTo>
                      <a:lnTo>
                        <a:pt x="5799" y="10342"/>
                      </a:lnTo>
                      <a:cubicBezTo>
                        <a:pt x="6273" y="10342"/>
                        <a:pt x="6691" y="9924"/>
                        <a:pt x="6691" y="9450"/>
                      </a:cubicBezTo>
                      <a:lnTo>
                        <a:pt x="6691" y="7276"/>
                      </a:lnTo>
                      <a:cubicBezTo>
                        <a:pt x="6802" y="7248"/>
                        <a:pt x="6914" y="7192"/>
                        <a:pt x="6997" y="7109"/>
                      </a:cubicBezTo>
                      <a:cubicBezTo>
                        <a:pt x="7109" y="7192"/>
                        <a:pt x="7192" y="7248"/>
                        <a:pt x="7332" y="7276"/>
                      </a:cubicBezTo>
                      <a:lnTo>
                        <a:pt x="7332" y="8865"/>
                      </a:lnTo>
                      <a:cubicBezTo>
                        <a:pt x="7332" y="9339"/>
                        <a:pt x="7750" y="9757"/>
                        <a:pt x="8224" y="9757"/>
                      </a:cubicBezTo>
                      <a:lnTo>
                        <a:pt x="8809" y="9757"/>
                      </a:lnTo>
                      <a:cubicBezTo>
                        <a:pt x="9311" y="9757"/>
                        <a:pt x="9729" y="9339"/>
                        <a:pt x="9729" y="8865"/>
                      </a:cubicBezTo>
                      <a:lnTo>
                        <a:pt x="9729" y="7276"/>
                      </a:lnTo>
                      <a:cubicBezTo>
                        <a:pt x="10064" y="7137"/>
                        <a:pt x="10314" y="6830"/>
                        <a:pt x="10314" y="6412"/>
                      </a:cubicBezTo>
                      <a:lnTo>
                        <a:pt x="10314" y="4851"/>
                      </a:lnTo>
                      <a:cubicBezTo>
                        <a:pt x="10287" y="4210"/>
                        <a:pt x="9896" y="3596"/>
                        <a:pt x="9339" y="3318"/>
                      </a:cubicBezTo>
                      <a:cubicBezTo>
                        <a:pt x="9562" y="3095"/>
                        <a:pt x="9701" y="2788"/>
                        <a:pt x="9701" y="2481"/>
                      </a:cubicBezTo>
                      <a:cubicBezTo>
                        <a:pt x="9701" y="1812"/>
                        <a:pt x="9144" y="1255"/>
                        <a:pt x="8475" y="1255"/>
                      </a:cubicBezTo>
                      <a:cubicBezTo>
                        <a:pt x="7806" y="1255"/>
                        <a:pt x="7248" y="1812"/>
                        <a:pt x="7248" y="2481"/>
                      </a:cubicBezTo>
                      <a:cubicBezTo>
                        <a:pt x="7248" y="2788"/>
                        <a:pt x="7388" y="3095"/>
                        <a:pt x="7611" y="3318"/>
                      </a:cubicBezTo>
                      <a:cubicBezTo>
                        <a:pt x="7388" y="3429"/>
                        <a:pt x="7220" y="3569"/>
                        <a:pt x="7081" y="3736"/>
                      </a:cubicBezTo>
                      <a:cubicBezTo>
                        <a:pt x="6969" y="3485"/>
                        <a:pt x="6802" y="3290"/>
                        <a:pt x="6635" y="3067"/>
                      </a:cubicBezTo>
                      <a:cubicBezTo>
                        <a:pt x="6496" y="2927"/>
                        <a:pt x="6300" y="2788"/>
                        <a:pt x="6105" y="2677"/>
                      </a:cubicBezTo>
                      <a:cubicBezTo>
                        <a:pt x="6440" y="2370"/>
                        <a:pt x="6663" y="1952"/>
                        <a:pt x="6663" y="1534"/>
                      </a:cubicBezTo>
                      <a:cubicBezTo>
                        <a:pt x="6663" y="1116"/>
                        <a:pt x="6496" y="725"/>
                        <a:pt x="6217" y="447"/>
                      </a:cubicBezTo>
                      <a:cubicBezTo>
                        <a:pt x="5938" y="168"/>
                        <a:pt x="5520" y="1"/>
                        <a:pt x="513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77" name="Google Shape;12604;p89">
                  <a:extLst>
                    <a:ext uri="{FF2B5EF4-FFF2-40B4-BE49-F238E27FC236}">
                      <a16:creationId xmlns:a16="http://schemas.microsoft.com/office/drawing/2014/main" id="{776BBE0F-C223-19BB-39DD-9478263B0E64}"/>
                    </a:ext>
                  </a:extLst>
                </p:cNvPr>
                <p:cNvSpPr/>
                <p:nvPr/>
              </p:nvSpPr>
              <p:spPr>
                <a:xfrm flipH="1">
                  <a:off x="6679825" y="2693700"/>
                  <a:ext cx="257875" cy="25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5" h="10343" extrusionOk="0">
                      <a:moveTo>
                        <a:pt x="5102" y="670"/>
                      </a:moveTo>
                      <a:cubicBezTo>
                        <a:pt x="5604" y="670"/>
                        <a:pt x="6022" y="1088"/>
                        <a:pt x="6022" y="1562"/>
                      </a:cubicBezTo>
                      <a:cubicBezTo>
                        <a:pt x="6022" y="2063"/>
                        <a:pt x="5604" y="2481"/>
                        <a:pt x="5102" y="2481"/>
                      </a:cubicBezTo>
                      <a:cubicBezTo>
                        <a:pt x="4600" y="2481"/>
                        <a:pt x="4182" y="2063"/>
                        <a:pt x="4182" y="1562"/>
                      </a:cubicBezTo>
                      <a:cubicBezTo>
                        <a:pt x="4182" y="1088"/>
                        <a:pt x="4600" y="670"/>
                        <a:pt x="5102" y="670"/>
                      </a:cubicBezTo>
                      <a:close/>
                      <a:moveTo>
                        <a:pt x="1757" y="1896"/>
                      </a:moveTo>
                      <a:cubicBezTo>
                        <a:pt x="2063" y="1896"/>
                        <a:pt x="2342" y="2175"/>
                        <a:pt x="2342" y="2481"/>
                      </a:cubicBezTo>
                      <a:cubicBezTo>
                        <a:pt x="2342" y="2788"/>
                        <a:pt x="2063" y="3067"/>
                        <a:pt x="1757" y="3067"/>
                      </a:cubicBezTo>
                      <a:cubicBezTo>
                        <a:pt x="1422" y="3067"/>
                        <a:pt x="1143" y="2788"/>
                        <a:pt x="1143" y="2481"/>
                      </a:cubicBezTo>
                      <a:cubicBezTo>
                        <a:pt x="1143" y="2119"/>
                        <a:pt x="1422" y="1896"/>
                        <a:pt x="1757" y="1896"/>
                      </a:cubicBezTo>
                      <a:close/>
                      <a:moveTo>
                        <a:pt x="8447" y="1896"/>
                      </a:moveTo>
                      <a:cubicBezTo>
                        <a:pt x="8781" y="1896"/>
                        <a:pt x="9032" y="2175"/>
                        <a:pt x="9032" y="2481"/>
                      </a:cubicBezTo>
                      <a:cubicBezTo>
                        <a:pt x="9032" y="2788"/>
                        <a:pt x="8753" y="3067"/>
                        <a:pt x="8447" y="3067"/>
                      </a:cubicBezTo>
                      <a:cubicBezTo>
                        <a:pt x="8112" y="3067"/>
                        <a:pt x="7834" y="2788"/>
                        <a:pt x="7834" y="2481"/>
                      </a:cubicBezTo>
                      <a:cubicBezTo>
                        <a:pt x="7834" y="2119"/>
                        <a:pt x="8112" y="1896"/>
                        <a:pt x="8447" y="1896"/>
                      </a:cubicBezTo>
                      <a:close/>
                      <a:moveTo>
                        <a:pt x="1701" y="3624"/>
                      </a:moveTo>
                      <a:cubicBezTo>
                        <a:pt x="2370" y="3624"/>
                        <a:pt x="2927" y="4182"/>
                        <a:pt x="2927" y="4851"/>
                      </a:cubicBezTo>
                      <a:lnTo>
                        <a:pt x="2927" y="6412"/>
                      </a:lnTo>
                      <a:cubicBezTo>
                        <a:pt x="2955" y="6635"/>
                        <a:pt x="2816" y="6719"/>
                        <a:pt x="2649" y="6719"/>
                      </a:cubicBezTo>
                      <a:cubicBezTo>
                        <a:pt x="2481" y="6719"/>
                        <a:pt x="2342" y="6858"/>
                        <a:pt x="2342" y="7053"/>
                      </a:cubicBezTo>
                      <a:lnTo>
                        <a:pt x="2342" y="8865"/>
                      </a:lnTo>
                      <a:cubicBezTo>
                        <a:pt x="2342" y="9032"/>
                        <a:pt x="2203" y="9172"/>
                        <a:pt x="2035" y="9172"/>
                      </a:cubicBezTo>
                      <a:lnTo>
                        <a:pt x="1422" y="9172"/>
                      </a:lnTo>
                      <a:cubicBezTo>
                        <a:pt x="1255" y="9172"/>
                        <a:pt x="1116" y="9032"/>
                        <a:pt x="1116" y="8865"/>
                      </a:cubicBezTo>
                      <a:lnTo>
                        <a:pt x="1116" y="7053"/>
                      </a:lnTo>
                      <a:cubicBezTo>
                        <a:pt x="1116" y="6858"/>
                        <a:pt x="976" y="6719"/>
                        <a:pt x="809" y="6719"/>
                      </a:cubicBezTo>
                      <a:cubicBezTo>
                        <a:pt x="642" y="6719"/>
                        <a:pt x="502" y="6579"/>
                        <a:pt x="502" y="6412"/>
                      </a:cubicBezTo>
                      <a:lnTo>
                        <a:pt x="502" y="4851"/>
                      </a:lnTo>
                      <a:cubicBezTo>
                        <a:pt x="502" y="4182"/>
                        <a:pt x="1060" y="3624"/>
                        <a:pt x="1701" y="3624"/>
                      </a:cubicBezTo>
                      <a:close/>
                      <a:moveTo>
                        <a:pt x="8391" y="3624"/>
                      </a:moveTo>
                      <a:cubicBezTo>
                        <a:pt x="9060" y="3624"/>
                        <a:pt x="9618" y="4182"/>
                        <a:pt x="9618" y="4851"/>
                      </a:cubicBezTo>
                      <a:lnTo>
                        <a:pt x="9618" y="6440"/>
                      </a:lnTo>
                      <a:lnTo>
                        <a:pt x="9645" y="6440"/>
                      </a:lnTo>
                      <a:cubicBezTo>
                        <a:pt x="9645" y="6635"/>
                        <a:pt x="9506" y="6774"/>
                        <a:pt x="9339" y="6774"/>
                      </a:cubicBezTo>
                      <a:cubicBezTo>
                        <a:pt x="9172" y="6774"/>
                        <a:pt x="9032" y="6914"/>
                        <a:pt x="9032" y="7081"/>
                      </a:cubicBezTo>
                      <a:lnTo>
                        <a:pt x="9032" y="8893"/>
                      </a:lnTo>
                      <a:cubicBezTo>
                        <a:pt x="9032" y="9060"/>
                        <a:pt x="8893" y="9199"/>
                        <a:pt x="8726" y="9199"/>
                      </a:cubicBezTo>
                      <a:lnTo>
                        <a:pt x="8112" y="9199"/>
                      </a:lnTo>
                      <a:cubicBezTo>
                        <a:pt x="7945" y="9199"/>
                        <a:pt x="7806" y="9060"/>
                        <a:pt x="7806" y="8893"/>
                      </a:cubicBezTo>
                      <a:lnTo>
                        <a:pt x="7806" y="7053"/>
                      </a:lnTo>
                      <a:cubicBezTo>
                        <a:pt x="7806" y="6858"/>
                        <a:pt x="7666" y="6719"/>
                        <a:pt x="7499" y="6719"/>
                      </a:cubicBezTo>
                      <a:cubicBezTo>
                        <a:pt x="7332" y="6719"/>
                        <a:pt x="7192" y="6579"/>
                        <a:pt x="7192" y="6412"/>
                      </a:cubicBezTo>
                      <a:lnTo>
                        <a:pt x="7192" y="4851"/>
                      </a:lnTo>
                      <a:cubicBezTo>
                        <a:pt x="7192" y="4182"/>
                        <a:pt x="7750" y="3624"/>
                        <a:pt x="8391" y="3624"/>
                      </a:cubicBezTo>
                      <a:close/>
                      <a:moveTo>
                        <a:pt x="5381" y="3095"/>
                      </a:moveTo>
                      <a:cubicBezTo>
                        <a:pt x="6077" y="3234"/>
                        <a:pt x="6635" y="3875"/>
                        <a:pt x="6635" y="4600"/>
                      </a:cubicBezTo>
                      <a:lnTo>
                        <a:pt x="6635" y="6440"/>
                      </a:lnTo>
                      <a:cubicBezTo>
                        <a:pt x="6663" y="6635"/>
                        <a:pt x="6523" y="6719"/>
                        <a:pt x="6356" y="6719"/>
                      </a:cubicBezTo>
                      <a:cubicBezTo>
                        <a:pt x="6161" y="6719"/>
                        <a:pt x="6022" y="6858"/>
                        <a:pt x="6022" y="7053"/>
                      </a:cubicBezTo>
                      <a:lnTo>
                        <a:pt x="6022" y="9478"/>
                      </a:lnTo>
                      <a:cubicBezTo>
                        <a:pt x="6022" y="9645"/>
                        <a:pt x="5882" y="9785"/>
                        <a:pt x="5715" y="9785"/>
                      </a:cubicBezTo>
                      <a:lnTo>
                        <a:pt x="4461" y="9785"/>
                      </a:lnTo>
                      <a:cubicBezTo>
                        <a:pt x="4293" y="9785"/>
                        <a:pt x="4154" y="9645"/>
                        <a:pt x="4154" y="9478"/>
                      </a:cubicBezTo>
                      <a:lnTo>
                        <a:pt x="4154" y="7053"/>
                      </a:lnTo>
                      <a:cubicBezTo>
                        <a:pt x="4154" y="6858"/>
                        <a:pt x="4015" y="6719"/>
                        <a:pt x="3847" y="6719"/>
                      </a:cubicBezTo>
                      <a:cubicBezTo>
                        <a:pt x="3652" y="6719"/>
                        <a:pt x="3513" y="6579"/>
                        <a:pt x="3513" y="6412"/>
                      </a:cubicBezTo>
                      <a:lnTo>
                        <a:pt x="3513" y="4851"/>
                      </a:lnTo>
                      <a:lnTo>
                        <a:pt x="3513" y="4600"/>
                      </a:lnTo>
                      <a:cubicBezTo>
                        <a:pt x="3513" y="3875"/>
                        <a:pt x="4043" y="3234"/>
                        <a:pt x="4739" y="3095"/>
                      </a:cubicBezTo>
                      <a:lnTo>
                        <a:pt x="4739" y="5185"/>
                      </a:lnTo>
                      <a:cubicBezTo>
                        <a:pt x="4739" y="5381"/>
                        <a:pt x="4879" y="5520"/>
                        <a:pt x="5046" y="5520"/>
                      </a:cubicBezTo>
                      <a:cubicBezTo>
                        <a:pt x="5241" y="5520"/>
                        <a:pt x="5381" y="5381"/>
                        <a:pt x="5381" y="5185"/>
                      </a:cubicBezTo>
                      <a:lnTo>
                        <a:pt x="5381" y="3095"/>
                      </a:lnTo>
                      <a:close/>
                      <a:moveTo>
                        <a:pt x="5130" y="1"/>
                      </a:moveTo>
                      <a:cubicBezTo>
                        <a:pt x="4293" y="1"/>
                        <a:pt x="3624" y="670"/>
                        <a:pt x="3624" y="1506"/>
                      </a:cubicBezTo>
                      <a:cubicBezTo>
                        <a:pt x="3624" y="1952"/>
                        <a:pt x="3847" y="2370"/>
                        <a:pt x="4154" y="2649"/>
                      </a:cubicBezTo>
                      <a:cubicBezTo>
                        <a:pt x="3736" y="2872"/>
                        <a:pt x="3373" y="3234"/>
                        <a:pt x="3206" y="3652"/>
                      </a:cubicBezTo>
                      <a:cubicBezTo>
                        <a:pt x="3067" y="3485"/>
                        <a:pt x="2900" y="3346"/>
                        <a:pt x="2677" y="3234"/>
                      </a:cubicBezTo>
                      <a:cubicBezTo>
                        <a:pt x="2900" y="3039"/>
                        <a:pt x="3039" y="2732"/>
                        <a:pt x="3039" y="2398"/>
                      </a:cubicBezTo>
                      <a:cubicBezTo>
                        <a:pt x="3039" y="1757"/>
                        <a:pt x="2481" y="1199"/>
                        <a:pt x="1812" y="1199"/>
                      </a:cubicBezTo>
                      <a:cubicBezTo>
                        <a:pt x="1143" y="1199"/>
                        <a:pt x="586" y="1757"/>
                        <a:pt x="586" y="2398"/>
                      </a:cubicBezTo>
                      <a:cubicBezTo>
                        <a:pt x="586" y="2732"/>
                        <a:pt x="725" y="3039"/>
                        <a:pt x="948" y="3234"/>
                      </a:cubicBezTo>
                      <a:cubicBezTo>
                        <a:pt x="391" y="3569"/>
                        <a:pt x="1" y="4154"/>
                        <a:pt x="1" y="4851"/>
                      </a:cubicBezTo>
                      <a:lnTo>
                        <a:pt x="1" y="6412"/>
                      </a:lnTo>
                      <a:cubicBezTo>
                        <a:pt x="1" y="6802"/>
                        <a:pt x="251" y="7137"/>
                        <a:pt x="586" y="7276"/>
                      </a:cubicBezTo>
                      <a:lnTo>
                        <a:pt x="586" y="8865"/>
                      </a:lnTo>
                      <a:cubicBezTo>
                        <a:pt x="586" y="9339"/>
                        <a:pt x="1004" y="9757"/>
                        <a:pt x="1506" y="9757"/>
                      </a:cubicBezTo>
                      <a:lnTo>
                        <a:pt x="2091" y="9757"/>
                      </a:lnTo>
                      <a:cubicBezTo>
                        <a:pt x="2593" y="9757"/>
                        <a:pt x="3011" y="9339"/>
                        <a:pt x="3011" y="8865"/>
                      </a:cubicBezTo>
                      <a:lnTo>
                        <a:pt x="3011" y="7276"/>
                      </a:lnTo>
                      <a:cubicBezTo>
                        <a:pt x="3095" y="7248"/>
                        <a:pt x="3206" y="7192"/>
                        <a:pt x="3318" y="7109"/>
                      </a:cubicBezTo>
                      <a:cubicBezTo>
                        <a:pt x="3429" y="7192"/>
                        <a:pt x="3485" y="7248"/>
                        <a:pt x="3624" y="7276"/>
                      </a:cubicBezTo>
                      <a:lnTo>
                        <a:pt x="3624" y="9450"/>
                      </a:lnTo>
                      <a:cubicBezTo>
                        <a:pt x="3624" y="9924"/>
                        <a:pt x="4043" y="10342"/>
                        <a:pt x="4544" y="10342"/>
                      </a:cubicBezTo>
                      <a:lnTo>
                        <a:pt x="5799" y="10342"/>
                      </a:lnTo>
                      <a:cubicBezTo>
                        <a:pt x="6273" y="10342"/>
                        <a:pt x="6691" y="9924"/>
                        <a:pt x="6691" y="9450"/>
                      </a:cubicBezTo>
                      <a:lnTo>
                        <a:pt x="6691" y="7276"/>
                      </a:lnTo>
                      <a:cubicBezTo>
                        <a:pt x="6802" y="7248"/>
                        <a:pt x="6914" y="7192"/>
                        <a:pt x="6997" y="7109"/>
                      </a:cubicBezTo>
                      <a:cubicBezTo>
                        <a:pt x="7109" y="7192"/>
                        <a:pt x="7192" y="7248"/>
                        <a:pt x="7332" y="7276"/>
                      </a:cubicBezTo>
                      <a:lnTo>
                        <a:pt x="7332" y="8865"/>
                      </a:lnTo>
                      <a:cubicBezTo>
                        <a:pt x="7332" y="9339"/>
                        <a:pt x="7750" y="9757"/>
                        <a:pt x="8224" y="9757"/>
                      </a:cubicBezTo>
                      <a:lnTo>
                        <a:pt x="8809" y="9757"/>
                      </a:lnTo>
                      <a:cubicBezTo>
                        <a:pt x="9311" y="9757"/>
                        <a:pt x="9729" y="9339"/>
                        <a:pt x="9729" y="8865"/>
                      </a:cubicBezTo>
                      <a:lnTo>
                        <a:pt x="9729" y="7276"/>
                      </a:lnTo>
                      <a:cubicBezTo>
                        <a:pt x="10064" y="7137"/>
                        <a:pt x="10314" y="6830"/>
                        <a:pt x="10314" y="6412"/>
                      </a:cubicBezTo>
                      <a:lnTo>
                        <a:pt x="10314" y="4851"/>
                      </a:lnTo>
                      <a:cubicBezTo>
                        <a:pt x="10287" y="4210"/>
                        <a:pt x="9896" y="3596"/>
                        <a:pt x="9339" y="3318"/>
                      </a:cubicBezTo>
                      <a:cubicBezTo>
                        <a:pt x="9562" y="3095"/>
                        <a:pt x="9701" y="2788"/>
                        <a:pt x="9701" y="2481"/>
                      </a:cubicBezTo>
                      <a:cubicBezTo>
                        <a:pt x="9701" y="1812"/>
                        <a:pt x="9144" y="1255"/>
                        <a:pt x="8475" y="1255"/>
                      </a:cubicBezTo>
                      <a:cubicBezTo>
                        <a:pt x="7806" y="1255"/>
                        <a:pt x="7248" y="1812"/>
                        <a:pt x="7248" y="2481"/>
                      </a:cubicBezTo>
                      <a:cubicBezTo>
                        <a:pt x="7248" y="2788"/>
                        <a:pt x="7388" y="3095"/>
                        <a:pt x="7611" y="3318"/>
                      </a:cubicBezTo>
                      <a:cubicBezTo>
                        <a:pt x="7388" y="3429"/>
                        <a:pt x="7220" y="3569"/>
                        <a:pt x="7081" y="3736"/>
                      </a:cubicBezTo>
                      <a:cubicBezTo>
                        <a:pt x="6969" y="3485"/>
                        <a:pt x="6802" y="3290"/>
                        <a:pt x="6635" y="3067"/>
                      </a:cubicBezTo>
                      <a:cubicBezTo>
                        <a:pt x="6496" y="2927"/>
                        <a:pt x="6300" y="2788"/>
                        <a:pt x="6105" y="2677"/>
                      </a:cubicBezTo>
                      <a:cubicBezTo>
                        <a:pt x="6440" y="2370"/>
                        <a:pt x="6663" y="1952"/>
                        <a:pt x="6663" y="1534"/>
                      </a:cubicBezTo>
                      <a:cubicBezTo>
                        <a:pt x="6663" y="1116"/>
                        <a:pt x="6496" y="725"/>
                        <a:pt x="6217" y="447"/>
                      </a:cubicBezTo>
                      <a:cubicBezTo>
                        <a:pt x="5938" y="168"/>
                        <a:pt x="5520" y="1"/>
                        <a:pt x="513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3965333-89C9-7913-C510-ED06EEBC28B9}"/>
                </a:ext>
              </a:extLst>
            </p:cNvPr>
            <p:cNvGrpSpPr/>
            <p:nvPr/>
          </p:nvGrpSpPr>
          <p:grpSpPr>
            <a:xfrm>
              <a:off x="401737" y="2551020"/>
              <a:ext cx="11393071" cy="646514"/>
              <a:chOff x="401737" y="2659314"/>
              <a:chExt cx="11393071" cy="646514"/>
            </a:xfrm>
            <a:grpFill/>
          </p:grpSpPr>
          <p:grpSp>
            <p:nvGrpSpPr>
              <p:cNvPr id="17910" name="Google Shape;12423;p89">
                <a:extLst>
                  <a:ext uri="{FF2B5EF4-FFF2-40B4-BE49-F238E27FC236}">
                    <a16:creationId xmlns:a16="http://schemas.microsoft.com/office/drawing/2014/main" id="{235070D5-7167-FE33-1ED0-81DE0A6EA5DF}"/>
                  </a:ext>
                </a:extLst>
              </p:cNvPr>
              <p:cNvGrpSpPr/>
              <p:nvPr/>
            </p:nvGrpSpPr>
            <p:grpSpPr>
              <a:xfrm>
                <a:off x="401737" y="2661924"/>
                <a:ext cx="649923" cy="641288"/>
                <a:chOff x="-6713450" y="2397900"/>
                <a:chExt cx="295375" cy="291450"/>
              </a:xfrm>
              <a:grpFill/>
            </p:grpSpPr>
            <p:sp>
              <p:nvSpPr>
                <p:cNvPr id="17960" name="Google Shape;12424;p89">
                  <a:extLst>
                    <a:ext uri="{FF2B5EF4-FFF2-40B4-BE49-F238E27FC236}">
                      <a16:creationId xmlns:a16="http://schemas.microsoft.com/office/drawing/2014/main" id="{D926DD64-0F13-4258-CBB9-925E0B544AB7}"/>
                    </a:ext>
                  </a:extLst>
                </p:cNvPr>
                <p:cNvSpPr/>
                <p:nvPr/>
              </p:nvSpPr>
              <p:spPr>
                <a:xfrm>
                  <a:off x="-6628400" y="2465650"/>
                  <a:ext cx="69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694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79" y="693"/>
                      </a:cubicBezTo>
                      <a:lnTo>
                        <a:pt x="2427" y="693"/>
                      </a:lnTo>
                      <a:cubicBezTo>
                        <a:pt x="2616" y="693"/>
                        <a:pt x="2773" y="536"/>
                        <a:pt x="2773" y="347"/>
                      </a:cubicBezTo>
                      <a:cubicBezTo>
                        <a:pt x="2773" y="158"/>
                        <a:pt x="2616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61" name="Google Shape;12425;p89">
                  <a:extLst>
                    <a:ext uri="{FF2B5EF4-FFF2-40B4-BE49-F238E27FC236}">
                      <a16:creationId xmlns:a16="http://schemas.microsoft.com/office/drawing/2014/main" id="{59DA1AC1-35B8-5B90-9D27-232D6E6C0F9A}"/>
                    </a:ext>
                  </a:extLst>
                </p:cNvPr>
                <p:cNvSpPr/>
                <p:nvPr/>
              </p:nvSpPr>
              <p:spPr>
                <a:xfrm>
                  <a:off x="-6713450" y="2397900"/>
                  <a:ext cx="295375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11658" extrusionOk="0">
                      <a:moveTo>
                        <a:pt x="2048" y="1167"/>
                      </a:moveTo>
                      <a:lnTo>
                        <a:pt x="2048" y="2017"/>
                      </a:lnTo>
                      <a:lnTo>
                        <a:pt x="1166" y="2017"/>
                      </a:lnTo>
                      <a:lnTo>
                        <a:pt x="2048" y="1167"/>
                      </a:lnTo>
                      <a:close/>
                      <a:moveTo>
                        <a:pt x="10330" y="2773"/>
                      </a:moveTo>
                      <a:cubicBezTo>
                        <a:pt x="10507" y="2773"/>
                        <a:pt x="10680" y="2836"/>
                        <a:pt x="10806" y="2962"/>
                      </a:cubicBezTo>
                      <a:cubicBezTo>
                        <a:pt x="11058" y="3246"/>
                        <a:pt x="11058" y="3687"/>
                        <a:pt x="10775" y="3908"/>
                      </a:cubicBezTo>
                      <a:lnTo>
                        <a:pt x="10176" y="4506"/>
                      </a:lnTo>
                      <a:lnTo>
                        <a:pt x="9231" y="3561"/>
                      </a:lnTo>
                      <a:lnTo>
                        <a:pt x="9830" y="2962"/>
                      </a:lnTo>
                      <a:cubicBezTo>
                        <a:pt x="9972" y="2836"/>
                        <a:pt x="10153" y="2773"/>
                        <a:pt x="10330" y="2773"/>
                      </a:cubicBezTo>
                      <a:close/>
                      <a:moveTo>
                        <a:pt x="8727" y="4034"/>
                      </a:moveTo>
                      <a:lnTo>
                        <a:pt x="9672" y="4979"/>
                      </a:lnTo>
                      <a:cubicBezTo>
                        <a:pt x="8538" y="6207"/>
                        <a:pt x="7026" y="7688"/>
                        <a:pt x="5892" y="8854"/>
                      </a:cubicBezTo>
                      <a:lnTo>
                        <a:pt x="4915" y="7846"/>
                      </a:lnTo>
                      <a:lnTo>
                        <a:pt x="8727" y="4034"/>
                      </a:lnTo>
                      <a:close/>
                      <a:moveTo>
                        <a:pt x="4600" y="8539"/>
                      </a:moveTo>
                      <a:lnTo>
                        <a:pt x="5230" y="9169"/>
                      </a:lnTo>
                      <a:lnTo>
                        <a:pt x="4285" y="9421"/>
                      </a:lnTo>
                      <a:cubicBezTo>
                        <a:pt x="4348" y="9232"/>
                        <a:pt x="4505" y="8728"/>
                        <a:pt x="4600" y="8539"/>
                      </a:cubicBezTo>
                      <a:close/>
                      <a:moveTo>
                        <a:pt x="7908" y="694"/>
                      </a:moveTo>
                      <a:cubicBezTo>
                        <a:pt x="8097" y="694"/>
                        <a:pt x="8255" y="852"/>
                        <a:pt x="8255" y="1041"/>
                      </a:cubicBezTo>
                      <a:lnTo>
                        <a:pt x="8255" y="3592"/>
                      </a:lnTo>
                      <a:lnTo>
                        <a:pt x="7467" y="4380"/>
                      </a:lnTo>
                      <a:cubicBezTo>
                        <a:pt x="7435" y="4286"/>
                        <a:pt x="7309" y="4160"/>
                        <a:pt x="7152" y="4160"/>
                      </a:cubicBezTo>
                      <a:lnTo>
                        <a:pt x="1733" y="4160"/>
                      </a:lnTo>
                      <a:cubicBezTo>
                        <a:pt x="1512" y="4160"/>
                        <a:pt x="1386" y="4317"/>
                        <a:pt x="1386" y="4506"/>
                      </a:cubicBezTo>
                      <a:cubicBezTo>
                        <a:pt x="1386" y="4695"/>
                        <a:pt x="1512" y="4853"/>
                        <a:pt x="1733" y="4853"/>
                      </a:cubicBezTo>
                      <a:lnTo>
                        <a:pt x="6994" y="4853"/>
                      </a:lnTo>
                      <a:lnTo>
                        <a:pt x="6333" y="5546"/>
                      </a:lnTo>
                      <a:lnTo>
                        <a:pt x="1733" y="5546"/>
                      </a:lnTo>
                      <a:cubicBezTo>
                        <a:pt x="1512" y="5546"/>
                        <a:pt x="1355" y="5703"/>
                        <a:pt x="1355" y="5892"/>
                      </a:cubicBezTo>
                      <a:cubicBezTo>
                        <a:pt x="1355" y="6081"/>
                        <a:pt x="1512" y="6239"/>
                        <a:pt x="1733" y="6239"/>
                      </a:cubicBezTo>
                      <a:lnTo>
                        <a:pt x="5608" y="6239"/>
                      </a:lnTo>
                      <a:lnTo>
                        <a:pt x="4947" y="6901"/>
                      </a:lnTo>
                      <a:lnTo>
                        <a:pt x="1733" y="6901"/>
                      </a:lnTo>
                      <a:cubicBezTo>
                        <a:pt x="1512" y="6901"/>
                        <a:pt x="1355" y="7058"/>
                        <a:pt x="1355" y="7279"/>
                      </a:cubicBezTo>
                      <a:cubicBezTo>
                        <a:pt x="1355" y="7468"/>
                        <a:pt x="1512" y="7625"/>
                        <a:pt x="1733" y="7625"/>
                      </a:cubicBezTo>
                      <a:lnTo>
                        <a:pt x="4285" y="7625"/>
                      </a:lnTo>
                      <a:cubicBezTo>
                        <a:pt x="4190" y="7688"/>
                        <a:pt x="4159" y="7751"/>
                        <a:pt x="4127" y="7814"/>
                      </a:cubicBezTo>
                      <a:lnTo>
                        <a:pt x="3970" y="8287"/>
                      </a:lnTo>
                      <a:lnTo>
                        <a:pt x="1733" y="8287"/>
                      </a:lnTo>
                      <a:cubicBezTo>
                        <a:pt x="1512" y="8287"/>
                        <a:pt x="1355" y="8444"/>
                        <a:pt x="1355" y="8633"/>
                      </a:cubicBezTo>
                      <a:cubicBezTo>
                        <a:pt x="1355" y="8854"/>
                        <a:pt x="1512" y="9011"/>
                        <a:pt x="1733" y="9011"/>
                      </a:cubicBezTo>
                      <a:lnTo>
                        <a:pt x="3718" y="9011"/>
                      </a:lnTo>
                      <a:lnTo>
                        <a:pt x="3466" y="9893"/>
                      </a:lnTo>
                      <a:cubicBezTo>
                        <a:pt x="3385" y="10136"/>
                        <a:pt x="3557" y="10355"/>
                        <a:pt x="3766" y="10355"/>
                      </a:cubicBezTo>
                      <a:cubicBezTo>
                        <a:pt x="3802" y="10355"/>
                        <a:pt x="3839" y="10348"/>
                        <a:pt x="3875" y="10335"/>
                      </a:cubicBezTo>
                      <a:lnTo>
                        <a:pt x="6018" y="9704"/>
                      </a:lnTo>
                      <a:cubicBezTo>
                        <a:pt x="6049" y="9704"/>
                        <a:pt x="6144" y="9673"/>
                        <a:pt x="6175" y="9641"/>
                      </a:cubicBezTo>
                      <a:lnTo>
                        <a:pt x="8286" y="7499"/>
                      </a:lnTo>
                      <a:lnTo>
                        <a:pt x="8286" y="10681"/>
                      </a:lnTo>
                      <a:cubicBezTo>
                        <a:pt x="8255" y="10839"/>
                        <a:pt x="8097" y="10996"/>
                        <a:pt x="7908" y="10996"/>
                      </a:cubicBezTo>
                      <a:lnTo>
                        <a:pt x="1040" y="10996"/>
                      </a:lnTo>
                      <a:cubicBezTo>
                        <a:pt x="851" y="10996"/>
                        <a:pt x="693" y="10839"/>
                        <a:pt x="693" y="10650"/>
                      </a:cubicBezTo>
                      <a:lnTo>
                        <a:pt x="693" y="2742"/>
                      </a:lnTo>
                      <a:lnTo>
                        <a:pt x="2395" y="2742"/>
                      </a:lnTo>
                      <a:cubicBezTo>
                        <a:pt x="2584" y="2742"/>
                        <a:pt x="2741" y="2584"/>
                        <a:pt x="2741" y="2395"/>
                      </a:cubicBezTo>
                      <a:lnTo>
                        <a:pt x="2741" y="694"/>
                      </a:lnTo>
                      <a:close/>
                      <a:moveTo>
                        <a:pt x="2363" y="1"/>
                      </a:moveTo>
                      <a:cubicBezTo>
                        <a:pt x="2237" y="1"/>
                        <a:pt x="2143" y="64"/>
                        <a:pt x="2111" y="127"/>
                      </a:cubicBezTo>
                      <a:lnTo>
                        <a:pt x="158" y="2112"/>
                      </a:lnTo>
                      <a:cubicBezTo>
                        <a:pt x="63" y="2175"/>
                        <a:pt x="0" y="2269"/>
                        <a:pt x="0" y="2364"/>
                      </a:cubicBezTo>
                      <a:lnTo>
                        <a:pt x="0" y="10650"/>
                      </a:lnTo>
                      <a:cubicBezTo>
                        <a:pt x="0" y="11217"/>
                        <a:pt x="473" y="11658"/>
                        <a:pt x="1008" y="11658"/>
                      </a:cubicBezTo>
                      <a:lnTo>
                        <a:pt x="7908" y="11658"/>
                      </a:lnTo>
                      <a:cubicBezTo>
                        <a:pt x="8444" y="11658"/>
                        <a:pt x="8916" y="11217"/>
                        <a:pt x="8916" y="10650"/>
                      </a:cubicBezTo>
                      <a:lnTo>
                        <a:pt x="8916" y="6774"/>
                      </a:lnTo>
                      <a:lnTo>
                        <a:pt x="11279" y="4412"/>
                      </a:lnTo>
                      <a:cubicBezTo>
                        <a:pt x="11815" y="3876"/>
                        <a:pt x="11815" y="3025"/>
                        <a:pt x="11279" y="2490"/>
                      </a:cubicBezTo>
                      <a:cubicBezTo>
                        <a:pt x="11011" y="2222"/>
                        <a:pt x="10657" y="2088"/>
                        <a:pt x="10306" y="2088"/>
                      </a:cubicBezTo>
                      <a:cubicBezTo>
                        <a:pt x="9956" y="2088"/>
                        <a:pt x="9609" y="2222"/>
                        <a:pt x="9357" y="2490"/>
                      </a:cubicBezTo>
                      <a:lnTo>
                        <a:pt x="8916" y="2931"/>
                      </a:lnTo>
                      <a:lnTo>
                        <a:pt x="8916" y="1041"/>
                      </a:lnTo>
                      <a:cubicBezTo>
                        <a:pt x="8916" y="474"/>
                        <a:pt x="8444" y="1"/>
                        <a:pt x="79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911" name="Google Shape;12430;p89">
                <a:extLst>
                  <a:ext uri="{FF2B5EF4-FFF2-40B4-BE49-F238E27FC236}">
                    <a16:creationId xmlns:a16="http://schemas.microsoft.com/office/drawing/2014/main" id="{4943C284-2F6A-A0AE-E30C-F09A4079110D}"/>
                  </a:ext>
                </a:extLst>
              </p:cNvPr>
              <p:cNvSpPr/>
              <p:nvPr/>
            </p:nvSpPr>
            <p:spPr>
              <a:xfrm>
                <a:off x="4525976" y="2662556"/>
                <a:ext cx="641288" cy="639583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11627" extrusionOk="0">
                    <a:moveTo>
                      <a:pt x="6806" y="2017"/>
                    </a:moveTo>
                    <a:lnTo>
                      <a:pt x="6806" y="2773"/>
                    </a:lnTo>
                    <a:lnTo>
                      <a:pt x="4758" y="2773"/>
                    </a:lnTo>
                    <a:lnTo>
                      <a:pt x="4758" y="2017"/>
                    </a:lnTo>
                    <a:close/>
                    <a:moveTo>
                      <a:pt x="7152" y="694"/>
                    </a:moveTo>
                    <a:cubicBezTo>
                      <a:pt x="7688" y="694"/>
                      <a:pt x="8192" y="1167"/>
                      <a:pt x="8192" y="1702"/>
                    </a:cubicBezTo>
                    <a:lnTo>
                      <a:pt x="8192" y="2773"/>
                    </a:lnTo>
                    <a:lnTo>
                      <a:pt x="7499" y="2773"/>
                    </a:lnTo>
                    <a:lnTo>
                      <a:pt x="7499" y="1702"/>
                    </a:lnTo>
                    <a:cubicBezTo>
                      <a:pt x="7499" y="1513"/>
                      <a:pt x="7341" y="1356"/>
                      <a:pt x="7152" y="1356"/>
                    </a:cubicBezTo>
                    <a:lnTo>
                      <a:pt x="4411" y="1356"/>
                    </a:lnTo>
                    <a:cubicBezTo>
                      <a:pt x="4191" y="1356"/>
                      <a:pt x="4033" y="1513"/>
                      <a:pt x="4033" y="1702"/>
                    </a:cubicBezTo>
                    <a:lnTo>
                      <a:pt x="4033" y="2773"/>
                    </a:lnTo>
                    <a:lnTo>
                      <a:pt x="3371" y="2773"/>
                    </a:lnTo>
                    <a:lnTo>
                      <a:pt x="3371" y="1702"/>
                    </a:lnTo>
                    <a:cubicBezTo>
                      <a:pt x="3371" y="1167"/>
                      <a:pt x="3844" y="694"/>
                      <a:pt x="4411" y="694"/>
                    </a:cubicBezTo>
                    <a:close/>
                    <a:moveTo>
                      <a:pt x="10618" y="3498"/>
                    </a:moveTo>
                    <a:cubicBezTo>
                      <a:pt x="10807" y="3498"/>
                      <a:pt x="10964" y="3656"/>
                      <a:pt x="10964" y="3845"/>
                    </a:cubicBezTo>
                    <a:lnTo>
                      <a:pt x="10964" y="5010"/>
                    </a:lnTo>
                    <a:cubicBezTo>
                      <a:pt x="9546" y="6239"/>
                      <a:pt x="7688" y="6901"/>
                      <a:pt x="5766" y="6901"/>
                    </a:cubicBezTo>
                    <a:cubicBezTo>
                      <a:pt x="3876" y="6901"/>
                      <a:pt x="2080" y="6239"/>
                      <a:pt x="662" y="5010"/>
                    </a:cubicBezTo>
                    <a:lnTo>
                      <a:pt x="662" y="3971"/>
                    </a:lnTo>
                    <a:cubicBezTo>
                      <a:pt x="662" y="3687"/>
                      <a:pt x="851" y="3498"/>
                      <a:pt x="1135" y="3498"/>
                    </a:cubicBezTo>
                    <a:close/>
                    <a:moveTo>
                      <a:pt x="6806" y="7531"/>
                    </a:moveTo>
                    <a:lnTo>
                      <a:pt x="6806" y="7940"/>
                    </a:lnTo>
                    <a:cubicBezTo>
                      <a:pt x="6806" y="8129"/>
                      <a:pt x="6648" y="8287"/>
                      <a:pt x="6459" y="8287"/>
                    </a:cubicBezTo>
                    <a:lnTo>
                      <a:pt x="5073" y="8287"/>
                    </a:lnTo>
                    <a:cubicBezTo>
                      <a:pt x="4884" y="8287"/>
                      <a:pt x="4726" y="8129"/>
                      <a:pt x="4726" y="7940"/>
                    </a:cubicBezTo>
                    <a:lnTo>
                      <a:pt x="4726" y="7531"/>
                    </a:lnTo>
                    <a:lnTo>
                      <a:pt x="4758" y="7531"/>
                    </a:lnTo>
                    <a:cubicBezTo>
                      <a:pt x="5104" y="7594"/>
                      <a:pt x="5419" y="7625"/>
                      <a:pt x="5766" y="7625"/>
                    </a:cubicBezTo>
                    <a:cubicBezTo>
                      <a:pt x="6112" y="7625"/>
                      <a:pt x="6427" y="7594"/>
                      <a:pt x="6806" y="7531"/>
                    </a:cubicBezTo>
                    <a:close/>
                    <a:moveTo>
                      <a:pt x="10964" y="5892"/>
                    </a:moveTo>
                    <a:lnTo>
                      <a:pt x="10964" y="9988"/>
                    </a:lnTo>
                    <a:cubicBezTo>
                      <a:pt x="10964" y="10524"/>
                      <a:pt x="10492" y="10996"/>
                      <a:pt x="9956" y="10996"/>
                    </a:cubicBezTo>
                    <a:lnTo>
                      <a:pt x="1670" y="10996"/>
                    </a:lnTo>
                    <a:cubicBezTo>
                      <a:pt x="1135" y="10996"/>
                      <a:pt x="662" y="10524"/>
                      <a:pt x="662" y="9988"/>
                    </a:cubicBezTo>
                    <a:lnTo>
                      <a:pt x="662" y="5892"/>
                    </a:lnTo>
                    <a:cubicBezTo>
                      <a:pt x="1670" y="6649"/>
                      <a:pt x="2804" y="7184"/>
                      <a:pt x="4065" y="7436"/>
                    </a:cubicBezTo>
                    <a:lnTo>
                      <a:pt x="4065" y="7940"/>
                    </a:lnTo>
                    <a:cubicBezTo>
                      <a:pt x="4065" y="8476"/>
                      <a:pt x="4537" y="8948"/>
                      <a:pt x="5104" y="8948"/>
                    </a:cubicBezTo>
                    <a:lnTo>
                      <a:pt x="6490" y="8948"/>
                    </a:lnTo>
                    <a:cubicBezTo>
                      <a:pt x="7026" y="8948"/>
                      <a:pt x="7499" y="8476"/>
                      <a:pt x="7499" y="7940"/>
                    </a:cubicBezTo>
                    <a:lnTo>
                      <a:pt x="7499" y="7436"/>
                    </a:lnTo>
                    <a:cubicBezTo>
                      <a:pt x="7971" y="7342"/>
                      <a:pt x="8444" y="7184"/>
                      <a:pt x="8916" y="7027"/>
                    </a:cubicBezTo>
                    <a:cubicBezTo>
                      <a:pt x="9672" y="6743"/>
                      <a:pt x="10334" y="6365"/>
                      <a:pt x="10964" y="5892"/>
                    </a:cubicBezTo>
                    <a:close/>
                    <a:moveTo>
                      <a:pt x="4411" y="1"/>
                    </a:moveTo>
                    <a:cubicBezTo>
                      <a:pt x="3466" y="1"/>
                      <a:pt x="2710" y="757"/>
                      <a:pt x="2710" y="1702"/>
                    </a:cubicBezTo>
                    <a:lnTo>
                      <a:pt x="2710" y="2773"/>
                    </a:lnTo>
                    <a:lnTo>
                      <a:pt x="1135" y="2773"/>
                    </a:lnTo>
                    <a:cubicBezTo>
                      <a:pt x="505" y="2773"/>
                      <a:pt x="0" y="3277"/>
                      <a:pt x="0" y="3908"/>
                    </a:cubicBezTo>
                    <a:lnTo>
                      <a:pt x="0" y="9957"/>
                    </a:lnTo>
                    <a:cubicBezTo>
                      <a:pt x="0" y="10902"/>
                      <a:pt x="725" y="11626"/>
                      <a:pt x="1670" y="11626"/>
                    </a:cubicBezTo>
                    <a:lnTo>
                      <a:pt x="9956" y="11626"/>
                    </a:lnTo>
                    <a:cubicBezTo>
                      <a:pt x="10901" y="11626"/>
                      <a:pt x="11657" y="10902"/>
                      <a:pt x="11657" y="9957"/>
                    </a:cubicBezTo>
                    <a:lnTo>
                      <a:pt x="11657" y="3813"/>
                    </a:lnTo>
                    <a:cubicBezTo>
                      <a:pt x="11626" y="3246"/>
                      <a:pt x="11153" y="2773"/>
                      <a:pt x="10618" y="2773"/>
                    </a:cubicBezTo>
                    <a:lnTo>
                      <a:pt x="8853" y="2773"/>
                    </a:lnTo>
                    <a:lnTo>
                      <a:pt x="8853" y="1702"/>
                    </a:lnTo>
                    <a:cubicBezTo>
                      <a:pt x="8853" y="757"/>
                      <a:pt x="8097" y="1"/>
                      <a:pt x="715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7912" name="Google Shape;12438;p89">
                <a:extLst>
                  <a:ext uri="{FF2B5EF4-FFF2-40B4-BE49-F238E27FC236}">
                    <a16:creationId xmlns:a16="http://schemas.microsoft.com/office/drawing/2014/main" id="{B2123A64-A04E-082B-E9EB-D788C84BC4A8}"/>
                  </a:ext>
                </a:extLst>
              </p:cNvPr>
              <p:cNvGrpSpPr/>
              <p:nvPr/>
            </p:nvGrpSpPr>
            <p:grpSpPr>
              <a:xfrm>
                <a:off x="8665202" y="2661183"/>
                <a:ext cx="641288" cy="642773"/>
                <a:chOff x="-3137650" y="2408950"/>
                <a:chExt cx="291450" cy="292125"/>
              </a:xfrm>
              <a:grpFill/>
            </p:grpSpPr>
            <p:sp>
              <p:nvSpPr>
                <p:cNvPr id="17955" name="Google Shape;12439;p89">
                  <a:extLst>
                    <a:ext uri="{FF2B5EF4-FFF2-40B4-BE49-F238E27FC236}">
                      <a16:creationId xmlns:a16="http://schemas.microsoft.com/office/drawing/2014/main" id="{DE7E6BAD-B2C5-EA9E-CDCF-F36245FF52DB}"/>
                    </a:ext>
                  </a:extLst>
                </p:cNvPr>
                <p:cNvSpPr/>
                <p:nvPr/>
              </p:nvSpPr>
              <p:spPr>
                <a:xfrm>
                  <a:off x="-3137650" y="2408950"/>
                  <a:ext cx="291450" cy="29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685" extrusionOk="0">
                      <a:moveTo>
                        <a:pt x="10618" y="662"/>
                      </a:moveTo>
                      <a:cubicBezTo>
                        <a:pt x="10807" y="662"/>
                        <a:pt x="10964" y="851"/>
                        <a:pt x="10964" y="1040"/>
                      </a:cubicBezTo>
                      <a:lnTo>
                        <a:pt x="10964" y="2741"/>
                      </a:lnTo>
                      <a:lnTo>
                        <a:pt x="662" y="2741"/>
                      </a:lnTo>
                      <a:lnTo>
                        <a:pt x="662" y="1040"/>
                      </a:lnTo>
                      <a:cubicBezTo>
                        <a:pt x="662" y="851"/>
                        <a:pt x="820" y="662"/>
                        <a:pt x="1009" y="662"/>
                      </a:cubicBezTo>
                      <a:close/>
                      <a:moveTo>
                        <a:pt x="10964" y="3403"/>
                      </a:moveTo>
                      <a:lnTo>
                        <a:pt x="10964" y="8601"/>
                      </a:lnTo>
                      <a:cubicBezTo>
                        <a:pt x="10964" y="8790"/>
                        <a:pt x="10838" y="8947"/>
                        <a:pt x="10618" y="8947"/>
                      </a:cubicBezTo>
                      <a:lnTo>
                        <a:pt x="10145" y="8947"/>
                      </a:lnTo>
                      <a:cubicBezTo>
                        <a:pt x="10208" y="8727"/>
                        <a:pt x="10240" y="8443"/>
                        <a:pt x="10240" y="8160"/>
                      </a:cubicBezTo>
                      <a:lnTo>
                        <a:pt x="10240" y="5860"/>
                      </a:lnTo>
                      <a:cubicBezTo>
                        <a:pt x="10240" y="5673"/>
                        <a:pt x="10058" y="5531"/>
                        <a:pt x="9868" y="5531"/>
                      </a:cubicBezTo>
                      <a:cubicBezTo>
                        <a:pt x="9835" y="5531"/>
                        <a:pt x="9801" y="5535"/>
                        <a:pt x="9767" y="5545"/>
                      </a:cubicBezTo>
                      <a:cubicBezTo>
                        <a:pt x="9545" y="5641"/>
                        <a:pt x="9341" y="5691"/>
                        <a:pt x="9142" y="5691"/>
                      </a:cubicBezTo>
                      <a:cubicBezTo>
                        <a:pt x="8693" y="5691"/>
                        <a:pt x="8275" y="5439"/>
                        <a:pt x="7751" y="4915"/>
                      </a:cubicBezTo>
                      <a:cubicBezTo>
                        <a:pt x="7688" y="4868"/>
                        <a:pt x="7601" y="4844"/>
                        <a:pt x="7515" y="4844"/>
                      </a:cubicBezTo>
                      <a:cubicBezTo>
                        <a:pt x="7428" y="4844"/>
                        <a:pt x="7341" y="4868"/>
                        <a:pt x="7278" y="4915"/>
                      </a:cubicBezTo>
                      <a:cubicBezTo>
                        <a:pt x="6753" y="5440"/>
                        <a:pt x="6334" y="5677"/>
                        <a:pt x="5884" y="5677"/>
                      </a:cubicBezTo>
                      <a:cubicBezTo>
                        <a:pt x="5686" y="5677"/>
                        <a:pt x="5483" y="5631"/>
                        <a:pt x="5262" y="5545"/>
                      </a:cubicBezTo>
                      <a:cubicBezTo>
                        <a:pt x="5229" y="5535"/>
                        <a:pt x="5195" y="5531"/>
                        <a:pt x="5161" y="5531"/>
                      </a:cubicBezTo>
                      <a:cubicBezTo>
                        <a:pt x="4971" y="5531"/>
                        <a:pt x="4789" y="5673"/>
                        <a:pt x="4789" y="5860"/>
                      </a:cubicBezTo>
                      <a:lnTo>
                        <a:pt x="4789" y="8160"/>
                      </a:lnTo>
                      <a:cubicBezTo>
                        <a:pt x="4789" y="8443"/>
                        <a:pt x="4821" y="8664"/>
                        <a:pt x="4884" y="8947"/>
                      </a:cubicBezTo>
                      <a:lnTo>
                        <a:pt x="1009" y="8947"/>
                      </a:lnTo>
                      <a:cubicBezTo>
                        <a:pt x="820" y="8947"/>
                        <a:pt x="662" y="8790"/>
                        <a:pt x="662" y="8601"/>
                      </a:cubicBezTo>
                      <a:lnTo>
                        <a:pt x="662" y="3403"/>
                      </a:lnTo>
                      <a:close/>
                      <a:moveTo>
                        <a:pt x="7152" y="5923"/>
                      </a:moveTo>
                      <a:lnTo>
                        <a:pt x="7152" y="10838"/>
                      </a:lnTo>
                      <a:cubicBezTo>
                        <a:pt x="6144" y="10365"/>
                        <a:pt x="5451" y="9357"/>
                        <a:pt x="5451" y="8160"/>
                      </a:cubicBezTo>
                      <a:lnTo>
                        <a:pt x="5451" y="6301"/>
                      </a:lnTo>
                      <a:cubicBezTo>
                        <a:pt x="5604" y="6330"/>
                        <a:pt x="5750" y="6344"/>
                        <a:pt x="5891" y="6344"/>
                      </a:cubicBezTo>
                      <a:cubicBezTo>
                        <a:pt x="6359" y="6344"/>
                        <a:pt x="6765" y="6189"/>
                        <a:pt x="7152" y="5923"/>
                      </a:cubicBezTo>
                      <a:close/>
                      <a:moveTo>
                        <a:pt x="7877" y="5923"/>
                      </a:moveTo>
                      <a:cubicBezTo>
                        <a:pt x="8242" y="6166"/>
                        <a:pt x="8644" y="6353"/>
                        <a:pt x="9128" y="6353"/>
                      </a:cubicBezTo>
                      <a:cubicBezTo>
                        <a:pt x="9271" y="6353"/>
                        <a:pt x="9420" y="6337"/>
                        <a:pt x="9578" y="6301"/>
                      </a:cubicBezTo>
                      <a:lnTo>
                        <a:pt x="9578" y="8160"/>
                      </a:lnTo>
                      <a:cubicBezTo>
                        <a:pt x="9547" y="9357"/>
                        <a:pt x="8885" y="10365"/>
                        <a:pt x="7877" y="10838"/>
                      </a:cubicBezTo>
                      <a:lnTo>
                        <a:pt x="7877" y="5923"/>
                      </a:ln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40"/>
                      </a:cubicBezTo>
                      <a:lnTo>
                        <a:pt x="1" y="8601"/>
                      </a:lnTo>
                      <a:cubicBezTo>
                        <a:pt x="1" y="9136"/>
                        <a:pt x="473" y="9609"/>
                        <a:pt x="1009" y="9609"/>
                      </a:cubicBezTo>
                      <a:lnTo>
                        <a:pt x="5073" y="9609"/>
                      </a:lnTo>
                      <a:cubicBezTo>
                        <a:pt x="5199" y="9893"/>
                        <a:pt x="5357" y="10145"/>
                        <a:pt x="5514" y="10365"/>
                      </a:cubicBezTo>
                      <a:cubicBezTo>
                        <a:pt x="5987" y="10995"/>
                        <a:pt x="6617" y="11436"/>
                        <a:pt x="7404" y="11657"/>
                      </a:cubicBezTo>
                      <a:cubicBezTo>
                        <a:pt x="7446" y="11657"/>
                        <a:pt x="7488" y="11685"/>
                        <a:pt x="7530" y="11685"/>
                      </a:cubicBezTo>
                      <a:cubicBezTo>
                        <a:pt x="7551" y="11685"/>
                        <a:pt x="7572" y="11678"/>
                        <a:pt x="7593" y="11657"/>
                      </a:cubicBezTo>
                      <a:cubicBezTo>
                        <a:pt x="8350" y="11436"/>
                        <a:pt x="9011" y="10995"/>
                        <a:pt x="9484" y="10365"/>
                      </a:cubicBezTo>
                      <a:cubicBezTo>
                        <a:pt x="9641" y="10145"/>
                        <a:pt x="9799" y="9893"/>
                        <a:pt x="9925" y="9609"/>
                      </a:cubicBezTo>
                      <a:lnTo>
                        <a:pt x="10618" y="9609"/>
                      </a:lnTo>
                      <a:cubicBezTo>
                        <a:pt x="11185" y="9609"/>
                        <a:pt x="11658" y="9136"/>
                        <a:pt x="11658" y="8601"/>
                      </a:cubicBezTo>
                      <a:lnTo>
                        <a:pt x="11658" y="1040"/>
                      </a:lnTo>
                      <a:cubicBezTo>
                        <a:pt x="11658" y="473"/>
                        <a:pt x="11217" y="0"/>
                        <a:pt x="106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56" name="Google Shape;12440;p89">
                  <a:extLst>
                    <a:ext uri="{FF2B5EF4-FFF2-40B4-BE49-F238E27FC236}">
                      <a16:creationId xmlns:a16="http://schemas.microsoft.com/office/drawing/2014/main" id="{EB87A8EB-B2D1-02C0-328D-B73DF8C8686A}"/>
                    </a:ext>
                  </a:extLst>
                </p:cNvPr>
                <p:cNvSpPr/>
                <p:nvPr/>
              </p:nvSpPr>
              <p:spPr>
                <a:xfrm>
                  <a:off x="-3104575" y="2442800"/>
                  <a:ext cx="181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694" extrusionOk="0">
                      <a:moveTo>
                        <a:pt x="348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48" y="694"/>
                      </a:cubicBezTo>
                      <a:cubicBezTo>
                        <a:pt x="568" y="694"/>
                        <a:pt x="726" y="536"/>
                        <a:pt x="726" y="347"/>
                      </a:cubicBezTo>
                      <a:cubicBezTo>
                        <a:pt x="726" y="158"/>
                        <a:pt x="568" y="1"/>
                        <a:pt x="3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57" name="Google Shape;12441;p89">
                  <a:extLst>
                    <a:ext uri="{FF2B5EF4-FFF2-40B4-BE49-F238E27FC236}">
                      <a16:creationId xmlns:a16="http://schemas.microsoft.com/office/drawing/2014/main" id="{9D4BD96B-A1AF-0F63-AEC3-2D8E04F3826F}"/>
                    </a:ext>
                  </a:extLst>
                </p:cNvPr>
                <p:cNvSpPr/>
                <p:nvPr/>
              </p:nvSpPr>
              <p:spPr>
                <a:xfrm>
                  <a:off x="-3069900" y="2442800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47" y="694"/>
                      </a:cubicBezTo>
                      <a:cubicBezTo>
                        <a:pt x="536" y="694"/>
                        <a:pt x="693" y="536"/>
                        <a:pt x="693" y="347"/>
                      </a:cubicBez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58" name="Google Shape;12442;p89">
                  <a:extLst>
                    <a:ext uri="{FF2B5EF4-FFF2-40B4-BE49-F238E27FC236}">
                      <a16:creationId xmlns:a16="http://schemas.microsoft.com/office/drawing/2014/main" id="{80944169-8515-6BEF-7FF7-74E0C2DB6FF1}"/>
                    </a:ext>
                  </a:extLst>
                </p:cNvPr>
                <p:cNvSpPr/>
                <p:nvPr/>
              </p:nvSpPr>
              <p:spPr>
                <a:xfrm>
                  <a:off x="-3035250" y="2442800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47" y="694"/>
                      </a:cubicBezTo>
                      <a:cubicBezTo>
                        <a:pt x="536" y="694"/>
                        <a:pt x="693" y="536"/>
                        <a:pt x="693" y="347"/>
                      </a:cubicBez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59" name="Google Shape;12443;p89">
                  <a:extLst>
                    <a:ext uri="{FF2B5EF4-FFF2-40B4-BE49-F238E27FC236}">
                      <a16:creationId xmlns:a16="http://schemas.microsoft.com/office/drawing/2014/main" id="{974F1ED1-2271-0CA1-17E0-19BA09B76310}"/>
                    </a:ext>
                  </a:extLst>
                </p:cNvPr>
                <p:cNvSpPr/>
                <p:nvPr/>
              </p:nvSpPr>
              <p:spPr>
                <a:xfrm>
                  <a:off x="-3002175" y="2442800"/>
                  <a:ext cx="1205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32" y="536"/>
                        <a:pt x="190" y="694"/>
                        <a:pt x="347" y="694"/>
                      </a:cubicBezTo>
                      <a:lnTo>
                        <a:pt x="4443" y="694"/>
                      </a:lnTo>
                      <a:cubicBezTo>
                        <a:pt x="4663" y="694"/>
                        <a:pt x="4821" y="536"/>
                        <a:pt x="4821" y="347"/>
                      </a:cubicBezTo>
                      <a:cubicBezTo>
                        <a:pt x="4821" y="158"/>
                        <a:pt x="4663" y="1"/>
                        <a:pt x="444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913" name="Google Shape;12455;p89">
                <a:extLst>
                  <a:ext uri="{FF2B5EF4-FFF2-40B4-BE49-F238E27FC236}">
                    <a16:creationId xmlns:a16="http://schemas.microsoft.com/office/drawing/2014/main" id="{DA10476B-BAE2-59D0-A85D-C45105BACB6A}"/>
                  </a:ext>
                </a:extLst>
              </p:cNvPr>
              <p:cNvSpPr/>
              <p:nvPr/>
            </p:nvSpPr>
            <p:spPr>
              <a:xfrm>
                <a:off x="1223364" y="2660190"/>
                <a:ext cx="648218" cy="644314"/>
              </a:xfrm>
              <a:custGeom>
                <a:avLst/>
                <a:gdLst/>
                <a:ahLst/>
                <a:cxnLst/>
                <a:rect l="l" t="t" r="r" b="b"/>
                <a:pathLst>
                  <a:path w="11784" h="11713" extrusionOk="0">
                    <a:moveTo>
                      <a:pt x="5136" y="4128"/>
                    </a:moveTo>
                    <a:cubicBezTo>
                      <a:pt x="5671" y="4128"/>
                      <a:pt x="6112" y="4569"/>
                      <a:pt x="6144" y="5136"/>
                    </a:cubicBezTo>
                    <a:lnTo>
                      <a:pt x="5230" y="4853"/>
                    </a:lnTo>
                    <a:cubicBezTo>
                      <a:pt x="5198" y="4839"/>
                      <a:pt x="5165" y="4832"/>
                      <a:pt x="5131" y="4832"/>
                    </a:cubicBezTo>
                    <a:cubicBezTo>
                      <a:pt x="4934" y="4832"/>
                      <a:pt x="4735" y="5052"/>
                      <a:pt x="4789" y="5294"/>
                    </a:cubicBezTo>
                    <a:lnTo>
                      <a:pt x="5073" y="6239"/>
                    </a:lnTo>
                    <a:cubicBezTo>
                      <a:pt x="4537" y="6176"/>
                      <a:pt x="4096" y="5703"/>
                      <a:pt x="4096" y="5168"/>
                    </a:cubicBezTo>
                    <a:cubicBezTo>
                      <a:pt x="4096" y="4601"/>
                      <a:pt x="4569" y="4128"/>
                      <a:pt x="5136" y="4128"/>
                    </a:cubicBezTo>
                    <a:close/>
                    <a:moveTo>
                      <a:pt x="5199" y="2364"/>
                    </a:moveTo>
                    <a:cubicBezTo>
                      <a:pt x="6680" y="2364"/>
                      <a:pt x="7940" y="3592"/>
                      <a:pt x="7940" y="5136"/>
                    </a:cubicBezTo>
                    <a:cubicBezTo>
                      <a:pt x="7940" y="5294"/>
                      <a:pt x="7940" y="5388"/>
                      <a:pt x="7908" y="5546"/>
                    </a:cubicBezTo>
                    <a:lnTo>
                      <a:pt x="6932" y="5294"/>
                    </a:lnTo>
                    <a:lnTo>
                      <a:pt x="6932" y="5136"/>
                    </a:lnTo>
                    <a:cubicBezTo>
                      <a:pt x="6806" y="4223"/>
                      <a:pt x="6049" y="3466"/>
                      <a:pt x="5104" y="3466"/>
                    </a:cubicBezTo>
                    <a:cubicBezTo>
                      <a:pt x="4159" y="3466"/>
                      <a:pt x="3435" y="4223"/>
                      <a:pt x="3435" y="5168"/>
                    </a:cubicBezTo>
                    <a:cubicBezTo>
                      <a:pt x="3435" y="5609"/>
                      <a:pt x="3624" y="6081"/>
                      <a:pt x="3939" y="6396"/>
                    </a:cubicBezTo>
                    <a:cubicBezTo>
                      <a:pt x="4254" y="6743"/>
                      <a:pt x="4695" y="6900"/>
                      <a:pt x="5167" y="6900"/>
                    </a:cubicBezTo>
                    <a:lnTo>
                      <a:pt x="5325" y="6900"/>
                    </a:lnTo>
                    <a:lnTo>
                      <a:pt x="5577" y="7877"/>
                    </a:lnTo>
                    <a:cubicBezTo>
                      <a:pt x="5482" y="7909"/>
                      <a:pt x="5325" y="7909"/>
                      <a:pt x="5199" y="7909"/>
                    </a:cubicBezTo>
                    <a:cubicBezTo>
                      <a:pt x="3687" y="7909"/>
                      <a:pt x="2426" y="6648"/>
                      <a:pt x="2426" y="5136"/>
                    </a:cubicBezTo>
                    <a:cubicBezTo>
                      <a:pt x="2426" y="3624"/>
                      <a:pt x="3655" y="2364"/>
                      <a:pt x="5199" y="2364"/>
                    </a:cubicBezTo>
                    <a:close/>
                    <a:moveTo>
                      <a:pt x="5167" y="726"/>
                    </a:moveTo>
                    <a:cubicBezTo>
                      <a:pt x="7940" y="726"/>
                      <a:pt x="10051" y="3277"/>
                      <a:pt x="9515" y="6018"/>
                    </a:cubicBezTo>
                    <a:lnTo>
                      <a:pt x="8507" y="5766"/>
                    </a:lnTo>
                    <a:cubicBezTo>
                      <a:pt x="8538" y="5546"/>
                      <a:pt x="8538" y="5357"/>
                      <a:pt x="8538" y="5136"/>
                    </a:cubicBezTo>
                    <a:cubicBezTo>
                      <a:pt x="8538" y="3246"/>
                      <a:pt x="7026" y="1702"/>
                      <a:pt x="5104" y="1702"/>
                    </a:cubicBezTo>
                    <a:cubicBezTo>
                      <a:pt x="3214" y="1702"/>
                      <a:pt x="1702" y="3246"/>
                      <a:pt x="1702" y="5136"/>
                    </a:cubicBezTo>
                    <a:cubicBezTo>
                      <a:pt x="1702" y="7027"/>
                      <a:pt x="3214" y="8602"/>
                      <a:pt x="5104" y="8602"/>
                    </a:cubicBezTo>
                    <a:cubicBezTo>
                      <a:pt x="5325" y="8602"/>
                      <a:pt x="5514" y="8602"/>
                      <a:pt x="5703" y="8539"/>
                    </a:cubicBezTo>
                    <a:lnTo>
                      <a:pt x="5986" y="9578"/>
                    </a:lnTo>
                    <a:cubicBezTo>
                      <a:pt x="5695" y="9636"/>
                      <a:pt x="5405" y="9664"/>
                      <a:pt x="5119" y="9664"/>
                    </a:cubicBezTo>
                    <a:cubicBezTo>
                      <a:pt x="2751" y="9664"/>
                      <a:pt x="694" y="7758"/>
                      <a:pt x="694" y="5199"/>
                    </a:cubicBezTo>
                    <a:cubicBezTo>
                      <a:pt x="694" y="2679"/>
                      <a:pt x="2773" y="726"/>
                      <a:pt x="5167" y="726"/>
                    </a:cubicBezTo>
                    <a:close/>
                    <a:moveTo>
                      <a:pt x="5671" y="5672"/>
                    </a:moveTo>
                    <a:lnTo>
                      <a:pt x="5671" y="5672"/>
                    </a:lnTo>
                    <a:cubicBezTo>
                      <a:pt x="10240" y="6964"/>
                      <a:pt x="9578" y="6774"/>
                      <a:pt x="9704" y="6806"/>
                    </a:cubicBezTo>
                    <a:lnTo>
                      <a:pt x="8853" y="7373"/>
                    </a:lnTo>
                    <a:cubicBezTo>
                      <a:pt x="8664" y="7499"/>
                      <a:pt x="8664" y="7751"/>
                      <a:pt x="8822" y="7877"/>
                    </a:cubicBezTo>
                    <a:lnTo>
                      <a:pt x="10964" y="9956"/>
                    </a:lnTo>
                    <a:cubicBezTo>
                      <a:pt x="11027" y="10114"/>
                      <a:pt x="11027" y="10335"/>
                      <a:pt x="10901" y="10492"/>
                    </a:cubicBezTo>
                    <a:lnTo>
                      <a:pt x="10429" y="10965"/>
                    </a:lnTo>
                    <a:cubicBezTo>
                      <a:pt x="10366" y="11012"/>
                      <a:pt x="10279" y="11035"/>
                      <a:pt x="10192" y="11035"/>
                    </a:cubicBezTo>
                    <a:cubicBezTo>
                      <a:pt x="10106" y="11035"/>
                      <a:pt x="10019" y="11012"/>
                      <a:pt x="9956" y="10965"/>
                    </a:cubicBezTo>
                    <a:lnTo>
                      <a:pt x="7845" y="8854"/>
                    </a:lnTo>
                    <a:cubicBezTo>
                      <a:pt x="7777" y="8786"/>
                      <a:pt x="7691" y="8753"/>
                      <a:pt x="7606" y="8753"/>
                    </a:cubicBezTo>
                    <a:cubicBezTo>
                      <a:pt x="7493" y="8753"/>
                      <a:pt x="7381" y="8809"/>
                      <a:pt x="7310" y="8917"/>
                    </a:cubicBezTo>
                    <a:cubicBezTo>
                      <a:pt x="7247" y="8980"/>
                      <a:pt x="6806" y="9641"/>
                      <a:pt x="6774" y="9736"/>
                    </a:cubicBezTo>
                    <a:cubicBezTo>
                      <a:pt x="6680" y="9484"/>
                      <a:pt x="5703" y="5861"/>
                      <a:pt x="5671" y="5672"/>
                    </a:cubicBezTo>
                    <a:close/>
                    <a:moveTo>
                      <a:pt x="5104" y="1"/>
                    </a:moveTo>
                    <a:cubicBezTo>
                      <a:pt x="2363" y="1"/>
                      <a:pt x="0" y="2238"/>
                      <a:pt x="0" y="5168"/>
                    </a:cubicBezTo>
                    <a:cubicBezTo>
                      <a:pt x="0" y="8066"/>
                      <a:pt x="2332" y="10303"/>
                      <a:pt x="5104" y="10303"/>
                    </a:cubicBezTo>
                    <a:cubicBezTo>
                      <a:pt x="5482" y="10303"/>
                      <a:pt x="5797" y="10272"/>
                      <a:pt x="6144" y="10208"/>
                    </a:cubicBezTo>
                    <a:lnTo>
                      <a:pt x="6270" y="10587"/>
                    </a:lnTo>
                    <a:cubicBezTo>
                      <a:pt x="6307" y="10755"/>
                      <a:pt x="6444" y="10845"/>
                      <a:pt x="6596" y="10845"/>
                    </a:cubicBezTo>
                    <a:cubicBezTo>
                      <a:pt x="6700" y="10845"/>
                      <a:pt x="6810" y="10802"/>
                      <a:pt x="6900" y="10713"/>
                    </a:cubicBezTo>
                    <a:lnTo>
                      <a:pt x="7625" y="9610"/>
                    </a:lnTo>
                    <a:lnTo>
                      <a:pt x="9483" y="11406"/>
                    </a:lnTo>
                    <a:cubicBezTo>
                      <a:pt x="9688" y="11610"/>
                      <a:pt x="9956" y="11713"/>
                      <a:pt x="10220" y="11713"/>
                    </a:cubicBezTo>
                    <a:cubicBezTo>
                      <a:pt x="10484" y="11713"/>
                      <a:pt x="10744" y="11610"/>
                      <a:pt x="10933" y="11406"/>
                    </a:cubicBezTo>
                    <a:lnTo>
                      <a:pt x="11405" y="10933"/>
                    </a:lnTo>
                    <a:cubicBezTo>
                      <a:pt x="11783" y="10555"/>
                      <a:pt x="11783" y="9893"/>
                      <a:pt x="11374" y="9484"/>
                    </a:cubicBezTo>
                    <a:lnTo>
                      <a:pt x="9515" y="7720"/>
                    </a:lnTo>
                    <a:lnTo>
                      <a:pt x="10618" y="6964"/>
                    </a:lnTo>
                    <a:cubicBezTo>
                      <a:pt x="10870" y="6806"/>
                      <a:pt x="10838" y="6428"/>
                      <a:pt x="10555" y="6333"/>
                    </a:cubicBezTo>
                    <a:lnTo>
                      <a:pt x="10145" y="6239"/>
                    </a:lnTo>
                    <a:cubicBezTo>
                      <a:pt x="10303" y="5483"/>
                      <a:pt x="10271" y="4695"/>
                      <a:pt x="10082" y="3908"/>
                    </a:cubicBezTo>
                    <a:cubicBezTo>
                      <a:pt x="9483" y="1576"/>
                      <a:pt x="7436" y="1"/>
                      <a:pt x="510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7914" name="Google Shape;12464;p89">
                <a:extLst>
                  <a:ext uri="{FF2B5EF4-FFF2-40B4-BE49-F238E27FC236}">
                    <a16:creationId xmlns:a16="http://schemas.microsoft.com/office/drawing/2014/main" id="{8F88F0EC-7613-AE49-DDFE-6DB0225E87C3}"/>
                  </a:ext>
                </a:extLst>
              </p:cNvPr>
              <p:cNvGrpSpPr/>
              <p:nvPr/>
            </p:nvGrpSpPr>
            <p:grpSpPr>
              <a:xfrm>
                <a:off x="5348293" y="2659314"/>
                <a:ext cx="648218" cy="646514"/>
                <a:chOff x="-4570325" y="2405775"/>
                <a:chExt cx="294600" cy="293825"/>
              </a:xfrm>
              <a:grpFill/>
            </p:grpSpPr>
            <p:sp>
              <p:nvSpPr>
                <p:cNvPr id="17953" name="Google Shape;12465;p89">
                  <a:extLst>
                    <a:ext uri="{FF2B5EF4-FFF2-40B4-BE49-F238E27FC236}">
                      <a16:creationId xmlns:a16="http://schemas.microsoft.com/office/drawing/2014/main" id="{F3E858C9-E5AE-FDFE-85A8-52936780A604}"/>
                    </a:ext>
                  </a:extLst>
                </p:cNvPr>
                <p:cNvSpPr/>
                <p:nvPr/>
              </p:nvSpPr>
              <p:spPr>
                <a:xfrm>
                  <a:off x="-4570325" y="2405775"/>
                  <a:ext cx="294600" cy="29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4" h="11753" extrusionOk="0">
                      <a:moveTo>
                        <a:pt x="5734" y="694"/>
                      </a:moveTo>
                      <a:cubicBezTo>
                        <a:pt x="7624" y="694"/>
                        <a:pt x="9168" y="2238"/>
                        <a:pt x="9168" y="4128"/>
                      </a:cubicBezTo>
                      <a:cubicBezTo>
                        <a:pt x="9168" y="6050"/>
                        <a:pt x="7624" y="7594"/>
                        <a:pt x="5734" y="7594"/>
                      </a:cubicBezTo>
                      <a:cubicBezTo>
                        <a:pt x="3844" y="7594"/>
                        <a:pt x="2332" y="6018"/>
                        <a:pt x="2332" y="4128"/>
                      </a:cubicBezTo>
                      <a:cubicBezTo>
                        <a:pt x="2332" y="2238"/>
                        <a:pt x="3844" y="694"/>
                        <a:pt x="5734" y="694"/>
                      </a:cubicBezTo>
                      <a:close/>
                      <a:moveTo>
                        <a:pt x="977" y="7531"/>
                      </a:moveTo>
                      <a:cubicBezTo>
                        <a:pt x="1166" y="7531"/>
                        <a:pt x="1323" y="7688"/>
                        <a:pt x="1323" y="7909"/>
                      </a:cubicBezTo>
                      <a:cubicBezTo>
                        <a:pt x="1292" y="8129"/>
                        <a:pt x="1134" y="8255"/>
                        <a:pt x="977" y="8255"/>
                      </a:cubicBezTo>
                      <a:cubicBezTo>
                        <a:pt x="788" y="8255"/>
                        <a:pt x="630" y="8098"/>
                        <a:pt x="630" y="7909"/>
                      </a:cubicBezTo>
                      <a:cubicBezTo>
                        <a:pt x="630" y="7688"/>
                        <a:pt x="788" y="7531"/>
                        <a:pt x="977" y="7531"/>
                      </a:cubicBezTo>
                      <a:close/>
                      <a:moveTo>
                        <a:pt x="10586" y="7531"/>
                      </a:moveTo>
                      <a:cubicBezTo>
                        <a:pt x="10775" y="7531"/>
                        <a:pt x="10932" y="7688"/>
                        <a:pt x="10932" y="7909"/>
                      </a:cubicBezTo>
                      <a:cubicBezTo>
                        <a:pt x="10932" y="8129"/>
                        <a:pt x="10775" y="8255"/>
                        <a:pt x="10586" y="8255"/>
                      </a:cubicBezTo>
                      <a:cubicBezTo>
                        <a:pt x="10397" y="8255"/>
                        <a:pt x="10239" y="8098"/>
                        <a:pt x="10239" y="7909"/>
                      </a:cubicBezTo>
                      <a:cubicBezTo>
                        <a:pt x="10239" y="7688"/>
                        <a:pt x="10397" y="7531"/>
                        <a:pt x="10586" y="7531"/>
                      </a:cubicBezTo>
                      <a:close/>
                      <a:moveTo>
                        <a:pt x="3025" y="9641"/>
                      </a:moveTo>
                      <a:cubicBezTo>
                        <a:pt x="3214" y="9641"/>
                        <a:pt x="3371" y="9799"/>
                        <a:pt x="3371" y="9988"/>
                      </a:cubicBezTo>
                      <a:cubicBezTo>
                        <a:pt x="3340" y="10177"/>
                        <a:pt x="3214" y="10335"/>
                        <a:pt x="3025" y="10335"/>
                      </a:cubicBezTo>
                      <a:cubicBezTo>
                        <a:pt x="2836" y="10335"/>
                        <a:pt x="2678" y="10177"/>
                        <a:pt x="2678" y="9988"/>
                      </a:cubicBezTo>
                      <a:cubicBezTo>
                        <a:pt x="2678" y="9799"/>
                        <a:pt x="2836" y="9641"/>
                        <a:pt x="3025" y="9641"/>
                      </a:cubicBezTo>
                      <a:close/>
                      <a:moveTo>
                        <a:pt x="8475" y="9641"/>
                      </a:moveTo>
                      <a:cubicBezTo>
                        <a:pt x="8696" y="9641"/>
                        <a:pt x="8822" y="9799"/>
                        <a:pt x="8822" y="9988"/>
                      </a:cubicBezTo>
                      <a:cubicBezTo>
                        <a:pt x="8822" y="10177"/>
                        <a:pt x="8664" y="10335"/>
                        <a:pt x="8475" y="10335"/>
                      </a:cubicBezTo>
                      <a:cubicBezTo>
                        <a:pt x="8255" y="10335"/>
                        <a:pt x="8128" y="10177"/>
                        <a:pt x="8128" y="9988"/>
                      </a:cubicBezTo>
                      <a:cubicBezTo>
                        <a:pt x="8128" y="9799"/>
                        <a:pt x="8255" y="9641"/>
                        <a:pt x="8475" y="9641"/>
                      </a:cubicBezTo>
                      <a:close/>
                      <a:moveTo>
                        <a:pt x="5734" y="10303"/>
                      </a:moveTo>
                      <a:cubicBezTo>
                        <a:pt x="5955" y="10303"/>
                        <a:pt x="6112" y="10461"/>
                        <a:pt x="6112" y="10650"/>
                      </a:cubicBezTo>
                      <a:cubicBezTo>
                        <a:pt x="6112" y="10839"/>
                        <a:pt x="5955" y="10996"/>
                        <a:pt x="5734" y="10996"/>
                      </a:cubicBezTo>
                      <a:cubicBezTo>
                        <a:pt x="5545" y="10996"/>
                        <a:pt x="5388" y="10839"/>
                        <a:pt x="5388" y="10650"/>
                      </a:cubicBezTo>
                      <a:cubicBezTo>
                        <a:pt x="5388" y="10461"/>
                        <a:pt x="5545" y="10303"/>
                        <a:pt x="5734" y="10303"/>
                      </a:cubicBezTo>
                      <a:close/>
                      <a:moveTo>
                        <a:pt x="5797" y="1"/>
                      </a:moveTo>
                      <a:cubicBezTo>
                        <a:pt x="3497" y="1"/>
                        <a:pt x="1701" y="1860"/>
                        <a:pt x="1701" y="4097"/>
                      </a:cubicBezTo>
                      <a:cubicBezTo>
                        <a:pt x="1701" y="5010"/>
                        <a:pt x="2017" y="5924"/>
                        <a:pt x="2552" y="6617"/>
                      </a:cubicBezTo>
                      <a:lnTo>
                        <a:pt x="1701" y="7153"/>
                      </a:lnTo>
                      <a:cubicBezTo>
                        <a:pt x="1481" y="6995"/>
                        <a:pt x="1260" y="6901"/>
                        <a:pt x="1040" y="6901"/>
                      </a:cubicBezTo>
                      <a:cubicBezTo>
                        <a:pt x="473" y="6901"/>
                        <a:pt x="0" y="7373"/>
                        <a:pt x="0" y="7940"/>
                      </a:cubicBezTo>
                      <a:cubicBezTo>
                        <a:pt x="0" y="8476"/>
                        <a:pt x="473" y="8948"/>
                        <a:pt x="1040" y="8948"/>
                      </a:cubicBezTo>
                      <a:cubicBezTo>
                        <a:pt x="1575" y="8948"/>
                        <a:pt x="2048" y="8476"/>
                        <a:pt x="2048" y="7940"/>
                      </a:cubicBezTo>
                      <a:lnTo>
                        <a:pt x="2048" y="7751"/>
                      </a:lnTo>
                      <a:lnTo>
                        <a:pt x="3088" y="7153"/>
                      </a:lnTo>
                      <a:cubicBezTo>
                        <a:pt x="3340" y="7373"/>
                        <a:pt x="3623" y="7625"/>
                        <a:pt x="3970" y="7783"/>
                      </a:cubicBezTo>
                      <a:lnTo>
                        <a:pt x="3308" y="8948"/>
                      </a:lnTo>
                      <a:lnTo>
                        <a:pt x="3119" y="8948"/>
                      </a:lnTo>
                      <a:cubicBezTo>
                        <a:pt x="2552" y="8948"/>
                        <a:pt x="2080" y="9421"/>
                        <a:pt x="2080" y="9988"/>
                      </a:cubicBezTo>
                      <a:cubicBezTo>
                        <a:pt x="2080" y="10524"/>
                        <a:pt x="2552" y="10996"/>
                        <a:pt x="3119" y="10996"/>
                      </a:cubicBezTo>
                      <a:cubicBezTo>
                        <a:pt x="3655" y="10996"/>
                        <a:pt x="4127" y="10524"/>
                        <a:pt x="4127" y="9988"/>
                      </a:cubicBezTo>
                      <a:cubicBezTo>
                        <a:pt x="4127" y="9736"/>
                        <a:pt x="4064" y="9515"/>
                        <a:pt x="3907" y="9326"/>
                      </a:cubicBezTo>
                      <a:lnTo>
                        <a:pt x="4600" y="8098"/>
                      </a:lnTo>
                      <a:cubicBezTo>
                        <a:pt x="4883" y="8161"/>
                        <a:pt x="5199" y="8255"/>
                        <a:pt x="5514" y="8287"/>
                      </a:cubicBezTo>
                      <a:lnTo>
                        <a:pt x="5514" y="9736"/>
                      </a:lnTo>
                      <a:cubicBezTo>
                        <a:pt x="5136" y="9894"/>
                        <a:pt x="4852" y="10272"/>
                        <a:pt x="4852" y="10713"/>
                      </a:cubicBezTo>
                      <a:cubicBezTo>
                        <a:pt x="4852" y="11280"/>
                        <a:pt x="5325" y="11752"/>
                        <a:pt x="5860" y="11752"/>
                      </a:cubicBezTo>
                      <a:cubicBezTo>
                        <a:pt x="6427" y="11752"/>
                        <a:pt x="6900" y="11280"/>
                        <a:pt x="6900" y="10713"/>
                      </a:cubicBezTo>
                      <a:cubicBezTo>
                        <a:pt x="6900" y="10303"/>
                        <a:pt x="6616" y="9894"/>
                        <a:pt x="6238" y="9736"/>
                      </a:cubicBezTo>
                      <a:lnTo>
                        <a:pt x="6238" y="8287"/>
                      </a:lnTo>
                      <a:cubicBezTo>
                        <a:pt x="6553" y="8255"/>
                        <a:pt x="6868" y="8224"/>
                        <a:pt x="7120" y="8098"/>
                      </a:cubicBezTo>
                      <a:lnTo>
                        <a:pt x="7845" y="9326"/>
                      </a:lnTo>
                      <a:cubicBezTo>
                        <a:pt x="7687" y="9515"/>
                        <a:pt x="7593" y="9736"/>
                        <a:pt x="7593" y="9988"/>
                      </a:cubicBezTo>
                      <a:cubicBezTo>
                        <a:pt x="7593" y="10524"/>
                        <a:pt x="8065" y="10996"/>
                        <a:pt x="8633" y="10996"/>
                      </a:cubicBezTo>
                      <a:cubicBezTo>
                        <a:pt x="9168" y="10996"/>
                        <a:pt x="9641" y="10524"/>
                        <a:pt x="9641" y="9988"/>
                      </a:cubicBezTo>
                      <a:cubicBezTo>
                        <a:pt x="9641" y="9421"/>
                        <a:pt x="9168" y="8948"/>
                        <a:pt x="8633" y="8948"/>
                      </a:cubicBezTo>
                      <a:lnTo>
                        <a:pt x="8444" y="8948"/>
                      </a:lnTo>
                      <a:lnTo>
                        <a:pt x="7750" y="7783"/>
                      </a:lnTo>
                      <a:cubicBezTo>
                        <a:pt x="8065" y="7625"/>
                        <a:pt x="8381" y="7373"/>
                        <a:pt x="8664" y="7153"/>
                      </a:cubicBezTo>
                      <a:lnTo>
                        <a:pt x="9735" y="7751"/>
                      </a:lnTo>
                      <a:lnTo>
                        <a:pt x="9735" y="7940"/>
                      </a:lnTo>
                      <a:cubicBezTo>
                        <a:pt x="9735" y="8476"/>
                        <a:pt x="10208" y="8948"/>
                        <a:pt x="10743" y="8948"/>
                      </a:cubicBezTo>
                      <a:cubicBezTo>
                        <a:pt x="11310" y="8948"/>
                        <a:pt x="11783" y="8476"/>
                        <a:pt x="11783" y="7940"/>
                      </a:cubicBezTo>
                      <a:cubicBezTo>
                        <a:pt x="11626" y="7342"/>
                        <a:pt x="11153" y="6901"/>
                        <a:pt x="10586" y="6901"/>
                      </a:cubicBezTo>
                      <a:cubicBezTo>
                        <a:pt x="10302" y="6901"/>
                        <a:pt x="10082" y="6995"/>
                        <a:pt x="9924" y="7153"/>
                      </a:cubicBezTo>
                      <a:lnTo>
                        <a:pt x="9011" y="6617"/>
                      </a:lnTo>
                      <a:cubicBezTo>
                        <a:pt x="9578" y="5924"/>
                        <a:pt x="9893" y="5010"/>
                        <a:pt x="9893" y="4097"/>
                      </a:cubicBezTo>
                      <a:cubicBezTo>
                        <a:pt x="9893" y="1828"/>
                        <a:pt x="8034" y="1"/>
                        <a:pt x="579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54" name="Google Shape;12466;p89">
                  <a:extLst>
                    <a:ext uri="{FF2B5EF4-FFF2-40B4-BE49-F238E27FC236}">
                      <a16:creationId xmlns:a16="http://schemas.microsoft.com/office/drawing/2014/main" id="{EBDB175D-931E-0B7D-33EE-EB41F064C384}"/>
                    </a:ext>
                  </a:extLst>
                </p:cNvPr>
                <p:cNvSpPr/>
                <p:nvPr/>
              </p:nvSpPr>
              <p:spPr>
                <a:xfrm>
                  <a:off x="-4478175" y="2439650"/>
                  <a:ext cx="103975" cy="12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9" h="4821" extrusionOk="0">
                      <a:moveTo>
                        <a:pt x="2048" y="725"/>
                      </a:moveTo>
                      <a:cubicBezTo>
                        <a:pt x="2458" y="725"/>
                        <a:pt x="2741" y="1040"/>
                        <a:pt x="2741" y="1387"/>
                      </a:cubicBezTo>
                      <a:cubicBezTo>
                        <a:pt x="2741" y="1765"/>
                        <a:pt x="2426" y="2049"/>
                        <a:pt x="2048" y="2049"/>
                      </a:cubicBezTo>
                      <a:cubicBezTo>
                        <a:pt x="1702" y="2049"/>
                        <a:pt x="1387" y="1733"/>
                        <a:pt x="1387" y="1387"/>
                      </a:cubicBezTo>
                      <a:cubicBezTo>
                        <a:pt x="1387" y="1040"/>
                        <a:pt x="1702" y="725"/>
                        <a:pt x="2048" y="725"/>
                      </a:cubicBezTo>
                      <a:close/>
                      <a:moveTo>
                        <a:pt x="2363" y="2773"/>
                      </a:moveTo>
                      <a:cubicBezTo>
                        <a:pt x="2930" y="2773"/>
                        <a:pt x="3403" y="3246"/>
                        <a:pt x="3403" y="3781"/>
                      </a:cubicBezTo>
                      <a:lnTo>
                        <a:pt x="3403" y="4128"/>
                      </a:lnTo>
                      <a:lnTo>
                        <a:pt x="630" y="4128"/>
                      </a:lnTo>
                      <a:lnTo>
                        <a:pt x="630" y="3781"/>
                      </a:lnTo>
                      <a:lnTo>
                        <a:pt x="693" y="3781"/>
                      </a:lnTo>
                      <a:cubicBezTo>
                        <a:pt x="693" y="3246"/>
                        <a:pt x="1166" y="2773"/>
                        <a:pt x="1702" y="2773"/>
                      </a:cubicBezTo>
                      <a:close/>
                      <a:moveTo>
                        <a:pt x="2111" y="1"/>
                      </a:moveTo>
                      <a:cubicBezTo>
                        <a:pt x="1355" y="1"/>
                        <a:pt x="725" y="631"/>
                        <a:pt x="725" y="1387"/>
                      </a:cubicBezTo>
                      <a:cubicBezTo>
                        <a:pt x="725" y="1702"/>
                        <a:pt x="851" y="2017"/>
                        <a:pt x="1040" y="2238"/>
                      </a:cubicBezTo>
                      <a:cubicBezTo>
                        <a:pt x="441" y="2521"/>
                        <a:pt x="63" y="3120"/>
                        <a:pt x="63" y="3781"/>
                      </a:cubicBezTo>
                      <a:lnTo>
                        <a:pt x="63" y="4443"/>
                      </a:lnTo>
                      <a:cubicBezTo>
                        <a:pt x="0" y="4663"/>
                        <a:pt x="158" y="4821"/>
                        <a:pt x="378" y="4821"/>
                      </a:cubicBezTo>
                      <a:lnTo>
                        <a:pt x="3781" y="4821"/>
                      </a:lnTo>
                      <a:cubicBezTo>
                        <a:pt x="4001" y="4821"/>
                        <a:pt x="4159" y="4663"/>
                        <a:pt x="4159" y="4443"/>
                      </a:cubicBezTo>
                      <a:lnTo>
                        <a:pt x="4159" y="3781"/>
                      </a:lnTo>
                      <a:cubicBezTo>
                        <a:pt x="4159" y="3120"/>
                        <a:pt x="3749" y="2521"/>
                        <a:pt x="3151" y="2238"/>
                      </a:cubicBezTo>
                      <a:cubicBezTo>
                        <a:pt x="3371" y="2017"/>
                        <a:pt x="3466" y="1733"/>
                        <a:pt x="3466" y="1387"/>
                      </a:cubicBezTo>
                      <a:cubicBezTo>
                        <a:pt x="3466" y="631"/>
                        <a:pt x="2836" y="1"/>
                        <a:pt x="211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15" name="Google Shape;12477;p89">
                <a:extLst>
                  <a:ext uri="{FF2B5EF4-FFF2-40B4-BE49-F238E27FC236}">
                    <a16:creationId xmlns:a16="http://schemas.microsoft.com/office/drawing/2014/main" id="{6AFF3CB8-423E-09B0-D949-E18BA5A99A54}"/>
                  </a:ext>
                </a:extLst>
              </p:cNvPr>
              <p:cNvGrpSpPr/>
              <p:nvPr/>
            </p:nvGrpSpPr>
            <p:grpSpPr>
              <a:xfrm>
                <a:off x="9506180" y="2661954"/>
                <a:ext cx="642992" cy="641232"/>
                <a:chOff x="-2571737" y="2403625"/>
                <a:chExt cx="292225" cy="291425"/>
              </a:xfrm>
              <a:grpFill/>
            </p:grpSpPr>
            <p:sp>
              <p:nvSpPr>
                <p:cNvPr id="17946" name="Google Shape;12478;p89">
                  <a:extLst>
                    <a:ext uri="{FF2B5EF4-FFF2-40B4-BE49-F238E27FC236}">
                      <a16:creationId xmlns:a16="http://schemas.microsoft.com/office/drawing/2014/main" id="{921B997F-BF35-FD71-95E0-CA667DD81679}"/>
                    </a:ext>
                  </a:extLst>
                </p:cNvPr>
                <p:cNvSpPr/>
                <p:nvPr/>
              </p:nvSpPr>
              <p:spPr>
                <a:xfrm>
                  <a:off x="-2571737" y="2403625"/>
                  <a:ext cx="292225" cy="29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9" h="11657" extrusionOk="0">
                      <a:moveTo>
                        <a:pt x="9547" y="725"/>
                      </a:moveTo>
                      <a:cubicBezTo>
                        <a:pt x="9704" y="725"/>
                        <a:pt x="9830" y="788"/>
                        <a:pt x="9893" y="914"/>
                      </a:cubicBezTo>
                      <a:lnTo>
                        <a:pt x="10681" y="2772"/>
                      </a:lnTo>
                      <a:lnTo>
                        <a:pt x="1135" y="2772"/>
                      </a:lnTo>
                      <a:lnTo>
                        <a:pt x="1891" y="914"/>
                      </a:lnTo>
                      <a:cubicBezTo>
                        <a:pt x="1922" y="788"/>
                        <a:pt x="2080" y="725"/>
                        <a:pt x="2206" y="725"/>
                      </a:cubicBezTo>
                      <a:close/>
                      <a:moveTo>
                        <a:pt x="10649" y="3403"/>
                      </a:moveTo>
                      <a:cubicBezTo>
                        <a:pt x="10870" y="3403"/>
                        <a:pt x="11027" y="3560"/>
                        <a:pt x="11027" y="3749"/>
                      </a:cubicBezTo>
                      <a:lnTo>
                        <a:pt x="11027" y="5167"/>
                      </a:lnTo>
                      <a:cubicBezTo>
                        <a:pt x="11027" y="5356"/>
                        <a:pt x="10870" y="5513"/>
                        <a:pt x="10649" y="5513"/>
                      </a:cubicBezTo>
                      <a:lnTo>
                        <a:pt x="1040" y="5513"/>
                      </a:lnTo>
                      <a:cubicBezTo>
                        <a:pt x="851" y="5513"/>
                        <a:pt x="694" y="5356"/>
                        <a:pt x="694" y="5167"/>
                      </a:cubicBezTo>
                      <a:lnTo>
                        <a:pt x="694" y="3749"/>
                      </a:lnTo>
                      <a:cubicBezTo>
                        <a:pt x="694" y="3560"/>
                        <a:pt x="851" y="3403"/>
                        <a:pt x="1040" y="3403"/>
                      </a:cubicBezTo>
                      <a:close/>
                      <a:moveTo>
                        <a:pt x="10681" y="6206"/>
                      </a:moveTo>
                      <a:cubicBezTo>
                        <a:pt x="10870" y="6238"/>
                        <a:pt x="11027" y="6364"/>
                        <a:pt x="11027" y="6553"/>
                      </a:cubicBezTo>
                      <a:lnTo>
                        <a:pt x="11027" y="7939"/>
                      </a:lnTo>
                      <a:cubicBezTo>
                        <a:pt x="11027" y="8128"/>
                        <a:pt x="10870" y="8286"/>
                        <a:pt x="10681" y="8286"/>
                      </a:cubicBezTo>
                      <a:lnTo>
                        <a:pt x="1072" y="8286"/>
                      </a:lnTo>
                      <a:cubicBezTo>
                        <a:pt x="851" y="8286"/>
                        <a:pt x="694" y="8128"/>
                        <a:pt x="694" y="7939"/>
                      </a:cubicBezTo>
                      <a:lnTo>
                        <a:pt x="694" y="6553"/>
                      </a:lnTo>
                      <a:cubicBezTo>
                        <a:pt x="694" y="6364"/>
                        <a:pt x="851" y="6206"/>
                        <a:pt x="1072" y="6206"/>
                      </a:cubicBezTo>
                      <a:close/>
                      <a:moveTo>
                        <a:pt x="10681" y="8947"/>
                      </a:moveTo>
                      <a:cubicBezTo>
                        <a:pt x="10870" y="8947"/>
                        <a:pt x="11027" y="9105"/>
                        <a:pt x="11027" y="9294"/>
                      </a:cubicBezTo>
                      <a:lnTo>
                        <a:pt x="11027" y="10680"/>
                      </a:lnTo>
                      <a:cubicBezTo>
                        <a:pt x="11027" y="10869"/>
                        <a:pt x="10870" y="11027"/>
                        <a:pt x="10681" y="11027"/>
                      </a:cubicBezTo>
                      <a:lnTo>
                        <a:pt x="1072" y="11027"/>
                      </a:lnTo>
                      <a:cubicBezTo>
                        <a:pt x="851" y="11027"/>
                        <a:pt x="694" y="10869"/>
                        <a:pt x="694" y="10680"/>
                      </a:cubicBezTo>
                      <a:lnTo>
                        <a:pt x="694" y="9294"/>
                      </a:lnTo>
                      <a:cubicBezTo>
                        <a:pt x="694" y="9105"/>
                        <a:pt x="851" y="8947"/>
                        <a:pt x="1072" y="8947"/>
                      </a:cubicBezTo>
                      <a:close/>
                      <a:moveTo>
                        <a:pt x="2174" y="0"/>
                      </a:moveTo>
                      <a:cubicBezTo>
                        <a:pt x="1733" y="0"/>
                        <a:pt x="1387" y="252"/>
                        <a:pt x="1229" y="630"/>
                      </a:cubicBezTo>
                      <a:lnTo>
                        <a:pt x="64" y="3403"/>
                      </a:lnTo>
                      <a:cubicBezTo>
                        <a:pt x="32" y="3529"/>
                        <a:pt x="0" y="3686"/>
                        <a:pt x="0" y="3781"/>
                      </a:cubicBezTo>
                      <a:lnTo>
                        <a:pt x="0" y="5198"/>
                      </a:lnTo>
                      <a:cubicBezTo>
                        <a:pt x="0" y="5482"/>
                        <a:pt x="127" y="5734"/>
                        <a:pt x="284" y="5860"/>
                      </a:cubicBezTo>
                      <a:cubicBezTo>
                        <a:pt x="127" y="6080"/>
                        <a:pt x="0" y="6301"/>
                        <a:pt x="0" y="6553"/>
                      </a:cubicBezTo>
                      <a:lnTo>
                        <a:pt x="0" y="7908"/>
                      </a:lnTo>
                      <a:cubicBezTo>
                        <a:pt x="0" y="8191"/>
                        <a:pt x="127" y="8443"/>
                        <a:pt x="284" y="8601"/>
                      </a:cubicBezTo>
                      <a:cubicBezTo>
                        <a:pt x="127" y="8790"/>
                        <a:pt x="0" y="9010"/>
                        <a:pt x="0" y="9262"/>
                      </a:cubicBezTo>
                      <a:lnTo>
                        <a:pt x="0" y="10649"/>
                      </a:lnTo>
                      <a:cubicBezTo>
                        <a:pt x="0" y="11184"/>
                        <a:pt x="473" y="11657"/>
                        <a:pt x="1009" y="11657"/>
                      </a:cubicBezTo>
                      <a:lnTo>
                        <a:pt x="10618" y="11657"/>
                      </a:lnTo>
                      <a:cubicBezTo>
                        <a:pt x="11185" y="11657"/>
                        <a:pt x="11657" y="11184"/>
                        <a:pt x="11657" y="10649"/>
                      </a:cubicBezTo>
                      <a:lnTo>
                        <a:pt x="11657" y="9262"/>
                      </a:lnTo>
                      <a:cubicBezTo>
                        <a:pt x="11657" y="8979"/>
                        <a:pt x="11531" y="8758"/>
                        <a:pt x="11374" y="8601"/>
                      </a:cubicBezTo>
                      <a:cubicBezTo>
                        <a:pt x="11531" y="8380"/>
                        <a:pt x="11657" y="8160"/>
                        <a:pt x="11657" y="7908"/>
                      </a:cubicBezTo>
                      <a:lnTo>
                        <a:pt x="11657" y="6553"/>
                      </a:lnTo>
                      <a:cubicBezTo>
                        <a:pt x="11657" y="6269"/>
                        <a:pt x="11531" y="6017"/>
                        <a:pt x="11374" y="5860"/>
                      </a:cubicBezTo>
                      <a:cubicBezTo>
                        <a:pt x="11531" y="5671"/>
                        <a:pt x="11657" y="5450"/>
                        <a:pt x="11657" y="5198"/>
                      </a:cubicBezTo>
                      <a:lnTo>
                        <a:pt x="11657" y="3781"/>
                      </a:lnTo>
                      <a:lnTo>
                        <a:pt x="11689" y="3781"/>
                      </a:lnTo>
                      <a:cubicBezTo>
                        <a:pt x="11689" y="3686"/>
                        <a:pt x="11657" y="3529"/>
                        <a:pt x="11594" y="3403"/>
                      </a:cubicBezTo>
                      <a:lnTo>
                        <a:pt x="10460" y="630"/>
                      </a:lnTo>
                      <a:cubicBezTo>
                        <a:pt x="10303" y="252"/>
                        <a:pt x="9925" y="0"/>
                        <a:pt x="951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47" name="Google Shape;12479;p89">
                  <a:extLst>
                    <a:ext uri="{FF2B5EF4-FFF2-40B4-BE49-F238E27FC236}">
                      <a16:creationId xmlns:a16="http://schemas.microsoft.com/office/drawing/2014/main" id="{DA31558F-C9C0-711C-12F6-89C3486DC946}"/>
                    </a:ext>
                  </a:extLst>
                </p:cNvPr>
                <p:cNvSpPr/>
                <p:nvPr/>
              </p:nvSpPr>
              <p:spPr>
                <a:xfrm>
                  <a:off x="-2485967" y="2649150"/>
                  <a:ext cx="17330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2" h="726" extrusionOk="0">
                      <a:moveTo>
                        <a:pt x="378" y="1"/>
                      </a:moveTo>
                      <a:cubicBezTo>
                        <a:pt x="158" y="1"/>
                        <a:pt x="0" y="159"/>
                        <a:pt x="0" y="379"/>
                      </a:cubicBezTo>
                      <a:cubicBezTo>
                        <a:pt x="0" y="568"/>
                        <a:pt x="158" y="726"/>
                        <a:pt x="378" y="726"/>
                      </a:cubicBezTo>
                      <a:lnTo>
                        <a:pt x="6585" y="726"/>
                      </a:lnTo>
                      <a:cubicBezTo>
                        <a:pt x="6774" y="726"/>
                        <a:pt x="6931" y="568"/>
                        <a:pt x="6931" y="379"/>
                      </a:cubicBezTo>
                      <a:cubicBezTo>
                        <a:pt x="6931" y="159"/>
                        <a:pt x="6774" y="1"/>
                        <a:pt x="658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48" name="Google Shape;12480;p89">
                  <a:extLst>
                    <a:ext uri="{FF2B5EF4-FFF2-40B4-BE49-F238E27FC236}">
                      <a16:creationId xmlns:a16="http://schemas.microsoft.com/office/drawing/2014/main" id="{865D2A7C-061E-B673-07A7-01B5BF587C07}"/>
                    </a:ext>
                  </a:extLst>
                </p:cNvPr>
                <p:cNvSpPr/>
                <p:nvPr/>
              </p:nvSpPr>
              <p:spPr>
                <a:xfrm>
                  <a:off x="-2485967" y="2511325"/>
                  <a:ext cx="17330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2" h="726" extrusionOk="0">
                      <a:moveTo>
                        <a:pt x="378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78" y="725"/>
                      </a:cubicBezTo>
                      <a:lnTo>
                        <a:pt x="6585" y="725"/>
                      </a:lnTo>
                      <a:cubicBezTo>
                        <a:pt x="6774" y="725"/>
                        <a:pt x="6931" y="568"/>
                        <a:pt x="6931" y="379"/>
                      </a:cubicBezTo>
                      <a:cubicBezTo>
                        <a:pt x="6931" y="158"/>
                        <a:pt x="6774" y="1"/>
                        <a:pt x="658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49" name="Google Shape;12481;p89">
                  <a:extLst>
                    <a:ext uri="{FF2B5EF4-FFF2-40B4-BE49-F238E27FC236}">
                      <a16:creationId xmlns:a16="http://schemas.microsoft.com/office/drawing/2014/main" id="{A7F437E1-1D76-22E7-740D-9C0A1C53EC03}"/>
                    </a:ext>
                  </a:extLst>
                </p:cNvPr>
                <p:cNvSpPr/>
                <p:nvPr/>
              </p:nvSpPr>
              <p:spPr>
                <a:xfrm>
                  <a:off x="-2540185" y="2511325"/>
                  <a:ext cx="18125" cy="18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57" extrusionOk="0">
                      <a:moveTo>
                        <a:pt x="378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57"/>
                        <a:pt x="378" y="757"/>
                      </a:cubicBezTo>
                      <a:cubicBezTo>
                        <a:pt x="567" y="757"/>
                        <a:pt x="725" y="568"/>
                        <a:pt x="725" y="379"/>
                      </a:cubicBezTo>
                      <a:cubicBezTo>
                        <a:pt x="725" y="158"/>
                        <a:pt x="567" y="1"/>
                        <a:pt x="37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50" name="Google Shape;12482;p89">
                  <a:extLst>
                    <a:ext uri="{FF2B5EF4-FFF2-40B4-BE49-F238E27FC236}">
                      <a16:creationId xmlns:a16="http://schemas.microsoft.com/office/drawing/2014/main" id="{5D03F988-B22F-D11C-D816-7B43CA186117}"/>
                    </a:ext>
                  </a:extLst>
                </p:cNvPr>
                <p:cNvSpPr/>
                <p:nvPr/>
              </p:nvSpPr>
              <p:spPr>
                <a:xfrm>
                  <a:off x="-2485579" y="2580625"/>
                  <a:ext cx="1725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01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32" y="536"/>
                        <a:pt x="158" y="693"/>
                        <a:pt x="347" y="693"/>
                      </a:cubicBezTo>
                      <a:lnTo>
                        <a:pt x="6554" y="693"/>
                      </a:lnTo>
                      <a:cubicBezTo>
                        <a:pt x="6774" y="693"/>
                        <a:pt x="6900" y="536"/>
                        <a:pt x="6900" y="347"/>
                      </a:cubicBezTo>
                      <a:cubicBezTo>
                        <a:pt x="6900" y="158"/>
                        <a:pt x="6774" y="0"/>
                        <a:pt x="655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51" name="Google Shape;12483;p89">
                  <a:extLst>
                    <a:ext uri="{FF2B5EF4-FFF2-40B4-BE49-F238E27FC236}">
                      <a16:creationId xmlns:a16="http://schemas.microsoft.com/office/drawing/2014/main" id="{55CCAF49-0EA5-E651-74F6-642DFE58B183}"/>
                    </a:ext>
                  </a:extLst>
                </p:cNvPr>
                <p:cNvSpPr/>
                <p:nvPr/>
              </p:nvSpPr>
              <p:spPr>
                <a:xfrm>
                  <a:off x="-2540185" y="2580625"/>
                  <a:ext cx="181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694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78" y="693"/>
                      </a:cubicBezTo>
                      <a:cubicBezTo>
                        <a:pt x="567" y="693"/>
                        <a:pt x="725" y="536"/>
                        <a:pt x="725" y="347"/>
                      </a:cubicBezTo>
                      <a:cubicBezTo>
                        <a:pt x="725" y="158"/>
                        <a:pt x="567" y="0"/>
                        <a:pt x="3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52" name="Google Shape;12484;p89">
                  <a:extLst>
                    <a:ext uri="{FF2B5EF4-FFF2-40B4-BE49-F238E27FC236}">
                      <a16:creationId xmlns:a16="http://schemas.microsoft.com/office/drawing/2014/main" id="{1953CE53-D970-ABFB-61AC-E11656D8EAD3}"/>
                    </a:ext>
                  </a:extLst>
                </p:cNvPr>
                <p:cNvSpPr/>
                <p:nvPr/>
              </p:nvSpPr>
              <p:spPr>
                <a:xfrm>
                  <a:off x="-2540185" y="2649150"/>
                  <a:ext cx="181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26" extrusionOk="0">
                      <a:moveTo>
                        <a:pt x="378" y="1"/>
                      </a:moveTo>
                      <a:cubicBezTo>
                        <a:pt x="158" y="1"/>
                        <a:pt x="0" y="159"/>
                        <a:pt x="0" y="379"/>
                      </a:cubicBezTo>
                      <a:cubicBezTo>
                        <a:pt x="0" y="568"/>
                        <a:pt x="158" y="726"/>
                        <a:pt x="378" y="726"/>
                      </a:cubicBezTo>
                      <a:cubicBezTo>
                        <a:pt x="567" y="726"/>
                        <a:pt x="725" y="568"/>
                        <a:pt x="725" y="379"/>
                      </a:cubicBezTo>
                      <a:cubicBezTo>
                        <a:pt x="725" y="159"/>
                        <a:pt x="567" y="1"/>
                        <a:pt x="37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16" name="Google Shape;12511;p89">
                <a:extLst>
                  <a:ext uri="{FF2B5EF4-FFF2-40B4-BE49-F238E27FC236}">
                    <a16:creationId xmlns:a16="http://schemas.microsoft.com/office/drawing/2014/main" id="{C18DD444-575E-5890-ED73-B9D53083201D}"/>
                  </a:ext>
                </a:extLst>
              </p:cNvPr>
              <p:cNvGrpSpPr/>
              <p:nvPr/>
            </p:nvGrpSpPr>
            <p:grpSpPr>
              <a:xfrm>
                <a:off x="6249888" y="2659314"/>
                <a:ext cx="490509" cy="646514"/>
                <a:chOff x="-4178875" y="2405775"/>
                <a:chExt cx="222925" cy="293825"/>
              </a:xfrm>
              <a:grpFill/>
            </p:grpSpPr>
            <p:sp>
              <p:nvSpPr>
                <p:cNvPr id="17943" name="Google Shape;12512;p89">
                  <a:extLst>
                    <a:ext uri="{FF2B5EF4-FFF2-40B4-BE49-F238E27FC236}">
                      <a16:creationId xmlns:a16="http://schemas.microsoft.com/office/drawing/2014/main" id="{E296B638-B224-E3C2-3EFC-EABC6D2DE2C6}"/>
                    </a:ext>
                  </a:extLst>
                </p:cNvPr>
                <p:cNvSpPr/>
                <p:nvPr/>
              </p:nvSpPr>
              <p:spPr>
                <a:xfrm>
                  <a:off x="-4178875" y="2405775"/>
                  <a:ext cx="222925" cy="29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17" h="11753" extrusionOk="0">
                      <a:moveTo>
                        <a:pt x="4474" y="694"/>
                      </a:moveTo>
                      <a:cubicBezTo>
                        <a:pt x="6553" y="694"/>
                        <a:pt x="8254" y="2395"/>
                        <a:pt x="8254" y="4475"/>
                      </a:cubicBezTo>
                      <a:cubicBezTo>
                        <a:pt x="8191" y="5262"/>
                        <a:pt x="7971" y="6018"/>
                        <a:pt x="7530" y="6649"/>
                      </a:cubicBezTo>
                      <a:lnTo>
                        <a:pt x="4474" y="10776"/>
                      </a:lnTo>
                      <a:lnTo>
                        <a:pt x="1418" y="6712"/>
                      </a:lnTo>
                      <a:cubicBezTo>
                        <a:pt x="945" y="6050"/>
                        <a:pt x="693" y="5294"/>
                        <a:pt x="693" y="4475"/>
                      </a:cubicBezTo>
                      <a:cubicBezTo>
                        <a:pt x="693" y="2395"/>
                        <a:pt x="2363" y="694"/>
                        <a:pt x="4474" y="694"/>
                      </a:cubicBezTo>
                      <a:close/>
                      <a:moveTo>
                        <a:pt x="4474" y="1"/>
                      </a:moveTo>
                      <a:cubicBezTo>
                        <a:pt x="2017" y="1"/>
                        <a:pt x="0" y="2017"/>
                        <a:pt x="0" y="4475"/>
                      </a:cubicBezTo>
                      <a:cubicBezTo>
                        <a:pt x="0" y="5451"/>
                        <a:pt x="315" y="6365"/>
                        <a:pt x="882" y="7153"/>
                      </a:cubicBezTo>
                      <a:lnTo>
                        <a:pt x="4190" y="11595"/>
                      </a:lnTo>
                      <a:cubicBezTo>
                        <a:pt x="4253" y="11689"/>
                        <a:pt x="4348" y="11752"/>
                        <a:pt x="4474" y="11752"/>
                      </a:cubicBezTo>
                      <a:cubicBezTo>
                        <a:pt x="4568" y="11752"/>
                        <a:pt x="4663" y="11721"/>
                        <a:pt x="4726" y="11595"/>
                      </a:cubicBezTo>
                      <a:lnTo>
                        <a:pt x="8097" y="7058"/>
                      </a:lnTo>
                      <a:cubicBezTo>
                        <a:pt x="8633" y="6333"/>
                        <a:pt x="8916" y="5420"/>
                        <a:pt x="8916" y="4506"/>
                      </a:cubicBezTo>
                      <a:cubicBezTo>
                        <a:pt x="8916" y="1986"/>
                        <a:pt x="6900" y="1"/>
                        <a:pt x="447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44" name="Google Shape;12513;p89">
                  <a:extLst>
                    <a:ext uri="{FF2B5EF4-FFF2-40B4-BE49-F238E27FC236}">
                      <a16:creationId xmlns:a16="http://schemas.microsoft.com/office/drawing/2014/main" id="{38BFB5F0-4FE6-C17E-1E45-D61408AC5B9F}"/>
                    </a:ext>
                  </a:extLst>
                </p:cNvPr>
                <p:cNvSpPr/>
                <p:nvPr/>
              </p:nvSpPr>
              <p:spPr>
                <a:xfrm>
                  <a:off x="-4093025" y="2491650"/>
                  <a:ext cx="51225" cy="5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8" extrusionOk="0">
                      <a:moveTo>
                        <a:pt x="1040" y="630"/>
                      </a:moveTo>
                      <a:cubicBezTo>
                        <a:pt x="1229" y="630"/>
                        <a:pt x="1386" y="788"/>
                        <a:pt x="1386" y="1008"/>
                      </a:cubicBezTo>
                      <a:cubicBezTo>
                        <a:pt x="1386" y="1197"/>
                        <a:pt x="1197" y="1355"/>
                        <a:pt x="1040" y="1355"/>
                      </a:cubicBezTo>
                      <a:cubicBezTo>
                        <a:pt x="819" y="1355"/>
                        <a:pt x="662" y="1197"/>
                        <a:pt x="662" y="1008"/>
                      </a:cubicBezTo>
                      <a:cubicBezTo>
                        <a:pt x="662" y="788"/>
                        <a:pt x="819" y="630"/>
                        <a:pt x="1040" y="630"/>
                      </a:cubicBezTo>
                      <a:close/>
                      <a:moveTo>
                        <a:pt x="1040" y="0"/>
                      </a:moveTo>
                      <a:cubicBezTo>
                        <a:pt x="473" y="0"/>
                        <a:pt x="0" y="473"/>
                        <a:pt x="0" y="1040"/>
                      </a:cubicBezTo>
                      <a:cubicBezTo>
                        <a:pt x="0" y="1575"/>
                        <a:pt x="473" y="2048"/>
                        <a:pt x="1040" y="2048"/>
                      </a:cubicBezTo>
                      <a:cubicBezTo>
                        <a:pt x="1575" y="2048"/>
                        <a:pt x="2048" y="1575"/>
                        <a:pt x="2048" y="1040"/>
                      </a:cubicBezTo>
                      <a:cubicBezTo>
                        <a:pt x="2048" y="441"/>
                        <a:pt x="1575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45" name="Google Shape;12514;p89">
                  <a:extLst>
                    <a:ext uri="{FF2B5EF4-FFF2-40B4-BE49-F238E27FC236}">
                      <a16:creationId xmlns:a16="http://schemas.microsoft.com/office/drawing/2014/main" id="{F21535A2-49CB-A77D-AD20-062AE3B0FB08}"/>
                    </a:ext>
                  </a:extLst>
                </p:cNvPr>
                <p:cNvSpPr/>
                <p:nvPr/>
              </p:nvSpPr>
              <p:spPr>
                <a:xfrm>
                  <a:off x="-4145800" y="2439650"/>
                  <a:ext cx="155975" cy="15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39" h="6208" extrusionOk="0">
                      <a:moveTo>
                        <a:pt x="3403" y="694"/>
                      </a:moveTo>
                      <a:lnTo>
                        <a:pt x="3403" y="1166"/>
                      </a:lnTo>
                      <a:cubicBezTo>
                        <a:pt x="3403" y="1324"/>
                        <a:pt x="3497" y="1450"/>
                        <a:pt x="3655" y="1481"/>
                      </a:cubicBezTo>
                      <a:cubicBezTo>
                        <a:pt x="3844" y="1576"/>
                        <a:pt x="4033" y="1670"/>
                        <a:pt x="4191" y="1828"/>
                      </a:cubicBezTo>
                      <a:cubicBezTo>
                        <a:pt x="4268" y="1867"/>
                        <a:pt x="4358" y="1894"/>
                        <a:pt x="4445" y="1894"/>
                      </a:cubicBezTo>
                      <a:cubicBezTo>
                        <a:pt x="4499" y="1894"/>
                        <a:pt x="4552" y="1884"/>
                        <a:pt x="4600" y="1859"/>
                      </a:cubicBezTo>
                      <a:lnTo>
                        <a:pt x="4978" y="1607"/>
                      </a:lnTo>
                      <a:lnTo>
                        <a:pt x="5356" y="2206"/>
                      </a:lnTo>
                      <a:lnTo>
                        <a:pt x="4947" y="2458"/>
                      </a:lnTo>
                      <a:cubicBezTo>
                        <a:pt x="4821" y="2521"/>
                        <a:pt x="4789" y="2647"/>
                        <a:pt x="4789" y="2805"/>
                      </a:cubicBezTo>
                      <a:cubicBezTo>
                        <a:pt x="4821" y="3025"/>
                        <a:pt x="4821" y="3183"/>
                        <a:pt x="4789" y="3435"/>
                      </a:cubicBezTo>
                      <a:cubicBezTo>
                        <a:pt x="4758" y="3592"/>
                        <a:pt x="4821" y="3687"/>
                        <a:pt x="4947" y="3781"/>
                      </a:cubicBezTo>
                      <a:lnTo>
                        <a:pt x="5356" y="4033"/>
                      </a:lnTo>
                      <a:lnTo>
                        <a:pt x="4978" y="4600"/>
                      </a:lnTo>
                      <a:lnTo>
                        <a:pt x="4600" y="4380"/>
                      </a:lnTo>
                      <a:cubicBezTo>
                        <a:pt x="4554" y="4345"/>
                        <a:pt x="4503" y="4332"/>
                        <a:pt x="4452" y="4332"/>
                      </a:cubicBezTo>
                      <a:cubicBezTo>
                        <a:pt x="4363" y="4332"/>
                        <a:pt x="4270" y="4372"/>
                        <a:pt x="4191" y="4411"/>
                      </a:cubicBezTo>
                      <a:cubicBezTo>
                        <a:pt x="4033" y="4537"/>
                        <a:pt x="3844" y="4632"/>
                        <a:pt x="3655" y="4726"/>
                      </a:cubicBezTo>
                      <a:cubicBezTo>
                        <a:pt x="3529" y="4758"/>
                        <a:pt x="3403" y="4915"/>
                        <a:pt x="3403" y="5041"/>
                      </a:cubicBezTo>
                      <a:lnTo>
                        <a:pt x="3403" y="5514"/>
                      </a:lnTo>
                      <a:lnTo>
                        <a:pt x="2741" y="5514"/>
                      </a:lnTo>
                      <a:lnTo>
                        <a:pt x="2741" y="5041"/>
                      </a:lnTo>
                      <a:cubicBezTo>
                        <a:pt x="2741" y="4884"/>
                        <a:pt x="2678" y="4758"/>
                        <a:pt x="2521" y="4726"/>
                      </a:cubicBezTo>
                      <a:cubicBezTo>
                        <a:pt x="2300" y="4663"/>
                        <a:pt x="2111" y="4569"/>
                        <a:pt x="1954" y="4411"/>
                      </a:cubicBezTo>
                      <a:cubicBezTo>
                        <a:pt x="1874" y="4372"/>
                        <a:pt x="1782" y="4332"/>
                        <a:pt x="1701" y="4332"/>
                      </a:cubicBezTo>
                      <a:cubicBezTo>
                        <a:pt x="1654" y="4332"/>
                        <a:pt x="1610" y="4345"/>
                        <a:pt x="1576" y="4380"/>
                      </a:cubicBezTo>
                      <a:lnTo>
                        <a:pt x="1166" y="4600"/>
                      </a:lnTo>
                      <a:lnTo>
                        <a:pt x="820" y="4033"/>
                      </a:lnTo>
                      <a:lnTo>
                        <a:pt x="1198" y="3781"/>
                      </a:lnTo>
                      <a:cubicBezTo>
                        <a:pt x="1324" y="3718"/>
                        <a:pt x="1418" y="3592"/>
                        <a:pt x="1355" y="3435"/>
                      </a:cubicBezTo>
                      <a:cubicBezTo>
                        <a:pt x="1324" y="3183"/>
                        <a:pt x="1324" y="3025"/>
                        <a:pt x="1355" y="2805"/>
                      </a:cubicBezTo>
                      <a:cubicBezTo>
                        <a:pt x="1418" y="2647"/>
                        <a:pt x="1324" y="2521"/>
                        <a:pt x="1198" y="2458"/>
                      </a:cubicBezTo>
                      <a:lnTo>
                        <a:pt x="820" y="2206"/>
                      </a:lnTo>
                      <a:lnTo>
                        <a:pt x="1166" y="1607"/>
                      </a:lnTo>
                      <a:lnTo>
                        <a:pt x="1576" y="1859"/>
                      </a:lnTo>
                      <a:cubicBezTo>
                        <a:pt x="1612" y="1884"/>
                        <a:pt x="1657" y="1894"/>
                        <a:pt x="1706" y="1894"/>
                      </a:cubicBezTo>
                      <a:cubicBezTo>
                        <a:pt x="1786" y="1894"/>
                        <a:pt x="1876" y="1867"/>
                        <a:pt x="1954" y="1828"/>
                      </a:cubicBezTo>
                      <a:cubicBezTo>
                        <a:pt x="2111" y="1702"/>
                        <a:pt x="2300" y="1576"/>
                        <a:pt x="2521" y="1481"/>
                      </a:cubicBezTo>
                      <a:cubicBezTo>
                        <a:pt x="2615" y="1450"/>
                        <a:pt x="2741" y="1292"/>
                        <a:pt x="2741" y="1166"/>
                      </a:cubicBezTo>
                      <a:lnTo>
                        <a:pt x="2741" y="694"/>
                      </a:lnTo>
                      <a:close/>
                      <a:moveTo>
                        <a:pt x="2426" y="1"/>
                      </a:moveTo>
                      <a:cubicBezTo>
                        <a:pt x="2237" y="1"/>
                        <a:pt x="2080" y="158"/>
                        <a:pt x="2080" y="347"/>
                      </a:cubicBezTo>
                      <a:lnTo>
                        <a:pt x="2080" y="946"/>
                      </a:lnTo>
                      <a:cubicBezTo>
                        <a:pt x="1954" y="977"/>
                        <a:pt x="1828" y="1072"/>
                        <a:pt x="1765" y="1135"/>
                      </a:cubicBezTo>
                      <a:lnTo>
                        <a:pt x="1261" y="851"/>
                      </a:lnTo>
                      <a:cubicBezTo>
                        <a:pt x="1211" y="831"/>
                        <a:pt x="1158" y="821"/>
                        <a:pt x="1104" y="821"/>
                      </a:cubicBezTo>
                      <a:cubicBezTo>
                        <a:pt x="990" y="821"/>
                        <a:pt x="874" y="870"/>
                        <a:pt x="788" y="977"/>
                      </a:cubicBezTo>
                      <a:lnTo>
                        <a:pt x="126" y="2175"/>
                      </a:lnTo>
                      <a:cubicBezTo>
                        <a:pt x="32" y="2332"/>
                        <a:pt x="63" y="2521"/>
                        <a:pt x="221" y="2647"/>
                      </a:cubicBezTo>
                      <a:lnTo>
                        <a:pt x="757" y="2899"/>
                      </a:lnTo>
                      <a:lnTo>
                        <a:pt x="757" y="3120"/>
                      </a:lnTo>
                      <a:lnTo>
                        <a:pt x="757" y="3309"/>
                      </a:lnTo>
                      <a:lnTo>
                        <a:pt x="221" y="3592"/>
                      </a:lnTo>
                      <a:cubicBezTo>
                        <a:pt x="63" y="3655"/>
                        <a:pt x="0" y="3907"/>
                        <a:pt x="126" y="4065"/>
                      </a:cubicBezTo>
                      <a:lnTo>
                        <a:pt x="788" y="5231"/>
                      </a:lnTo>
                      <a:cubicBezTo>
                        <a:pt x="831" y="5337"/>
                        <a:pt x="960" y="5415"/>
                        <a:pt x="1088" y="5415"/>
                      </a:cubicBezTo>
                      <a:cubicBezTo>
                        <a:pt x="1149" y="5415"/>
                        <a:pt x="1210" y="5397"/>
                        <a:pt x="1261" y="5357"/>
                      </a:cubicBezTo>
                      <a:lnTo>
                        <a:pt x="1765" y="5073"/>
                      </a:lnTo>
                      <a:cubicBezTo>
                        <a:pt x="1891" y="5167"/>
                        <a:pt x="1954" y="5199"/>
                        <a:pt x="2080" y="5262"/>
                      </a:cubicBezTo>
                      <a:lnTo>
                        <a:pt x="2080" y="5861"/>
                      </a:lnTo>
                      <a:cubicBezTo>
                        <a:pt x="2080" y="6050"/>
                        <a:pt x="2237" y="6207"/>
                        <a:pt x="2426" y="6207"/>
                      </a:cubicBezTo>
                      <a:lnTo>
                        <a:pt x="3812" y="6207"/>
                      </a:lnTo>
                      <a:cubicBezTo>
                        <a:pt x="4002" y="6207"/>
                        <a:pt x="4159" y="6050"/>
                        <a:pt x="4159" y="5861"/>
                      </a:cubicBezTo>
                      <a:lnTo>
                        <a:pt x="4159" y="5262"/>
                      </a:lnTo>
                      <a:cubicBezTo>
                        <a:pt x="4285" y="5231"/>
                        <a:pt x="4411" y="5167"/>
                        <a:pt x="4474" y="5073"/>
                      </a:cubicBezTo>
                      <a:lnTo>
                        <a:pt x="4978" y="5357"/>
                      </a:lnTo>
                      <a:cubicBezTo>
                        <a:pt x="5028" y="5376"/>
                        <a:pt x="5084" y="5387"/>
                        <a:pt x="5141" y="5387"/>
                      </a:cubicBezTo>
                      <a:cubicBezTo>
                        <a:pt x="5263" y="5387"/>
                        <a:pt x="5386" y="5338"/>
                        <a:pt x="5451" y="5231"/>
                      </a:cubicBezTo>
                      <a:lnTo>
                        <a:pt x="6144" y="4065"/>
                      </a:lnTo>
                      <a:cubicBezTo>
                        <a:pt x="6207" y="3907"/>
                        <a:pt x="6175" y="3687"/>
                        <a:pt x="6018" y="3592"/>
                      </a:cubicBezTo>
                      <a:lnTo>
                        <a:pt x="5514" y="3309"/>
                      </a:lnTo>
                      <a:lnTo>
                        <a:pt x="5514" y="3120"/>
                      </a:lnTo>
                      <a:lnTo>
                        <a:pt x="5514" y="2899"/>
                      </a:lnTo>
                      <a:lnTo>
                        <a:pt x="6018" y="2647"/>
                      </a:lnTo>
                      <a:cubicBezTo>
                        <a:pt x="6175" y="2521"/>
                        <a:pt x="6238" y="2332"/>
                        <a:pt x="6144" y="2175"/>
                      </a:cubicBezTo>
                      <a:lnTo>
                        <a:pt x="5451" y="977"/>
                      </a:lnTo>
                      <a:cubicBezTo>
                        <a:pt x="5408" y="870"/>
                        <a:pt x="5278" y="807"/>
                        <a:pt x="5149" y="807"/>
                      </a:cubicBezTo>
                      <a:cubicBezTo>
                        <a:pt x="5089" y="807"/>
                        <a:pt x="5029" y="821"/>
                        <a:pt x="4978" y="851"/>
                      </a:cubicBezTo>
                      <a:lnTo>
                        <a:pt x="4474" y="1135"/>
                      </a:lnTo>
                      <a:cubicBezTo>
                        <a:pt x="4348" y="1072"/>
                        <a:pt x="4285" y="1009"/>
                        <a:pt x="4159" y="946"/>
                      </a:cubicBezTo>
                      <a:lnTo>
                        <a:pt x="4159" y="347"/>
                      </a:lnTo>
                      <a:cubicBezTo>
                        <a:pt x="4159" y="158"/>
                        <a:pt x="4002" y="1"/>
                        <a:pt x="381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17" name="Google Shape;12520;p89">
                <a:extLst>
                  <a:ext uri="{FF2B5EF4-FFF2-40B4-BE49-F238E27FC236}">
                    <a16:creationId xmlns:a16="http://schemas.microsoft.com/office/drawing/2014/main" id="{CBE1D596-53C2-62CB-5CE5-1C24CA6B0F0D}"/>
                  </a:ext>
                </a:extLst>
              </p:cNvPr>
              <p:cNvGrpSpPr/>
              <p:nvPr/>
            </p:nvGrpSpPr>
            <p:grpSpPr>
              <a:xfrm>
                <a:off x="10314963" y="2661925"/>
                <a:ext cx="641288" cy="641288"/>
                <a:chOff x="-2419325" y="2408150"/>
                <a:chExt cx="291450" cy="291450"/>
              </a:xfrm>
              <a:grpFill/>
            </p:grpSpPr>
            <p:sp>
              <p:nvSpPr>
                <p:cNvPr id="17936" name="Google Shape;12521;p89">
                  <a:extLst>
                    <a:ext uri="{FF2B5EF4-FFF2-40B4-BE49-F238E27FC236}">
                      <a16:creationId xmlns:a16="http://schemas.microsoft.com/office/drawing/2014/main" id="{31F545B9-DF46-87AC-FF1B-65E055502B2D}"/>
                    </a:ext>
                  </a:extLst>
                </p:cNvPr>
                <p:cNvSpPr/>
                <p:nvPr/>
              </p:nvSpPr>
              <p:spPr>
                <a:xfrm>
                  <a:off x="-2419325" y="2408150"/>
                  <a:ext cx="291450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658" extrusionOk="0">
                      <a:moveTo>
                        <a:pt x="8948" y="725"/>
                      </a:moveTo>
                      <a:lnTo>
                        <a:pt x="8948" y="2489"/>
                      </a:lnTo>
                      <a:lnTo>
                        <a:pt x="8948" y="10366"/>
                      </a:lnTo>
                      <a:cubicBezTo>
                        <a:pt x="8948" y="10586"/>
                        <a:pt x="9011" y="10838"/>
                        <a:pt x="9137" y="11027"/>
                      </a:cubicBezTo>
                      <a:lnTo>
                        <a:pt x="1733" y="11027"/>
                      </a:lnTo>
                      <a:cubicBezTo>
                        <a:pt x="1134" y="11027"/>
                        <a:pt x="662" y="10586"/>
                        <a:pt x="662" y="10019"/>
                      </a:cubicBezTo>
                      <a:lnTo>
                        <a:pt x="662" y="725"/>
                      </a:lnTo>
                      <a:close/>
                      <a:moveTo>
                        <a:pt x="11027" y="2836"/>
                      </a:moveTo>
                      <a:lnTo>
                        <a:pt x="11027" y="10366"/>
                      </a:lnTo>
                      <a:lnTo>
                        <a:pt x="10995" y="10366"/>
                      </a:lnTo>
                      <a:cubicBezTo>
                        <a:pt x="10995" y="10744"/>
                        <a:pt x="10680" y="11027"/>
                        <a:pt x="10334" y="11027"/>
                      </a:cubicBezTo>
                      <a:cubicBezTo>
                        <a:pt x="9987" y="11027"/>
                        <a:pt x="9672" y="10712"/>
                        <a:pt x="9672" y="10366"/>
                      </a:cubicBezTo>
                      <a:lnTo>
                        <a:pt x="9672" y="2836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lnTo>
                        <a:pt x="0" y="9956"/>
                      </a:lnTo>
                      <a:cubicBezTo>
                        <a:pt x="0" y="10901"/>
                        <a:pt x="756" y="11657"/>
                        <a:pt x="1702" y="11657"/>
                      </a:cubicBezTo>
                      <a:lnTo>
                        <a:pt x="10302" y="11657"/>
                      </a:lnTo>
                      <a:cubicBezTo>
                        <a:pt x="11027" y="11657"/>
                        <a:pt x="11657" y="11027"/>
                        <a:pt x="11657" y="10271"/>
                      </a:cubicBezTo>
                      <a:lnTo>
                        <a:pt x="11657" y="2395"/>
                      </a:lnTo>
                      <a:cubicBezTo>
                        <a:pt x="11657" y="2300"/>
                        <a:pt x="11500" y="2143"/>
                        <a:pt x="11342" y="2143"/>
                      </a:cubicBezTo>
                      <a:lnTo>
                        <a:pt x="9641" y="2143"/>
                      </a:lnTo>
                      <a:lnTo>
                        <a:pt x="9641" y="347"/>
                      </a:lnTo>
                      <a:cubicBezTo>
                        <a:pt x="9641" y="158"/>
                        <a:pt x="9483" y="1"/>
                        <a:pt x="929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37" name="Google Shape;12522;p89">
                  <a:extLst>
                    <a:ext uri="{FF2B5EF4-FFF2-40B4-BE49-F238E27FC236}">
                      <a16:creationId xmlns:a16="http://schemas.microsoft.com/office/drawing/2014/main" id="{2A3506A7-D906-2548-13A5-D69DED6E19F9}"/>
                    </a:ext>
                  </a:extLst>
                </p:cNvPr>
                <p:cNvSpPr/>
                <p:nvPr/>
              </p:nvSpPr>
              <p:spPr>
                <a:xfrm>
                  <a:off x="-2385475" y="2444375"/>
                  <a:ext cx="17332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3" h="3467" extrusionOk="0">
                      <a:moveTo>
                        <a:pt x="6207" y="694"/>
                      </a:moveTo>
                      <a:lnTo>
                        <a:pt x="6207" y="2742"/>
                      </a:lnTo>
                      <a:lnTo>
                        <a:pt x="694" y="2742"/>
                      </a:lnTo>
                      <a:lnTo>
                        <a:pt x="694" y="694"/>
                      </a:lnTo>
                      <a:close/>
                      <a:moveTo>
                        <a:pt x="348" y="1"/>
                      </a:moveTo>
                      <a:cubicBezTo>
                        <a:pt x="159" y="1"/>
                        <a:pt x="1" y="158"/>
                        <a:pt x="1" y="379"/>
                      </a:cubicBezTo>
                      <a:lnTo>
                        <a:pt x="1" y="3120"/>
                      </a:lnTo>
                      <a:cubicBezTo>
                        <a:pt x="1" y="3309"/>
                        <a:pt x="159" y="3466"/>
                        <a:pt x="348" y="3466"/>
                      </a:cubicBezTo>
                      <a:lnTo>
                        <a:pt x="6554" y="3466"/>
                      </a:lnTo>
                      <a:cubicBezTo>
                        <a:pt x="6775" y="3466"/>
                        <a:pt x="6932" y="3309"/>
                        <a:pt x="6932" y="3120"/>
                      </a:cubicBezTo>
                      <a:lnTo>
                        <a:pt x="6932" y="379"/>
                      </a:lnTo>
                      <a:cubicBezTo>
                        <a:pt x="6869" y="158"/>
                        <a:pt x="6712" y="1"/>
                        <a:pt x="655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38" name="Google Shape;12523;p89">
                  <a:extLst>
                    <a:ext uri="{FF2B5EF4-FFF2-40B4-BE49-F238E27FC236}">
                      <a16:creationId xmlns:a16="http://schemas.microsoft.com/office/drawing/2014/main" id="{D4289652-BC4E-6B63-6141-2A42468FC51D}"/>
                    </a:ext>
                  </a:extLst>
                </p:cNvPr>
                <p:cNvSpPr/>
                <p:nvPr/>
              </p:nvSpPr>
              <p:spPr>
                <a:xfrm>
                  <a:off x="-2385475" y="2545975"/>
                  <a:ext cx="8667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3467" extrusionOk="0">
                      <a:moveTo>
                        <a:pt x="2742" y="757"/>
                      </a:moveTo>
                      <a:lnTo>
                        <a:pt x="2742" y="2805"/>
                      </a:lnTo>
                      <a:lnTo>
                        <a:pt x="694" y="2805"/>
                      </a:lnTo>
                      <a:lnTo>
                        <a:pt x="694" y="757"/>
                      </a:lnTo>
                      <a:close/>
                      <a:moveTo>
                        <a:pt x="348" y="1"/>
                      </a:moveTo>
                      <a:cubicBezTo>
                        <a:pt x="159" y="1"/>
                        <a:pt x="1" y="158"/>
                        <a:pt x="1" y="347"/>
                      </a:cubicBezTo>
                      <a:lnTo>
                        <a:pt x="1" y="3120"/>
                      </a:lnTo>
                      <a:cubicBezTo>
                        <a:pt x="1" y="3309"/>
                        <a:pt x="159" y="3466"/>
                        <a:pt x="348" y="3466"/>
                      </a:cubicBezTo>
                      <a:lnTo>
                        <a:pt x="3088" y="3466"/>
                      </a:lnTo>
                      <a:cubicBezTo>
                        <a:pt x="3309" y="3466"/>
                        <a:pt x="3467" y="3309"/>
                        <a:pt x="3467" y="3120"/>
                      </a:cubicBezTo>
                      <a:lnTo>
                        <a:pt x="3467" y="347"/>
                      </a:lnTo>
                      <a:cubicBezTo>
                        <a:pt x="3467" y="158"/>
                        <a:pt x="3309" y="1"/>
                        <a:pt x="308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39" name="Google Shape;12524;p89">
                  <a:extLst>
                    <a:ext uri="{FF2B5EF4-FFF2-40B4-BE49-F238E27FC236}">
                      <a16:creationId xmlns:a16="http://schemas.microsoft.com/office/drawing/2014/main" id="{4899E015-8B2A-A5C7-E822-449A4C40A70F}"/>
                    </a:ext>
                  </a:extLst>
                </p:cNvPr>
                <p:cNvSpPr/>
                <p:nvPr/>
              </p:nvSpPr>
              <p:spPr>
                <a:xfrm>
                  <a:off x="-2281500" y="2546775"/>
                  <a:ext cx="693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2395" y="725"/>
                      </a:lnTo>
                      <a:cubicBezTo>
                        <a:pt x="2616" y="725"/>
                        <a:pt x="2773" y="567"/>
                        <a:pt x="2773" y="378"/>
                      </a:cubicBezTo>
                      <a:cubicBezTo>
                        <a:pt x="2710" y="158"/>
                        <a:pt x="2553" y="0"/>
                        <a:pt x="239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40" name="Google Shape;12525;p89">
                  <a:extLst>
                    <a:ext uri="{FF2B5EF4-FFF2-40B4-BE49-F238E27FC236}">
                      <a16:creationId xmlns:a16="http://schemas.microsoft.com/office/drawing/2014/main" id="{40A262F1-8F59-FEFA-1ECB-0148BF09822F}"/>
                    </a:ext>
                  </a:extLst>
                </p:cNvPr>
                <p:cNvSpPr/>
                <p:nvPr/>
              </p:nvSpPr>
              <p:spPr>
                <a:xfrm>
                  <a:off x="-2281500" y="2581425"/>
                  <a:ext cx="693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5"/>
                        <a:pt x="347" y="725"/>
                      </a:cubicBezTo>
                      <a:lnTo>
                        <a:pt x="2395" y="725"/>
                      </a:lnTo>
                      <a:cubicBezTo>
                        <a:pt x="2616" y="725"/>
                        <a:pt x="2773" y="568"/>
                        <a:pt x="2773" y="347"/>
                      </a:cubicBezTo>
                      <a:cubicBezTo>
                        <a:pt x="2710" y="158"/>
                        <a:pt x="2553" y="1"/>
                        <a:pt x="23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41" name="Google Shape;12526;p89">
                  <a:extLst>
                    <a:ext uri="{FF2B5EF4-FFF2-40B4-BE49-F238E27FC236}">
                      <a16:creationId xmlns:a16="http://schemas.microsoft.com/office/drawing/2014/main" id="{616FDFE0-8124-3813-8625-394D90B03D40}"/>
                    </a:ext>
                  </a:extLst>
                </p:cNvPr>
                <p:cNvSpPr/>
                <p:nvPr/>
              </p:nvSpPr>
              <p:spPr>
                <a:xfrm>
                  <a:off x="-2281500" y="2616075"/>
                  <a:ext cx="69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47" y="694"/>
                      </a:cubicBezTo>
                      <a:lnTo>
                        <a:pt x="2395" y="694"/>
                      </a:lnTo>
                      <a:cubicBezTo>
                        <a:pt x="2616" y="694"/>
                        <a:pt x="2773" y="536"/>
                        <a:pt x="2773" y="347"/>
                      </a:cubicBezTo>
                      <a:cubicBezTo>
                        <a:pt x="2710" y="158"/>
                        <a:pt x="2553" y="1"/>
                        <a:pt x="23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42" name="Google Shape;12527;p89">
                  <a:extLst>
                    <a:ext uri="{FF2B5EF4-FFF2-40B4-BE49-F238E27FC236}">
                      <a16:creationId xmlns:a16="http://schemas.microsoft.com/office/drawing/2014/main" id="{B2D90093-D4C2-436D-AEE2-E97DD3D2E44A}"/>
                    </a:ext>
                  </a:extLst>
                </p:cNvPr>
                <p:cNvSpPr/>
                <p:nvPr/>
              </p:nvSpPr>
              <p:spPr>
                <a:xfrm>
                  <a:off x="-2385475" y="2649150"/>
                  <a:ext cx="1733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3" h="726" extrusionOk="0">
                      <a:moveTo>
                        <a:pt x="348" y="1"/>
                      </a:moveTo>
                      <a:cubicBezTo>
                        <a:pt x="159" y="1"/>
                        <a:pt x="1" y="159"/>
                        <a:pt x="1" y="379"/>
                      </a:cubicBezTo>
                      <a:cubicBezTo>
                        <a:pt x="1" y="568"/>
                        <a:pt x="159" y="726"/>
                        <a:pt x="348" y="726"/>
                      </a:cubicBezTo>
                      <a:lnTo>
                        <a:pt x="6554" y="726"/>
                      </a:lnTo>
                      <a:cubicBezTo>
                        <a:pt x="6775" y="726"/>
                        <a:pt x="6932" y="568"/>
                        <a:pt x="6932" y="379"/>
                      </a:cubicBezTo>
                      <a:cubicBezTo>
                        <a:pt x="6869" y="159"/>
                        <a:pt x="6712" y="1"/>
                        <a:pt x="655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18" name="Google Shape;12535;p89">
                <a:extLst>
                  <a:ext uri="{FF2B5EF4-FFF2-40B4-BE49-F238E27FC236}">
                    <a16:creationId xmlns:a16="http://schemas.microsoft.com/office/drawing/2014/main" id="{24C4B461-37E4-32CA-43EA-2006F7AA39C6}"/>
                  </a:ext>
                </a:extLst>
              </p:cNvPr>
              <p:cNvGrpSpPr/>
              <p:nvPr/>
            </p:nvGrpSpPr>
            <p:grpSpPr>
              <a:xfrm>
                <a:off x="2872448" y="2661924"/>
                <a:ext cx="649979" cy="641288"/>
                <a:chOff x="-5637575" y="2397900"/>
                <a:chExt cx="295400" cy="291450"/>
              </a:xfrm>
              <a:grpFill/>
            </p:grpSpPr>
            <p:sp>
              <p:nvSpPr>
                <p:cNvPr id="17932" name="Google Shape;12536;p89">
                  <a:extLst>
                    <a:ext uri="{FF2B5EF4-FFF2-40B4-BE49-F238E27FC236}">
                      <a16:creationId xmlns:a16="http://schemas.microsoft.com/office/drawing/2014/main" id="{24372630-B038-9420-2836-DE731CAB85D9}"/>
                    </a:ext>
                  </a:extLst>
                </p:cNvPr>
                <p:cNvSpPr/>
                <p:nvPr/>
              </p:nvSpPr>
              <p:spPr>
                <a:xfrm>
                  <a:off x="-5575350" y="2547550"/>
                  <a:ext cx="79575" cy="8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3" h="3530" extrusionOk="0">
                      <a:moveTo>
                        <a:pt x="1088" y="1"/>
                      </a:moveTo>
                      <a:cubicBezTo>
                        <a:pt x="1001" y="1"/>
                        <a:pt x="915" y="32"/>
                        <a:pt x="852" y="95"/>
                      </a:cubicBezTo>
                      <a:lnTo>
                        <a:pt x="379" y="568"/>
                      </a:lnTo>
                      <a:cubicBezTo>
                        <a:pt x="1" y="978"/>
                        <a:pt x="1" y="1639"/>
                        <a:pt x="379" y="2017"/>
                      </a:cubicBezTo>
                      <a:cubicBezTo>
                        <a:pt x="584" y="2222"/>
                        <a:pt x="852" y="2324"/>
                        <a:pt x="1115" y="2324"/>
                      </a:cubicBezTo>
                      <a:cubicBezTo>
                        <a:pt x="1379" y="2324"/>
                        <a:pt x="1639" y="2222"/>
                        <a:pt x="1828" y="2017"/>
                      </a:cubicBezTo>
                      <a:cubicBezTo>
                        <a:pt x="1891" y="1970"/>
                        <a:pt x="1986" y="1946"/>
                        <a:pt x="2076" y="1946"/>
                      </a:cubicBezTo>
                      <a:cubicBezTo>
                        <a:pt x="2167" y="1946"/>
                        <a:pt x="2253" y="1970"/>
                        <a:pt x="2301" y="2017"/>
                      </a:cubicBezTo>
                      <a:cubicBezTo>
                        <a:pt x="2427" y="2143"/>
                        <a:pt x="2427" y="2395"/>
                        <a:pt x="2301" y="2490"/>
                      </a:cubicBezTo>
                      <a:lnTo>
                        <a:pt x="1828" y="2962"/>
                      </a:lnTo>
                      <a:cubicBezTo>
                        <a:pt x="1734" y="3088"/>
                        <a:pt x="1734" y="3340"/>
                        <a:pt x="1828" y="3435"/>
                      </a:cubicBezTo>
                      <a:cubicBezTo>
                        <a:pt x="1891" y="3498"/>
                        <a:pt x="1986" y="3529"/>
                        <a:pt x="2076" y="3529"/>
                      </a:cubicBezTo>
                      <a:cubicBezTo>
                        <a:pt x="2167" y="3529"/>
                        <a:pt x="2253" y="3498"/>
                        <a:pt x="2301" y="3435"/>
                      </a:cubicBezTo>
                      <a:lnTo>
                        <a:pt x="2773" y="2962"/>
                      </a:lnTo>
                      <a:cubicBezTo>
                        <a:pt x="3183" y="2584"/>
                        <a:pt x="3183" y="1923"/>
                        <a:pt x="2773" y="1513"/>
                      </a:cubicBezTo>
                      <a:cubicBezTo>
                        <a:pt x="2569" y="1293"/>
                        <a:pt x="2309" y="1182"/>
                        <a:pt x="2049" y="1182"/>
                      </a:cubicBezTo>
                      <a:cubicBezTo>
                        <a:pt x="1789" y="1182"/>
                        <a:pt x="1529" y="1293"/>
                        <a:pt x="1324" y="1513"/>
                      </a:cubicBezTo>
                      <a:cubicBezTo>
                        <a:pt x="1261" y="1576"/>
                        <a:pt x="1174" y="1608"/>
                        <a:pt x="1088" y="1608"/>
                      </a:cubicBezTo>
                      <a:cubicBezTo>
                        <a:pt x="1001" y="1608"/>
                        <a:pt x="915" y="1576"/>
                        <a:pt x="852" y="1513"/>
                      </a:cubicBezTo>
                      <a:cubicBezTo>
                        <a:pt x="726" y="1387"/>
                        <a:pt x="726" y="1167"/>
                        <a:pt x="852" y="1041"/>
                      </a:cubicBezTo>
                      <a:lnTo>
                        <a:pt x="1324" y="568"/>
                      </a:lnTo>
                      <a:cubicBezTo>
                        <a:pt x="1450" y="442"/>
                        <a:pt x="1450" y="221"/>
                        <a:pt x="1324" y="95"/>
                      </a:cubicBezTo>
                      <a:cubicBezTo>
                        <a:pt x="1261" y="32"/>
                        <a:pt x="1174" y="1"/>
                        <a:pt x="108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33" name="Google Shape;12537;p89">
                  <a:extLst>
                    <a:ext uri="{FF2B5EF4-FFF2-40B4-BE49-F238E27FC236}">
                      <a16:creationId xmlns:a16="http://schemas.microsoft.com/office/drawing/2014/main" id="{01E43FCF-63C5-51F2-9B86-C07C9F9BC7FD}"/>
                    </a:ext>
                  </a:extLst>
                </p:cNvPr>
                <p:cNvSpPr/>
                <p:nvPr/>
              </p:nvSpPr>
              <p:spPr>
                <a:xfrm>
                  <a:off x="-5526500" y="2499525"/>
                  <a:ext cx="85075" cy="8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3" h="3269" extrusionOk="0">
                      <a:moveTo>
                        <a:pt x="1107" y="0"/>
                      </a:moveTo>
                      <a:cubicBezTo>
                        <a:pt x="1016" y="0"/>
                        <a:pt x="930" y="32"/>
                        <a:pt x="882" y="95"/>
                      </a:cubicBezTo>
                      <a:lnTo>
                        <a:pt x="410" y="567"/>
                      </a:lnTo>
                      <a:cubicBezTo>
                        <a:pt x="0" y="945"/>
                        <a:pt x="0" y="1638"/>
                        <a:pt x="410" y="2016"/>
                      </a:cubicBezTo>
                      <a:lnTo>
                        <a:pt x="882" y="2489"/>
                      </a:lnTo>
                      <a:lnTo>
                        <a:pt x="1355" y="2962"/>
                      </a:lnTo>
                      <a:cubicBezTo>
                        <a:pt x="1544" y="3166"/>
                        <a:pt x="1804" y="3269"/>
                        <a:pt x="2068" y="3269"/>
                      </a:cubicBezTo>
                      <a:cubicBezTo>
                        <a:pt x="2332" y="3269"/>
                        <a:pt x="2599" y="3166"/>
                        <a:pt x="2804" y="2962"/>
                      </a:cubicBezTo>
                      <a:lnTo>
                        <a:pt x="3277" y="2489"/>
                      </a:lnTo>
                      <a:cubicBezTo>
                        <a:pt x="3403" y="2363"/>
                        <a:pt x="3403" y="2142"/>
                        <a:pt x="3277" y="2016"/>
                      </a:cubicBezTo>
                      <a:cubicBezTo>
                        <a:pt x="3178" y="1918"/>
                        <a:pt x="3070" y="1870"/>
                        <a:pt x="2977" y="1870"/>
                      </a:cubicBezTo>
                      <a:cubicBezTo>
                        <a:pt x="2892" y="1870"/>
                        <a:pt x="2818" y="1910"/>
                        <a:pt x="2773" y="1985"/>
                      </a:cubicBezTo>
                      <a:lnTo>
                        <a:pt x="2300" y="2457"/>
                      </a:lnTo>
                      <a:cubicBezTo>
                        <a:pt x="2237" y="2520"/>
                        <a:pt x="2143" y="2552"/>
                        <a:pt x="2052" y="2552"/>
                      </a:cubicBezTo>
                      <a:cubicBezTo>
                        <a:pt x="1961" y="2552"/>
                        <a:pt x="1875" y="2520"/>
                        <a:pt x="1827" y="2457"/>
                      </a:cubicBezTo>
                      <a:lnTo>
                        <a:pt x="1575" y="2205"/>
                      </a:lnTo>
                      <a:lnTo>
                        <a:pt x="2300" y="1512"/>
                      </a:lnTo>
                      <a:cubicBezTo>
                        <a:pt x="2395" y="1386"/>
                        <a:pt x="2395" y="1134"/>
                        <a:pt x="2300" y="1040"/>
                      </a:cubicBezTo>
                      <a:cubicBezTo>
                        <a:pt x="2237" y="977"/>
                        <a:pt x="2143" y="945"/>
                        <a:pt x="2052" y="945"/>
                      </a:cubicBezTo>
                      <a:cubicBezTo>
                        <a:pt x="1961" y="945"/>
                        <a:pt x="1875" y="977"/>
                        <a:pt x="1827" y="1040"/>
                      </a:cubicBezTo>
                      <a:lnTo>
                        <a:pt x="1103" y="1733"/>
                      </a:lnTo>
                      <a:lnTo>
                        <a:pt x="882" y="1512"/>
                      </a:lnTo>
                      <a:cubicBezTo>
                        <a:pt x="756" y="1386"/>
                        <a:pt x="756" y="1166"/>
                        <a:pt x="882" y="1040"/>
                      </a:cubicBezTo>
                      <a:lnTo>
                        <a:pt x="1355" y="567"/>
                      </a:lnTo>
                      <a:cubicBezTo>
                        <a:pt x="1449" y="441"/>
                        <a:pt x="1449" y="221"/>
                        <a:pt x="1355" y="95"/>
                      </a:cubicBezTo>
                      <a:cubicBezTo>
                        <a:pt x="1292" y="32"/>
                        <a:pt x="1197" y="0"/>
                        <a:pt x="110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34" name="Google Shape;12538;p89">
                  <a:extLst>
                    <a:ext uri="{FF2B5EF4-FFF2-40B4-BE49-F238E27FC236}">
                      <a16:creationId xmlns:a16="http://schemas.microsoft.com/office/drawing/2014/main" id="{8A6D95F0-C143-3B8D-0916-FC908A6EB3E7}"/>
                    </a:ext>
                  </a:extLst>
                </p:cNvPr>
                <p:cNvSpPr/>
                <p:nvPr/>
              </p:nvSpPr>
              <p:spPr>
                <a:xfrm>
                  <a:off x="-5480050" y="2456975"/>
                  <a:ext cx="80375" cy="7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5" h="3026" extrusionOk="0">
                      <a:moveTo>
                        <a:pt x="1100" y="686"/>
                      </a:moveTo>
                      <a:cubicBezTo>
                        <a:pt x="1190" y="686"/>
                        <a:pt x="1277" y="710"/>
                        <a:pt x="1324" y="757"/>
                      </a:cubicBezTo>
                      <a:lnTo>
                        <a:pt x="2332" y="1765"/>
                      </a:lnTo>
                      <a:cubicBezTo>
                        <a:pt x="2490" y="1860"/>
                        <a:pt x="2490" y="2112"/>
                        <a:pt x="2332" y="2238"/>
                      </a:cubicBezTo>
                      <a:cubicBezTo>
                        <a:pt x="2269" y="2285"/>
                        <a:pt x="2183" y="2309"/>
                        <a:pt x="2096" y="2309"/>
                      </a:cubicBezTo>
                      <a:cubicBezTo>
                        <a:pt x="2009" y="2309"/>
                        <a:pt x="1923" y="2285"/>
                        <a:pt x="1860" y="2238"/>
                      </a:cubicBezTo>
                      <a:lnTo>
                        <a:pt x="852" y="1229"/>
                      </a:lnTo>
                      <a:cubicBezTo>
                        <a:pt x="757" y="1135"/>
                        <a:pt x="757" y="883"/>
                        <a:pt x="852" y="757"/>
                      </a:cubicBezTo>
                      <a:cubicBezTo>
                        <a:pt x="915" y="710"/>
                        <a:pt x="1009" y="686"/>
                        <a:pt x="1100" y="686"/>
                      </a:cubicBezTo>
                      <a:close/>
                      <a:moveTo>
                        <a:pt x="1119" y="1"/>
                      </a:moveTo>
                      <a:cubicBezTo>
                        <a:pt x="852" y="1"/>
                        <a:pt x="584" y="95"/>
                        <a:pt x="379" y="284"/>
                      </a:cubicBezTo>
                      <a:cubicBezTo>
                        <a:pt x="1" y="694"/>
                        <a:pt x="1" y="1356"/>
                        <a:pt x="379" y="1765"/>
                      </a:cubicBezTo>
                      <a:lnTo>
                        <a:pt x="1387" y="2742"/>
                      </a:lnTo>
                      <a:cubicBezTo>
                        <a:pt x="1576" y="2931"/>
                        <a:pt x="1836" y="3025"/>
                        <a:pt x="2100" y="3025"/>
                      </a:cubicBezTo>
                      <a:cubicBezTo>
                        <a:pt x="2364" y="3025"/>
                        <a:pt x="2632" y="2931"/>
                        <a:pt x="2836" y="2742"/>
                      </a:cubicBezTo>
                      <a:cubicBezTo>
                        <a:pt x="3214" y="2332"/>
                        <a:pt x="3214" y="1671"/>
                        <a:pt x="2836" y="1293"/>
                      </a:cubicBezTo>
                      <a:lnTo>
                        <a:pt x="1860" y="284"/>
                      </a:lnTo>
                      <a:cubicBezTo>
                        <a:pt x="1655" y="95"/>
                        <a:pt x="1387" y="1"/>
                        <a:pt x="111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35" name="Google Shape;12539;p89">
                  <a:extLst>
                    <a:ext uri="{FF2B5EF4-FFF2-40B4-BE49-F238E27FC236}">
                      <a16:creationId xmlns:a16="http://schemas.microsoft.com/office/drawing/2014/main" id="{009E0E45-7417-52F0-696C-2491A44194F7}"/>
                    </a:ext>
                  </a:extLst>
                </p:cNvPr>
                <p:cNvSpPr/>
                <p:nvPr/>
              </p:nvSpPr>
              <p:spPr>
                <a:xfrm>
                  <a:off x="-5637575" y="2397900"/>
                  <a:ext cx="295400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6" h="11658" extrusionOk="0">
                      <a:moveTo>
                        <a:pt x="9185" y="1479"/>
                      </a:moveTo>
                      <a:cubicBezTo>
                        <a:pt x="9245" y="1479"/>
                        <a:pt x="9245" y="1482"/>
                        <a:pt x="9263" y="1482"/>
                      </a:cubicBezTo>
                      <a:cubicBezTo>
                        <a:pt x="9421" y="1482"/>
                        <a:pt x="9579" y="1513"/>
                        <a:pt x="9673" y="1545"/>
                      </a:cubicBezTo>
                      <a:lnTo>
                        <a:pt x="9106" y="2143"/>
                      </a:lnTo>
                      <a:cubicBezTo>
                        <a:pt x="8980" y="2269"/>
                        <a:pt x="8980" y="2490"/>
                        <a:pt x="9106" y="2616"/>
                      </a:cubicBezTo>
                      <a:cubicBezTo>
                        <a:pt x="9153" y="2679"/>
                        <a:pt x="9240" y="2710"/>
                        <a:pt x="9330" y="2710"/>
                      </a:cubicBezTo>
                      <a:cubicBezTo>
                        <a:pt x="9421" y="2710"/>
                        <a:pt x="9515" y="2679"/>
                        <a:pt x="9579" y="2616"/>
                      </a:cubicBezTo>
                      <a:lnTo>
                        <a:pt x="10146" y="2017"/>
                      </a:lnTo>
                      <a:cubicBezTo>
                        <a:pt x="10272" y="2175"/>
                        <a:pt x="10303" y="2332"/>
                        <a:pt x="10303" y="2553"/>
                      </a:cubicBezTo>
                      <a:lnTo>
                        <a:pt x="10146" y="5325"/>
                      </a:lnTo>
                      <a:cubicBezTo>
                        <a:pt x="10114" y="5798"/>
                        <a:pt x="9925" y="6239"/>
                        <a:pt x="9515" y="6554"/>
                      </a:cubicBezTo>
                      <a:lnTo>
                        <a:pt x="9484" y="6585"/>
                      </a:lnTo>
                      <a:lnTo>
                        <a:pt x="8570" y="7499"/>
                      </a:lnTo>
                      <a:cubicBezTo>
                        <a:pt x="5231" y="10902"/>
                        <a:pt x="5829" y="10303"/>
                        <a:pt x="5199" y="10902"/>
                      </a:cubicBezTo>
                      <a:cubicBezTo>
                        <a:pt x="5136" y="10949"/>
                        <a:pt x="5050" y="10972"/>
                        <a:pt x="4963" y="10972"/>
                      </a:cubicBezTo>
                      <a:cubicBezTo>
                        <a:pt x="4876" y="10972"/>
                        <a:pt x="4790" y="10949"/>
                        <a:pt x="4727" y="10902"/>
                      </a:cubicBezTo>
                      <a:lnTo>
                        <a:pt x="820" y="6995"/>
                      </a:lnTo>
                      <a:cubicBezTo>
                        <a:pt x="694" y="6869"/>
                        <a:pt x="694" y="6648"/>
                        <a:pt x="820" y="6522"/>
                      </a:cubicBezTo>
                      <a:lnTo>
                        <a:pt x="5262" y="2112"/>
                      </a:lnTo>
                      <a:cubicBezTo>
                        <a:pt x="5577" y="1797"/>
                        <a:pt x="5987" y="1639"/>
                        <a:pt x="6365" y="1608"/>
                      </a:cubicBezTo>
                      <a:cubicBezTo>
                        <a:pt x="8503" y="1495"/>
                        <a:pt x="9033" y="1479"/>
                        <a:pt x="9185" y="1479"/>
                      </a:cubicBezTo>
                      <a:close/>
                      <a:moveTo>
                        <a:pt x="11422" y="1"/>
                      </a:moveTo>
                      <a:cubicBezTo>
                        <a:pt x="11335" y="1"/>
                        <a:pt x="11248" y="32"/>
                        <a:pt x="11185" y="95"/>
                      </a:cubicBezTo>
                      <a:lnTo>
                        <a:pt x="10240" y="1041"/>
                      </a:lnTo>
                      <a:cubicBezTo>
                        <a:pt x="9958" y="871"/>
                        <a:pt x="9650" y="752"/>
                        <a:pt x="9316" y="752"/>
                      </a:cubicBezTo>
                      <a:cubicBezTo>
                        <a:pt x="9278" y="752"/>
                        <a:pt x="9239" y="754"/>
                        <a:pt x="9200" y="757"/>
                      </a:cubicBezTo>
                      <a:lnTo>
                        <a:pt x="6428" y="883"/>
                      </a:lnTo>
                      <a:cubicBezTo>
                        <a:pt x="5829" y="915"/>
                        <a:pt x="5262" y="1167"/>
                        <a:pt x="4853" y="1608"/>
                      </a:cubicBezTo>
                      <a:lnTo>
                        <a:pt x="379" y="6018"/>
                      </a:lnTo>
                      <a:cubicBezTo>
                        <a:pt x="1" y="6396"/>
                        <a:pt x="1" y="7058"/>
                        <a:pt x="379" y="7468"/>
                      </a:cubicBezTo>
                      <a:lnTo>
                        <a:pt x="4286" y="11374"/>
                      </a:lnTo>
                      <a:cubicBezTo>
                        <a:pt x="4490" y="11563"/>
                        <a:pt x="4758" y="11658"/>
                        <a:pt x="5022" y="11658"/>
                      </a:cubicBezTo>
                      <a:cubicBezTo>
                        <a:pt x="5286" y="11658"/>
                        <a:pt x="5546" y="11563"/>
                        <a:pt x="5735" y="11374"/>
                      </a:cubicBezTo>
                      <a:lnTo>
                        <a:pt x="9137" y="7972"/>
                      </a:lnTo>
                      <a:lnTo>
                        <a:pt x="10051" y="7058"/>
                      </a:lnTo>
                      <a:cubicBezTo>
                        <a:pt x="10555" y="6648"/>
                        <a:pt x="10870" y="6018"/>
                        <a:pt x="10902" y="5388"/>
                      </a:cubicBezTo>
                      <a:lnTo>
                        <a:pt x="11059" y="2584"/>
                      </a:lnTo>
                      <a:cubicBezTo>
                        <a:pt x="11059" y="2238"/>
                        <a:pt x="10996" y="1828"/>
                        <a:pt x="10776" y="1545"/>
                      </a:cubicBezTo>
                      <a:lnTo>
                        <a:pt x="11721" y="600"/>
                      </a:lnTo>
                      <a:cubicBezTo>
                        <a:pt x="11815" y="442"/>
                        <a:pt x="11815" y="221"/>
                        <a:pt x="11658" y="95"/>
                      </a:cubicBezTo>
                      <a:cubicBezTo>
                        <a:pt x="11595" y="32"/>
                        <a:pt x="11508" y="1"/>
                        <a:pt x="1142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19" name="Google Shape;12546;p89">
                <a:extLst>
                  <a:ext uri="{FF2B5EF4-FFF2-40B4-BE49-F238E27FC236}">
                    <a16:creationId xmlns:a16="http://schemas.microsoft.com/office/drawing/2014/main" id="{9FC9ED1C-9C23-AA5D-345B-B162C8B5DF84}"/>
                  </a:ext>
                </a:extLst>
              </p:cNvPr>
              <p:cNvGrpSpPr/>
              <p:nvPr/>
            </p:nvGrpSpPr>
            <p:grpSpPr>
              <a:xfrm>
                <a:off x="6981824" y="2659341"/>
                <a:ext cx="648218" cy="646458"/>
                <a:chOff x="-3854375" y="2405000"/>
                <a:chExt cx="294600" cy="293800"/>
              </a:xfrm>
              <a:grpFill/>
            </p:grpSpPr>
            <p:sp>
              <p:nvSpPr>
                <p:cNvPr id="17930" name="Google Shape;12547;p89">
                  <a:extLst>
                    <a:ext uri="{FF2B5EF4-FFF2-40B4-BE49-F238E27FC236}">
                      <a16:creationId xmlns:a16="http://schemas.microsoft.com/office/drawing/2014/main" id="{CF4A9842-FA89-D11D-FB35-CD221623D43A}"/>
                    </a:ext>
                  </a:extLst>
                </p:cNvPr>
                <p:cNvSpPr/>
                <p:nvPr/>
              </p:nvSpPr>
              <p:spPr>
                <a:xfrm>
                  <a:off x="-3854375" y="2405000"/>
                  <a:ext cx="294600" cy="293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4" h="11752" extrusionOk="0">
                      <a:moveTo>
                        <a:pt x="6994" y="694"/>
                      </a:moveTo>
                      <a:lnTo>
                        <a:pt x="6994" y="1103"/>
                      </a:lnTo>
                      <a:cubicBezTo>
                        <a:pt x="6994" y="1261"/>
                        <a:pt x="7120" y="1387"/>
                        <a:pt x="7278" y="1418"/>
                      </a:cubicBezTo>
                      <a:cubicBezTo>
                        <a:pt x="7467" y="1481"/>
                        <a:pt x="7719" y="1576"/>
                        <a:pt x="7908" y="1702"/>
                      </a:cubicBezTo>
                      <a:cubicBezTo>
                        <a:pt x="7954" y="1736"/>
                        <a:pt x="8009" y="1750"/>
                        <a:pt x="8066" y="1750"/>
                      </a:cubicBezTo>
                      <a:cubicBezTo>
                        <a:pt x="8164" y="1750"/>
                        <a:pt x="8269" y="1710"/>
                        <a:pt x="8349" y="1670"/>
                      </a:cubicBezTo>
                      <a:lnTo>
                        <a:pt x="8664" y="1355"/>
                      </a:lnTo>
                      <a:lnTo>
                        <a:pt x="9137" y="1828"/>
                      </a:lnTo>
                      <a:lnTo>
                        <a:pt x="8822" y="2143"/>
                      </a:lnTo>
                      <a:cubicBezTo>
                        <a:pt x="8696" y="2269"/>
                        <a:pt x="8696" y="2426"/>
                        <a:pt x="8759" y="2584"/>
                      </a:cubicBezTo>
                      <a:cubicBezTo>
                        <a:pt x="8885" y="2773"/>
                        <a:pt x="8979" y="2962"/>
                        <a:pt x="9042" y="3214"/>
                      </a:cubicBezTo>
                      <a:cubicBezTo>
                        <a:pt x="9074" y="3372"/>
                        <a:pt x="9200" y="3466"/>
                        <a:pt x="9357" y="3466"/>
                      </a:cubicBezTo>
                      <a:lnTo>
                        <a:pt x="9798" y="3466"/>
                      </a:lnTo>
                      <a:lnTo>
                        <a:pt x="9798" y="4159"/>
                      </a:lnTo>
                      <a:lnTo>
                        <a:pt x="9357" y="4159"/>
                      </a:lnTo>
                      <a:cubicBezTo>
                        <a:pt x="9200" y="4159"/>
                        <a:pt x="9074" y="4222"/>
                        <a:pt x="9042" y="4380"/>
                      </a:cubicBezTo>
                      <a:cubicBezTo>
                        <a:pt x="9011" y="4569"/>
                        <a:pt x="8885" y="4821"/>
                        <a:pt x="8759" y="5010"/>
                      </a:cubicBezTo>
                      <a:cubicBezTo>
                        <a:pt x="8696" y="5136"/>
                        <a:pt x="8727" y="5325"/>
                        <a:pt x="8822" y="5451"/>
                      </a:cubicBezTo>
                      <a:lnTo>
                        <a:pt x="9137" y="5766"/>
                      </a:lnTo>
                      <a:lnTo>
                        <a:pt x="8664" y="6238"/>
                      </a:lnTo>
                      <a:lnTo>
                        <a:pt x="8349" y="5923"/>
                      </a:lnTo>
                      <a:cubicBezTo>
                        <a:pt x="8275" y="5850"/>
                        <a:pt x="8191" y="5819"/>
                        <a:pt x="8101" y="5819"/>
                      </a:cubicBezTo>
                      <a:cubicBezTo>
                        <a:pt x="8038" y="5819"/>
                        <a:pt x="7973" y="5834"/>
                        <a:pt x="7908" y="5860"/>
                      </a:cubicBezTo>
                      <a:cubicBezTo>
                        <a:pt x="7719" y="5986"/>
                        <a:pt x="7498" y="6081"/>
                        <a:pt x="7278" y="6144"/>
                      </a:cubicBezTo>
                      <a:cubicBezTo>
                        <a:pt x="7120" y="6175"/>
                        <a:pt x="6994" y="6301"/>
                        <a:pt x="6994" y="6459"/>
                      </a:cubicBezTo>
                      <a:lnTo>
                        <a:pt x="6994" y="6900"/>
                      </a:lnTo>
                      <a:lnTo>
                        <a:pt x="6333" y="6900"/>
                      </a:lnTo>
                      <a:lnTo>
                        <a:pt x="6333" y="6459"/>
                      </a:lnTo>
                      <a:cubicBezTo>
                        <a:pt x="6333" y="6301"/>
                        <a:pt x="6207" y="6207"/>
                        <a:pt x="6049" y="6144"/>
                      </a:cubicBezTo>
                      <a:cubicBezTo>
                        <a:pt x="5860" y="6112"/>
                        <a:pt x="5608" y="5986"/>
                        <a:pt x="5419" y="5860"/>
                      </a:cubicBezTo>
                      <a:cubicBezTo>
                        <a:pt x="5374" y="5838"/>
                        <a:pt x="5322" y="5828"/>
                        <a:pt x="5267" y="5828"/>
                      </a:cubicBezTo>
                      <a:cubicBezTo>
                        <a:pt x="5167" y="5828"/>
                        <a:pt x="5059" y="5862"/>
                        <a:pt x="4978" y="5923"/>
                      </a:cubicBezTo>
                      <a:lnTo>
                        <a:pt x="4663" y="6238"/>
                      </a:lnTo>
                      <a:lnTo>
                        <a:pt x="4190" y="5766"/>
                      </a:lnTo>
                      <a:lnTo>
                        <a:pt x="4505" y="5451"/>
                      </a:lnTo>
                      <a:cubicBezTo>
                        <a:pt x="4631" y="5325"/>
                        <a:pt x="4631" y="5167"/>
                        <a:pt x="4568" y="5010"/>
                      </a:cubicBezTo>
                      <a:cubicBezTo>
                        <a:pt x="4442" y="4821"/>
                        <a:pt x="4348" y="4632"/>
                        <a:pt x="4285" y="4380"/>
                      </a:cubicBezTo>
                      <a:cubicBezTo>
                        <a:pt x="4253" y="4254"/>
                        <a:pt x="4127" y="4159"/>
                        <a:pt x="4001" y="4159"/>
                      </a:cubicBezTo>
                      <a:lnTo>
                        <a:pt x="3529" y="4159"/>
                      </a:lnTo>
                      <a:lnTo>
                        <a:pt x="3529" y="3466"/>
                      </a:lnTo>
                      <a:lnTo>
                        <a:pt x="3970" y="3466"/>
                      </a:lnTo>
                      <a:cubicBezTo>
                        <a:pt x="4127" y="3466"/>
                        <a:pt x="4253" y="3372"/>
                        <a:pt x="4285" y="3214"/>
                      </a:cubicBezTo>
                      <a:cubicBezTo>
                        <a:pt x="4316" y="2993"/>
                        <a:pt x="4442" y="2773"/>
                        <a:pt x="4568" y="2584"/>
                      </a:cubicBezTo>
                      <a:cubicBezTo>
                        <a:pt x="4631" y="2458"/>
                        <a:pt x="4600" y="2269"/>
                        <a:pt x="4505" y="2143"/>
                      </a:cubicBezTo>
                      <a:lnTo>
                        <a:pt x="4190" y="1828"/>
                      </a:lnTo>
                      <a:lnTo>
                        <a:pt x="4663" y="1355"/>
                      </a:lnTo>
                      <a:lnTo>
                        <a:pt x="4978" y="1670"/>
                      </a:lnTo>
                      <a:cubicBezTo>
                        <a:pt x="5046" y="1738"/>
                        <a:pt x="5122" y="1769"/>
                        <a:pt x="5203" y="1769"/>
                      </a:cubicBezTo>
                      <a:cubicBezTo>
                        <a:pt x="5273" y="1769"/>
                        <a:pt x="5346" y="1746"/>
                        <a:pt x="5419" y="1702"/>
                      </a:cubicBezTo>
                      <a:cubicBezTo>
                        <a:pt x="5608" y="1576"/>
                        <a:pt x="5829" y="1513"/>
                        <a:pt x="6049" y="1418"/>
                      </a:cubicBezTo>
                      <a:cubicBezTo>
                        <a:pt x="6207" y="1387"/>
                        <a:pt x="6333" y="1261"/>
                        <a:pt x="6333" y="1103"/>
                      </a:cubicBezTo>
                      <a:lnTo>
                        <a:pt x="6333" y="694"/>
                      </a:lnTo>
                      <a:close/>
                      <a:moveTo>
                        <a:pt x="10964" y="4821"/>
                      </a:moveTo>
                      <a:lnTo>
                        <a:pt x="9830" y="8255"/>
                      </a:lnTo>
                      <a:lnTo>
                        <a:pt x="2773" y="8255"/>
                      </a:lnTo>
                      <a:lnTo>
                        <a:pt x="2143" y="4821"/>
                      </a:lnTo>
                      <a:lnTo>
                        <a:pt x="3686" y="4821"/>
                      </a:lnTo>
                      <a:cubicBezTo>
                        <a:pt x="3718" y="4947"/>
                        <a:pt x="3781" y="5010"/>
                        <a:pt x="3812" y="5136"/>
                      </a:cubicBezTo>
                      <a:lnTo>
                        <a:pt x="3466" y="5482"/>
                      </a:lnTo>
                      <a:cubicBezTo>
                        <a:pt x="3340" y="5608"/>
                        <a:pt x="3340" y="5829"/>
                        <a:pt x="3466" y="5955"/>
                      </a:cubicBezTo>
                      <a:lnTo>
                        <a:pt x="4442" y="6932"/>
                      </a:lnTo>
                      <a:cubicBezTo>
                        <a:pt x="4505" y="6995"/>
                        <a:pt x="4592" y="7026"/>
                        <a:pt x="4679" y="7026"/>
                      </a:cubicBezTo>
                      <a:cubicBezTo>
                        <a:pt x="4765" y="7026"/>
                        <a:pt x="4852" y="6995"/>
                        <a:pt x="4915" y="6932"/>
                      </a:cubicBezTo>
                      <a:lnTo>
                        <a:pt x="5262" y="6585"/>
                      </a:lnTo>
                      <a:cubicBezTo>
                        <a:pt x="5356" y="6617"/>
                        <a:pt x="5451" y="6680"/>
                        <a:pt x="5577" y="6711"/>
                      </a:cubicBezTo>
                      <a:lnTo>
                        <a:pt x="5577" y="7215"/>
                      </a:lnTo>
                      <a:cubicBezTo>
                        <a:pt x="5577" y="7404"/>
                        <a:pt x="5734" y="7562"/>
                        <a:pt x="5923" y="7562"/>
                      </a:cubicBezTo>
                      <a:lnTo>
                        <a:pt x="7309" y="7562"/>
                      </a:lnTo>
                      <a:cubicBezTo>
                        <a:pt x="7498" y="7562"/>
                        <a:pt x="7656" y="7404"/>
                        <a:pt x="7656" y="7215"/>
                      </a:cubicBezTo>
                      <a:lnTo>
                        <a:pt x="7656" y="6711"/>
                      </a:lnTo>
                      <a:cubicBezTo>
                        <a:pt x="7782" y="6680"/>
                        <a:pt x="7876" y="6617"/>
                        <a:pt x="7971" y="6585"/>
                      </a:cubicBezTo>
                      <a:lnTo>
                        <a:pt x="8349" y="6932"/>
                      </a:lnTo>
                      <a:cubicBezTo>
                        <a:pt x="8396" y="6995"/>
                        <a:pt x="8483" y="7026"/>
                        <a:pt x="8574" y="7026"/>
                      </a:cubicBezTo>
                      <a:cubicBezTo>
                        <a:pt x="8664" y="7026"/>
                        <a:pt x="8759" y="6995"/>
                        <a:pt x="8822" y="6932"/>
                      </a:cubicBezTo>
                      <a:lnTo>
                        <a:pt x="9798" y="5955"/>
                      </a:lnTo>
                      <a:cubicBezTo>
                        <a:pt x="9924" y="5829"/>
                        <a:pt x="9924" y="5608"/>
                        <a:pt x="9798" y="5482"/>
                      </a:cubicBezTo>
                      <a:lnTo>
                        <a:pt x="9452" y="5136"/>
                      </a:lnTo>
                      <a:cubicBezTo>
                        <a:pt x="9483" y="5041"/>
                        <a:pt x="9515" y="4947"/>
                        <a:pt x="9546" y="4821"/>
                      </a:cubicBezTo>
                      <a:close/>
                      <a:moveTo>
                        <a:pt x="3907" y="10334"/>
                      </a:moveTo>
                      <a:cubicBezTo>
                        <a:pt x="4096" y="10366"/>
                        <a:pt x="4253" y="10523"/>
                        <a:pt x="4253" y="10681"/>
                      </a:cubicBezTo>
                      <a:cubicBezTo>
                        <a:pt x="4253" y="10870"/>
                        <a:pt x="4096" y="11027"/>
                        <a:pt x="3907" y="11027"/>
                      </a:cubicBezTo>
                      <a:cubicBezTo>
                        <a:pt x="3686" y="11027"/>
                        <a:pt x="3529" y="10870"/>
                        <a:pt x="3529" y="10681"/>
                      </a:cubicBezTo>
                      <a:cubicBezTo>
                        <a:pt x="3529" y="10492"/>
                        <a:pt x="3686" y="10334"/>
                        <a:pt x="3907" y="10334"/>
                      </a:cubicBezTo>
                      <a:close/>
                      <a:moveTo>
                        <a:pt x="8664" y="10334"/>
                      </a:moveTo>
                      <a:cubicBezTo>
                        <a:pt x="8853" y="10366"/>
                        <a:pt x="9011" y="10523"/>
                        <a:pt x="9011" y="10681"/>
                      </a:cubicBezTo>
                      <a:cubicBezTo>
                        <a:pt x="9011" y="10870"/>
                        <a:pt x="8853" y="11027"/>
                        <a:pt x="8664" y="11027"/>
                      </a:cubicBezTo>
                      <a:cubicBezTo>
                        <a:pt x="8444" y="11027"/>
                        <a:pt x="8286" y="10870"/>
                        <a:pt x="8286" y="10681"/>
                      </a:cubicBezTo>
                      <a:cubicBezTo>
                        <a:pt x="8286" y="10492"/>
                        <a:pt x="8444" y="10334"/>
                        <a:pt x="8664" y="10334"/>
                      </a:cubicBezTo>
                      <a:close/>
                      <a:moveTo>
                        <a:pt x="5892" y="0"/>
                      </a:moveTo>
                      <a:cubicBezTo>
                        <a:pt x="5703" y="0"/>
                        <a:pt x="5545" y="158"/>
                        <a:pt x="5545" y="379"/>
                      </a:cubicBezTo>
                      <a:lnTo>
                        <a:pt x="5545" y="883"/>
                      </a:lnTo>
                      <a:cubicBezTo>
                        <a:pt x="5419" y="914"/>
                        <a:pt x="5356" y="946"/>
                        <a:pt x="5230" y="1009"/>
                      </a:cubicBezTo>
                      <a:lnTo>
                        <a:pt x="4883" y="631"/>
                      </a:lnTo>
                      <a:cubicBezTo>
                        <a:pt x="4820" y="583"/>
                        <a:pt x="4734" y="560"/>
                        <a:pt x="4647" y="560"/>
                      </a:cubicBezTo>
                      <a:cubicBezTo>
                        <a:pt x="4561" y="560"/>
                        <a:pt x="4474" y="583"/>
                        <a:pt x="4411" y="631"/>
                      </a:cubicBezTo>
                      <a:lnTo>
                        <a:pt x="3434" y="1639"/>
                      </a:lnTo>
                      <a:cubicBezTo>
                        <a:pt x="3308" y="1733"/>
                        <a:pt x="3308" y="1985"/>
                        <a:pt x="3434" y="2111"/>
                      </a:cubicBezTo>
                      <a:lnTo>
                        <a:pt x="3781" y="2458"/>
                      </a:lnTo>
                      <a:cubicBezTo>
                        <a:pt x="3718" y="2521"/>
                        <a:pt x="3686" y="2647"/>
                        <a:pt x="3655" y="2773"/>
                      </a:cubicBezTo>
                      <a:lnTo>
                        <a:pt x="3151" y="2773"/>
                      </a:lnTo>
                      <a:cubicBezTo>
                        <a:pt x="2930" y="2773"/>
                        <a:pt x="2773" y="2930"/>
                        <a:pt x="2773" y="3119"/>
                      </a:cubicBezTo>
                      <a:lnTo>
                        <a:pt x="2773" y="4159"/>
                      </a:lnTo>
                      <a:lnTo>
                        <a:pt x="1985" y="4159"/>
                      </a:lnTo>
                      <a:lnTo>
                        <a:pt x="1765" y="2930"/>
                      </a:lnTo>
                      <a:cubicBezTo>
                        <a:pt x="1670" y="2458"/>
                        <a:pt x="1197" y="2111"/>
                        <a:pt x="693" y="2111"/>
                      </a:cubicBezTo>
                      <a:lnTo>
                        <a:pt x="347" y="2111"/>
                      </a:lnTo>
                      <a:cubicBezTo>
                        <a:pt x="158" y="2111"/>
                        <a:pt x="0" y="2269"/>
                        <a:pt x="0" y="2458"/>
                      </a:cubicBezTo>
                      <a:cubicBezTo>
                        <a:pt x="0" y="2647"/>
                        <a:pt x="158" y="2804"/>
                        <a:pt x="347" y="2804"/>
                      </a:cubicBezTo>
                      <a:lnTo>
                        <a:pt x="693" y="2804"/>
                      </a:lnTo>
                      <a:cubicBezTo>
                        <a:pt x="882" y="2804"/>
                        <a:pt x="1103" y="2930"/>
                        <a:pt x="1103" y="3088"/>
                      </a:cubicBezTo>
                      <a:lnTo>
                        <a:pt x="2080" y="8570"/>
                      </a:lnTo>
                      <a:cubicBezTo>
                        <a:pt x="1891" y="8759"/>
                        <a:pt x="1765" y="9042"/>
                        <a:pt x="1765" y="9357"/>
                      </a:cubicBezTo>
                      <a:cubicBezTo>
                        <a:pt x="1765" y="9861"/>
                        <a:pt x="2143" y="10366"/>
                        <a:pt x="2867" y="10366"/>
                      </a:cubicBezTo>
                      <a:cubicBezTo>
                        <a:pt x="2836" y="10492"/>
                        <a:pt x="2836" y="10618"/>
                        <a:pt x="2836" y="10712"/>
                      </a:cubicBezTo>
                      <a:cubicBezTo>
                        <a:pt x="2836" y="11279"/>
                        <a:pt x="3308" y="11752"/>
                        <a:pt x="3844" y="11752"/>
                      </a:cubicBezTo>
                      <a:cubicBezTo>
                        <a:pt x="4411" y="11752"/>
                        <a:pt x="4883" y="11279"/>
                        <a:pt x="4883" y="10712"/>
                      </a:cubicBezTo>
                      <a:cubicBezTo>
                        <a:pt x="4883" y="10618"/>
                        <a:pt x="4820" y="10492"/>
                        <a:pt x="4820" y="10366"/>
                      </a:cubicBezTo>
                      <a:lnTo>
                        <a:pt x="7719" y="10366"/>
                      </a:lnTo>
                      <a:cubicBezTo>
                        <a:pt x="7656" y="10492"/>
                        <a:pt x="7656" y="10618"/>
                        <a:pt x="7656" y="10712"/>
                      </a:cubicBezTo>
                      <a:cubicBezTo>
                        <a:pt x="7656" y="11279"/>
                        <a:pt x="8129" y="11752"/>
                        <a:pt x="8696" y="11752"/>
                      </a:cubicBezTo>
                      <a:cubicBezTo>
                        <a:pt x="9231" y="11752"/>
                        <a:pt x="9735" y="11279"/>
                        <a:pt x="9735" y="10712"/>
                      </a:cubicBezTo>
                      <a:cubicBezTo>
                        <a:pt x="9735" y="10618"/>
                        <a:pt x="9672" y="10492"/>
                        <a:pt x="9672" y="10366"/>
                      </a:cubicBezTo>
                      <a:lnTo>
                        <a:pt x="10082" y="10366"/>
                      </a:lnTo>
                      <a:cubicBezTo>
                        <a:pt x="10271" y="10366"/>
                        <a:pt x="10428" y="10208"/>
                        <a:pt x="10428" y="10019"/>
                      </a:cubicBezTo>
                      <a:cubicBezTo>
                        <a:pt x="10428" y="9830"/>
                        <a:pt x="10271" y="9672"/>
                        <a:pt x="10082" y="9672"/>
                      </a:cubicBezTo>
                      <a:lnTo>
                        <a:pt x="2867" y="9672"/>
                      </a:lnTo>
                      <a:cubicBezTo>
                        <a:pt x="2678" y="9672"/>
                        <a:pt x="2521" y="9515"/>
                        <a:pt x="2521" y="9294"/>
                      </a:cubicBezTo>
                      <a:cubicBezTo>
                        <a:pt x="2521" y="9137"/>
                        <a:pt x="2678" y="8948"/>
                        <a:pt x="2867" y="8948"/>
                      </a:cubicBezTo>
                      <a:lnTo>
                        <a:pt x="10082" y="8948"/>
                      </a:lnTo>
                      <a:cubicBezTo>
                        <a:pt x="10239" y="8948"/>
                        <a:pt x="10334" y="8885"/>
                        <a:pt x="10397" y="8727"/>
                      </a:cubicBezTo>
                      <a:lnTo>
                        <a:pt x="11720" y="4663"/>
                      </a:lnTo>
                      <a:cubicBezTo>
                        <a:pt x="11783" y="4537"/>
                        <a:pt x="11720" y="4411"/>
                        <a:pt x="11689" y="4348"/>
                      </a:cubicBezTo>
                      <a:cubicBezTo>
                        <a:pt x="11563" y="4191"/>
                        <a:pt x="11405" y="4191"/>
                        <a:pt x="11279" y="4191"/>
                      </a:cubicBezTo>
                      <a:lnTo>
                        <a:pt x="10397" y="4191"/>
                      </a:lnTo>
                      <a:lnTo>
                        <a:pt x="10397" y="3119"/>
                      </a:lnTo>
                      <a:cubicBezTo>
                        <a:pt x="10397" y="2930"/>
                        <a:pt x="10239" y="2773"/>
                        <a:pt x="10019" y="2773"/>
                      </a:cubicBezTo>
                      <a:lnTo>
                        <a:pt x="9515" y="2773"/>
                      </a:lnTo>
                      <a:cubicBezTo>
                        <a:pt x="9483" y="2647"/>
                        <a:pt x="9452" y="2584"/>
                        <a:pt x="9389" y="2458"/>
                      </a:cubicBezTo>
                      <a:lnTo>
                        <a:pt x="9767" y="2080"/>
                      </a:lnTo>
                      <a:cubicBezTo>
                        <a:pt x="9861" y="1985"/>
                        <a:pt x="9861" y="1733"/>
                        <a:pt x="9767" y="1607"/>
                      </a:cubicBezTo>
                      <a:lnTo>
                        <a:pt x="8759" y="631"/>
                      </a:lnTo>
                      <a:cubicBezTo>
                        <a:pt x="8711" y="568"/>
                        <a:pt x="8625" y="536"/>
                        <a:pt x="8534" y="536"/>
                      </a:cubicBezTo>
                      <a:cubicBezTo>
                        <a:pt x="8444" y="536"/>
                        <a:pt x="8349" y="568"/>
                        <a:pt x="8286" y="631"/>
                      </a:cubicBezTo>
                      <a:lnTo>
                        <a:pt x="7939" y="1009"/>
                      </a:lnTo>
                      <a:cubicBezTo>
                        <a:pt x="7876" y="946"/>
                        <a:pt x="7750" y="914"/>
                        <a:pt x="7624" y="883"/>
                      </a:cubicBezTo>
                      <a:lnTo>
                        <a:pt x="7624" y="379"/>
                      </a:lnTo>
                      <a:cubicBezTo>
                        <a:pt x="7624" y="158"/>
                        <a:pt x="7467" y="0"/>
                        <a:pt x="72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31" name="Google Shape;12548;p89">
                  <a:extLst>
                    <a:ext uri="{FF2B5EF4-FFF2-40B4-BE49-F238E27FC236}">
                      <a16:creationId xmlns:a16="http://schemas.microsoft.com/office/drawing/2014/main" id="{6EB5A4D6-B014-8D53-01AF-705A47F2E3AF}"/>
                    </a:ext>
                  </a:extLst>
                </p:cNvPr>
                <p:cNvSpPr/>
                <p:nvPr/>
              </p:nvSpPr>
              <p:spPr>
                <a:xfrm>
                  <a:off x="-3731500" y="2458550"/>
                  <a:ext cx="84300" cy="8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2" h="3372" extrusionOk="0">
                      <a:moveTo>
                        <a:pt x="1701" y="631"/>
                      </a:moveTo>
                      <a:cubicBezTo>
                        <a:pt x="2237" y="631"/>
                        <a:pt x="2709" y="1103"/>
                        <a:pt x="2709" y="1639"/>
                      </a:cubicBezTo>
                      <a:cubicBezTo>
                        <a:pt x="2709" y="2206"/>
                        <a:pt x="2237" y="2679"/>
                        <a:pt x="1701" y="2679"/>
                      </a:cubicBezTo>
                      <a:cubicBezTo>
                        <a:pt x="1134" y="2679"/>
                        <a:pt x="662" y="2206"/>
                        <a:pt x="662" y="1639"/>
                      </a:cubicBezTo>
                      <a:cubicBezTo>
                        <a:pt x="662" y="1103"/>
                        <a:pt x="1134" y="631"/>
                        <a:pt x="1701" y="631"/>
                      </a:cubicBezTo>
                      <a:close/>
                      <a:moveTo>
                        <a:pt x="1701" y="1"/>
                      </a:moveTo>
                      <a:cubicBezTo>
                        <a:pt x="756" y="1"/>
                        <a:pt x="0" y="725"/>
                        <a:pt x="0" y="1702"/>
                      </a:cubicBezTo>
                      <a:cubicBezTo>
                        <a:pt x="0" y="2647"/>
                        <a:pt x="756" y="3372"/>
                        <a:pt x="1701" y="3372"/>
                      </a:cubicBezTo>
                      <a:cubicBezTo>
                        <a:pt x="2646" y="3372"/>
                        <a:pt x="3371" y="2647"/>
                        <a:pt x="3371" y="1702"/>
                      </a:cubicBezTo>
                      <a:cubicBezTo>
                        <a:pt x="3371" y="725"/>
                        <a:pt x="2646" y="1"/>
                        <a:pt x="170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920" name="Google Shape;12553;p89">
                <a:extLst>
                  <a:ext uri="{FF2B5EF4-FFF2-40B4-BE49-F238E27FC236}">
                    <a16:creationId xmlns:a16="http://schemas.microsoft.com/office/drawing/2014/main" id="{4D890F3F-F373-DF0E-09C8-B09329338EDA}"/>
                  </a:ext>
                </a:extLst>
              </p:cNvPr>
              <p:cNvSpPr/>
              <p:nvPr/>
            </p:nvSpPr>
            <p:spPr>
              <a:xfrm>
                <a:off x="11151816" y="2661730"/>
                <a:ext cx="642992" cy="641232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11657" extrusionOk="0">
                    <a:moveTo>
                      <a:pt x="5860" y="662"/>
                    </a:moveTo>
                    <a:cubicBezTo>
                      <a:pt x="6080" y="662"/>
                      <a:pt x="6238" y="851"/>
                      <a:pt x="6238" y="1040"/>
                    </a:cubicBezTo>
                    <a:lnTo>
                      <a:pt x="6238" y="1386"/>
                    </a:lnTo>
                    <a:lnTo>
                      <a:pt x="756" y="1386"/>
                    </a:lnTo>
                    <a:lnTo>
                      <a:pt x="756" y="1040"/>
                    </a:lnTo>
                    <a:cubicBezTo>
                      <a:pt x="725" y="851"/>
                      <a:pt x="882" y="662"/>
                      <a:pt x="1071" y="662"/>
                    </a:cubicBezTo>
                    <a:close/>
                    <a:moveTo>
                      <a:pt x="6175" y="2048"/>
                    </a:moveTo>
                    <a:lnTo>
                      <a:pt x="6175" y="3686"/>
                    </a:lnTo>
                    <a:cubicBezTo>
                      <a:pt x="5639" y="3686"/>
                      <a:pt x="5198" y="4096"/>
                      <a:pt x="5198" y="4663"/>
                    </a:cubicBezTo>
                    <a:cubicBezTo>
                      <a:pt x="4820" y="4694"/>
                      <a:pt x="4505" y="4883"/>
                      <a:pt x="4348" y="5261"/>
                    </a:cubicBezTo>
                    <a:lnTo>
                      <a:pt x="3592" y="4505"/>
                    </a:lnTo>
                    <a:cubicBezTo>
                      <a:pt x="3403" y="4300"/>
                      <a:pt x="3135" y="4198"/>
                      <a:pt x="2867" y="4198"/>
                    </a:cubicBezTo>
                    <a:cubicBezTo>
                      <a:pt x="2599" y="4198"/>
                      <a:pt x="2331" y="4300"/>
                      <a:pt x="2142" y="4505"/>
                    </a:cubicBezTo>
                    <a:cubicBezTo>
                      <a:pt x="1733" y="4883"/>
                      <a:pt x="1733" y="5576"/>
                      <a:pt x="2142" y="5954"/>
                    </a:cubicBezTo>
                    <a:lnTo>
                      <a:pt x="4505" y="8317"/>
                    </a:lnTo>
                    <a:lnTo>
                      <a:pt x="4316" y="8317"/>
                    </a:lnTo>
                    <a:cubicBezTo>
                      <a:pt x="3875" y="8317"/>
                      <a:pt x="3466" y="8601"/>
                      <a:pt x="3308" y="9042"/>
                    </a:cubicBezTo>
                    <a:lnTo>
                      <a:pt x="725" y="9042"/>
                    </a:lnTo>
                    <a:lnTo>
                      <a:pt x="725" y="8979"/>
                    </a:lnTo>
                    <a:lnTo>
                      <a:pt x="725" y="2048"/>
                    </a:lnTo>
                    <a:close/>
                    <a:moveTo>
                      <a:pt x="7640" y="3907"/>
                    </a:moveTo>
                    <a:cubicBezTo>
                      <a:pt x="7727" y="3907"/>
                      <a:pt x="7813" y="3938"/>
                      <a:pt x="7876" y="4001"/>
                    </a:cubicBezTo>
                    <a:lnTo>
                      <a:pt x="8664" y="4789"/>
                    </a:lnTo>
                    <a:cubicBezTo>
                      <a:pt x="9325" y="5450"/>
                      <a:pt x="9861" y="6238"/>
                      <a:pt x="10113" y="7026"/>
                    </a:cubicBezTo>
                    <a:lnTo>
                      <a:pt x="7530" y="9609"/>
                    </a:lnTo>
                    <a:lnTo>
                      <a:pt x="4222" y="9609"/>
                    </a:lnTo>
                    <a:cubicBezTo>
                      <a:pt x="4033" y="9609"/>
                      <a:pt x="3875" y="9451"/>
                      <a:pt x="3875" y="9262"/>
                    </a:cubicBezTo>
                    <a:cubicBezTo>
                      <a:pt x="3875" y="9073"/>
                      <a:pt x="4033" y="8916"/>
                      <a:pt x="4222" y="8916"/>
                    </a:cubicBezTo>
                    <a:lnTo>
                      <a:pt x="5230" y="8916"/>
                    </a:lnTo>
                    <a:cubicBezTo>
                      <a:pt x="5387" y="8916"/>
                      <a:pt x="5513" y="8821"/>
                      <a:pt x="5545" y="8695"/>
                    </a:cubicBezTo>
                    <a:cubicBezTo>
                      <a:pt x="5608" y="8601"/>
                      <a:pt x="5608" y="8443"/>
                      <a:pt x="5482" y="8349"/>
                    </a:cubicBezTo>
                    <a:lnTo>
                      <a:pt x="2520" y="5387"/>
                    </a:lnTo>
                    <a:cubicBezTo>
                      <a:pt x="2394" y="5293"/>
                      <a:pt x="2394" y="5041"/>
                      <a:pt x="2520" y="4915"/>
                    </a:cubicBezTo>
                    <a:cubicBezTo>
                      <a:pt x="2583" y="4868"/>
                      <a:pt x="2670" y="4844"/>
                      <a:pt x="2757" y="4844"/>
                    </a:cubicBezTo>
                    <a:cubicBezTo>
                      <a:pt x="2843" y="4844"/>
                      <a:pt x="2930" y="4868"/>
                      <a:pt x="2993" y="4915"/>
                    </a:cubicBezTo>
                    <a:lnTo>
                      <a:pt x="4442" y="6395"/>
                    </a:lnTo>
                    <a:lnTo>
                      <a:pt x="5450" y="7372"/>
                    </a:lnTo>
                    <a:cubicBezTo>
                      <a:pt x="5498" y="7435"/>
                      <a:pt x="5584" y="7467"/>
                      <a:pt x="5675" y="7467"/>
                    </a:cubicBezTo>
                    <a:cubicBezTo>
                      <a:pt x="5765" y="7467"/>
                      <a:pt x="5860" y="7435"/>
                      <a:pt x="5923" y="7372"/>
                    </a:cubicBezTo>
                    <a:cubicBezTo>
                      <a:pt x="6017" y="7246"/>
                      <a:pt x="6017" y="7026"/>
                      <a:pt x="5923" y="6900"/>
                    </a:cubicBezTo>
                    <a:lnTo>
                      <a:pt x="4915" y="5923"/>
                    </a:lnTo>
                    <a:cubicBezTo>
                      <a:pt x="4820" y="5797"/>
                      <a:pt x="4820" y="5545"/>
                      <a:pt x="4915" y="5450"/>
                    </a:cubicBezTo>
                    <a:cubicBezTo>
                      <a:pt x="4978" y="5387"/>
                      <a:pt x="5072" y="5356"/>
                      <a:pt x="5163" y="5356"/>
                    </a:cubicBezTo>
                    <a:cubicBezTo>
                      <a:pt x="5253" y="5356"/>
                      <a:pt x="5340" y="5387"/>
                      <a:pt x="5387" y="5450"/>
                    </a:cubicBezTo>
                    <a:lnTo>
                      <a:pt x="6396" y="6427"/>
                    </a:lnTo>
                    <a:cubicBezTo>
                      <a:pt x="6443" y="6490"/>
                      <a:pt x="6529" y="6522"/>
                      <a:pt x="6620" y="6522"/>
                    </a:cubicBezTo>
                    <a:cubicBezTo>
                      <a:pt x="6711" y="6522"/>
                      <a:pt x="6805" y="6490"/>
                      <a:pt x="6868" y="6427"/>
                    </a:cubicBezTo>
                    <a:cubicBezTo>
                      <a:pt x="6963" y="6301"/>
                      <a:pt x="6963" y="6080"/>
                      <a:pt x="6868" y="5954"/>
                    </a:cubicBezTo>
                    <a:lnTo>
                      <a:pt x="5860" y="4978"/>
                    </a:lnTo>
                    <a:cubicBezTo>
                      <a:pt x="5765" y="4852"/>
                      <a:pt x="5765" y="4631"/>
                      <a:pt x="5860" y="4505"/>
                    </a:cubicBezTo>
                    <a:cubicBezTo>
                      <a:pt x="5923" y="4442"/>
                      <a:pt x="6017" y="4411"/>
                      <a:pt x="6108" y="4411"/>
                    </a:cubicBezTo>
                    <a:cubicBezTo>
                      <a:pt x="6199" y="4411"/>
                      <a:pt x="6285" y="4442"/>
                      <a:pt x="6333" y="4505"/>
                    </a:cubicBezTo>
                    <a:lnTo>
                      <a:pt x="7341" y="5482"/>
                    </a:lnTo>
                    <a:cubicBezTo>
                      <a:pt x="7388" y="5545"/>
                      <a:pt x="7475" y="5576"/>
                      <a:pt x="7565" y="5576"/>
                    </a:cubicBezTo>
                    <a:cubicBezTo>
                      <a:pt x="7656" y="5576"/>
                      <a:pt x="7750" y="5545"/>
                      <a:pt x="7813" y="5482"/>
                    </a:cubicBezTo>
                    <a:cubicBezTo>
                      <a:pt x="7908" y="5356"/>
                      <a:pt x="7908" y="5135"/>
                      <a:pt x="7813" y="5009"/>
                    </a:cubicBezTo>
                    <a:lnTo>
                      <a:pt x="7341" y="4537"/>
                    </a:lnTo>
                    <a:cubicBezTo>
                      <a:pt x="7278" y="4348"/>
                      <a:pt x="7278" y="4096"/>
                      <a:pt x="7404" y="4001"/>
                    </a:cubicBezTo>
                    <a:cubicBezTo>
                      <a:pt x="7467" y="3938"/>
                      <a:pt x="7553" y="3907"/>
                      <a:pt x="7640" y="3907"/>
                    </a:cubicBezTo>
                    <a:close/>
                    <a:moveTo>
                      <a:pt x="10554" y="7624"/>
                    </a:moveTo>
                    <a:lnTo>
                      <a:pt x="10806" y="7845"/>
                    </a:lnTo>
                    <a:cubicBezTo>
                      <a:pt x="10964" y="8002"/>
                      <a:pt x="10964" y="8191"/>
                      <a:pt x="10806" y="8317"/>
                    </a:cubicBezTo>
                    <a:lnTo>
                      <a:pt x="8853" y="10239"/>
                    </a:lnTo>
                    <a:cubicBezTo>
                      <a:pt x="8806" y="10302"/>
                      <a:pt x="8719" y="10334"/>
                      <a:pt x="8628" y="10334"/>
                    </a:cubicBezTo>
                    <a:cubicBezTo>
                      <a:pt x="8538" y="10334"/>
                      <a:pt x="8443" y="10302"/>
                      <a:pt x="8380" y="10239"/>
                    </a:cubicBezTo>
                    <a:lnTo>
                      <a:pt x="8160" y="10019"/>
                    </a:lnTo>
                    <a:lnTo>
                      <a:pt x="10554" y="7624"/>
                    </a:lnTo>
                    <a:close/>
                    <a:moveTo>
                      <a:pt x="3277" y="9672"/>
                    </a:moveTo>
                    <a:cubicBezTo>
                      <a:pt x="3434" y="10050"/>
                      <a:pt x="3781" y="10334"/>
                      <a:pt x="4222" y="10334"/>
                    </a:cubicBezTo>
                    <a:lnTo>
                      <a:pt x="6143" y="10334"/>
                    </a:lnTo>
                    <a:lnTo>
                      <a:pt x="6143" y="10680"/>
                    </a:lnTo>
                    <a:lnTo>
                      <a:pt x="6175" y="10680"/>
                    </a:lnTo>
                    <a:cubicBezTo>
                      <a:pt x="6175" y="10869"/>
                      <a:pt x="6017" y="11027"/>
                      <a:pt x="5828" y="11027"/>
                    </a:cubicBezTo>
                    <a:lnTo>
                      <a:pt x="1040" y="11027"/>
                    </a:lnTo>
                    <a:cubicBezTo>
                      <a:pt x="819" y="11027"/>
                      <a:pt x="662" y="10869"/>
                      <a:pt x="662" y="10680"/>
                    </a:cubicBezTo>
                    <a:lnTo>
                      <a:pt x="662" y="9672"/>
                    </a:lnTo>
                    <a:close/>
                    <a:moveTo>
                      <a:pt x="1040" y="0"/>
                    </a:moveTo>
                    <a:cubicBezTo>
                      <a:pt x="473" y="0"/>
                      <a:pt x="0" y="473"/>
                      <a:pt x="0" y="1040"/>
                    </a:cubicBezTo>
                    <a:lnTo>
                      <a:pt x="0" y="10649"/>
                    </a:lnTo>
                    <a:cubicBezTo>
                      <a:pt x="0" y="11184"/>
                      <a:pt x="473" y="11657"/>
                      <a:pt x="1040" y="11657"/>
                    </a:cubicBezTo>
                    <a:lnTo>
                      <a:pt x="5828" y="11657"/>
                    </a:lnTo>
                    <a:cubicBezTo>
                      <a:pt x="6396" y="11657"/>
                      <a:pt x="6868" y="11184"/>
                      <a:pt x="6868" y="10649"/>
                    </a:cubicBezTo>
                    <a:lnTo>
                      <a:pt x="6868" y="10334"/>
                    </a:lnTo>
                    <a:lnTo>
                      <a:pt x="7467" y="10334"/>
                    </a:lnTo>
                    <a:lnTo>
                      <a:pt x="7876" y="10775"/>
                    </a:lnTo>
                    <a:cubicBezTo>
                      <a:pt x="8081" y="10964"/>
                      <a:pt x="8349" y="11058"/>
                      <a:pt x="8613" y="11058"/>
                    </a:cubicBezTo>
                    <a:cubicBezTo>
                      <a:pt x="8877" y="11058"/>
                      <a:pt x="9136" y="10964"/>
                      <a:pt x="9325" y="10775"/>
                    </a:cubicBezTo>
                    <a:lnTo>
                      <a:pt x="11279" y="8821"/>
                    </a:lnTo>
                    <a:cubicBezTo>
                      <a:pt x="11688" y="8443"/>
                      <a:pt x="11688" y="7782"/>
                      <a:pt x="11310" y="7372"/>
                    </a:cubicBezTo>
                    <a:lnTo>
                      <a:pt x="10869" y="6931"/>
                    </a:lnTo>
                    <a:cubicBezTo>
                      <a:pt x="10554" y="6080"/>
                      <a:pt x="10082" y="5261"/>
                      <a:pt x="9420" y="4505"/>
                    </a:cubicBezTo>
                    <a:lnTo>
                      <a:pt x="8380" y="3466"/>
                    </a:lnTo>
                    <a:cubicBezTo>
                      <a:pt x="8191" y="3277"/>
                      <a:pt x="7931" y="3182"/>
                      <a:pt x="7668" y="3182"/>
                    </a:cubicBezTo>
                    <a:cubicBezTo>
                      <a:pt x="7404" y="3182"/>
                      <a:pt x="7136" y="3277"/>
                      <a:pt x="6931" y="3466"/>
                    </a:cubicBezTo>
                    <a:lnTo>
                      <a:pt x="6868" y="3560"/>
                    </a:lnTo>
                    <a:lnTo>
                      <a:pt x="6868" y="1040"/>
                    </a:lnTo>
                    <a:cubicBezTo>
                      <a:pt x="6868" y="473"/>
                      <a:pt x="6396" y="0"/>
                      <a:pt x="582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921" name="Google Shape;12565;p89">
                <a:extLst>
                  <a:ext uri="{FF2B5EF4-FFF2-40B4-BE49-F238E27FC236}">
                    <a16:creationId xmlns:a16="http://schemas.microsoft.com/office/drawing/2014/main" id="{B8441954-3CBD-BA88-144B-9BB99E064BFF}"/>
                  </a:ext>
                </a:extLst>
              </p:cNvPr>
              <p:cNvSpPr/>
              <p:nvPr/>
            </p:nvSpPr>
            <p:spPr>
              <a:xfrm>
                <a:off x="3705147" y="2680982"/>
                <a:ext cx="655149" cy="602727"/>
              </a:xfrm>
              <a:custGeom>
                <a:avLst/>
                <a:gdLst/>
                <a:ahLst/>
                <a:cxnLst/>
                <a:rect l="l" t="t" r="r" b="b"/>
                <a:pathLst>
                  <a:path w="11910" h="10957" extrusionOk="0">
                    <a:moveTo>
                      <a:pt x="7325" y="654"/>
                    </a:moveTo>
                    <a:cubicBezTo>
                      <a:pt x="7412" y="654"/>
                      <a:pt x="7498" y="686"/>
                      <a:pt x="7561" y="749"/>
                    </a:cubicBezTo>
                    <a:lnTo>
                      <a:pt x="10995" y="4088"/>
                    </a:lnTo>
                    <a:cubicBezTo>
                      <a:pt x="11122" y="4246"/>
                      <a:pt x="11122" y="4466"/>
                      <a:pt x="10995" y="4592"/>
                    </a:cubicBezTo>
                    <a:lnTo>
                      <a:pt x="10082" y="5506"/>
                    </a:lnTo>
                    <a:lnTo>
                      <a:pt x="7404" y="2859"/>
                    </a:lnTo>
                    <a:cubicBezTo>
                      <a:pt x="7215" y="2670"/>
                      <a:pt x="6955" y="2576"/>
                      <a:pt x="6691" y="2576"/>
                    </a:cubicBezTo>
                    <a:cubicBezTo>
                      <a:pt x="6427" y="2576"/>
                      <a:pt x="6159" y="2670"/>
                      <a:pt x="5955" y="2859"/>
                    </a:cubicBezTo>
                    <a:lnTo>
                      <a:pt x="4978" y="3805"/>
                    </a:lnTo>
                    <a:cubicBezTo>
                      <a:pt x="4915" y="3868"/>
                      <a:pt x="4828" y="3899"/>
                      <a:pt x="4742" y="3899"/>
                    </a:cubicBezTo>
                    <a:cubicBezTo>
                      <a:pt x="4655" y="3899"/>
                      <a:pt x="4568" y="3868"/>
                      <a:pt x="4505" y="3805"/>
                    </a:cubicBezTo>
                    <a:cubicBezTo>
                      <a:pt x="4379" y="3679"/>
                      <a:pt x="4379" y="3458"/>
                      <a:pt x="4505" y="3332"/>
                    </a:cubicBezTo>
                    <a:lnTo>
                      <a:pt x="5955" y="1883"/>
                    </a:lnTo>
                    <a:lnTo>
                      <a:pt x="7089" y="749"/>
                    </a:lnTo>
                    <a:cubicBezTo>
                      <a:pt x="7152" y="686"/>
                      <a:pt x="7239" y="654"/>
                      <a:pt x="7325" y="654"/>
                    </a:cubicBezTo>
                    <a:close/>
                    <a:moveTo>
                      <a:pt x="2808" y="5183"/>
                    </a:moveTo>
                    <a:cubicBezTo>
                      <a:pt x="2899" y="5183"/>
                      <a:pt x="2993" y="5207"/>
                      <a:pt x="3056" y="5254"/>
                    </a:cubicBezTo>
                    <a:cubicBezTo>
                      <a:pt x="3151" y="5380"/>
                      <a:pt x="3151" y="5632"/>
                      <a:pt x="3056" y="5726"/>
                    </a:cubicBezTo>
                    <a:lnTo>
                      <a:pt x="2048" y="6735"/>
                    </a:lnTo>
                    <a:cubicBezTo>
                      <a:pt x="2001" y="6782"/>
                      <a:pt x="1914" y="6805"/>
                      <a:pt x="1824" y="6805"/>
                    </a:cubicBezTo>
                    <a:cubicBezTo>
                      <a:pt x="1733" y="6805"/>
                      <a:pt x="1639" y="6782"/>
                      <a:pt x="1576" y="6735"/>
                    </a:cubicBezTo>
                    <a:cubicBezTo>
                      <a:pt x="1449" y="6609"/>
                      <a:pt x="1449" y="6357"/>
                      <a:pt x="1576" y="6262"/>
                    </a:cubicBezTo>
                    <a:lnTo>
                      <a:pt x="2584" y="5254"/>
                    </a:lnTo>
                    <a:cubicBezTo>
                      <a:pt x="2631" y="5207"/>
                      <a:pt x="2718" y="5183"/>
                      <a:pt x="2808" y="5183"/>
                    </a:cubicBezTo>
                    <a:close/>
                    <a:moveTo>
                      <a:pt x="3785" y="6167"/>
                    </a:moveTo>
                    <a:cubicBezTo>
                      <a:pt x="3875" y="6167"/>
                      <a:pt x="3970" y="6199"/>
                      <a:pt x="4033" y="6262"/>
                    </a:cubicBezTo>
                    <a:cubicBezTo>
                      <a:pt x="4159" y="6357"/>
                      <a:pt x="4159" y="6609"/>
                      <a:pt x="4033" y="6735"/>
                    </a:cubicBezTo>
                    <a:lnTo>
                      <a:pt x="3056" y="7711"/>
                    </a:lnTo>
                    <a:cubicBezTo>
                      <a:pt x="2993" y="7774"/>
                      <a:pt x="2899" y="7806"/>
                      <a:pt x="2808" y="7806"/>
                    </a:cubicBezTo>
                    <a:cubicBezTo>
                      <a:pt x="2718" y="7806"/>
                      <a:pt x="2631" y="7774"/>
                      <a:pt x="2584" y="7711"/>
                    </a:cubicBezTo>
                    <a:cubicBezTo>
                      <a:pt x="2395" y="7554"/>
                      <a:pt x="2395" y="7365"/>
                      <a:pt x="2584" y="7239"/>
                    </a:cubicBezTo>
                    <a:lnTo>
                      <a:pt x="3560" y="6262"/>
                    </a:lnTo>
                    <a:cubicBezTo>
                      <a:pt x="3608" y="6199"/>
                      <a:pt x="3694" y="6167"/>
                      <a:pt x="3785" y="6167"/>
                    </a:cubicBezTo>
                    <a:close/>
                    <a:moveTo>
                      <a:pt x="4730" y="7113"/>
                    </a:moveTo>
                    <a:cubicBezTo>
                      <a:pt x="4821" y="7113"/>
                      <a:pt x="4915" y="7144"/>
                      <a:pt x="4978" y="7207"/>
                    </a:cubicBezTo>
                    <a:cubicBezTo>
                      <a:pt x="5073" y="7302"/>
                      <a:pt x="5073" y="7554"/>
                      <a:pt x="4978" y="7680"/>
                    </a:cubicBezTo>
                    <a:lnTo>
                      <a:pt x="4001" y="8656"/>
                    </a:lnTo>
                    <a:cubicBezTo>
                      <a:pt x="3938" y="8719"/>
                      <a:pt x="3844" y="8751"/>
                      <a:pt x="3749" y="8751"/>
                    </a:cubicBezTo>
                    <a:cubicBezTo>
                      <a:pt x="3655" y="8751"/>
                      <a:pt x="3560" y="8719"/>
                      <a:pt x="3497" y="8656"/>
                    </a:cubicBezTo>
                    <a:cubicBezTo>
                      <a:pt x="3403" y="8530"/>
                      <a:pt x="3403" y="8310"/>
                      <a:pt x="3497" y="8184"/>
                    </a:cubicBezTo>
                    <a:lnTo>
                      <a:pt x="4505" y="7207"/>
                    </a:lnTo>
                    <a:cubicBezTo>
                      <a:pt x="4553" y="7144"/>
                      <a:pt x="4639" y="7113"/>
                      <a:pt x="4730" y="7113"/>
                    </a:cubicBezTo>
                    <a:close/>
                    <a:moveTo>
                      <a:pt x="4100" y="969"/>
                    </a:moveTo>
                    <a:cubicBezTo>
                      <a:pt x="4190" y="969"/>
                      <a:pt x="4285" y="1001"/>
                      <a:pt x="4348" y="1064"/>
                    </a:cubicBezTo>
                    <a:lnTo>
                      <a:pt x="5041" y="1725"/>
                    </a:lnTo>
                    <a:lnTo>
                      <a:pt x="3938" y="2828"/>
                    </a:lnTo>
                    <a:cubicBezTo>
                      <a:pt x="3560" y="3206"/>
                      <a:pt x="3560" y="3899"/>
                      <a:pt x="3938" y="4277"/>
                    </a:cubicBezTo>
                    <a:cubicBezTo>
                      <a:pt x="4143" y="4482"/>
                      <a:pt x="4411" y="4584"/>
                      <a:pt x="4675" y="4584"/>
                    </a:cubicBezTo>
                    <a:cubicBezTo>
                      <a:pt x="4939" y="4584"/>
                      <a:pt x="5199" y="4482"/>
                      <a:pt x="5388" y="4277"/>
                    </a:cubicBezTo>
                    <a:lnTo>
                      <a:pt x="6396" y="3332"/>
                    </a:lnTo>
                    <a:cubicBezTo>
                      <a:pt x="6443" y="3269"/>
                      <a:pt x="6530" y="3238"/>
                      <a:pt x="6620" y="3238"/>
                    </a:cubicBezTo>
                    <a:cubicBezTo>
                      <a:pt x="6711" y="3238"/>
                      <a:pt x="6805" y="3269"/>
                      <a:pt x="6868" y="3332"/>
                    </a:cubicBezTo>
                    <a:lnTo>
                      <a:pt x="10334" y="6735"/>
                    </a:lnTo>
                    <a:cubicBezTo>
                      <a:pt x="10491" y="6829"/>
                      <a:pt x="10491" y="7113"/>
                      <a:pt x="10365" y="7239"/>
                    </a:cubicBezTo>
                    <a:cubicBezTo>
                      <a:pt x="10302" y="7302"/>
                      <a:pt x="10216" y="7333"/>
                      <a:pt x="10129" y="7333"/>
                    </a:cubicBezTo>
                    <a:cubicBezTo>
                      <a:pt x="10042" y="7333"/>
                      <a:pt x="9956" y="7302"/>
                      <a:pt x="9893" y="7239"/>
                    </a:cubicBezTo>
                    <a:lnTo>
                      <a:pt x="8444" y="5789"/>
                    </a:lnTo>
                    <a:cubicBezTo>
                      <a:pt x="8381" y="5726"/>
                      <a:pt x="8286" y="5695"/>
                      <a:pt x="8195" y="5695"/>
                    </a:cubicBezTo>
                    <a:cubicBezTo>
                      <a:pt x="8105" y="5695"/>
                      <a:pt x="8018" y="5726"/>
                      <a:pt x="7971" y="5789"/>
                    </a:cubicBezTo>
                    <a:cubicBezTo>
                      <a:pt x="7845" y="5884"/>
                      <a:pt x="7845" y="6136"/>
                      <a:pt x="7971" y="6262"/>
                    </a:cubicBezTo>
                    <a:lnTo>
                      <a:pt x="9420" y="7711"/>
                    </a:lnTo>
                    <a:cubicBezTo>
                      <a:pt x="9546" y="7837"/>
                      <a:pt x="9546" y="8058"/>
                      <a:pt x="9420" y="8184"/>
                    </a:cubicBezTo>
                    <a:cubicBezTo>
                      <a:pt x="9357" y="8247"/>
                      <a:pt x="9271" y="8278"/>
                      <a:pt x="9184" y="8278"/>
                    </a:cubicBezTo>
                    <a:cubicBezTo>
                      <a:pt x="9097" y="8278"/>
                      <a:pt x="9011" y="8247"/>
                      <a:pt x="8948" y="8184"/>
                    </a:cubicBezTo>
                    <a:lnTo>
                      <a:pt x="7498" y="6735"/>
                    </a:lnTo>
                    <a:cubicBezTo>
                      <a:pt x="7435" y="6672"/>
                      <a:pt x="7341" y="6640"/>
                      <a:pt x="7250" y="6640"/>
                    </a:cubicBezTo>
                    <a:cubicBezTo>
                      <a:pt x="7160" y="6640"/>
                      <a:pt x="7073" y="6672"/>
                      <a:pt x="7026" y="6735"/>
                    </a:cubicBezTo>
                    <a:cubicBezTo>
                      <a:pt x="6900" y="6829"/>
                      <a:pt x="6900" y="7081"/>
                      <a:pt x="7026" y="7176"/>
                    </a:cubicBezTo>
                    <a:lnTo>
                      <a:pt x="8475" y="8656"/>
                    </a:lnTo>
                    <a:cubicBezTo>
                      <a:pt x="8601" y="8751"/>
                      <a:pt x="8601" y="9003"/>
                      <a:pt x="8475" y="9129"/>
                    </a:cubicBezTo>
                    <a:cubicBezTo>
                      <a:pt x="8412" y="9176"/>
                      <a:pt x="8325" y="9200"/>
                      <a:pt x="8239" y="9200"/>
                    </a:cubicBezTo>
                    <a:cubicBezTo>
                      <a:pt x="8152" y="9200"/>
                      <a:pt x="8066" y="9176"/>
                      <a:pt x="8003" y="9129"/>
                    </a:cubicBezTo>
                    <a:lnTo>
                      <a:pt x="6459" y="7648"/>
                    </a:lnTo>
                    <a:cubicBezTo>
                      <a:pt x="6270" y="7459"/>
                      <a:pt x="6018" y="7396"/>
                      <a:pt x="5797" y="7396"/>
                    </a:cubicBezTo>
                    <a:cubicBezTo>
                      <a:pt x="5797" y="7144"/>
                      <a:pt x="5671" y="6924"/>
                      <a:pt x="5482" y="6735"/>
                    </a:cubicBezTo>
                    <a:cubicBezTo>
                      <a:pt x="5293" y="6514"/>
                      <a:pt x="5041" y="6451"/>
                      <a:pt x="4821" y="6388"/>
                    </a:cubicBezTo>
                    <a:cubicBezTo>
                      <a:pt x="4821" y="6167"/>
                      <a:pt x="4694" y="5947"/>
                      <a:pt x="4505" y="5726"/>
                    </a:cubicBezTo>
                    <a:cubicBezTo>
                      <a:pt x="4285" y="5537"/>
                      <a:pt x="4064" y="5474"/>
                      <a:pt x="3812" y="5411"/>
                    </a:cubicBezTo>
                    <a:cubicBezTo>
                      <a:pt x="3812" y="5191"/>
                      <a:pt x="3718" y="4939"/>
                      <a:pt x="3497" y="4750"/>
                    </a:cubicBezTo>
                    <a:cubicBezTo>
                      <a:pt x="3308" y="4561"/>
                      <a:pt x="3048" y="4466"/>
                      <a:pt x="2785" y="4466"/>
                    </a:cubicBezTo>
                    <a:cubicBezTo>
                      <a:pt x="2521" y="4466"/>
                      <a:pt x="2253" y="4561"/>
                      <a:pt x="2048" y="4750"/>
                    </a:cubicBezTo>
                    <a:lnTo>
                      <a:pt x="1544" y="5254"/>
                    </a:lnTo>
                    <a:lnTo>
                      <a:pt x="819" y="4561"/>
                    </a:lnTo>
                    <a:cubicBezTo>
                      <a:pt x="725" y="4435"/>
                      <a:pt x="725" y="4183"/>
                      <a:pt x="819" y="4088"/>
                    </a:cubicBezTo>
                    <a:lnTo>
                      <a:pt x="3875" y="1064"/>
                    </a:lnTo>
                    <a:cubicBezTo>
                      <a:pt x="3923" y="1001"/>
                      <a:pt x="4009" y="969"/>
                      <a:pt x="4100" y="969"/>
                    </a:cubicBezTo>
                    <a:close/>
                    <a:moveTo>
                      <a:pt x="5718" y="8089"/>
                    </a:moveTo>
                    <a:cubicBezTo>
                      <a:pt x="5805" y="8089"/>
                      <a:pt x="5892" y="8121"/>
                      <a:pt x="5955" y="8184"/>
                    </a:cubicBezTo>
                    <a:cubicBezTo>
                      <a:pt x="6081" y="8310"/>
                      <a:pt x="6081" y="8530"/>
                      <a:pt x="5955" y="8656"/>
                    </a:cubicBezTo>
                    <a:lnTo>
                      <a:pt x="4978" y="9633"/>
                    </a:lnTo>
                    <a:cubicBezTo>
                      <a:pt x="4915" y="9696"/>
                      <a:pt x="4821" y="9728"/>
                      <a:pt x="4730" y="9728"/>
                    </a:cubicBezTo>
                    <a:cubicBezTo>
                      <a:pt x="4639" y="9728"/>
                      <a:pt x="4553" y="9696"/>
                      <a:pt x="4505" y="9633"/>
                    </a:cubicBezTo>
                    <a:cubicBezTo>
                      <a:pt x="4379" y="9507"/>
                      <a:pt x="4379" y="9286"/>
                      <a:pt x="4505" y="9160"/>
                    </a:cubicBezTo>
                    <a:lnTo>
                      <a:pt x="5482" y="8184"/>
                    </a:lnTo>
                    <a:cubicBezTo>
                      <a:pt x="5545" y="8121"/>
                      <a:pt x="5632" y="8089"/>
                      <a:pt x="5718" y="8089"/>
                    </a:cubicBezTo>
                    <a:close/>
                    <a:moveTo>
                      <a:pt x="6616" y="8877"/>
                    </a:moveTo>
                    <a:lnTo>
                      <a:pt x="7467" y="9665"/>
                    </a:lnTo>
                    <a:cubicBezTo>
                      <a:pt x="7593" y="9759"/>
                      <a:pt x="7593" y="9980"/>
                      <a:pt x="7435" y="10106"/>
                    </a:cubicBezTo>
                    <a:cubicBezTo>
                      <a:pt x="7388" y="10169"/>
                      <a:pt x="7286" y="10200"/>
                      <a:pt x="7179" y="10200"/>
                    </a:cubicBezTo>
                    <a:cubicBezTo>
                      <a:pt x="7073" y="10200"/>
                      <a:pt x="6963" y="10169"/>
                      <a:pt x="6900" y="10106"/>
                    </a:cubicBezTo>
                    <a:lnTo>
                      <a:pt x="6207" y="9412"/>
                    </a:lnTo>
                    <a:lnTo>
                      <a:pt x="6427" y="9160"/>
                    </a:lnTo>
                    <a:cubicBezTo>
                      <a:pt x="6522" y="9097"/>
                      <a:pt x="6585" y="8971"/>
                      <a:pt x="6616" y="8877"/>
                    </a:cubicBezTo>
                    <a:close/>
                    <a:moveTo>
                      <a:pt x="7309" y="0"/>
                    </a:moveTo>
                    <a:cubicBezTo>
                      <a:pt x="7042" y="0"/>
                      <a:pt x="6774" y="103"/>
                      <a:pt x="6585" y="308"/>
                    </a:cubicBezTo>
                    <a:lnTo>
                      <a:pt x="5608" y="1284"/>
                    </a:lnTo>
                    <a:lnTo>
                      <a:pt x="4852" y="560"/>
                    </a:lnTo>
                    <a:cubicBezTo>
                      <a:pt x="4656" y="394"/>
                      <a:pt x="4409" y="307"/>
                      <a:pt x="4163" y="307"/>
                    </a:cubicBezTo>
                    <a:cubicBezTo>
                      <a:pt x="3897" y="307"/>
                      <a:pt x="3631" y="409"/>
                      <a:pt x="3434" y="623"/>
                    </a:cubicBezTo>
                    <a:lnTo>
                      <a:pt x="410" y="3647"/>
                    </a:lnTo>
                    <a:cubicBezTo>
                      <a:pt x="0" y="4025"/>
                      <a:pt x="0" y="4718"/>
                      <a:pt x="410" y="5096"/>
                    </a:cubicBezTo>
                    <a:lnTo>
                      <a:pt x="1103" y="5821"/>
                    </a:lnTo>
                    <a:cubicBezTo>
                      <a:pt x="725" y="6199"/>
                      <a:pt x="725" y="6829"/>
                      <a:pt x="1103" y="7239"/>
                    </a:cubicBezTo>
                    <a:cubicBezTo>
                      <a:pt x="1292" y="7428"/>
                      <a:pt x="1544" y="7491"/>
                      <a:pt x="1765" y="7554"/>
                    </a:cubicBezTo>
                    <a:cubicBezTo>
                      <a:pt x="1765" y="7774"/>
                      <a:pt x="1891" y="8026"/>
                      <a:pt x="2080" y="8215"/>
                    </a:cubicBezTo>
                    <a:cubicBezTo>
                      <a:pt x="2300" y="8404"/>
                      <a:pt x="2521" y="8499"/>
                      <a:pt x="2773" y="8530"/>
                    </a:cubicBezTo>
                    <a:cubicBezTo>
                      <a:pt x="2773" y="8751"/>
                      <a:pt x="2867" y="9003"/>
                      <a:pt x="3088" y="9192"/>
                    </a:cubicBezTo>
                    <a:cubicBezTo>
                      <a:pt x="3277" y="9381"/>
                      <a:pt x="3497" y="9475"/>
                      <a:pt x="3749" y="9507"/>
                    </a:cubicBezTo>
                    <a:cubicBezTo>
                      <a:pt x="3749" y="9759"/>
                      <a:pt x="3875" y="9980"/>
                      <a:pt x="4064" y="10169"/>
                    </a:cubicBezTo>
                    <a:cubicBezTo>
                      <a:pt x="4253" y="10373"/>
                      <a:pt x="4521" y="10476"/>
                      <a:pt x="4789" y="10476"/>
                    </a:cubicBezTo>
                    <a:cubicBezTo>
                      <a:pt x="5057" y="10476"/>
                      <a:pt x="5325" y="10373"/>
                      <a:pt x="5514" y="10169"/>
                    </a:cubicBezTo>
                    <a:lnTo>
                      <a:pt x="5766" y="9948"/>
                    </a:lnTo>
                    <a:lnTo>
                      <a:pt x="6459" y="10673"/>
                    </a:lnTo>
                    <a:cubicBezTo>
                      <a:pt x="6664" y="10862"/>
                      <a:pt x="6939" y="10956"/>
                      <a:pt x="7219" y="10956"/>
                    </a:cubicBezTo>
                    <a:cubicBezTo>
                      <a:pt x="7498" y="10956"/>
                      <a:pt x="7782" y="10862"/>
                      <a:pt x="8003" y="10673"/>
                    </a:cubicBezTo>
                    <a:cubicBezTo>
                      <a:pt x="8192" y="10452"/>
                      <a:pt x="8286" y="10232"/>
                      <a:pt x="8318" y="9980"/>
                    </a:cubicBezTo>
                    <a:cubicBezTo>
                      <a:pt x="8538" y="9980"/>
                      <a:pt x="8790" y="9885"/>
                      <a:pt x="8979" y="9665"/>
                    </a:cubicBezTo>
                    <a:cubicBezTo>
                      <a:pt x="9168" y="9475"/>
                      <a:pt x="9263" y="9255"/>
                      <a:pt x="9294" y="9003"/>
                    </a:cubicBezTo>
                    <a:cubicBezTo>
                      <a:pt x="9546" y="9003"/>
                      <a:pt x="9767" y="8877"/>
                      <a:pt x="9956" y="8688"/>
                    </a:cubicBezTo>
                    <a:cubicBezTo>
                      <a:pt x="10176" y="8499"/>
                      <a:pt x="10239" y="8247"/>
                      <a:pt x="10271" y="8026"/>
                    </a:cubicBezTo>
                    <a:cubicBezTo>
                      <a:pt x="10523" y="8026"/>
                      <a:pt x="10743" y="7900"/>
                      <a:pt x="10964" y="7711"/>
                    </a:cubicBezTo>
                    <a:cubicBezTo>
                      <a:pt x="11342" y="7302"/>
                      <a:pt x="11342" y="6640"/>
                      <a:pt x="10964" y="6262"/>
                    </a:cubicBezTo>
                    <a:lnTo>
                      <a:pt x="10680" y="5978"/>
                    </a:lnTo>
                    <a:lnTo>
                      <a:pt x="11594" y="5065"/>
                    </a:lnTo>
                    <a:cubicBezTo>
                      <a:pt x="11909" y="4687"/>
                      <a:pt x="11909" y="4057"/>
                      <a:pt x="11468" y="3647"/>
                    </a:cubicBezTo>
                    <a:lnTo>
                      <a:pt x="8034" y="308"/>
                    </a:lnTo>
                    <a:cubicBezTo>
                      <a:pt x="7845" y="103"/>
                      <a:pt x="7577" y="0"/>
                      <a:pt x="730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7922" name="Google Shape;12575;p89">
                <a:extLst>
                  <a:ext uri="{FF2B5EF4-FFF2-40B4-BE49-F238E27FC236}">
                    <a16:creationId xmlns:a16="http://schemas.microsoft.com/office/drawing/2014/main" id="{AEAC7F7A-EBF5-D34C-103F-35436B5BFD98}"/>
                  </a:ext>
                </a:extLst>
              </p:cNvPr>
              <p:cNvGrpSpPr/>
              <p:nvPr/>
            </p:nvGrpSpPr>
            <p:grpSpPr>
              <a:xfrm>
                <a:off x="7877844" y="2660193"/>
                <a:ext cx="568457" cy="644753"/>
                <a:chOff x="-3478675" y="2405775"/>
                <a:chExt cx="258350" cy="293025"/>
              </a:xfrm>
              <a:grpFill/>
            </p:grpSpPr>
            <p:sp>
              <p:nvSpPr>
                <p:cNvPr id="17926" name="Google Shape;12576;p89">
                  <a:extLst>
                    <a:ext uri="{FF2B5EF4-FFF2-40B4-BE49-F238E27FC236}">
                      <a16:creationId xmlns:a16="http://schemas.microsoft.com/office/drawing/2014/main" id="{AAE4F2EB-9A22-0C38-F29B-01B3C31EB726}"/>
                    </a:ext>
                  </a:extLst>
                </p:cNvPr>
                <p:cNvSpPr/>
                <p:nvPr/>
              </p:nvSpPr>
              <p:spPr>
                <a:xfrm>
                  <a:off x="-3478675" y="2405775"/>
                  <a:ext cx="258350" cy="29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34" h="11721" extrusionOk="0">
                      <a:moveTo>
                        <a:pt x="6018" y="694"/>
                      </a:moveTo>
                      <a:cubicBezTo>
                        <a:pt x="6175" y="694"/>
                        <a:pt x="6301" y="757"/>
                        <a:pt x="6333" y="915"/>
                      </a:cubicBezTo>
                      <a:lnTo>
                        <a:pt x="6490" y="1450"/>
                      </a:lnTo>
                      <a:lnTo>
                        <a:pt x="3781" y="1450"/>
                      </a:lnTo>
                      <a:lnTo>
                        <a:pt x="3970" y="915"/>
                      </a:lnTo>
                      <a:cubicBezTo>
                        <a:pt x="4033" y="757"/>
                        <a:pt x="4127" y="694"/>
                        <a:pt x="4285" y="694"/>
                      </a:cubicBezTo>
                      <a:close/>
                      <a:moveTo>
                        <a:pt x="9326" y="2049"/>
                      </a:moveTo>
                      <a:cubicBezTo>
                        <a:pt x="9546" y="2049"/>
                        <a:pt x="9704" y="2206"/>
                        <a:pt x="9704" y="2427"/>
                      </a:cubicBezTo>
                      <a:lnTo>
                        <a:pt x="9704" y="2773"/>
                      </a:lnTo>
                      <a:lnTo>
                        <a:pt x="756" y="2773"/>
                      </a:lnTo>
                      <a:lnTo>
                        <a:pt x="756" y="2427"/>
                      </a:lnTo>
                      <a:cubicBezTo>
                        <a:pt x="756" y="2206"/>
                        <a:pt x="914" y="2049"/>
                        <a:pt x="1103" y="2049"/>
                      </a:cubicBezTo>
                      <a:close/>
                      <a:moveTo>
                        <a:pt x="8916" y="3498"/>
                      </a:moveTo>
                      <a:lnTo>
                        <a:pt x="8317" y="10681"/>
                      </a:lnTo>
                      <a:cubicBezTo>
                        <a:pt x="8317" y="10839"/>
                        <a:pt x="8160" y="10996"/>
                        <a:pt x="7971" y="10996"/>
                      </a:cubicBezTo>
                      <a:lnTo>
                        <a:pt x="2363" y="10996"/>
                      </a:lnTo>
                      <a:cubicBezTo>
                        <a:pt x="2174" y="10996"/>
                        <a:pt x="2048" y="10902"/>
                        <a:pt x="2016" y="10681"/>
                      </a:cubicBezTo>
                      <a:lnTo>
                        <a:pt x="1418" y="3498"/>
                      </a:lnTo>
                      <a:close/>
                      <a:moveTo>
                        <a:pt x="4285" y="1"/>
                      </a:moveTo>
                      <a:cubicBezTo>
                        <a:pt x="3875" y="1"/>
                        <a:pt x="3466" y="285"/>
                        <a:pt x="3308" y="726"/>
                      </a:cubicBezTo>
                      <a:lnTo>
                        <a:pt x="3088" y="1450"/>
                      </a:lnTo>
                      <a:lnTo>
                        <a:pt x="1040" y="1450"/>
                      </a:lnTo>
                      <a:cubicBezTo>
                        <a:pt x="473" y="1450"/>
                        <a:pt x="0" y="1923"/>
                        <a:pt x="0" y="2458"/>
                      </a:cubicBezTo>
                      <a:lnTo>
                        <a:pt x="0" y="3120"/>
                      </a:lnTo>
                      <a:cubicBezTo>
                        <a:pt x="0" y="3341"/>
                        <a:pt x="158" y="3498"/>
                        <a:pt x="347" y="3498"/>
                      </a:cubicBezTo>
                      <a:lnTo>
                        <a:pt x="725" y="3498"/>
                      </a:lnTo>
                      <a:lnTo>
                        <a:pt x="1292" y="10776"/>
                      </a:lnTo>
                      <a:cubicBezTo>
                        <a:pt x="1355" y="11311"/>
                        <a:pt x="1764" y="11721"/>
                        <a:pt x="2331" y="11721"/>
                      </a:cubicBezTo>
                      <a:lnTo>
                        <a:pt x="7908" y="11721"/>
                      </a:lnTo>
                      <a:cubicBezTo>
                        <a:pt x="8475" y="11721"/>
                        <a:pt x="8916" y="11311"/>
                        <a:pt x="8948" y="10776"/>
                      </a:cubicBezTo>
                      <a:lnTo>
                        <a:pt x="9546" y="3498"/>
                      </a:lnTo>
                      <a:lnTo>
                        <a:pt x="9893" y="3498"/>
                      </a:lnTo>
                      <a:cubicBezTo>
                        <a:pt x="10082" y="3498"/>
                        <a:pt x="10239" y="3341"/>
                        <a:pt x="10239" y="3120"/>
                      </a:cubicBezTo>
                      <a:lnTo>
                        <a:pt x="10239" y="2458"/>
                      </a:lnTo>
                      <a:cubicBezTo>
                        <a:pt x="10334" y="1860"/>
                        <a:pt x="9861" y="1450"/>
                        <a:pt x="9294" y="1450"/>
                      </a:cubicBezTo>
                      <a:lnTo>
                        <a:pt x="7246" y="1450"/>
                      </a:lnTo>
                      <a:lnTo>
                        <a:pt x="7026" y="726"/>
                      </a:lnTo>
                      <a:cubicBezTo>
                        <a:pt x="6868" y="285"/>
                        <a:pt x="6490" y="1"/>
                        <a:pt x="601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27" name="Google Shape;12577;p89">
                  <a:extLst>
                    <a:ext uri="{FF2B5EF4-FFF2-40B4-BE49-F238E27FC236}">
                      <a16:creationId xmlns:a16="http://schemas.microsoft.com/office/drawing/2014/main" id="{494E8645-E081-0788-19D6-822F7E1D64B1}"/>
                    </a:ext>
                  </a:extLst>
                </p:cNvPr>
                <p:cNvSpPr/>
                <p:nvPr/>
              </p:nvSpPr>
              <p:spPr>
                <a:xfrm>
                  <a:off x="-3408575" y="2509750"/>
                  <a:ext cx="17350" cy="15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17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lnTo>
                        <a:pt x="0" y="5829"/>
                      </a:lnTo>
                      <a:cubicBezTo>
                        <a:pt x="0" y="6018"/>
                        <a:pt x="158" y="6176"/>
                        <a:pt x="347" y="6176"/>
                      </a:cubicBezTo>
                      <a:cubicBezTo>
                        <a:pt x="536" y="6176"/>
                        <a:pt x="693" y="6018"/>
                        <a:pt x="693" y="5829"/>
                      </a:cubicBezTo>
                      <a:lnTo>
                        <a:pt x="693" y="347"/>
                      </a:ln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28" name="Google Shape;12578;p89">
                  <a:extLst>
                    <a:ext uri="{FF2B5EF4-FFF2-40B4-BE49-F238E27FC236}">
                      <a16:creationId xmlns:a16="http://schemas.microsoft.com/office/drawing/2014/main" id="{609F482E-69DE-AE29-6A6E-833D6C58DADA}"/>
                    </a:ext>
                  </a:extLst>
                </p:cNvPr>
                <p:cNvSpPr/>
                <p:nvPr/>
              </p:nvSpPr>
              <p:spPr>
                <a:xfrm>
                  <a:off x="-3357400" y="2509750"/>
                  <a:ext cx="17350" cy="15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17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5829"/>
                      </a:lnTo>
                      <a:cubicBezTo>
                        <a:pt x="1" y="6018"/>
                        <a:pt x="158" y="6176"/>
                        <a:pt x="347" y="6176"/>
                      </a:cubicBezTo>
                      <a:cubicBezTo>
                        <a:pt x="536" y="6176"/>
                        <a:pt x="694" y="6018"/>
                        <a:pt x="694" y="5829"/>
                      </a:cubicBezTo>
                      <a:lnTo>
                        <a:pt x="694" y="347"/>
                      </a:lnTo>
                      <a:cubicBezTo>
                        <a:pt x="694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29" name="Google Shape;12579;p89">
                  <a:extLst>
                    <a:ext uri="{FF2B5EF4-FFF2-40B4-BE49-F238E27FC236}">
                      <a16:creationId xmlns:a16="http://schemas.microsoft.com/office/drawing/2014/main" id="{EC43C7A9-C292-414E-8050-0E7AAF666C6D}"/>
                    </a:ext>
                  </a:extLst>
                </p:cNvPr>
                <p:cNvSpPr/>
                <p:nvPr/>
              </p:nvSpPr>
              <p:spPr>
                <a:xfrm>
                  <a:off x="-3306200" y="2509750"/>
                  <a:ext cx="17350" cy="15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17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5829"/>
                      </a:lnTo>
                      <a:cubicBezTo>
                        <a:pt x="1" y="6018"/>
                        <a:pt x="158" y="6176"/>
                        <a:pt x="347" y="6176"/>
                      </a:cubicBezTo>
                      <a:cubicBezTo>
                        <a:pt x="536" y="6176"/>
                        <a:pt x="694" y="6018"/>
                        <a:pt x="694" y="5829"/>
                      </a:cubicBezTo>
                      <a:lnTo>
                        <a:pt x="694" y="347"/>
                      </a:lnTo>
                      <a:cubicBezTo>
                        <a:pt x="694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23" name="Google Shape;12605;p89">
                <a:extLst>
                  <a:ext uri="{FF2B5EF4-FFF2-40B4-BE49-F238E27FC236}">
                    <a16:creationId xmlns:a16="http://schemas.microsoft.com/office/drawing/2014/main" id="{45581EF9-4E84-89A4-3B13-AAE6BBAC4ABE}"/>
                  </a:ext>
                </a:extLst>
              </p:cNvPr>
              <p:cNvGrpSpPr/>
              <p:nvPr/>
            </p:nvGrpSpPr>
            <p:grpSpPr>
              <a:xfrm>
                <a:off x="2047704" y="2664512"/>
                <a:ext cx="640885" cy="635902"/>
                <a:chOff x="6790450" y="3119050"/>
                <a:chExt cx="262750" cy="260675"/>
              </a:xfrm>
              <a:grpFill/>
            </p:grpSpPr>
            <p:sp>
              <p:nvSpPr>
                <p:cNvPr id="17924" name="Google Shape;12606;p89">
                  <a:extLst>
                    <a:ext uri="{FF2B5EF4-FFF2-40B4-BE49-F238E27FC236}">
                      <a16:creationId xmlns:a16="http://schemas.microsoft.com/office/drawing/2014/main" id="{063F5ED9-20CA-52E2-BEBC-95B3AB105629}"/>
                    </a:ext>
                  </a:extLst>
                </p:cNvPr>
                <p:cNvSpPr/>
                <p:nvPr/>
              </p:nvSpPr>
              <p:spPr>
                <a:xfrm>
                  <a:off x="6790450" y="3119050"/>
                  <a:ext cx="262750" cy="26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0" h="10427" extrusionOk="0">
                      <a:moveTo>
                        <a:pt x="5269" y="1924"/>
                      </a:moveTo>
                      <a:cubicBezTo>
                        <a:pt x="6022" y="1924"/>
                        <a:pt x="6635" y="2454"/>
                        <a:pt x="6774" y="3151"/>
                      </a:cubicBezTo>
                      <a:lnTo>
                        <a:pt x="3791" y="3151"/>
                      </a:lnTo>
                      <a:cubicBezTo>
                        <a:pt x="3931" y="2454"/>
                        <a:pt x="4544" y="1924"/>
                        <a:pt x="5269" y="1924"/>
                      </a:cubicBezTo>
                      <a:close/>
                      <a:moveTo>
                        <a:pt x="4962" y="3764"/>
                      </a:moveTo>
                      <a:lnTo>
                        <a:pt x="4962" y="9785"/>
                      </a:lnTo>
                      <a:cubicBezTo>
                        <a:pt x="3959" y="9646"/>
                        <a:pt x="3150" y="8754"/>
                        <a:pt x="3150" y="7694"/>
                      </a:cubicBezTo>
                      <a:lnTo>
                        <a:pt x="3150" y="4071"/>
                      </a:lnTo>
                      <a:cubicBezTo>
                        <a:pt x="3150" y="3903"/>
                        <a:pt x="3290" y="3764"/>
                        <a:pt x="3485" y="3764"/>
                      </a:cubicBezTo>
                      <a:close/>
                      <a:moveTo>
                        <a:pt x="7109" y="3764"/>
                      </a:moveTo>
                      <a:cubicBezTo>
                        <a:pt x="7276" y="3764"/>
                        <a:pt x="7415" y="3903"/>
                        <a:pt x="7415" y="4071"/>
                      </a:cubicBezTo>
                      <a:lnTo>
                        <a:pt x="7415" y="7694"/>
                      </a:lnTo>
                      <a:cubicBezTo>
                        <a:pt x="7415" y="8754"/>
                        <a:pt x="6607" y="9646"/>
                        <a:pt x="5603" y="9785"/>
                      </a:cubicBezTo>
                      <a:lnTo>
                        <a:pt x="5603" y="3764"/>
                      </a:lnTo>
                      <a:close/>
                      <a:moveTo>
                        <a:pt x="3987" y="1"/>
                      </a:moveTo>
                      <a:cubicBezTo>
                        <a:pt x="3819" y="1"/>
                        <a:pt x="3680" y="140"/>
                        <a:pt x="3680" y="307"/>
                      </a:cubicBezTo>
                      <a:lnTo>
                        <a:pt x="3680" y="921"/>
                      </a:lnTo>
                      <a:cubicBezTo>
                        <a:pt x="3680" y="1199"/>
                        <a:pt x="3819" y="1422"/>
                        <a:pt x="3987" y="1618"/>
                      </a:cubicBezTo>
                      <a:cubicBezTo>
                        <a:pt x="3513" y="1952"/>
                        <a:pt x="3150" y="2482"/>
                        <a:pt x="3095" y="3095"/>
                      </a:cubicBezTo>
                      <a:cubicBezTo>
                        <a:pt x="2732" y="3206"/>
                        <a:pt x="2453" y="3569"/>
                        <a:pt x="2453" y="3987"/>
                      </a:cubicBezTo>
                      <a:lnTo>
                        <a:pt x="2453" y="4294"/>
                      </a:lnTo>
                      <a:lnTo>
                        <a:pt x="1840" y="4294"/>
                      </a:lnTo>
                      <a:cubicBezTo>
                        <a:pt x="1450" y="4294"/>
                        <a:pt x="1115" y="4043"/>
                        <a:pt x="976" y="3652"/>
                      </a:cubicBezTo>
                      <a:lnTo>
                        <a:pt x="642" y="2677"/>
                      </a:lnTo>
                      <a:cubicBezTo>
                        <a:pt x="600" y="2551"/>
                        <a:pt x="511" y="2489"/>
                        <a:pt x="399" y="2489"/>
                      </a:cubicBezTo>
                      <a:cubicBezTo>
                        <a:pt x="361" y="2489"/>
                        <a:pt x="321" y="2496"/>
                        <a:pt x="279" y="2510"/>
                      </a:cubicBezTo>
                      <a:cubicBezTo>
                        <a:pt x="84" y="2565"/>
                        <a:pt x="28" y="2705"/>
                        <a:pt x="84" y="2900"/>
                      </a:cubicBezTo>
                      <a:lnTo>
                        <a:pt x="419" y="3875"/>
                      </a:lnTo>
                      <a:cubicBezTo>
                        <a:pt x="614" y="4489"/>
                        <a:pt x="1171" y="4907"/>
                        <a:pt x="1840" y="4907"/>
                      </a:cubicBezTo>
                      <a:lnTo>
                        <a:pt x="2453" y="4907"/>
                      </a:lnTo>
                      <a:lnTo>
                        <a:pt x="2453" y="6133"/>
                      </a:lnTo>
                      <a:lnTo>
                        <a:pt x="335" y="6133"/>
                      </a:lnTo>
                      <a:cubicBezTo>
                        <a:pt x="168" y="6133"/>
                        <a:pt x="28" y="6273"/>
                        <a:pt x="28" y="6440"/>
                      </a:cubicBezTo>
                      <a:cubicBezTo>
                        <a:pt x="28" y="6635"/>
                        <a:pt x="168" y="6775"/>
                        <a:pt x="335" y="6775"/>
                      </a:cubicBezTo>
                      <a:lnTo>
                        <a:pt x="2453" y="6775"/>
                      </a:lnTo>
                      <a:lnTo>
                        <a:pt x="2453" y="7667"/>
                      </a:lnTo>
                      <a:lnTo>
                        <a:pt x="2453" y="7973"/>
                      </a:lnTo>
                      <a:lnTo>
                        <a:pt x="1812" y="7973"/>
                      </a:lnTo>
                      <a:cubicBezTo>
                        <a:pt x="1143" y="7973"/>
                        <a:pt x="586" y="8391"/>
                        <a:pt x="363" y="9032"/>
                      </a:cubicBezTo>
                      <a:lnTo>
                        <a:pt x="56" y="10008"/>
                      </a:lnTo>
                      <a:cubicBezTo>
                        <a:pt x="0" y="10175"/>
                        <a:pt x="84" y="10315"/>
                        <a:pt x="223" y="10398"/>
                      </a:cubicBezTo>
                      <a:cubicBezTo>
                        <a:pt x="259" y="10408"/>
                        <a:pt x="292" y="10413"/>
                        <a:pt x="323" y="10413"/>
                      </a:cubicBezTo>
                      <a:cubicBezTo>
                        <a:pt x="466" y="10413"/>
                        <a:pt x="568" y="10317"/>
                        <a:pt x="614" y="10203"/>
                      </a:cubicBezTo>
                      <a:lnTo>
                        <a:pt x="920" y="9228"/>
                      </a:lnTo>
                      <a:cubicBezTo>
                        <a:pt x="1060" y="8865"/>
                        <a:pt x="1394" y="8614"/>
                        <a:pt x="1812" y="8614"/>
                      </a:cubicBezTo>
                      <a:lnTo>
                        <a:pt x="2593" y="8614"/>
                      </a:lnTo>
                      <a:cubicBezTo>
                        <a:pt x="2983" y="9646"/>
                        <a:pt x="3987" y="10426"/>
                        <a:pt x="5185" y="10426"/>
                      </a:cubicBezTo>
                      <a:cubicBezTo>
                        <a:pt x="6356" y="10426"/>
                        <a:pt x="7387" y="9646"/>
                        <a:pt x="7750" y="8614"/>
                      </a:cubicBezTo>
                      <a:lnTo>
                        <a:pt x="8586" y="8614"/>
                      </a:lnTo>
                      <a:cubicBezTo>
                        <a:pt x="8976" y="8614"/>
                        <a:pt x="9339" y="8837"/>
                        <a:pt x="9478" y="9228"/>
                      </a:cubicBezTo>
                      <a:lnTo>
                        <a:pt x="9785" y="10203"/>
                      </a:lnTo>
                      <a:cubicBezTo>
                        <a:pt x="9827" y="10351"/>
                        <a:pt x="9917" y="10419"/>
                        <a:pt x="10043" y="10419"/>
                      </a:cubicBezTo>
                      <a:cubicBezTo>
                        <a:pt x="10084" y="10419"/>
                        <a:pt x="10128" y="10412"/>
                        <a:pt x="10175" y="10398"/>
                      </a:cubicBezTo>
                      <a:cubicBezTo>
                        <a:pt x="10342" y="10315"/>
                        <a:pt x="10398" y="10175"/>
                        <a:pt x="10342" y="10008"/>
                      </a:cubicBezTo>
                      <a:lnTo>
                        <a:pt x="10119" y="9032"/>
                      </a:lnTo>
                      <a:cubicBezTo>
                        <a:pt x="9924" y="8391"/>
                        <a:pt x="9367" y="7973"/>
                        <a:pt x="8698" y="7973"/>
                      </a:cubicBezTo>
                      <a:lnTo>
                        <a:pt x="8001" y="7973"/>
                      </a:lnTo>
                      <a:lnTo>
                        <a:pt x="8001" y="7667"/>
                      </a:lnTo>
                      <a:lnTo>
                        <a:pt x="8001" y="6775"/>
                      </a:lnTo>
                      <a:lnTo>
                        <a:pt x="10175" y="6775"/>
                      </a:lnTo>
                      <a:cubicBezTo>
                        <a:pt x="10342" y="6775"/>
                        <a:pt x="10482" y="6635"/>
                        <a:pt x="10482" y="6440"/>
                      </a:cubicBezTo>
                      <a:cubicBezTo>
                        <a:pt x="10482" y="6273"/>
                        <a:pt x="10342" y="6133"/>
                        <a:pt x="10175" y="6133"/>
                      </a:cubicBezTo>
                      <a:lnTo>
                        <a:pt x="8001" y="6133"/>
                      </a:lnTo>
                      <a:lnTo>
                        <a:pt x="8001" y="4907"/>
                      </a:lnTo>
                      <a:lnTo>
                        <a:pt x="8698" y="4907"/>
                      </a:lnTo>
                      <a:cubicBezTo>
                        <a:pt x="9367" y="4907"/>
                        <a:pt x="9924" y="4489"/>
                        <a:pt x="10119" y="3875"/>
                      </a:cubicBezTo>
                      <a:lnTo>
                        <a:pt x="10454" y="2900"/>
                      </a:lnTo>
                      <a:cubicBezTo>
                        <a:pt x="10509" y="2705"/>
                        <a:pt x="10398" y="2565"/>
                        <a:pt x="10259" y="2510"/>
                      </a:cubicBezTo>
                      <a:cubicBezTo>
                        <a:pt x="10223" y="2498"/>
                        <a:pt x="10188" y="2492"/>
                        <a:pt x="10156" y="2492"/>
                      </a:cubicBezTo>
                      <a:cubicBezTo>
                        <a:pt x="10036" y="2492"/>
                        <a:pt x="9940" y="2567"/>
                        <a:pt x="9896" y="2677"/>
                      </a:cubicBezTo>
                      <a:lnTo>
                        <a:pt x="9562" y="3652"/>
                      </a:lnTo>
                      <a:cubicBezTo>
                        <a:pt x="9422" y="4043"/>
                        <a:pt x="9116" y="4294"/>
                        <a:pt x="8698" y="4294"/>
                      </a:cubicBezTo>
                      <a:lnTo>
                        <a:pt x="8001" y="4294"/>
                      </a:lnTo>
                      <a:lnTo>
                        <a:pt x="8001" y="3987"/>
                      </a:lnTo>
                      <a:cubicBezTo>
                        <a:pt x="8001" y="3597"/>
                        <a:pt x="7750" y="3234"/>
                        <a:pt x="7387" y="3095"/>
                      </a:cubicBezTo>
                      <a:cubicBezTo>
                        <a:pt x="7304" y="2482"/>
                        <a:pt x="6969" y="1952"/>
                        <a:pt x="6468" y="1618"/>
                      </a:cubicBezTo>
                      <a:cubicBezTo>
                        <a:pt x="6691" y="1422"/>
                        <a:pt x="6774" y="1199"/>
                        <a:pt x="6774" y="921"/>
                      </a:cubicBezTo>
                      <a:lnTo>
                        <a:pt x="6774" y="307"/>
                      </a:lnTo>
                      <a:cubicBezTo>
                        <a:pt x="6774" y="140"/>
                        <a:pt x="6635" y="1"/>
                        <a:pt x="6468" y="1"/>
                      </a:cubicBezTo>
                      <a:cubicBezTo>
                        <a:pt x="6300" y="1"/>
                        <a:pt x="6161" y="140"/>
                        <a:pt x="6161" y="307"/>
                      </a:cubicBezTo>
                      <a:lnTo>
                        <a:pt x="6161" y="921"/>
                      </a:lnTo>
                      <a:cubicBezTo>
                        <a:pt x="6161" y="1088"/>
                        <a:pt x="6022" y="1255"/>
                        <a:pt x="5854" y="1255"/>
                      </a:cubicBezTo>
                      <a:lnTo>
                        <a:pt x="4628" y="1255"/>
                      </a:lnTo>
                      <a:cubicBezTo>
                        <a:pt x="4488" y="1255"/>
                        <a:pt x="4321" y="1088"/>
                        <a:pt x="4321" y="921"/>
                      </a:cubicBezTo>
                      <a:lnTo>
                        <a:pt x="4321" y="307"/>
                      </a:lnTo>
                      <a:cubicBezTo>
                        <a:pt x="4321" y="140"/>
                        <a:pt x="4182" y="1"/>
                        <a:pt x="39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25" name="Google Shape;12607;p89">
                  <a:extLst>
                    <a:ext uri="{FF2B5EF4-FFF2-40B4-BE49-F238E27FC236}">
                      <a16:creationId xmlns:a16="http://schemas.microsoft.com/office/drawing/2014/main" id="{CC635ADE-EA37-BDCD-4710-9758FCC6D602}"/>
                    </a:ext>
                  </a:extLst>
                </p:cNvPr>
                <p:cNvSpPr/>
                <p:nvPr/>
              </p:nvSpPr>
              <p:spPr>
                <a:xfrm flipH="1">
                  <a:off x="6790450" y="3119050"/>
                  <a:ext cx="262750" cy="26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0" h="10427" extrusionOk="0">
                      <a:moveTo>
                        <a:pt x="5269" y="1924"/>
                      </a:moveTo>
                      <a:cubicBezTo>
                        <a:pt x="6022" y="1924"/>
                        <a:pt x="6635" y="2454"/>
                        <a:pt x="6774" y="3151"/>
                      </a:cubicBezTo>
                      <a:lnTo>
                        <a:pt x="3791" y="3151"/>
                      </a:lnTo>
                      <a:cubicBezTo>
                        <a:pt x="3931" y="2454"/>
                        <a:pt x="4544" y="1924"/>
                        <a:pt x="5269" y="1924"/>
                      </a:cubicBezTo>
                      <a:close/>
                      <a:moveTo>
                        <a:pt x="4962" y="3764"/>
                      </a:moveTo>
                      <a:lnTo>
                        <a:pt x="4962" y="9785"/>
                      </a:lnTo>
                      <a:cubicBezTo>
                        <a:pt x="3959" y="9646"/>
                        <a:pt x="3150" y="8754"/>
                        <a:pt x="3150" y="7694"/>
                      </a:cubicBezTo>
                      <a:lnTo>
                        <a:pt x="3150" y="4071"/>
                      </a:lnTo>
                      <a:cubicBezTo>
                        <a:pt x="3150" y="3903"/>
                        <a:pt x="3290" y="3764"/>
                        <a:pt x="3485" y="3764"/>
                      </a:cubicBezTo>
                      <a:close/>
                      <a:moveTo>
                        <a:pt x="7109" y="3764"/>
                      </a:moveTo>
                      <a:cubicBezTo>
                        <a:pt x="7276" y="3764"/>
                        <a:pt x="7415" y="3903"/>
                        <a:pt x="7415" y="4071"/>
                      </a:cubicBezTo>
                      <a:lnTo>
                        <a:pt x="7415" y="7694"/>
                      </a:lnTo>
                      <a:cubicBezTo>
                        <a:pt x="7415" y="8754"/>
                        <a:pt x="6607" y="9646"/>
                        <a:pt x="5603" y="9785"/>
                      </a:cubicBezTo>
                      <a:lnTo>
                        <a:pt x="5603" y="3764"/>
                      </a:lnTo>
                      <a:close/>
                      <a:moveTo>
                        <a:pt x="3987" y="1"/>
                      </a:moveTo>
                      <a:cubicBezTo>
                        <a:pt x="3819" y="1"/>
                        <a:pt x="3680" y="140"/>
                        <a:pt x="3680" y="307"/>
                      </a:cubicBezTo>
                      <a:lnTo>
                        <a:pt x="3680" y="921"/>
                      </a:lnTo>
                      <a:cubicBezTo>
                        <a:pt x="3680" y="1199"/>
                        <a:pt x="3819" y="1422"/>
                        <a:pt x="3987" y="1618"/>
                      </a:cubicBezTo>
                      <a:cubicBezTo>
                        <a:pt x="3513" y="1952"/>
                        <a:pt x="3150" y="2482"/>
                        <a:pt x="3095" y="3095"/>
                      </a:cubicBezTo>
                      <a:cubicBezTo>
                        <a:pt x="2732" y="3206"/>
                        <a:pt x="2453" y="3569"/>
                        <a:pt x="2453" y="3987"/>
                      </a:cubicBezTo>
                      <a:lnTo>
                        <a:pt x="2453" y="4294"/>
                      </a:lnTo>
                      <a:lnTo>
                        <a:pt x="1840" y="4294"/>
                      </a:lnTo>
                      <a:cubicBezTo>
                        <a:pt x="1450" y="4294"/>
                        <a:pt x="1115" y="4043"/>
                        <a:pt x="976" y="3652"/>
                      </a:cubicBezTo>
                      <a:lnTo>
                        <a:pt x="642" y="2677"/>
                      </a:lnTo>
                      <a:cubicBezTo>
                        <a:pt x="600" y="2551"/>
                        <a:pt x="511" y="2489"/>
                        <a:pt x="399" y="2489"/>
                      </a:cubicBezTo>
                      <a:cubicBezTo>
                        <a:pt x="361" y="2489"/>
                        <a:pt x="321" y="2496"/>
                        <a:pt x="279" y="2510"/>
                      </a:cubicBezTo>
                      <a:cubicBezTo>
                        <a:pt x="84" y="2565"/>
                        <a:pt x="28" y="2705"/>
                        <a:pt x="84" y="2900"/>
                      </a:cubicBezTo>
                      <a:lnTo>
                        <a:pt x="419" y="3875"/>
                      </a:lnTo>
                      <a:cubicBezTo>
                        <a:pt x="614" y="4489"/>
                        <a:pt x="1171" y="4907"/>
                        <a:pt x="1840" y="4907"/>
                      </a:cubicBezTo>
                      <a:lnTo>
                        <a:pt x="2453" y="4907"/>
                      </a:lnTo>
                      <a:lnTo>
                        <a:pt x="2453" y="6133"/>
                      </a:lnTo>
                      <a:lnTo>
                        <a:pt x="335" y="6133"/>
                      </a:lnTo>
                      <a:cubicBezTo>
                        <a:pt x="168" y="6133"/>
                        <a:pt x="28" y="6273"/>
                        <a:pt x="28" y="6440"/>
                      </a:cubicBezTo>
                      <a:cubicBezTo>
                        <a:pt x="28" y="6635"/>
                        <a:pt x="168" y="6775"/>
                        <a:pt x="335" y="6775"/>
                      </a:cubicBezTo>
                      <a:lnTo>
                        <a:pt x="2453" y="6775"/>
                      </a:lnTo>
                      <a:lnTo>
                        <a:pt x="2453" y="7667"/>
                      </a:lnTo>
                      <a:lnTo>
                        <a:pt x="2453" y="7973"/>
                      </a:lnTo>
                      <a:lnTo>
                        <a:pt x="1812" y="7973"/>
                      </a:lnTo>
                      <a:cubicBezTo>
                        <a:pt x="1143" y="7973"/>
                        <a:pt x="586" y="8391"/>
                        <a:pt x="363" y="9032"/>
                      </a:cubicBezTo>
                      <a:lnTo>
                        <a:pt x="56" y="10008"/>
                      </a:lnTo>
                      <a:cubicBezTo>
                        <a:pt x="0" y="10175"/>
                        <a:pt x="84" y="10315"/>
                        <a:pt x="223" y="10398"/>
                      </a:cubicBezTo>
                      <a:cubicBezTo>
                        <a:pt x="259" y="10408"/>
                        <a:pt x="292" y="10413"/>
                        <a:pt x="323" y="10413"/>
                      </a:cubicBezTo>
                      <a:cubicBezTo>
                        <a:pt x="466" y="10413"/>
                        <a:pt x="568" y="10317"/>
                        <a:pt x="614" y="10203"/>
                      </a:cubicBezTo>
                      <a:lnTo>
                        <a:pt x="920" y="9228"/>
                      </a:lnTo>
                      <a:cubicBezTo>
                        <a:pt x="1060" y="8865"/>
                        <a:pt x="1394" y="8614"/>
                        <a:pt x="1812" y="8614"/>
                      </a:cubicBezTo>
                      <a:lnTo>
                        <a:pt x="2593" y="8614"/>
                      </a:lnTo>
                      <a:cubicBezTo>
                        <a:pt x="2983" y="9646"/>
                        <a:pt x="3987" y="10426"/>
                        <a:pt x="5185" y="10426"/>
                      </a:cubicBezTo>
                      <a:cubicBezTo>
                        <a:pt x="6356" y="10426"/>
                        <a:pt x="7387" y="9646"/>
                        <a:pt x="7750" y="8614"/>
                      </a:cubicBezTo>
                      <a:lnTo>
                        <a:pt x="8586" y="8614"/>
                      </a:lnTo>
                      <a:cubicBezTo>
                        <a:pt x="8976" y="8614"/>
                        <a:pt x="9339" y="8837"/>
                        <a:pt x="9478" y="9228"/>
                      </a:cubicBezTo>
                      <a:lnTo>
                        <a:pt x="9785" y="10203"/>
                      </a:lnTo>
                      <a:cubicBezTo>
                        <a:pt x="9827" y="10351"/>
                        <a:pt x="9917" y="10419"/>
                        <a:pt x="10043" y="10419"/>
                      </a:cubicBezTo>
                      <a:cubicBezTo>
                        <a:pt x="10084" y="10419"/>
                        <a:pt x="10128" y="10412"/>
                        <a:pt x="10175" y="10398"/>
                      </a:cubicBezTo>
                      <a:cubicBezTo>
                        <a:pt x="10342" y="10315"/>
                        <a:pt x="10398" y="10175"/>
                        <a:pt x="10342" y="10008"/>
                      </a:cubicBezTo>
                      <a:lnTo>
                        <a:pt x="10119" y="9032"/>
                      </a:lnTo>
                      <a:cubicBezTo>
                        <a:pt x="9924" y="8391"/>
                        <a:pt x="9367" y="7973"/>
                        <a:pt x="8698" y="7973"/>
                      </a:cubicBezTo>
                      <a:lnTo>
                        <a:pt x="8001" y="7973"/>
                      </a:lnTo>
                      <a:lnTo>
                        <a:pt x="8001" y="7667"/>
                      </a:lnTo>
                      <a:lnTo>
                        <a:pt x="8001" y="6775"/>
                      </a:lnTo>
                      <a:lnTo>
                        <a:pt x="10175" y="6775"/>
                      </a:lnTo>
                      <a:cubicBezTo>
                        <a:pt x="10342" y="6775"/>
                        <a:pt x="10482" y="6635"/>
                        <a:pt x="10482" y="6440"/>
                      </a:cubicBezTo>
                      <a:cubicBezTo>
                        <a:pt x="10482" y="6273"/>
                        <a:pt x="10342" y="6133"/>
                        <a:pt x="10175" y="6133"/>
                      </a:cubicBezTo>
                      <a:lnTo>
                        <a:pt x="8001" y="6133"/>
                      </a:lnTo>
                      <a:lnTo>
                        <a:pt x="8001" y="4907"/>
                      </a:lnTo>
                      <a:lnTo>
                        <a:pt x="8698" y="4907"/>
                      </a:lnTo>
                      <a:cubicBezTo>
                        <a:pt x="9367" y="4907"/>
                        <a:pt x="9924" y="4489"/>
                        <a:pt x="10119" y="3875"/>
                      </a:cubicBezTo>
                      <a:lnTo>
                        <a:pt x="10454" y="2900"/>
                      </a:lnTo>
                      <a:cubicBezTo>
                        <a:pt x="10509" y="2705"/>
                        <a:pt x="10398" y="2565"/>
                        <a:pt x="10259" y="2510"/>
                      </a:cubicBezTo>
                      <a:cubicBezTo>
                        <a:pt x="10223" y="2498"/>
                        <a:pt x="10188" y="2492"/>
                        <a:pt x="10156" y="2492"/>
                      </a:cubicBezTo>
                      <a:cubicBezTo>
                        <a:pt x="10036" y="2492"/>
                        <a:pt x="9940" y="2567"/>
                        <a:pt x="9896" y="2677"/>
                      </a:cubicBezTo>
                      <a:lnTo>
                        <a:pt x="9562" y="3652"/>
                      </a:lnTo>
                      <a:cubicBezTo>
                        <a:pt x="9422" y="4043"/>
                        <a:pt x="9116" y="4294"/>
                        <a:pt x="8698" y="4294"/>
                      </a:cubicBezTo>
                      <a:lnTo>
                        <a:pt x="8001" y="4294"/>
                      </a:lnTo>
                      <a:lnTo>
                        <a:pt x="8001" y="3987"/>
                      </a:lnTo>
                      <a:cubicBezTo>
                        <a:pt x="8001" y="3597"/>
                        <a:pt x="7750" y="3234"/>
                        <a:pt x="7387" y="3095"/>
                      </a:cubicBezTo>
                      <a:cubicBezTo>
                        <a:pt x="7304" y="2482"/>
                        <a:pt x="6969" y="1952"/>
                        <a:pt x="6468" y="1618"/>
                      </a:cubicBezTo>
                      <a:cubicBezTo>
                        <a:pt x="6691" y="1422"/>
                        <a:pt x="6774" y="1199"/>
                        <a:pt x="6774" y="921"/>
                      </a:cubicBezTo>
                      <a:lnTo>
                        <a:pt x="6774" y="307"/>
                      </a:lnTo>
                      <a:cubicBezTo>
                        <a:pt x="6774" y="140"/>
                        <a:pt x="6635" y="1"/>
                        <a:pt x="6468" y="1"/>
                      </a:cubicBezTo>
                      <a:cubicBezTo>
                        <a:pt x="6300" y="1"/>
                        <a:pt x="6161" y="140"/>
                        <a:pt x="6161" y="307"/>
                      </a:cubicBezTo>
                      <a:lnTo>
                        <a:pt x="6161" y="921"/>
                      </a:lnTo>
                      <a:cubicBezTo>
                        <a:pt x="6161" y="1088"/>
                        <a:pt x="6022" y="1255"/>
                        <a:pt x="5854" y="1255"/>
                      </a:cubicBezTo>
                      <a:lnTo>
                        <a:pt x="4628" y="1255"/>
                      </a:lnTo>
                      <a:cubicBezTo>
                        <a:pt x="4488" y="1255"/>
                        <a:pt x="4321" y="1088"/>
                        <a:pt x="4321" y="921"/>
                      </a:cubicBezTo>
                      <a:lnTo>
                        <a:pt x="4321" y="307"/>
                      </a:lnTo>
                      <a:cubicBezTo>
                        <a:pt x="4321" y="140"/>
                        <a:pt x="4182" y="1"/>
                        <a:pt x="39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3CAEF48-5827-5631-440B-0278565EDFB4}"/>
                </a:ext>
              </a:extLst>
            </p:cNvPr>
            <p:cNvGrpSpPr/>
            <p:nvPr/>
          </p:nvGrpSpPr>
          <p:grpSpPr>
            <a:xfrm>
              <a:off x="2040531" y="5542392"/>
              <a:ext cx="8060013" cy="620859"/>
              <a:chOff x="2040531" y="5123204"/>
              <a:chExt cx="8060013" cy="620859"/>
            </a:xfrm>
            <a:grpFill/>
          </p:grpSpPr>
          <p:grpSp>
            <p:nvGrpSpPr>
              <p:cNvPr id="17876" name="Google Shape;12608;p89">
                <a:extLst>
                  <a:ext uri="{FF2B5EF4-FFF2-40B4-BE49-F238E27FC236}">
                    <a16:creationId xmlns:a16="http://schemas.microsoft.com/office/drawing/2014/main" id="{5E829A20-4BE8-4DA8-EF61-41AE5ADBB6D6}"/>
                  </a:ext>
                </a:extLst>
              </p:cNvPr>
              <p:cNvGrpSpPr/>
              <p:nvPr/>
            </p:nvGrpSpPr>
            <p:grpSpPr>
              <a:xfrm>
                <a:off x="9554815" y="5123204"/>
                <a:ext cx="545729" cy="620859"/>
                <a:chOff x="7660859" y="2571753"/>
                <a:chExt cx="366561" cy="417024"/>
              </a:xfrm>
              <a:grpFill/>
            </p:grpSpPr>
            <p:sp>
              <p:nvSpPr>
                <p:cNvPr id="17907" name="Google Shape;12609;p89">
                  <a:extLst>
                    <a:ext uri="{FF2B5EF4-FFF2-40B4-BE49-F238E27FC236}">
                      <a16:creationId xmlns:a16="http://schemas.microsoft.com/office/drawing/2014/main" id="{780885ED-E489-CA3E-EE82-0FAFAE082E66}"/>
                    </a:ext>
                  </a:extLst>
                </p:cNvPr>
                <p:cNvSpPr/>
                <p:nvPr/>
              </p:nvSpPr>
              <p:spPr>
                <a:xfrm>
                  <a:off x="7770506" y="2633631"/>
                  <a:ext cx="147259" cy="146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56" h="7026" extrusionOk="0">
                      <a:moveTo>
                        <a:pt x="4114" y="2928"/>
                      </a:moveTo>
                      <a:lnTo>
                        <a:pt x="4114" y="4099"/>
                      </a:lnTo>
                      <a:lnTo>
                        <a:pt x="2943" y="4099"/>
                      </a:lnTo>
                      <a:lnTo>
                        <a:pt x="2943" y="2928"/>
                      </a:lnTo>
                      <a:close/>
                      <a:moveTo>
                        <a:pt x="2354" y="1"/>
                      </a:moveTo>
                      <a:cubicBezTo>
                        <a:pt x="2032" y="1"/>
                        <a:pt x="1771" y="263"/>
                        <a:pt x="1771" y="586"/>
                      </a:cubicBezTo>
                      <a:lnTo>
                        <a:pt x="1771" y="1757"/>
                      </a:lnTo>
                      <a:lnTo>
                        <a:pt x="618" y="1757"/>
                      </a:lnTo>
                      <a:cubicBezTo>
                        <a:pt x="301" y="1757"/>
                        <a:pt x="31" y="1999"/>
                        <a:pt x="17" y="2314"/>
                      </a:cubicBezTo>
                      <a:cubicBezTo>
                        <a:pt x="1" y="2650"/>
                        <a:pt x="268" y="2928"/>
                        <a:pt x="600" y="2928"/>
                      </a:cubicBezTo>
                      <a:lnTo>
                        <a:pt x="1771" y="2928"/>
                      </a:lnTo>
                      <a:lnTo>
                        <a:pt x="1771" y="4099"/>
                      </a:lnTo>
                      <a:lnTo>
                        <a:pt x="618" y="4099"/>
                      </a:lnTo>
                      <a:cubicBezTo>
                        <a:pt x="301" y="4099"/>
                        <a:pt x="31" y="4341"/>
                        <a:pt x="17" y="4656"/>
                      </a:cubicBezTo>
                      <a:cubicBezTo>
                        <a:pt x="1" y="4992"/>
                        <a:pt x="268" y="5270"/>
                        <a:pt x="600" y="5270"/>
                      </a:cubicBezTo>
                      <a:lnTo>
                        <a:pt x="1771" y="5270"/>
                      </a:lnTo>
                      <a:lnTo>
                        <a:pt x="1771" y="6423"/>
                      </a:lnTo>
                      <a:cubicBezTo>
                        <a:pt x="1771" y="6738"/>
                        <a:pt x="2014" y="7011"/>
                        <a:pt x="2329" y="7025"/>
                      </a:cubicBezTo>
                      <a:cubicBezTo>
                        <a:pt x="2338" y="7025"/>
                        <a:pt x="2348" y="7025"/>
                        <a:pt x="2357" y="7025"/>
                      </a:cubicBezTo>
                      <a:cubicBezTo>
                        <a:pt x="2680" y="7025"/>
                        <a:pt x="2943" y="6764"/>
                        <a:pt x="2943" y="6441"/>
                      </a:cubicBezTo>
                      <a:lnTo>
                        <a:pt x="2943" y="5270"/>
                      </a:lnTo>
                      <a:lnTo>
                        <a:pt x="4114" y="5270"/>
                      </a:lnTo>
                      <a:lnTo>
                        <a:pt x="4114" y="6423"/>
                      </a:lnTo>
                      <a:cubicBezTo>
                        <a:pt x="4114" y="6738"/>
                        <a:pt x="4356" y="7011"/>
                        <a:pt x="4671" y="7025"/>
                      </a:cubicBezTo>
                      <a:cubicBezTo>
                        <a:pt x="4680" y="7025"/>
                        <a:pt x="4690" y="7025"/>
                        <a:pt x="4699" y="7025"/>
                      </a:cubicBezTo>
                      <a:cubicBezTo>
                        <a:pt x="5023" y="7025"/>
                        <a:pt x="5285" y="6764"/>
                        <a:pt x="5285" y="6441"/>
                      </a:cubicBezTo>
                      <a:lnTo>
                        <a:pt x="5285" y="5270"/>
                      </a:lnTo>
                      <a:lnTo>
                        <a:pt x="6456" y="5270"/>
                      </a:lnTo>
                      <a:cubicBezTo>
                        <a:pt x="6788" y="5270"/>
                        <a:pt x="7056" y="4992"/>
                        <a:pt x="7040" y="4656"/>
                      </a:cubicBezTo>
                      <a:cubicBezTo>
                        <a:pt x="7025" y="4341"/>
                        <a:pt x="6753" y="4099"/>
                        <a:pt x="6438" y="4099"/>
                      </a:cubicBezTo>
                      <a:lnTo>
                        <a:pt x="5285" y="4099"/>
                      </a:lnTo>
                      <a:lnTo>
                        <a:pt x="5285" y="2928"/>
                      </a:lnTo>
                      <a:lnTo>
                        <a:pt x="6438" y="2928"/>
                      </a:lnTo>
                      <a:cubicBezTo>
                        <a:pt x="6753" y="2928"/>
                        <a:pt x="7025" y="2685"/>
                        <a:pt x="7040" y="2370"/>
                      </a:cubicBezTo>
                      <a:cubicBezTo>
                        <a:pt x="7056" y="2034"/>
                        <a:pt x="6788" y="1757"/>
                        <a:pt x="6456" y="1757"/>
                      </a:cubicBezTo>
                      <a:lnTo>
                        <a:pt x="5285" y="1757"/>
                      </a:lnTo>
                      <a:lnTo>
                        <a:pt x="5285" y="603"/>
                      </a:lnTo>
                      <a:cubicBezTo>
                        <a:pt x="5285" y="287"/>
                        <a:pt x="5042" y="16"/>
                        <a:pt x="4727" y="2"/>
                      </a:cubicBezTo>
                      <a:cubicBezTo>
                        <a:pt x="4717" y="1"/>
                        <a:pt x="4707" y="1"/>
                        <a:pt x="4696" y="1"/>
                      </a:cubicBezTo>
                      <a:cubicBezTo>
                        <a:pt x="4374" y="1"/>
                        <a:pt x="4114" y="263"/>
                        <a:pt x="4114" y="586"/>
                      </a:cubicBezTo>
                      <a:lnTo>
                        <a:pt x="4114" y="1757"/>
                      </a:lnTo>
                      <a:lnTo>
                        <a:pt x="2943" y="1757"/>
                      </a:lnTo>
                      <a:lnTo>
                        <a:pt x="2943" y="603"/>
                      </a:lnTo>
                      <a:cubicBezTo>
                        <a:pt x="2943" y="287"/>
                        <a:pt x="2700" y="16"/>
                        <a:pt x="2385" y="2"/>
                      </a:cubicBezTo>
                      <a:cubicBezTo>
                        <a:pt x="2375" y="1"/>
                        <a:pt x="2364" y="1"/>
                        <a:pt x="235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08" name="Google Shape;12610;p89">
                  <a:extLst>
                    <a:ext uri="{FF2B5EF4-FFF2-40B4-BE49-F238E27FC236}">
                      <a16:creationId xmlns:a16="http://schemas.microsoft.com/office/drawing/2014/main" id="{B4A7FEC0-1EF8-AFD9-DE12-11C74DC4170F}"/>
                    </a:ext>
                  </a:extLst>
                </p:cNvPr>
                <p:cNvSpPr/>
                <p:nvPr/>
              </p:nvSpPr>
              <p:spPr>
                <a:xfrm>
                  <a:off x="7730834" y="2792447"/>
                  <a:ext cx="226648" cy="76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60" h="3679" extrusionOk="0">
                      <a:moveTo>
                        <a:pt x="747" y="0"/>
                      </a:moveTo>
                      <a:cubicBezTo>
                        <a:pt x="280" y="0"/>
                        <a:pt x="0" y="520"/>
                        <a:pt x="258" y="910"/>
                      </a:cubicBezTo>
                      <a:cubicBezTo>
                        <a:pt x="1470" y="2730"/>
                        <a:pt x="3430" y="3678"/>
                        <a:pt x="5429" y="3678"/>
                      </a:cubicBezTo>
                      <a:cubicBezTo>
                        <a:pt x="7423" y="3678"/>
                        <a:pt x="9385" y="2733"/>
                        <a:pt x="10600" y="911"/>
                      </a:cubicBezTo>
                      <a:cubicBezTo>
                        <a:pt x="10860" y="523"/>
                        <a:pt x="10578" y="2"/>
                        <a:pt x="10116" y="2"/>
                      </a:cubicBezTo>
                      <a:cubicBezTo>
                        <a:pt x="10115" y="2"/>
                        <a:pt x="10114" y="2"/>
                        <a:pt x="10113" y="2"/>
                      </a:cubicBezTo>
                      <a:cubicBezTo>
                        <a:pt x="9924" y="2"/>
                        <a:pt x="9738" y="92"/>
                        <a:pt x="9625" y="262"/>
                      </a:cubicBezTo>
                      <a:cubicBezTo>
                        <a:pt x="8688" y="1668"/>
                        <a:pt x="7119" y="2507"/>
                        <a:pt x="5429" y="2507"/>
                      </a:cubicBezTo>
                      <a:cubicBezTo>
                        <a:pt x="3740" y="2507"/>
                        <a:pt x="2172" y="1668"/>
                        <a:pt x="1235" y="264"/>
                      </a:cubicBezTo>
                      <a:cubicBezTo>
                        <a:pt x="1125" y="101"/>
                        <a:pt x="943" y="0"/>
                        <a:pt x="7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09" name="Google Shape;12611;p89">
                  <a:extLst>
                    <a:ext uri="{FF2B5EF4-FFF2-40B4-BE49-F238E27FC236}">
                      <a16:creationId xmlns:a16="http://schemas.microsoft.com/office/drawing/2014/main" id="{CE887360-307F-FEE6-24CD-D8685D761850}"/>
                    </a:ext>
                  </a:extLst>
                </p:cNvPr>
                <p:cNvSpPr/>
                <p:nvPr/>
              </p:nvSpPr>
              <p:spPr>
                <a:xfrm>
                  <a:off x="7660859" y="2571753"/>
                  <a:ext cx="366561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4" h="19982" extrusionOk="0">
                      <a:moveTo>
                        <a:pt x="14636" y="1169"/>
                      </a:moveTo>
                      <a:cubicBezTo>
                        <a:pt x="15587" y="1169"/>
                        <a:pt x="16392" y="1992"/>
                        <a:pt x="16392" y="2965"/>
                      </a:cubicBezTo>
                      <a:lnTo>
                        <a:pt x="16392" y="14674"/>
                      </a:lnTo>
                      <a:cubicBezTo>
                        <a:pt x="16392" y="15643"/>
                        <a:pt x="15607" y="16431"/>
                        <a:pt x="14636" y="16431"/>
                      </a:cubicBezTo>
                      <a:lnTo>
                        <a:pt x="11124" y="16431"/>
                      </a:lnTo>
                      <a:cubicBezTo>
                        <a:pt x="10967" y="16431"/>
                        <a:pt x="10816" y="16493"/>
                        <a:pt x="10707" y="16604"/>
                      </a:cubicBezTo>
                      <a:lnTo>
                        <a:pt x="8782" y="18561"/>
                      </a:lnTo>
                      <a:lnTo>
                        <a:pt x="6857" y="16604"/>
                      </a:lnTo>
                      <a:cubicBezTo>
                        <a:pt x="6748" y="16493"/>
                        <a:pt x="6597" y="16431"/>
                        <a:pt x="6440" y="16431"/>
                      </a:cubicBezTo>
                      <a:lnTo>
                        <a:pt x="2928" y="16431"/>
                      </a:lnTo>
                      <a:cubicBezTo>
                        <a:pt x="1959" y="16431"/>
                        <a:pt x="1172" y="15643"/>
                        <a:pt x="1172" y="14674"/>
                      </a:cubicBezTo>
                      <a:lnTo>
                        <a:pt x="1172" y="2965"/>
                      </a:lnTo>
                      <a:cubicBezTo>
                        <a:pt x="1172" y="1992"/>
                        <a:pt x="1977" y="1169"/>
                        <a:pt x="2928" y="1169"/>
                      </a:cubicBezTo>
                      <a:close/>
                      <a:moveTo>
                        <a:pt x="2928" y="0"/>
                      </a:moveTo>
                      <a:cubicBezTo>
                        <a:pt x="1310" y="0"/>
                        <a:pt x="1" y="1346"/>
                        <a:pt x="1" y="2965"/>
                      </a:cubicBezTo>
                      <a:lnTo>
                        <a:pt x="1" y="14674"/>
                      </a:lnTo>
                      <a:cubicBezTo>
                        <a:pt x="1" y="16291"/>
                        <a:pt x="1312" y="17600"/>
                        <a:pt x="2928" y="17600"/>
                      </a:cubicBezTo>
                      <a:lnTo>
                        <a:pt x="6196" y="17600"/>
                      </a:lnTo>
                      <a:lnTo>
                        <a:pt x="8365" y="19806"/>
                      </a:lnTo>
                      <a:cubicBezTo>
                        <a:pt x="8474" y="19919"/>
                        <a:pt x="8625" y="19981"/>
                        <a:pt x="8782" y="19981"/>
                      </a:cubicBezTo>
                      <a:cubicBezTo>
                        <a:pt x="8940" y="19981"/>
                        <a:pt x="9090" y="19919"/>
                        <a:pt x="9200" y="19806"/>
                      </a:cubicBezTo>
                      <a:lnTo>
                        <a:pt x="11370" y="17600"/>
                      </a:lnTo>
                      <a:lnTo>
                        <a:pt x="14636" y="17600"/>
                      </a:lnTo>
                      <a:cubicBezTo>
                        <a:pt x="16251" y="17600"/>
                        <a:pt x="17563" y="16287"/>
                        <a:pt x="17563" y="14674"/>
                      </a:cubicBezTo>
                      <a:lnTo>
                        <a:pt x="17563" y="2965"/>
                      </a:lnTo>
                      <a:cubicBezTo>
                        <a:pt x="17563" y="1348"/>
                        <a:pt x="16254" y="0"/>
                        <a:pt x="1463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77" name="Google Shape;12612;p89">
                <a:extLst>
                  <a:ext uri="{FF2B5EF4-FFF2-40B4-BE49-F238E27FC236}">
                    <a16:creationId xmlns:a16="http://schemas.microsoft.com/office/drawing/2014/main" id="{31FC8DB2-3665-A165-A32E-141430B2B25C}"/>
                  </a:ext>
                </a:extLst>
              </p:cNvPr>
              <p:cNvGrpSpPr/>
              <p:nvPr/>
            </p:nvGrpSpPr>
            <p:grpSpPr>
              <a:xfrm>
                <a:off x="5797695" y="5123204"/>
                <a:ext cx="620859" cy="620859"/>
                <a:chOff x="5566722" y="2571753"/>
                <a:chExt cx="417024" cy="417024"/>
              </a:xfrm>
              <a:grpFill/>
            </p:grpSpPr>
            <p:sp>
              <p:nvSpPr>
                <p:cNvPr id="17905" name="Google Shape;12613;p89">
                  <a:extLst>
                    <a:ext uri="{FF2B5EF4-FFF2-40B4-BE49-F238E27FC236}">
                      <a16:creationId xmlns:a16="http://schemas.microsoft.com/office/drawing/2014/main" id="{38D1FB29-3EEA-FA2D-40C5-5023096A1BD0}"/>
                    </a:ext>
                  </a:extLst>
                </p:cNvPr>
                <p:cNvSpPr/>
                <p:nvPr/>
              </p:nvSpPr>
              <p:spPr>
                <a:xfrm>
                  <a:off x="5566722" y="2571753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9990" y="1171"/>
                      </a:moveTo>
                      <a:cubicBezTo>
                        <a:pt x="14855" y="1171"/>
                        <a:pt x="18810" y="5127"/>
                        <a:pt x="18810" y="9991"/>
                      </a:cubicBezTo>
                      <a:cubicBezTo>
                        <a:pt x="18810" y="14854"/>
                        <a:pt x="14855" y="18810"/>
                        <a:pt x="9990" y="18810"/>
                      </a:cubicBezTo>
                      <a:cubicBezTo>
                        <a:pt x="5127" y="18810"/>
                        <a:pt x="1170" y="14854"/>
                        <a:pt x="1170" y="9991"/>
                      </a:cubicBezTo>
                      <a:cubicBezTo>
                        <a:pt x="1170" y="5127"/>
                        <a:pt x="5127" y="1171"/>
                        <a:pt x="9990" y="1171"/>
                      </a:cubicBezTo>
                      <a:close/>
                      <a:moveTo>
                        <a:pt x="9990" y="0"/>
                      </a:moveTo>
                      <a:cubicBezTo>
                        <a:pt x="4488" y="0"/>
                        <a:pt x="0" y="4490"/>
                        <a:pt x="0" y="9990"/>
                      </a:cubicBezTo>
                      <a:cubicBezTo>
                        <a:pt x="0" y="15493"/>
                        <a:pt x="4490" y="19981"/>
                        <a:pt x="9990" y="19981"/>
                      </a:cubicBezTo>
                      <a:cubicBezTo>
                        <a:pt x="15492" y="19981"/>
                        <a:pt x="19981" y="15491"/>
                        <a:pt x="19981" y="9990"/>
                      </a:cubicBezTo>
                      <a:cubicBezTo>
                        <a:pt x="19981" y="4488"/>
                        <a:pt x="15492" y="0"/>
                        <a:pt x="999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06" name="Google Shape;12614;p89">
                  <a:extLst>
                    <a:ext uri="{FF2B5EF4-FFF2-40B4-BE49-F238E27FC236}">
                      <a16:creationId xmlns:a16="http://schemas.microsoft.com/office/drawing/2014/main" id="{B0DA1753-BD21-DD31-05FA-A48114F93B24}"/>
                    </a:ext>
                  </a:extLst>
                </p:cNvPr>
                <p:cNvSpPr/>
                <p:nvPr/>
              </p:nvSpPr>
              <p:spPr>
                <a:xfrm>
                  <a:off x="5653037" y="2658069"/>
                  <a:ext cx="207719" cy="243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53" h="11646" extrusionOk="0">
                      <a:moveTo>
                        <a:pt x="8782" y="1300"/>
                      </a:moveTo>
                      <a:lnTo>
                        <a:pt x="8782" y="2448"/>
                      </a:lnTo>
                      <a:lnTo>
                        <a:pt x="4099" y="3384"/>
                      </a:lnTo>
                      <a:lnTo>
                        <a:pt x="4099" y="2236"/>
                      </a:lnTo>
                      <a:lnTo>
                        <a:pt x="8782" y="1300"/>
                      </a:lnTo>
                      <a:close/>
                      <a:moveTo>
                        <a:pt x="8782" y="7304"/>
                      </a:moveTo>
                      <a:lnTo>
                        <a:pt x="8782" y="8447"/>
                      </a:lnTo>
                      <a:cubicBezTo>
                        <a:pt x="8782" y="8766"/>
                        <a:pt x="8591" y="9047"/>
                        <a:pt x="8295" y="9165"/>
                      </a:cubicBezTo>
                      <a:cubicBezTo>
                        <a:pt x="8163" y="9218"/>
                        <a:pt x="7987" y="9306"/>
                        <a:pt x="7782" y="9306"/>
                      </a:cubicBezTo>
                      <a:cubicBezTo>
                        <a:pt x="7653" y="9306"/>
                        <a:pt x="7513" y="9271"/>
                        <a:pt x="7365" y="9171"/>
                      </a:cubicBezTo>
                      <a:cubicBezTo>
                        <a:pt x="6850" y="8824"/>
                        <a:pt x="6937" y="8042"/>
                        <a:pt x="7512" y="7812"/>
                      </a:cubicBezTo>
                      <a:lnTo>
                        <a:pt x="8782" y="7304"/>
                      </a:lnTo>
                      <a:close/>
                      <a:moveTo>
                        <a:pt x="2928" y="8475"/>
                      </a:moveTo>
                      <a:lnTo>
                        <a:pt x="2928" y="9618"/>
                      </a:lnTo>
                      <a:cubicBezTo>
                        <a:pt x="2928" y="9937"/>
                        <a:pt x="2737" y="10218"/>
                        <a:pt x="2442" y="10336"/>
                      </a:cubicBezTo>
                      <a:cubicBezTo>
                        <a:pt x="2308" y="10389"/>
                        <a:pt x="2132" y="10476"/>
                        <a:pt x="1928" y="10476"/>
                      </a:cubicBezTo>
                      <a:cubicBezTo>
                        <a:pt x="1799" y="10476"/>
                        <a:pt x="1659" y="10442"/>
                        <a:pt x="1511" y="10342"/>
                      </a:cubicBezTo>
                      <a:cubicBezTo>
                        <a:pt x="996" y="9993"/>
                        <a:pt x="1083" y="9213"/>
                        <a:pt x="1658" y="8983"/>
                      </a:cubicBezTo>
                      <a:lnTo>
                        <a:pt x="2928" y="8475"/>
                      </a:lnTo>
                      <a:close/>
                      <a:moveTo>
                        <a:pt x="9369" y="1"/>
                      </a:moveTo>
                      <a:cubicBezTo>
                        <a:pt x="9330" y="1"/>
                        <a:pt x="9291" y="4"/>
                        <a:pt x="9252" y="12"/>
                      </a:cubicBezTo>
                      <a:lnTo>
                        <a:pt x="3399" y="1182"/>
                      </a:lnTo>
                      <a:cubicBezTo>
                        <a:pt x="3124" y="1237"/>
                        <a:pt x="2928" y="1477"/>
                        <a:pt x="2928" y="1757"/>
                      </a:cubicBezTo>
                      <a:lnTo>
                        <a:pt x="2928" y="7214"/>
                      </a:lnTo>
                      <a:lnTo>
                        <a:pt x="1223" y="7897"/>
                      </a:lnTo>
                      <a:cubicBezTo>
                        <a:pt x="480" y="8192"/>
                        <a:pt x="0" y="8902"/>
                        <a:pt x="0" y="9701"/>
                      </a:cubicBezTo>
                      <a:cubicBezTo>
                        <a:pt x="0" y="10782"/>
                        <a:pt x="880" y="11645"/>
                        <a:pt x="1944" y="11645"/>
                      </a:cubicBezTo>
                      <a:cubicBezTo>
                        <a:pt x="2362" y="11645"/>
                        <a:pt x="2624" y="11523"/>
                        <a:pt x="2877" y="11423"/>
                      </a:cubicBezTo>
                      <a:cubicBezTo>
                        <a:pt x="3618" y="11125"/>
                        <a:pt x="4099" y="10418"/>
                        <a:pt x="4099" y="9618"/>
                      </a:cubicBezTo>
                      <a:lnTo>
                        <a:pt x="4099" y="4578"/>
                      </a:lnTo>
                      <a:lnTo>
                        <a:pt x="8782" y="3641"/>
                      </a:lnTo>
                      <a:lnTo>
                        <a:pt x="8782" y="6043"/>
                      </a:lnTo>
                      <a:lnTo>
                        <a:pt x="7076" y="6726"/>
                      </a:lnTo>
                      <a:cubicBezTo>
                        <a:pt x="6335" y="7023"/>
                        <a:pt x="5854" y="7731"/>
                        <a:pt x="5854" y="8530"/>
                      </a:cubicBezTo>
                      <a:cubicBezTo>
                        <a:pt x="5854" y="9611"/>
                        <a:pt x="6733" y="10476"/>
                        <a:pt x="7798" y="10476"/>
                      </a:cubicBezTo>
                      <a:cubicBezTo>
                        <a:pt x="8216" y="10476"/>
                        <a:pt x="8477" y="10354"/>
                        <a:pt x="8730" y="10251"/>
                      </a:cubicBezTo>
                      <a:cubicBezTo>
                        <a:pt x="9473" y="9956"/>
                        <a:pt x="9953" y="9247"/>
                        <a:pt x="9953" y="8447"/>
                      </a:cubicBezTo>
                      <a:lnTo>
                        <a:pt x="9953" y="586"/>
                      </a:lnTo>
                      <a:cubicBezTo>
                        <a:pt x="9953" y="410"/>
                        <a:pt x="9873" y="244"/>
                        <a:pt x="9739" y="133"/>
                      </a:cubicBezTo>
                      <a:cubicBezTo>
                        <a:pt x="9633" y="47"/>
                        <a:pt x="9503" y="1"/>
                        <a:pt x="936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78" name="Google Shape;12615;p89">
                <a:extLst>
                  <a:ext uri="{FF2B5EF4-FFF2-40B4-BE49-F238E27FC236}">
                    <a16:creationId xmlns:a16="http://schemas.microsoft.com/office/drawing/2014/main" id="{D2920CB1-8CBE-3472-487C-E56B579A1845}"/>
                  </a:ext>
                </a:extLst>
              </p:cNvPr>
              <p:cNvGrpSpPr/>
              <p:nvPr/>
            </p:nvGrpSpPr>
            <p:grpSpPr>
              <a:xfrm>
                <a:off x="6736981" y="5279039"/>
                <a:ext cx="620845" cy="309187"/>
                <a:chOff x="6090251" y="2676413"/>
                <a:chExt cx="417014" cy="207677"/>
              </a:xfrm>
              <a:grpFill/>
            </p:grpSpPr>
            <p:sp>
              <p:nvSpPr>
                <p:cNvPr id="17901" name="Google Shape;12616;p89">
                  <a:extLst>
                    <a:ext uri="{FF2B5EF4-FFF2-40B4-BE49-F238E27FC236}">
                      <a16:creationId xmlns:a16="http://schemas.microsoft.com/office/drawing/2014/main" id="{6A4D2E0A-E109-3CD6-368C-2F407FF059CC}"/>
                    </a:ext>
                  </a:extLst>
                </p:cNvPr>
                <p:cNvSpPr/>
                <p:nvPr/>
              </p:nvSpPr>
              <p:spPr>
                <a:xfrm>
                  <a:off x="6237672" y="2725248"/>
                  <a:ext cx="61086" cy="158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" h="7611" extrusionOk="0">
                      <a:moveTo>
                        <a:pt x="1463" y="1172"/>
                      </a:moveTo>
                      <a:cubicBezTo>
                        <a:pt x="1624" y="1172"/>
                        <a:pt x="1757" y="1303"/>
                        <a:pt x="1757" y="1465"/>
                      </a:cubicBezTo>
                      <a:lnTo>
                        <a:pt x="1757" y="6148"/>
                      </a:lnTo>
                      <a:cubicBezTo>
                        <a:pt x="1757" y="6309"/>
                        <a:pt x="1624" y="6440"/>
                        <a:pt x="1463" y="6440"/>
                      </a:cubicBezTo>
                      <a:cubicBezTo>
                        <a:pt x="1302" y="6440"/>
                        <a:pt x="1171" y="6309"/>
                        <a:pt x="1171" y="6148"/>
                      </a:cubicBezTo>
                      <a:lnTo>
                        <a:pt x="1171" y="1465"/>
                      </a:lnTo>
                      <a:cubicBezTo>
                        <a:pt x="1171" y="1303"/>
                        <a:pt x="1302" y="1172"/>
                        <a:pt x="1463" y="1172"/>
                      </a:cubicBezTo>
                      <a:close/>
                      <a:moveTo>
                        <a:pt x="1463" y="1"/>
                      </a:moveTo>
                      <a:cubicBezTo>
                        <a:pt x="657" y="1"/>
                        <a:pt x="0" y="657"/>
                        <a:pt x="0" y="1465"/>
                      </a:cubicBezTo>
                      <a:lnTo>
                        <a:pt x="0" y="6148"/>
                      </a:lnTo>
                      <a:cubicBezTo>
                        <a:pt x="0" y="6955"/>
                        <a:pt x="657" y="7611"/>
                        <a:pt x="1463" y="7611"/>
                      </a:cubicBezTo>
                      <a:cubicBezTo>
                        <a:pt x="2270" y="7611"/>
                        <a:pt x="2926" y="6955"/>
                        <a:pt x="2926" y="6148"/>
                      </a:cubicBezTo>
                      <a:lnTo>
                        <a:pt x="2926" y="1465"/>
                      </a:lnTo>
                      <a:cubicBezTo>
                        <a:pt x="2926" y="657"/>
                        <a:pt x="2270" y="1"/>
                        <a:pt x="146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02" name="Google Shape;12617;p89">
                  <a:extLst>
                    <a:ext uri="{FF2B5EF4-FFF2-40B4-BE49-F238E27FC236}">
                      <a16:creationId xmlns:a16="http://schemas.microsoft.com/office/drawing/2014/main" id="{298612D4-7839-24F5-F8AC-73C8CE1327D6}"/>
                    </a:ext>
                  </a:extLst>
                </p:cNvPr>
                <p:cNvSpPr/>
                <p:nvPr/>
              </p:nvSpPr>
              <p:spPr>
                <a:xfrm>
                  <a:off x="6446178" y="2761915"/>
                  <a:ext cx="61086" cy="610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" h="2927" extrusionOk="0">
                      <a:moveTo>
                        <a:pt x="1464" y="1171"/>
                      </a:moveTo>
                      <a:cubicBezTo>
                        <a:pt x="1625" y="1171"/>
                        <a:pt x="1756" y="1302"/>
                        <a:pt x="1756" y="1463"/>
                      </a:cubicBezTo>
                      <a:cubicBezTo>
                        <a:pt x="1756" y="1626"/>
                        <a:pt x="1625" y="1757"/>
                        <a:pt x="1464" y="1757"/>
                      </a:cubicBezTo>
                      <a:cubicBezTo>
                        <a:pt x="1303" y="1757"/>
                        <a:pt x="1170" y="1626"/>
                        <a:pt x="1170" y="1463"/>
                      </a:cubicBezTo>
                      <a:cubicBezTo>
                        <a:pt x="1170" y="1302"/>
                        <a:pt x="1303" y="1171"/>
                        <a:pt x="1464" y="1171"/>
                      </a:cubicBezTo>
                      <a:close/>
                      <a:moveTo>
                        <a:pt x="1464" y="0"/>
                      </a:moveTo>
                      <a:cubicBezTo>
                        <a:pt x="657" y="0"/>
                        <a:pt x="1" y="657"/>
                        <a:pt x="1" y="1463"/>
                      </a:cubicBezTo>
                      <a:cubicBezTo>
                        <a:pt x="1" y="2270"/>
                        <a:pt x="657" y="2926"/>
                        <a:pt x="1464" y="2926"/>
                      </a:cubicBezTo>
                      <a:cubicBezTo>
                        <a:pt x="2270" y="2926"/>
                        <a:pt x="2927" y="2270"/>
                        <a:pt x="2927" y="1463"/>
                      </a:cubicBezTo>
                      <a:cubicBezTo>
                        <a:pt x="2927" y="657"/>
                        <a:pt x="2270" y="0"/>
                        <a:pt x="146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03" name="Google Shape;12618;p89">
                  <a:extLst>
                    <a:ext uri="{FF2B5EF4-FFF2-40B4-BE49-F238E27FC236}">
                      <a16:creationId xmlns:a16="http://schemas.microsoft.com/office/drawing/2014/main" id="{E5527D6C-7812-E399-23D9-74507ADDD0CB}"/>
                    </a:ext>
                  </a:extLst>
                </p:cNvPr>
                <p:cNvSpPr/>
                <p:nvPr/>
              </p:nvSpPr>
              <p:spPr>
                <a:xfrm>
                  <a:off x="6311758" y="2676413"/>
                  <a:ext cx="135446" cy="207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90" h="9951" extrusionOk="0">
                      <a:moveTo>
                        <a:pt x="1466" y="1171"/>
                      </a:moveTo>
                      <a:cubicBezTo>
                        <a:pt x="1627" y="1171"/>
                        <a:pt x="1757" y="1302"/>
                        <a:pt x="1757" y="1463"/>
                      </a:cubicBezTo>
                      <a:lnTo>
                        <a:pt x="1757" y="6026"/>
                      </a:lnTo>
                      <a:lnTo>
                        <a:pt x="4186" y="3598"/>
                      </a:lnTo>
                      <a:cubicBezTo>
                        <a:pt x="4243" y="3541"/>
                        <a:pt x="4318" y="3512"/>
                        <a:pt x="4392" y="3512"/>
                      </a:cubicBezTo>
                      <a:cubicBezTo>
                        <a:pt x="4467" y="3512"/>
                        <a:pt x="4542" y="3541"/>
                        <a:pt x="4598" y="3598"/>
                      </a:cubicBezTo>
                      <a:cubicBezTo>
                        <a:pt x="4713" y="3712"/>
                        <a:pt x="4713" y="3897"/>
                        <a:pt x="4598" y="4012"/>
                      </a:cubicBezTo>
                      <a:lnTo>
                        <a:pt x="3247" y="5364"/>
                      </a:lnTo>
                      <a:lnTo>
                        <a:pt x="5221" y="8325"/>
                      </a:lnTo>
                      <a:cubicBezTo>
                        <a:pt x="5280" y="8414"/>
                        <a:pt x="5274" y="8500"/>
                        <a:pt x="5265" y="8546"/>
                      </a:cubicBezTo>
                      <a:cubicBezTo>
                        <a:pt x="5257" y="8591"/>
                        <a:pt x="5228" y="8674"/>
                        <a:pt x="5140" y="8732"/>
                      </a:cubicBezTo>
                      <a:cubicBezTo>
                        <a:pt x="5090" y="8764"/>
                        <a:pt x="5037" y="8780"/>
                        <a:pt x="4979" y="8780"/>
                      </a:cubicBezTo>
                      <a:cubicBezTo>
                        <a:pt x="4880" y="8780"/>
                        <a:pt x="4788" y="8732"/>
                        <a:pt x="4735" y="8651"/>
                      </a:cubicBezTo>
                      <a:lnTo>
                        <a:pt x="2824" y="5787"/>
                      </a:lnTo>
                      <a:lnTo>
                        <a:pt x="1757" y="6853"/>
                      </a:lnTo>
                      <a:lnTo>
                        <a:pt x="1757" y="8488"/>
                      </a:lnTo>
                      <a:cubicBezTo>
                        <a:pt x="1757" y="8649"/>
                        <a:pt x="1627" y="8782"/>
                        <a:pt x="1466" y="8782"/>
                      </a:cubicBezTo>
                      <a:cubicBezTo>
                        <a:pt x="1305" y="8782"/>
                        <a:pt x="1172" y="8649"/>
                        <a:pt x="1172" y="8488"/>
                      </a:cubicBezTo>
                      <a:lnTo>
                        <a:pt x="1172" y="1463"/>
                      </a:lnTo>
                      <a:cubicBezTo>
                        <a:pt x="1172" y="1302"/>
                        <a:pt x="1305" y="1171"/>
                        <a:pt x="1466" y="1171"/>
                      </a:cubicBezTo>
                      <a:close/>
                      <a:moveTo>
                        <a:pt x="1466" y="0"/>
                      </a:moveTo>
                      <a:cubicBezTo>
                        <a:pt x="659" y="0"/>
                        <a:pt x="1" y="657"/>
                        <a:pt x="1" y="1463"/>
                      </a:cubicBezTo>
                      <a:lnTo>
                        <a:pt x="1" y="8488"/>
                      </a:lnTo>
                      <a:cubicBezTo>
                        <a:pt x="1" y="9295"/>
                        <a:pt x="659" y="9951"/>
                        <a:pt x="1466" y="9951"/>
                      </a:cubicBezTo>
                      <a:cubicBezTo>
                        <a:pt x="2272" y="9951"/>
                        <a:pt x="2929" y="9295"/>
                        <a:pt x="2929" y="8488"/>
                      </a:cubicBezTo>
                      <a:lnTo>
                        <a:pt x="2929" y="8053"/>
                      </a:lnTo>
                      <a:lnTo>
                        <a:pt x="3760" y="9300"/>
                      </a:lnTo>
                      <a:cubicBezTo>
                        <a:pt x="4032" y="9709"/>
                        <a:pt x="4487" y="9951"/>
                        <a:pt x="4979" y="9951"/>
                      </a:cubicBezTo>
                      <a:cubicBezTo>
                        <a:pt x="5269" y="9951"/>
                        <a:pt x="5548" y="9866"/>
                        <a:pt x="5789" y="9705"/>
                      </a:cubicBezTo>
                      <a:cubicBezTo>
                        <a:pt x="6114" y="9489"/>
                        <a:pt x="6336" y="9158"/>
                        <a:pt x="6413" y="8775"/>
                      </a:cubicBezTo>
                      <a:cubicBezTo>
                        <a:pt x="6490" y="8391"/>
                        <a:pt x="6412" y="8001"/>
                        <a:pt x="6196" y="7676"/>
                      </a:cubicBezTo>
                      <a:lnTo>
                        <a:pt x="4754" y="5512"/>
                      </a:lnTo>
                      <a:lnTo>
                        <a:pt x="5426" y="4840"/>
                      </a:lnTo>
                      <a:cubicBezTo>
                        <a:pt x="5998" y="4269"/>
                        <a:pt x="5998" y="3340"/>
                        <a:pt x="5426" y="2771"/>
                      </a:cubicBezTo>
                      <a:cubicBezTo>
                        <a:pt x="5142" y="2485"/>
                        <a:pt x="4767" y="2342"/>
                        <a:pt x="4392" y="2342"/>
                      </a:cubicBezTo>
                      <a:cubicBezTo>
                        <a:pt x="4017" y="2342"/>
                        <a:pt x="3642" y="2485"/>
                        <a:pt x="3357" y="2771"/>
                      </a:cubicBezTo>
                      <a:lnTo>
                        <a:pt x="2929" y="3199"/>
                      </a:lnTo>
                      <a:lnTo>
                        <a:pt x="2929" y="1463"/>
                      </a:lnTo>
                      <a:cubicBezTo>
                        <a:pt x="2929" y="657"/>
                        <a:pt x="2272" y="0"/>
                        <a:pt x="146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04" name="Google Shape;12619;p89">
                  <a:extLst>
                    <a:ext uri="{FF2B5EF4-FFF2-40B4-BE49-F238E27FC236}">
                      <a16:creationId xmlns:a16="http://schemas.microsoft.com/office/drawing/2014/main" id="{A1232FB5-8FA1-6B57-3960-DB7CA8545A36}"/>
                    </a:ext>
                  </a:extLst>
                </p:cNvPr>
                <p:cNvSpPr/>
                <p:nvPr/>
              </p:nvSpPr>
              <p:spPr>
                <a:xfrm>
                  <a:off x="6090251" y="2676413"/>
                  <a:ext cx="135405" cy="207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8" h="9951" extrusionOk="0">
                      <a:moveTo>
                        <a:pt x="1464" y="1171"/>
                      </a:moveTo>
                      <a:cubicBezTo>
                        <a:pt x="1625" y="1171"/>
                        <a:pt x="1757" y="1302"/>
                        <a:pt x="1757" y="1463"/>
                      </a:cubicBezTo>
                      <a:lnTo>
                        <a:pt x="1757" y="6026"/>
                      </a:lnTo>
                      <a:lnTo>
                        <a:pt x="4184" y="3598"/>
                      </a:lnTo>
                      <a:cubicBezTo>
                        <a:pt x="4241" y="3541"/>
                        <a:pt x="4316" y="3512"/>
                        <a:pt x="4391" y="3512"/>
                      </a:cubicBezTo>
                      <a:cubicBezTo>
                        <a:pt x="4466" y="3512"/>
                        <a:pt x="4541" y="3541"/>
                        <a:pt x="4598" y="3598"/>
                      </a:cubicBezTo>
                      <a:cubicBezTo>
                        <a:pt x="4712" y="3712"/>
                        <a:pt x="4712" y="3897"/>
                        <a:pt x="4598" y="4012"/>
                      </a:cubicBezTo>
                      <a:lnTo>
                        <a:pt x="3245" y="5364"/>
                      </a:lnTo>
                      <a:lnTo>
                        <a:pt x="5219" y="8325"/>
                      </a:lnTo>
                      <a:cubicBezTo>
                        <a:pt x="5278" y="8414"/>
                        <a:pt x="5272" y="8500"/>
                        <a:pt x="5264" y="8546"/>
                      </a:cubicBezTo>
                      <a:cubicBezTo>
                        <a:pt x="5255" y="8591"/>
                        <a:pt x="5226" y="8674"/>
                        <a:pt x="5138" y="8732"/>
                      </a:cubicBezTo>
                      <a:cubicBezTo>
                        <a:pt x="5090" y="8764"/>
                        <a:pt x="5035" y="8780"/>
                        <a:pt x="4977" y="8780"/>
                      </a:cubicBezTo>
                      <a:cubicBezTo>
                        <a:pt x="4878" y="8780"/>
                        <a:pt x="4788" y="8732"/>
                        <a:pt x="4733" y="8651"/>
                      </a:cubicBezTo>
                      <a:lnTo>
                        <a:pt x="2824" y="5787"/>
                      </a:lnTo>
                      <a:lnTo>
                        <a:pt x="1757" y="6853"/>
                      </a:lnTo>
                      <a:lnTo>
                        <a:pt x="1757" y="8488"/>
                      </a:lnTo>
                      <a:cubicBezTo>
                        <a:pt x="1757" y="8649"/>
                        <a:pt x="1625" y="8782"/>
                        <a:pt x="1464" y="8782"/>
                      </a:cubicBezTo>
                      <a:cubicBezTo>
                        <a:pt x="1303" y="8782"/>
                        <a:pt x="1172" y="8649"/>
                        <a:pt x="1172" y="8488"/>
                      </a:cubicBezTo>
                      <a:lnTo>
                        <a:pt x="1172" y="1463"/>
                      </a:lnTo>
                      <a:cubicBezTo>
                        <a:pt x="1172" y="1302"/>
                        <a:pt x="1303" y="1171"/>
                        <a:pt x="1464" y="1171"/>
                      </a:cubicBezTo>
                      <a:close/>
                      <a:moveTo>
                        <a:pt x="1464" y="0"/>
                      </a:moveTo>
                      <a:cubicBezTo>
                        <a:pt x="657" y="0"/>
                        <a:pt x="1" y="657"/>
                        <a:pt x="1" y="1463"/>
                      </a:cubicBezTo>
                      <a:lnTo>
                        <a:pt x="1" y="8488"/>
                      </a:lnTo>
                      <a:cubicBezTo>
                        <a:pt x="1" y="9295"/>
                        <a:pt x="657" y="9951"/>
                        <a:pt x="1464" y="9951"/>
                      </a:cubicBezTo>
                      <a:cubicBezTo>
                        <a:pt x="2270" y="9951"/>
                        <a:pt x="2927" y="9295"/>
                        <a:pt x="2927" y="8488"/>
                      </a:cubicBezTo>
                      <a:lnTo>
                        <a:pt x="2927" y="8053"/>
                      </a:lnTo>
                      <a:lnTo>
                        <a:pt x="3758" y="9300"/>
                      </a:lnTo>
                      <a:cubicBezTo>
                        <a:pt x="4031" y="9709"/>
                        <a:pt x="4485" y="9951"/>
                        <a:pt x="4977" y="9951"/>
                      </a:cubicBezTo>
                      <a:cubicBezTo>
                        <a:pt x="5267" y="9951"/>
                        <a:pt x="5548" y="9866"/>
                        <a:pt x="5787" y="9705"/>
                      </a:cubicBezTo>
                      <a:cubicBezTo>
                        <a:pt x="6113" y="9489"/>
                        <a:pt x="6336" y="9158"/>
                        <a:pt x="6412" y="8775"/>
                      </a:cubicBezTo>
                      <a:cubicBezTo>
                        <a:pt x="6488" y="8391"/>
                        <a:pt x="6410" y="8001"/>
                        <a:pt x="6194" y="7676"/>
                      </a:cubicBezTo>
                      <a:lnTo>
                        <a:pt x="4752" y="5512"/>
                      </a:lnTo>
                      <a:lnTo>
                        <a:pt x="5426" y="4840"/>
                      </a:lnTo>
                      <a:cubicBezTo>
                        <a:pt x="5996" y="4269"/>
                        <a:pt x="5996" y="3340"/>
                        <a:pt x="5426" y="2771"/>
                      </a:cubicBezTo>
                      <a:cubicBezTo>
                        <a:pt x="5141" y="2485"/>
                        <a:pt x="4766" y="2342"/>
                        <a:pt x="4391" y="2342"/>
                      </a:cubicBezTo>
                      <a:cubicBezTo>
                        <a:pt x="4016" y="2342"/>
                        <a:pt x="3641" y="2485"/>
                        <a:pt x="3357" y="2771"/>
                      </a:cubicBezTo>
                      <a:lnTo>
                        <a:pt x="2927" y="3199"/>
                      </a:lnTo>
                      <a:lnTo>
                        <a:pt x="2927" y="1463"/>
                      </a:lnTo>
                      <a:cubicBezTo>
                        <a:pt x="2927" y="657"/>
                        <a:pt x="2270" y="0"/>
                        <a:pt x="146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79" name="Google Shape;12620;p89">
                <a:extLst>
                  <a:ext uri="{FF2B5EF4-FFF2-40B4-BE49-F238E27FC236}">
                    <a16:creationId xmlns:a16="http://schemas.microsoft.com/office/drawing/2014/main" id="{E418116E-D09A-13ED-8772-000FE3CC00B5}"/>
                  </a:ext>
                </a:extLst>
              </p:cNvPr>
              <p:cNvGrpSpPr/>
              <p:nvPr/>
            </p:nvGrpSpPr>
            <p:grpSpPr>
              <a:xfrm>
                <a:off x="8615531" y="5123204"/>
                <a:ext cx="620859" cy="620859"/>
                <a:chOff x="7137330" y="2571753"/>
                <a:chExt cx="417024" cy="417024"/>
              </a:xfrm>
              <a:grpFill/>
            </p:grpSpPr>
            <p:sp>
              <p:nvSpPr>
                <p:cNvPr id="17898" name="Google Shape;12621;p89">
                  <a:extLst>
                    <a:ext uri="{FF2B5EF4-FFF2-40B4-BE49-F238E27FC236}">
                      <a16:creationId xmlns:a16="http://schemas.microsoft.com/office/drawing/2014/main" id="{551D968D-C1F1-199F-9914-223FDDDA2A84}"/>
                    </a:ext>
                  </a:extLst>
                </p:cNvPr>
                <p:cNvSpPr/>
                <p:nvPr/>
              </p:nvSpPr>
              <p:spPr>
                <a:xfrm>
                  <a:off x="7235854" y="2645840"/>
                  <a:ext cx="219949" cy="268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39" h="12881" extrusionOk="0">
                      <a:moveTo>
                        <a:pt x="5271" y="1172"/>
                      </a:moveTo>
                      <a:cubicBezTo>
                        <a:pt x="7530" y="1172"/>
                        <a:pt x="9368" y="3010"/>
                        <a:pt x="9368" y="5270"/>
                      </a:cubicBezTo>
                      <a:cubicBezTo>
                        <a:pt x="9368" y="6273"/>
                        <a:pt x="8717" y="7797"/>
                        <a:pt x="7624" y="9343"/>
                      </a:cubicBezTo>
                      <a:cubicBezTo>
                        <a:pt x="6513" y="10917"/>
                        <a:pt x="5536" y="11665"/>
                        <a:pt x="5271" y="11708"/>
                      </a:cubicBezTo>
                      <a:cubicBezTo>
                        <a:pt x="5004" y="11665"/>
                        <a:pt x="4029" y="10917"/>
                        <a:pt x="2916" y="9343"/>
                      </a:cubicBezTo>
                      <a:cubicBezTo>
                        <a:pt x="1825" y="7797"/>
                        <a:pt x="1172" y="6273"/>
                        <a:pt x="1172" y="5270"/>
                      </a:cubicBezTo>
                      <a:cubicBezTo>
                        <a:pt x="1172" y="3010"/>
                        <a:pt x="3010" y="1172"/>
                        <a:pt x="5271" y="1172"/>
                      </a:cubicBezTo>
                      <a:close/>
                      <a:moveTo>
                        <a:pt x="5271" y="1"/>
                      </a:moveTo>
                      <a:cubicBezTo>
                        <a:pt x="2366" y="1"/>
                        <a:pt x="1" y="2364"/>
                        <a:pt x="1" y="5270"/>
                      </a:cubicBezTo>
                      <a:cubicBezTo>
                        <a:pt x="1" y="7084"/>
                        <a:pt x="1409" y="9247"/>
                        <a:pt x="2014" y="10093"/>
                      </a:cubicBezTo>
                      <a:cubicBezTo>
                        <a:pt x="2481" y="10747"/>
                        <a:pt x="4098" y="12881"/>
                        <a:pt x="5271" y="12881"/>
                      </a:cubicBezTo>
                      <a:cubicBezTo>
                        <a:pt x="6444" y="12881"/>
                        <a:pt x="8059" y="10747"/>
                        <a:pt x="8528" y="10093"/>
                      </a:cubicBezTo>
                      <a:cubicBezTo>
                        <a:pt x="9133" y="9247"/>
                        <a:pt x="10539" y="7084"/>
                        <a:pt x="10539" y="5270"/>
                      </a:cubicBezTo>
                      <a:cubicBezTo>
                        <a:pt x="10539" y="2364"/>
                        <a:pt x="8175" y="1"/>
                        <a:pt x="52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99" name="Google Shape;12622;p89">
                  <a:extLst>
                    <a:ext uri="{FF2B5EF4-FFF2-40B4-BE49-F238E27FC236}">
                      <a16:creationId xmlns:a16="http://schemas.microsoft.com/office/drawing/2014/main" id="{0E2133C6-4EC0-89B7-3326-D9A206776458}"/>
                    </a:ext>
                  </a:extLst>
                </p:cNvPr>
                <p:cNvSpPr/>
                <p:nvPr/>
              </p:nvSpPr>
              <p:spPr>
                <a:xfrm>
                  <a:off x="7137330" y="2571753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9992" y="1171"/>
                      </a:moveTo>
                      <a:cubicBezTo>
                        <a:pt x="14855" y="1171"/>
                        <a:pt x="18812" y="5127"/>
                        <a:pt x="18812" y="9991"/>
                      </a:cubicBezTo>
                      <a:cubicBezTo>
                        <a:pt x="18812" y="14854"/>
                        <a:pt x="14855" y="18810"/>
                        <a:pt x="9992" y="18810"/>
                      </a:cubicBezTo>
                      <a:cubicBezTo>
                        <a:pt x="5127" y="18810"/>
                        <a:pt x="1171" y="14854"/>
                        <a:pt x="1171" y="9991"/>
                      </a:cubicBezTo>
                      <a:cubicBezTo>
                        <a:pt x="1171" y="5127"/>
                        <a:pt x="5127" y="1171"/>
                        <a:pt x="9992" y="1171"/>
                      </a:cubicBezTo>
                      <a:close/>
                      <a:moveTo>
                        <a:pt x="9992" y="0"/>
                      </a:moveTo>
                      <a:cubicBezTo>
                        <a:pt x="4490" y="0"/>
                        <a:pt x="0" y="4490"/>
                        <a:pt x="0" y="9990"/>
                      </a:cubicBezTo>
                      <a:cubicBezTo>
                        <a:pt x="0" y="15491"/>
                        <a:pt x="4490" y="19981"/>
                        <a:pt x="9992" y="19981"/>
                      </a:cubicBezTo>
                      <a:cubicBezTo>
                        <a:pt x="15493" y="19981"/>
                        <a:pt x="19981" y="15491"/>
                        <a:pt x="19981" y="9990"/>
                      </a:cubicBezTo>
                      <a:cubicBezTo>
                        <a:pt x="19981" y="4488"/>
                        <a:pt x="15492" y="0"/>
                        <a:pt x="999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00" name="Google Shape;12623;p89">
                  <a:extLst>
                    <a:ext uri="{FF2B5EF4-FFF2-40B4-BE49-F238E27FC236}">
                      <a16:creationId xmlns:a16="http://schemas.microsoft.com/office/drawing/2014/main" id="{71D4B100-3A1E-A98D-DB2A-BFF7A689607C}"/>
                    </a:ext>
                  </a:extLst>
                </p:cNvPr>
                <p:cNvSpPr/>
                <p:nvPr/>
              </p:nvSpPr>
              <p:spPr>
                <a:xfrm>
                  <a:off x="7284751" y="2694716"/>
                  <a:ext cx="122173" cy="122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4" h="5855" extrusionOk="0">
                      <a:moveTo>
                        <a:pt x="2928" y="1172"/>
                      </a:moveTo>
                      <a:cubicBezTo>
                        <a:pt x="3895" y="1172"/>
                        <a:pt x="4684" y="1959"/>
                        <a:pt x="4684" y="2928"/>
                      </a:cubicBezTo>
                      <a:cubicBezTo>
                        <a:pt x="4684" y="3896"/>
                        <a:pt x="3895" y="4683"/>
                        <a:pt x="2928" y="4683"/>
                      </a:cubicBezTo>
                      <a:cubicBezTo>
                        <a:pt x="1958" y="4683"/>
                        <a:pt x="1171" y="3896"/>
                        <a:pt x="1171" y="2928"/>
                      </a:cubicBezTo>
                      <a:cubicBezTo>
                        <a:pt x="2139" y="2928"/>
                        <a:pt x="2928" y="2139"/>
                        <a:pt x="2928" y="1172"/>
                      </a:cubicBezTo>
                      <a:close/>
                      <a:moveTo>
                        <a:pt x="2928" y="1"/>
                      </a:moveTo>
                      <a:cubicBezTo>
                        <a:pt x="2655" y="1"/>
                        <a:pt x="2374" y="47"/>
                        <a:pt x="2066" y="142"/>
                      </a:cubicBezTo>
                      <a:cubicBezTo>
                        <a:pt x="1732" y="245"/>
                        <a:pt x="1562" y="616"/>
                        <a:pt x="1704" y="936"/>
                      </a:cubicBezTo>
                      <a:cubicBezTo>
                        <a:pt x="1885" y="1345"/>
                        <a:pt x="1569" y="1756"/>
                        <a:pt x="1177" y="1756"/>
                      </a:cubicBezTo>
                      <a:cubicBezTo>
                        <a:pt x="1099" y="1756"/>
                        <a:pt x="1018" y="1740"/>
                        <a:pt x="938" y="1704"/>
                      </a:cubicBezTo>
                      <a:cubicBezTo>
                        <a:pt x="860" y="1670"/>
                        <a:pt x="780" y="1654"/>
                        <a:pt x="701" y="1654"/>
                      </a:cubicBezTo>
                      <a:cubicBezTo>
                        <a:pt x="453" y="1654"/>
                        <a:pt x="219" y="1813"/>
                        <a:pt x="142" y="2067"/>
                      </a:cubicBezTo>
                      <a:cubicBezTo>
                        <a:pt x="46" y="2373"/>
                        <a:pt x="0" y="2656"/>
                        <a:pt x="0" y="2928"/>
                      </a:cubicBezTo>
                      <a:cubicBezTo>
                        <a:pt x="0" y="4542"/>
                        <a:pt x="1313" y="5854"/>
                        <a:pt x="2928" y="5854"/>
                      </a:cubicBezTo>
                      <a:cubicBezTo>
                        <a:pt x="4541" y="5854"/>
                        <a:pt x="5854" y="4542"/>
                        <a:pt x="5854" y="2928"/>
                      </a:cubicBezTo>
                      <a:cubicBezTo>
                        <a:pt x="5854" y="1313"/>
                        <a:pt x="4541" y="1"/>
                        <a:pt x="292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80" name="Google Shape;12624;p89">
                <a:extLst>
                  <a:ext uri="{FF2B5EF4-FFF2-40B4-BE49-F238E27FC236}">
                    <a16:creationId xmlns:a16="http://schemas.microsoft.com/office/drawing/2014/main" id="{54FA834C-4297-DAE2-D641-02DF4B6DCCDE}"/>
                  </a:ext>
                </a:extLst>
              </p:cNvPr>
              <p:cNvGrpSpPr/>
              <p:nvPr/>
            </p:nvGrpSpPr>
            <p:grpSpPr>
              <a:xfrm>
                <a:off x="7676248" y="5123204"/>
                <a:ext cx="620859" cy="620859"/>
                <a:chOff x="6613801" y="2571753"/>
                <a:chExt cx="417024" cy="417024"/>
              </a:xfrm>
              <a:grpFill/>
            </p:grpSpPr>
            <p:sp>
              <p:nvSpPr>
                <p:cNvPr id="17893" name="Google Shape;12625;p89">
                  <a:extLst>
                    <a:ext uri="{FF2B5EF4-FFF2-40B4-BE49-F238E27FC236}">
                      <a16:creationId xmlns:a16="http://schemas.microsoft.com/office/drawing/2014/main" id="{9A7EB355-9A95-FA94-3120-257CC2FD55B6}"/>
                    </a:ext>
                  </a:extLst>
                </p:cNvPr>
                <p:cNvSpPr/>
                <p:nvPr/>
              </p:nvSpPr>
              <p:spPr>
                <a:xfrm>
                  <a:off x="6613801" y="2571753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9991" y="1171"/>
                      </a:moveTo>
                      <a:cubicBezTo>
                        <a:pt x="14854" y="1171"/>
                        <a:pt x="18812" y="5127"/>
                        <a:pt x="18812" y="9991"/>
                      </a:cubicBezTo>
                      <a:cubicBezTo>
                        <a:pt x="18812" y="14854"/>
                        <a:pt x="14854" y="18810"/>
                        <a:pt x="9991" y="18810"/>
                      </a:cubicBezTo>
                      <a:cubicBezTo>
                        <a:pt x="5127" y="18810"/>
                        <a:pt x="1171" y="14854"/>
                        <a:pt x="1171" y="9991"/>
                      </a:cubicBezTo>
                      <a:cubicBezTo>
                        <a:pt x="1171" y="5127"/>
                        <a:pt x="5127" y="1171"/>
                        <a:pt x="9991" y="1171"/>
                      </a:cubicBezTo>
                      <a:close/>
                      <a:moveTo>
                        <a:pt x="9991" y="0"/>
                      </a:moveTo>
                      <a:cubicBezTo>
                        <a:pt x="4490" y="0"/>
                        <a:pt x="0" y="4490"/>
                        <a:pt x="0" y="9990"/>
                      </a:cubicBezTo>
                      <a:cubicBezTo>
                        <a:pt x="0" y="15493"/>
                        <a:pt x="4490" y="19981"/>
                        <a:pt x="9991" y="19981"/>
                      </a:cubicBezTo>
                      <a:cubicBezTo>
                        <a:pt x="15493" y="19981"/>
                        <a:pt x="19981" y="15491"/>
                        <a:pt x="19981" y="9990"/>
                      </a:cubicBezTo>
                      <a:cubicBezTo>
                        <a:pt x="19981" y="4488"/>
                        <a:pt x="15491" y="0"/>
                        <a:pt x="999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94" name="Google Shape;12626;p89">
                  <a:extLst>
                    <a:ext uri="{FF2B5EF4-FFF2-40B4-BE49-F238E27FC236}">
                      <a16:creationId xmlns:a16="http://schemas.microsoft.com/office/drawing/2014/main" id="{201B9AF8-6837-90D0-FADB-153C46A7EDA2}"/>
                    </a:ext>
                  </a:extLst>
                </p:cNvPr>
                <p:cNvSpPr/>
                <p:nvPr/>
              </p:nvSpPr>
              <p:spPr>
                <a:xfrm>
                  <a:off x="6663449" y="2645840"/>
                  <a:ext cx="317704" cy="268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23" h="12881" extrusionOk="0">
                      <a:moveTo>
                        <a:pt x="12295" y="1172"/>
                      </a:moveTo>
                      <a:cubicBezTo>
                        <a:pt x="12619" y="1172"/>
                        <a:pt x="12881" y="1435"/>
                        <a:pt x="12881" y="1757"/>
                      </a:cubicBezTo>
                      <a:cubicBezTo>
                        <a:pt x="12881" y="2079"/>
                        <a:pt x="12617" y="2343"/>
                        <a:pt x="12295" y="2343"/>
                      </a:cubicBezTo>
                      <a:cubicBezTo>
                        <a:pt x="11973" y="2343"/>
                        <a:pt x="11709" y="2079"/>
                        <a:pt x="11709" y="1757"/>
                      </a:cubicBezTo>
                      <a:cubicBezTo>
                        <a:pt x="11709" y="1435"/>
                        <a:pt x="11973" y="1172"/>
                        <a:pt x="12295" y="1172"/>
                      </a:cubicBezTo>
                      <a:close/>
                      <a:moveTo>
                        <a:pt x="2343" y="4685"/>
                      </a:moveTo>
                      <a:cubicBezTo>
                        <a:pt x="2592" y="4685"/>
                        <a:pt x="2827" y="4763"/>
                        <a:pt x="3022" y="4902"/>
                      </a:cubicBezTo>
                      <a:cubicBezTo>
                        <a:pt x="2330" y="5410"/>
                        <a:pt x="1821" y="6015"/>
                        <a:pt x="1513" y="6677"/>
                      </a:cubicBezTo>
                      <a:cubicBezTo>
                        <a:pt x="1301" y="6461"/>
                        <a:pt x="1173" y="6167"/>
                        <a:pt x="1173" y="5856"/>
                      </a:cubicBezTo>
                      <a:cubicBezTo>
                        <a:pt x="1173" y="5210"/>
                        <a:pt x="1697" y="4685"/>
                        <a:pt x="2343" y="4685"/>
                      </a:cubicBezTo>
                      <a:close/>
                      <a:moveTo>
                        <a:pt x="12881" y="4685"/>
                      </a:moveTo>
                      <a:cubicBezTo>
                        <a:pt x="13526" y="4685"/>
                        <a:pt x="14052" y="5208"/>
                        <a:pt x="14052" y="5854"/>
                      </a:cubicBezTo>
                      <a:cubicBezTo>
                        <a:pt x="14052" y="6167"/>
                        <a:pt x="13923" y="6461"/>
                        <a:pt x="13712" y="6677"/>
                      </a:cubicBezTo>
                      <a:cubicBezTo>
                        <a:pt x="13404" y="6015"/>
                        <a:pt x="12893" y="5410"/>
                        <a:pt x="12201" y="4902"/>
                      </a:cubicBezTo>
                      <a:cubicBezTo>
                        <a:pt x="12396" y="4763"/>
                        <a:pt x="12633" y="4685"/>
                        <a:pt x="12881" y="4685"/>
                      </a:cubicBezTo>
                      <a:close/>
                      <a:moveTo>
                        <a:pt x="7616" y="4685"/>
                      </a:moveTo>
                      <a:cubicBezTo>
                        <a:pt x="9058" y="4685"/>
                        <a:pt x="10407" y="5074"/>
                        <a:pt x="11416" y="5778"/>
                      </a:cubicBezTo>
                      <a:cubicBezTo>
                        <a:pt x="12360" y="6440"/>
                        <a:pt x="12881" y="7299"/>
                        <a:pt x="12881" y="8196"/>
                      </a:cubicBezTo>
                      <a:cubicBezTo>
                        <a:pt x="12881" y="9095"/>
                        <a:pt x="12360" y="9953"/>
                        <a:pt x="11416" y="10615"/>
                      </a:cubicBezTo>
                      <a:cubicBezTo>
                        <a:pt x="10407" y="11320"/>
                        <a:pt x="9056" y="11710"/>
                        <a:pt x="7612" y="11710"/>
                      </a:cubicBezTo>
                      <a:cubicBezTo>
                        <a:pt x="6167" y="11710"/>
                        <a:pt x="4816" y="11320"/>
                        <a:pt x="3807" y="10615"/>
                      </a:cubicBezTo>
                      <a:cubicBezTo>
                        <a:pt x="2863" y="9953"/>
                        <a:pt x="2343" y="9095"/>
                        <a:pt x="2343" y="8196"/>
                      </a:cubicBezTo>
                      <a:cubicBezTo>
                        <a:pt x="2343" y="7299"/>
                        <a:pt x="2863" y="6440"/>
                        <a:pt x="3807" y="5778"/>
                      </a:cubicBezTo>
                      <a:cubicBezTo>
                        <a:pt x="4816" y="5074"/>
                        <a:pt x="6165" y="4685"/>
                        <a:pt x="7609" y="4685"/>
                      </a:cubicBezTo>
                      <a:close/>
                      <a:moveTo>
                        <a:pt x="8782" y="0"/>
                      </a:moveTo>
                      <a:cubicBezTo>
                        <a:pt x="8538" y="0"/>
                        <a:pt x="8309" y="156"/>
                        <a:pt x="8228" y="402"/>
                      </a:cubicBezTo>
                      <a:lnTo>
                        <a:pt x="7186" y="3524"/>
                      </a:lnTo>
                      <a:cubicBezTo>
                        <a:pt x="6065" y="3576"/>
                        <a:pt x="4998" y="3836"/>
                        <a:pt x="4073" y="4276"/>
                      </a:cubicBezTo>
                      <a:cubicBezTo>
                        <a:pt x="3634" y="3797"/>
                        <a:pt x="3011" y="3514"/>
                        <a:pt x="2343" y="3514"/>
                      </a:cubicBezTo>
                      <a:cubicBezTo>
                        <a:pt x="1051" y="3514"/>
                        <a:pt x="0" y="4565"/>
                        <a:pt x="0" y="5856"/>
                      </a:cubicBezTo>
                      <a:cubicBezTo>
                        <a:pt x="0" y="6702"/>
                        <a:pt x="469" y="7478"/>
                        <a:pt x="1186" y="7889"/>
                      </a:cubicBezTo>
                      <a:cubicBezTo>
                        <a:pt x="1177" y="7991"/>
                        <a:pt x="1171" y="8094"/>
                        <a:pt x="1171" y="8196"/>
                      </a:cubicBezTo>
                      <a:cubicBezTo>
                        <a:pt x="1171" y="9488"/>
                        <a:pt x="1870" y="10687"/>
                        <a:pt x="3137" y="11573"/>
                      </a:cubicBezTo>
                      <a:cubicBezTo>
                        <a:pt x="4340" y="12415"/>
                        <a:pt x="5928" y="12881"/>
                        <a:pt x="7611" y="12881"/>
                      </a:cubicBezTo>
                      <a:cubicBezTo>
                        <a:pt x="9293" y="12881"/>
                        <a:pt x="10883" y="12415"/>
                        <a:pt x="12086" y="11573"/>
                      </a:cubicBezTo>
                      <a:cubicBezTo>
                        <a:pt x="13353" y="10687"/>
                        <a:pt x="14050" y="9488"/>
                        <a:pt x="14050" y="8196"/>
                      </a:cubicBezTo>
                      <a:cubicBezTo>
                        <a:pt x="14050" y="8094"/>
                        <a:pt x="14046" y="7991"/>
                        <a:pt x="14037" y="7889"/>
                      </a:cubicBezTo>
                      <a:cubicBezTo>
                        <a:pt x="14754" y="7478"/>
                        <a:pt x="15223" y="6702"/>
                        <a:pt x="15223" y="5856"/>
                      </a:cubicBezTo>
                      <a:cubicBezTo>
                        <a:pt x="15223" y="4565"/>
                        <a:pt x="14172" y="3514"/>
                        <a:pt x="12881" y="3514"/>
                      </a:cubicBezTo>
                      <a:cubicBezTo>
                        <a:pt x="12212" y="3514"/>
                        <a:pt x="11589" y="3797"/>
                        <a:pt x="11152" y="4276"/>
                      </a:cubicBezTo>
                      <a:cubicBezTo>
                        <a:pt x="10330" y="3885"/>
                        <a:pt x="9396" y="3636"/>
                        <a:pt x="8412" y="3549"/>
                      </a:cubicBezTo>
                      <a:lnTo>
                        <a:pt x="9153" y="1327"/>
                      </a:lnTo>
                      <a:lnTo>
                        <a:pt x="10540" y="1789"/>
                      </a:lnTo>
                      <a:cubicBezTo>
                        <a:pt x="10556" y="2742"/>
                        <a:pt x="11338" y="3514"/>
                        <a:pt x="12295" y="3514"/>
                      </a:cubicBezTo>
                      <a:cubicBezTo>
                        <a:pt x="13263" y="3514"/>
                        <a:pt x="14052" y="2725"/>
                        <a:pt x="14052" y="1757"/>
                      </a:cubicBezTo>
                      <a:cubicBezTo>
                        <a:pt x="14052" y="790"/>
                        <a:pt x="13263" y="1"/>
                        <a:pt x="12295" y="1"/>
                      </a:cubicBezTo>
                      <a:cubicBezTo>
                        <a:pt x="11732" y="1"/>
                        <a:pt x="11232" y="268"/>
                        <a:pt x="10910" y="678"/>
                      </a:cubicBezTo>
                      <a:lnTo>
                        <a:pt x="8968" y="31"/>
                      </a:lnTo>
                      <a:cubicBezTo>
                        <a:pt x="8906" y="10"/>
                        <a:pt x="8844" y="0"/>
                        <a:pt x="878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95" name="Google Shape;12627;p89">
                  <a:extLst>
                    <a:ext uri="{FF2B5EF4-FFF2-40B4-BE49-F238E27FC236}">
                      <a16:creationId xmlns:a16="http://schemas.microsoft.com/office/drawing/2014/main" id="{B5D5CFEE-C521-83E0-5217-C3D55553D160}"/>
                    </a:ext>
                  </a:extLst>
                </p:cNvPr>
                <p:cNvSpPr/>
                <p:nvPr/>
              </p:nvSpPr>
              <p:spPr>
                <a:xfrm>
                  <a:off x="6748992" y="2768030"/>
                  <a:ext cx="48898" cy="48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3" h="2342" extrusionOk="0">
                      <a:moveTo>
                        <a:pt x="1171" y="1"/>
                      </a:moveTo>
                      <a:cubicBezTo>
                        <a:pt x="526" y="1"/>
                        <a:pt x="0" y="525"/>
                        <a:pt x="0" y="1170"/>
                      </a:cubicBezTo>
                      <a:cubicBezTo>
                        <a:pt x="0" y="1816"/>
                        <a:pt x="526" y="2341"/>
                        <a:pt x="1171" y="2341"/>
                      </a:cubicBezTo>
                      <a:cubicBezTo>
                        <a:pt x="1817" y="2341"/>
                        <a:pt x="2342" y="1816"/>
                        <a:pt x="2342" y="1170"/>
                      </a:cubicBezTo>
                      <a:cubicBezTo>
                        <a:pt x="2342" y="525"/>
                        <a:pt x="1817" y="1"/>
                        <a:pt x="11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96" name="Google Shape;12628;p89">
                  <a:extLst>
                    <a:ext uri="{FF2B5EF4-FFF2-40B4-BE49-F238E27FC236}">
                      <a16:creationId xmlns:a16="http://schemas.microsoft.com/office/drawing/2014/main" id="{28607794-0528-0700-67C2-AA3B1A0C4289}"/>
                    </a:ext>
                  </a:extLst>
                </p:cNvPr>
                <p:cNvSpPr/>
                <p:nvPr/>
              </p:nvSpPr>
              <p:spPr>
                <a:xfrm>
                  <a:off x="6846703" y="2768030"/>
                  <a:ext cx="48898" cy="48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3" h="2342" extrusionOk="0">
                      <a:moveTo>
                        <a:pt x="1172" y="1"/>
                      </a:moveTo>
                      <a:cubicBezTo>
                        <a:pt x="526" y="1"/>
                        <a:pt x="1" y="525"/>
                        <a:pt x="1" y="1170"/>
                      </a:cubicBezTo>
                      <a:cubicBezTo>
                        <a:pt x="1" y="1816"/>
                        <a:pt x="526" y="2341"/>
                        <a:pt x="1172" y="2341"/>
                      </a:cubicBezTo>
                      <a:cubicBezTo>
                        <a:pt x="1818" y="2341"/>
                        <a:pt x="2343" y="1816"/>
                        <a:pt x="2343" y="1170"/>
                      </a:cubicBezTo>
                      <a:cubicBezTo>
                        <a:pt x="2343" y="525"/>
                        <a:pt x="1818" y="1"/>
                        <a:pt x="11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97" name="Google Shape;12629;p89">
                  <a:extLst>
                    <a:ext uri="{FF2B5EF4-FFF2-40B4-BE49-F238E27FC236}">
                      <a16:creationId xmlns:a16="http://schemas.microsoft.com/office/drawing/2014/main" id="{38857BA2-8FB1-5845-059C-F1D013A07F64}"/>
                    </a:ext>
                  </a:extLst>
                </p:cNvPr>
                <p:cNvSpPr/>
                <p:nvPr/>
              </p:nvSpPr>
              <p:spPr>
                <a:xfrm>
                  <a:off x="6759469" y="2841323"/>
                  <a:ext cx="125658" cy="35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1" h="1722" extrusionOk="0">
                      <a:moveTo>
                        <a:pt x="670" y="0"/>
                      </a:moveTo>
                      <a:cubicBezTo>
                        <a:pt x="455" y="0"/>
                        <a:pt x="249" y="119"/>
                        <a:pt x="146" y="324"/>
                      </a:cubicBezTo>
                      <a:cubicBezTo>
                        <a:pt x="1" y="614"/>
                        <a:pt x="117" y="965"/>
                        <a:pt x="407" y="1110"/>
                      </a:cubicBezTo>
                      <a:cubicBezTo>
                        <a:pt x="1223" y="1516"/>
                        <a:pt x="2116" y="1722"/>
                        <a:pt x="3011" y="1722"/>
                      </a:cubicBezTo>
                      <a:cubicBezTo>
                        <a:pt x="3905" y="1722"/>
                        <a:pt x="4800" y="1518"/>
                        <a:pt x="5614" y="1110"/>
                      </a:cubicBezTo>
                      <a:cubicBezTo>
                        <a:pt x="5904" y="965"/>
                        <a:pt x="6021" y="614"/>
                        <a:pt x="5875" y="324"/>
                      </a:cubicBezTo>
                      <a:cubicBezTo>
                        <a:pt x="5774" y="119"/>
                        <a:pt x="5567" y="0"/>
                        <a:pt x="5352" y="0"/>
                      </a:cubicBezTo>
                      <a:cubicBezTo>
                        <a:pt x="5264" y="0"/>
                        <a:pt x="5174" y="20"/>
                        <a:pt x="5090" y="62"/>
                      </a:cubicBezTo>
                      <a:cubicBezTo>
                        <a:pt x="4439" y="388"/>
                        <a:pt x="3725" y="551"/>
                        <a:pt x="3011" y="551"/>
                      </a:cubicBezTo>
                      <a:cubicBezTo>
                        <a:pt x="2296" y="551"/>
                        <a:pt x="1582" y="388"/>
                        <a:pt x="931" y="62"/>
                      </a:cubicBezTo>
                      <a:cubicBezTo>
                        <a:pt x="847" y="20"/>
                        <a:pt x="758" y="0"/>
                        <a:pt x="67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81" name="Google Shape;12633;p89">
                <a:extLst>
                  <a:ext uri="{FF2B5EF4-FFF2-40B4-BE49-F238E27FC236}">
                    <a16:creationId xmlns:a16="http://schemas.microsoft.com/office/drawing/2014/main" id="{E56297D4-0C23-E9FA-8043-404BBD4F2468}"/>
                  </a:ext>
                </a:extLst>
              </p:cNvPr>
              <p:cNvGrpSpPr/>
              <p:nvPr/>
            </p:nvGrpSpPr>
            <p:grpSpPr>
              <a:xfrm>
                <a:off x="2040531" y="5215345"/>
                <a:ext cx="620859" cy="436577"/>
                <a:chOff x="3476576" y="2633631"/>
                <a:chExt cx="417024" cy="293244"/>
              </a:xfrm>
              <a:grpFill/>
            </p:grpSpPr>
            <p:sp>
              <p:nvSpPr>
                <p:cNvPr id="17891" name="Google Shape;12634;p89">
                  <a:extLst>
                    <a:ext uri="{FF2B5EF4-FFF2-40B4-BE49-F238E27FC236}">
                      <a16:creationId xmlns:a16="http://schemas.microsoft.com/office/drawing/2014/main" id="{90B2BA93-BA05-4F39-5AAB-49DC3788B82A}"/>
                    </a:ext>
                  </a:extLst>
                </p:cNvPr>
                <p:cNvSpPr/>
                <p:nvPr/>
              </p:nvSpPr>
              <p:spPr>
                <a:xfrm>
                  <a:off x="3476576" y="2633631"/>
                  <a:ext cx="417024" cy="293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4051" extrusionOk="0">
                      <a:moveTo>
                        <a:pt x="17056" y="1172"/>
                      </a:moveTo>
                      <a:cubicBezTo>
                        <a:pt x="18023" y="1172"/>
                        <a:pt x="18811" y="1961"/>
                        <a:pt x="18811" y="2929"/>
                      </a:cubicBezTo>
                      <a:lnTo>
                        <a:pt x="18811" y="11124"/>
                      </a:lnTo>
                      <a:cubicBezTo>
                        <a:pt x="18811" y="12092"/>
                        <a:pt x="18023" y="12881"/>
                        <a:pt x="17056" y="12881"/>
                      </a:cubicBezTo>
                      <a:lnTo>
                        <a:pt x="2927" y="12881"/>
                      </a:lnTo>
                      <a:cubicBezTo>
                        <a:pt x="1959" y="12881"/>
                        <a:pt x="1172" y="12092"/>
                        <a:pt x="1172" y="11124"/>
                      </a:cubicBezTo>
                      <a:lnTo>
                        <a:pt x="1172" y="2929"/>
                      </a:lnTo>
                      <a:cubicBezTo>
                        <a:pt x="1172" y="1961"/>
                        <a:pt x="1959" y="1172"/>
                        <a:pt x="2927" y="1172"/>
                      </a:cubicBezTo>
                      <a:close/>
                      <a:moveTo>
                        <a:pt x="2927" y="1"/>
                      </a:moveTo>
                      <a:cubicBezTo>
                        <a:pt x="1313" y="1"/>
                        <a:pt x="1" y="1315"/>
                        <a:pt x="1" y="2929"/>
                      </a:cubicBezTo>
                      <a:lnTo>
                        <a:pt x="1" y="11124"/>
                      </a:lnTo>
                      <a:cubicBezTo>
                        <a:pt x="1" y="12738"/>
                        <a:pt x="1313" y="14050"/>
                        <a:pt x="2927" y="14050"/>
                      </a:cubicBezTo>
                      <a:lnTo>
                        <a:pt x="17056" y="14050"/>
                      </a:lnTo>
                      <a:cubicBezTo>
                        <a:pt x="18669" y="14050"/>
                        <a:pt x="19982" y="12738"/>
                        <a:pt x="19982" y="11124"/>
                      </a:cubicBezTo>
                      <a:lnTo>
                        <a:pt x="19982" y="2929"/>
                      </a:lnTo>
                      <a:cubicBezTo>
                        <a:pt x="19982" y="1315"/>
                        <a:pt x="18669" y="1"/>
                        <a:pt x="170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92" name="Google Shape;12635;p89">
                  <a:extLst>
                    <a:ext uri="{FF2B5EF4-FFF2-40B4-BE49-F238E27FC236}">
                      <a16:creationId xmlns:a16="http://schemas.microsoft.com/office/drawing/2014/main" id="{106A5BB6-E765-974A-1A93-CECEE7256D40}"/>
                    </a:ext>
                  </a:extLst>
                </p:cNvPr>
                <p:cNvSpPr/>
                <p:nvPr/>
              </p:nvSpPr>
              <p:spPr>
                <a:xfrm>
                  <a:off x="3636206" y="2706945"/>
                  <a:ext cx="122194" cy="146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5" h="7026" extrusionOk="0">
                      <a:moveTo>
                        <a:pt x="1172" y="1643"/>
                      </a:moveTo>
                      <a:lnTo>
                        <a:pt x="4165" y="3514"/>
                      </a:lnTo>
                      <a:lnTo>
                        <a:pt x="1172" y="5384"/>
                      </a:lnTo>
                      <a:lnTo>
                        <a:pt x="1172" y="1643"/>
                      </a:lnTo>
                      <a:close/>
                      <a:moveTo>
                        <a:pt x="586" y="0"/>
                      </a:moveTo>
                      <a:cubicBezTo>
                        <a:pt x="489" y="0"/>
                        <a:pt x="391" y="25"/>
                        <a:pt x="302" y="74"/>
                      </a:cubicBezTo>
                      <a:cubicBezTo>
                        <a:pt x="116" y="178"/>
                        <a:pt x="1" y="373"/>
                        <a:pt x="1" y="587"/>
                      </a:cubicBezTo>
                      <a:lnTo>
                        <a:pt x="1" y="6440"/>
                      </a:lnTo>
                      <a:cubicBezTo>
                        <a:pt x="1" y="6653"/>
                        <a:pt x="116" y="6849"/>
                        <a:pt x="302" y="6953"/>
                      </a:cubicBezTo>
                      <a:cubicBezTo>
                        <a:pt x="389" y="7001"/>
                        <a:pt x="487" y="7026"/>
                        <a:pt x="585" y="7026"/>
                      </a:cubicBezTo>
                      <a:cubicBezTo>
                        <a:pt x="693" y="7026"/>
                        <a:pt x="801" y="6997"/>
                        <a:pt x="896" y="6937"/>
                      </a:cubicBezTo>
                      <a:lnTo>
                        <a:pt x="5580" y="4010"/>
                      </a:lnTo>
                      <a:cubicBezTo>
                        <a:pt x="5750" y="3903"/>
                        <a:pt x="5854" y="3714"/>
                        <a:pt x="5854" y="3513"/>
                      </a:cubicBezTo>
                      <a:cubicBezTo>
                        <a:pt x="5854" y="3311"/>
                        <a:pt x="5750" y="3123"/>
                        <a:pt x="5580" y="3017"/>
                      </a:cubicBezTo>
                      <a:lnTo>
                        <a:pt x="896" y="90"/>
                      </a:lnTo>
                      <a:cubicBezTo>
                        <a:pt x="801" y="30"/>
                        <a:pt x="694" y="0"/>
                        <a:pt x="5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82" name="Google Shape;12636;p89">
                <a:extLst>
                  <a:ext uri="{FF2B5EF4-FFF2-40B4-BE49-F238E27FC236}">
                    <a16:creationId xmlns:a16="http://schemas.microsoft.com/office/drawing/2014/main" id="{5DDB6928-8141-4D4D-0F30-73748DC8D559}"/>
                  </a:ext>
                </a:extLst>
              </p:cNvPr>
              <p:cNvGrpSpPr/>
              <p:nvPr/>
            </p:nvGrpSpPr>
            <p:grpSpPr>
              <a:xfrm>
                <a:off x="2979814" y="5123312"/>
                <a:ext cx="620890" cy="620641"/>
                <a:chOff x="3988564" y="2571836"/>
                <a:chExt cx="417045" cy="416878"/>
              </a:xfrm>
              <a:grpFill/>
            </p:grpSpPr>
            <p:sp>
              <p:nvSpPr>
                <p:cNvPr id="17889" name="Google Shape;12637;p89">
                  <a:extLst>
                    <a:ext uri="{FF2B5EF4-FFF2-40B4-BE49-F238E27FC236}">
                      <a16:creationId xmlns:a16="http://schemas.microsoft.com/office/drawing/2014/main" id="{E4D03CFD-3DBB-E450-677A-075D921F682F}"/>
                    </a:ext>
                  </a:extLst>
                </p:cNvPr>
                <p:cNvSpPr/>
                <p:nvPr/>
              </p:nvSpPr>
              <p:spPr>
                <a:xfrm>
                  <a:off x="4090678" y="2650431"/>
                  <a:ext cx="213124" cy="2592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12" h="12423" extrusionOk="0">
                      <a:moveTo>
                        <a:pt x="4938" y="1172"/>
                      </a:moveTo>
                      <a:cubicBezTo>
                        <a:pt x="7267" y="1172"/>
                        <a:pt x="8610" y="2621"/>
                        <a:pt x="8610" y="3081"/>
                      </a:cubicBezTo>
                      <a:cubicBezTo>
                        <a:pt x="8610" y="3348"/>
                        <a:pt x="8308" y="3471"/>
                        <a:pt x="8102" y="3471"/>
                      </a:cubicBezTo>
                      <a:cubicBezTo>
                        <a:pt x="7867" y="3471"/>
                        <a:pt x="7733" y="3357"/>
                        <a:pt x="7407" y="3026"/>
                      </a:cubicBezTo>
                      <a:cubicBezTo>
                        <a:pt x="6933" y="2541"/>
                        <a:pt x="6282" y="1879"/>
                        <a:pt x="4821" y="1879"/>
                      </a:cubicBezTo>
                      <a:cubicBezTo>
                        <a:pt x="4177" y="1879"/>
                        <a:pt x="3602" y="2046"/>
                        <a:pt x="3162" y="2362"/>
                      </a:cubicBezTo>
                      <a:cubicBezTo>
                        <a:pt x="2687" y="2700"/>
                        <a:pt x="2417" y="3188"/>
                        <a:pt x="2417" y="3701"/>
                      </a:cubicBezTo>
                      <a:cubicBezTo>
                        <a:pt x="2417" y="4145"/>
                        <a:pt x="2603" y="4758"/>
                        <a:pt x="3491" y="5152"/>
                      </a:cubicBezTo>
                      <a:cubicBezTo>
                        <a:pt x="3997" y="5378"/>
                        <a:pt x="4646" y="5506"/>
                        <a:pt x="5334" y="5642"/>
                      </a:cubicBezTo>
                      <a:cubicBezTo>
                        <a:pt x="7566" y="6081"/>
                        <a:pt x="9029" y="6514"/>
                        <a:pt x="9029" y="8449"/>
                      </a:cubicBezTo>
                      <a:cubicBezTo>
                        <a:pt x="9029" y="8455"/>
                        <a:pt x="9029" y="8464"/>
                        <a:pt x="9029" y="8478"/>
                      </a:cubicBezTo>
                      <a:cubicBezTo>
                        <a:pt x="9035" y="8646"/>
                        <a:pt x="9028" y="9518"/>
                        <a:pt x="8347" y="10222"/>
                      </a:cubicBezTo>
                      <a:cubicBezTo>
                        <a:pt x="7688" y="10903"/>
                        <a:pt x="6597" y="11248"/>
                        <a:pt x="5102" y="11252"/>
                      </a:cubicBezTo>
                      <a:cubicBezTo>
                        <a:pt x="2240" y="11250"/>
                        <a:pt x="1171" y="9891"/>
                        <a:pt x="1171" y="9033"/>
                      </a:cubicBezTo>
                      <a:cubicBezTo>
                        <a:pt x="1171" y="8780"/>
                        <a:pt x="1518" y="8672"/>
                        <a:pt x="1656" y="8672"/>
                      </a:cubicBezTo>
                      <a:cubicBezTo>
                        <a:pt x="1844" y="8672"/>
                        <a:pt x="2005" y="8837"/>
                        <a:pt x="2327" y="9212"/>
                      </a:cubicBezTo>
                      <a:cubicBezTo>
                        <a:pt x="2843" y="9813"/>
                        <a:pt x="3551" y="10636"/>
                        <a:pt x="5095" y="10636"/>
                      </a:cubicBezTo>
                      <a:cubicBezTo>
                        <a:pt x="6363" y="10636"/>
                        <a:pt x="7727" y="9881"/>
                        <a:pt x="7727" y="8612"/>
                      </a:cubicBezTo>
                      <a:cubicBezTo>
                        <a:pt x="7727" y="7951"/>
                        <a:pt x="7363" y="7445"/>
                        <a:pt x="6647" y="7109"/>
                      </a:cubicBezTo>
                      <a:cubicBezTo>
                        <a:pt x="6130" y="6866"/>
                        <a:pt x="5472" y="6726"/>
                        <a:pt x="4773" y="6578"/>
                      </a:cubicBezTo>
                      <a:cubicBezTo>
                        <a:pt x="2620" y="6120"/>
                        <a:pt x="1209" y="5683"/>
                        <a:pt x="1209" y="3859"/>
                      </a:cubicBezTo>
                      <a:cubicBezTo>
                        <a:pt x="1209" y="2893"/>
                        <a:pt x="1667" y="2191"/>
                        <a:pt x="2606" y="1711"/>
                      </a:cubicBezTo>
                      <a:cubicBezTo>
                        <a:pt x="3388" y="1313"/>
                        <a:pt x="4350" y="1172"/>
                        <a:pt x="4938" y="1172"/>
                      </a:cubicBezTo>
                      <a:close/>
                      <a:moveTo>
                        <a:pt x="4938" y="1"/>
                      </a:moveTo>
                      <a:cubicBezTo>
                        <a:pt x="2944" y="1"/>
                        <a:pt x="39" y="991"/>
                        <a:pt x="39" y="3861"/>
                      </a:cubicBezTo>
                      <a:cubicBezTo>
                        <a:pt x="39" y="5149"/>
                        <a:pt x="579" y="6129"/>
                        <a:pt x="1644" y="6772"/>
                      </a:cubicBezTo>
                      <a:cubicBezTo>
                        <a:pt x="2505" y="7293"/>
                        <a:pt x="3581" y="7523"/>
                        <a:pt x="4529" y="7724"/>
                      </a:cubicBezTo>
                      <a:cubicBezTo>
                        <a:pt x="5159" y="7857"/>
                        <a:pt x="5755" y="7984"/>
                        <a:pt x="6149" y="8170"/>
                      </a:cubicBezTo>
                      <a:cubicBezTo>
                        <a:pt x="6556" y="8359"/>
                        <a:pt x="6556" y="8518"/>
                        <a:pt x="6556" y="8612"/>
                      </a:cubicBezTo>
                      <a:cubicBezTo>
                        <a:pt x="6556" y="9100"/>
                        <a:pt x="5785" y="9465"/>
                        <a:pt x="5095" y="9465"/>
                      </a:cubicBezTo>
                      <a:cubicBezTo>
                        <a:pt x="4089" y="9465"/>
                        <a:pt x="3664" y="8971"/>
                        <a:pt x="3215" y="8449"/>
                      </a:cubicBezTo>
                      <a:cubicBezTo>
                        <a:pt x="2833" y="8005"/>
                        <a:pt x="2401" y="7501"/>
                        <a:pt x="1656" y="7501"/>
                      </a:cubicBezTo>
                      <a:cubicBezTo>
                        <a:pt x="860" y="7501"/>
                        <a:pt x="0" y="8087"/>
                        <a:pt x="0" y="9035"/>
                      </a:cubicBezTo>
                      <a:cubicBezTo>
                        <a:pt x="0" y="10459"/>
                        <a:pt x="1462" y="12423"/>
                        <a:pt x="5104" y="12423"/>
                      </a:cubicBezTo>
                      <a:cubicBezTo>
                        <a:pt x="6926" y="12419"/>
                        <a:pt x="8301" y="11954"/>
                        <a:pt x="9187" y="11036"/>
                      </a:cubicBezTo>
                      <a:cubicBezTo>
                        <a:pt x="10167" y="10024"/>
                        <a:pt x="10211" y="8803"/>
                        <a:pt x="10200" y="8442"/>
                      </a:cubicBezTo>
                      <a:cubicBezTo>
                        <a:pt x="10199" y="7101"/>
                        <a:pt x="9638" y="6090"/>
                        <a:pt x="8536" y="5435"/>
                      </a:cubicBezTo>
                      <a:cubicBezTo>
                        <a:pt x="7642" y="4904"/>
                        <a:pt x="6537" y="4685"/>
                        <a:pt x="5560" y="4492"/>
                      </a:cubicBezTo>
                      <a:cubicBezTo>
                        <a:pt x="4939" y="4370"/>
                        <a:pt x="4354" y="4255"/>
                        <a:pt x="3966" y="4084"/>
                      </a:cubicBezTo>
                      <a:cubicBezTo>
                        <a:pt x="3588" y="3916"/>
                        <a:pt x="3588" y="3781"/>
                        <a:pt x="3588" y="3703"/>
                      </a:cubicBezTo>
                      <a:cubicBezTo>
                        <a:pt x="3588" y="3429"/>
                        <a:pt x="4016" y="3050"/>
                        <a:pt x="4821" y="3050"/>
                      </a:cubicBezTo>
                      <a:cubicBezTo>
                        <a:pt x="5790" y="3050"/>
                        <a:pt x="6153" y="3418"/>
                        <a:pt x="6570" y="3847"/>
                      </a:cubicBezTo>
                      <a:cubicBezTo>
                        <a:pt x="6921" y="4202"/>
                        <a:pt x="7354" y="4644"/>
                        <a:pt x="8102" y="4644"/>
                      </a:cubicBezTo>
                      <a:cubicBezTo>
                        <a:pt x="8966" y="4644"/>
                        <a:pt x="9781" y="4016"/>
                        <a:pt x="9781" y="3082"/>
                      </a:cubicBezTo>
                      <a:cubicBezTo>
                        <a:pt x="9781" y="1768"/>
                        <a:pt x="7722" y="1"/>
                        <a:pt x="493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90" name="Google Shape;12638;p89">
                  <a:extLst>
                    <a:ext uri="{FF2B5EF4-FFF2-40B4-BE49-F238E27FC236}">
                      <a16:creationId xmlns:a16="http://schemas.microsoft.com/office/drawing/2014/main" id="{A9B9E3BE-6A17-5112-84DA-09DF3FE7824D}"/>
                    </a:ext>
                  </a:extLst>
                </p:cNvPr>
                <p:cNvSpPr/>
                <p:nvPr/>
              </p:nvSpPr>
              <p:spPr>
                <a:xfrm>
                  <a:off x="3988564" y="2571836"/>
                  <a:ext cx="417045" cy="416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3" h="19975" extrusionOk="0">
                      <a:moveTo>
                        <a:pt x="5465" y="1172"/>
                      </a:moveTo>
                      <a:cubicBezTo>
                        <a:pt x="6229" y="1172"/>
                        <a:pt x="6714" y="1356"/>
                        <a:pt x="7184" y="1548"/>
                      </a:cubicBezTo>
                      <a:cubicBezTo>
                        <a:pt x="7842" y="1820"/>
                        <a:pt x="8120" y="1882"/>
                        <a:pt x="8506" y="1882"/>
                      </a:cubicBezTo>
                      <a:cubicBezTo>
                        <a:pt x="8831" y="1882"/>
                        <a:pt x="9232" y="1838"/>
                        <a:pt x="10000" y="1838"/>
                      </a:cubicBezTo>
                      <a:cubicBezTo>
                        <a:pt x="13275" y="1838"/>
                        <a:pt x="15226" y="3478"/>
                        <a:pt x="16286" y="4855"/>
                      </a:cubicBezTo>
                      <a:cubicBezTo>
                        <a:pt x="17660" y="6641"/>
                        <a:pt x="18149" y="8709"/>
                        <a:pt x="18149" y="9937"/>
                      </a:cubicBezTo>
                      <a:cubicBezTo>
                        <a:pt x="18149" y="11304"/>
                        <a:pt x="17841" y="11405"/>
                        <a:pt x="18414" y="12744"/>
                      </a:cubicBezTo>
                      <a:cubicBezTo>
                        <a:pt x="18610" y="13203"/>
                        <a:pt x="18812" y="13675"/>
                        <a:pt x="18812" y="14565"/>
                      </a:cubicBezTo>
                      <a:cubicBezTo>
                        <a:pt x="18812" y="15702"/>
                        <a:pt x="18373" y="16765"/>
                        <a:pt x="17575" y="17561"/>
                      </a:cubicBezTo>
                      <a:cubicBezTo>
                        <a:pt x="16776" y="18358"/>
                        <a:pt x="15671" y="18803"/>
                        <a:pt x="14546" y="18803"/>
                      </a:cubicBezTo>
                      <a:cubicBezTo>
                        <a:pt x="14544" y="18803"/>
                        <a:pt x="14542" y="18803"/>
                        <a:pt x="14540" y="18803"/>
                      </a:cubicBezTo>
                      <a:lnTo>
                        <a:pt x="14519" y="18803"/>
                      </a:lnTo>
                      <a:cubicBezTo>
                        <a:pt x="13754" y="18803"/>
                        <a:pt x="13270" y="18612"/>
                        <a:pt x="12799" y="18418"/>
                      </a:cubicBezTo>
                      <a:cubicBezTo>
                        <a:pt x="12161" y="18154"/>
                        <a:pt x="11842" y="18085"/>
                        <a:pt x="11520" y="18085"/>
                      </a:cubicBezTo>
                      <a:cubicBezTo>
                        <a:pt x="11167" y="18085"/>
                        <a:pt x="10809" y="18168"/>
                        <a:pt x="10022" y="18168"/>
                      </a:cubicBezTo>
                      <a:cubicBezTo>
                        <a:pt x="6746" y="18168"/>
                        <a:pt x="4785" y="16516"/>
                        <a:pt x="3717" y="15131"/>
                      </a:cubicBezTo>
                      <a:cubicBezTo>
                        <a:pt x="2328" y="13328"/>
                        <a:pt x="1835" y="11257"/>
                        <a:pt x="1835" y="10031"/>
                      </a:cubicBezTo>
                      <a:cubicBezTo>
                        <a:pt x="1835" y="8674"/>
                        <a:pt x="2146" y="8571"/>
                        <a:pt x="1569" y="7222"/>
                      </a:cubicBezTo>
                      <a:cubicBezTo>
                        <a:pt x="1375" y="6765"/>
                        <a:pt x="1173" y="6293"/>
                        <a:pt x="1171" y="5408"/>
                      </a:cubicBezTo>
                      <a:cubicBezTo>
                        <a:pt x="1175" y="3063"/>
                        <a:pt x="3100" y="1172"/>
                        <a:pt x="5465" y="1172"/>
                      </a:cubicBezTo>
                      <a:close/>
                      <a:moveTo>
                        <a:pt x="5465" y="0"/>
                      </a:moveTo>
                      <a:cubicBezTo>
                        <a:pt x="3993" y="0"/>
                        <a:pt x="2617" y="552"/>
                        <a:pt x="1587" y="1582"/>
                      </a:cubicBezTo>
                      <a:cubicBezTo>
                        <a:pt x="566" y="2603"/>
                        <a:pt x="4" y="3960"/>
                        <a:pt x="0" y="5403"/>
                      </a:cubicBezTo>
                      <a:lnTo>
                        <a:pt x="0" y="5414"/>
                      </a:lnTo>
                      <a:cubicBezTo>
                        <a:pt x="2" y="6535"/>
                        <a:pt x="274" y="7170"/>
                        <a:pt x="492" y="7682"/>
                      </a:cubicBezTo>
                      <a:cubicBezTo>
                        <a:pt x="938" y="8725"/>
                        <a:pt x="664" y="8547"/>
                        <a:pt x="664" y="10031"/>
                      </a:cubicBezTo>
                      <a:cubicBezTo>
                        <a:pt x="664" y="11738"/>
                        <a:pt x="1385" y="14023"/>
                        <a:pt x="2790" y="15845"/>
                      </a:cubicBezTo>
                      <a:cubicBezTo>
                        <a:pt x="4019" y="17439"/>
                        <a:pt x="6270" y="19339"/>
                        <a:pt x="10022" y="19339"/>
                      </a:cubicBezTo>
                      <a:cubicBezTo>
                        <a:pt x="10942" y="19339"/>
                        <a:pt x="11234" y="19255"/>
                        <a:pt x="11494" y="19255"/>
                      </a:cubicBezTo>
                      <a:cubicBezTo>
                        <a:pt x="11700" y="19255"/>
                        <a:pt x="11887" y="19308"/>
                        <a:pt x="12353" y="19500"/>
                      </a:cubicBezTo>
                      <a:cubicBezTo>
                        <a:pt x="12875" y="19716"/>
                        <a:pt x="13523" y="19974"/>
                        <a:pt x="14519" y="19974"/>
                      </a:cubicBezTo>
                      <a:lnTo>
                        <a:pt x="14554" y="19974"/>
                      </a:lnTo>
                      <a:cubicBezTo>
                        <a:pt x="15985" y="19974"/>
                        <a:pt x="17386" y="19403"/>
                        <a:pt x="18402" y="18391"/>
                      </a:cubicBezTo>
                      <a:cubicBezTo>
                        <a:pt x="19422" y="17374"/>
                        <a:pt x="19983" y="16015"/>
                        <a:pt x="19983" y="14565"/>
                      </a:cubicBezTo>
                      <a:cubicBezTo>
                        <a:pt x="19983" y="13436"/>
                        <a:pt x="19711" y="12797"/>
                        <a:pt x="19491" y="12284"/>
                      </a:cubicBezTo>
                      <a:cubicBezTo>
                        <a:pt x="19045" y="11243"/>
                        <a:pt x="19320" y="11421"/>
                        <a:pt x="19320" y="9937"/>
                      </a:cubicBezTo>
                      <a:cubicBezTo>
                        <a:pt x="19320" y="8218"/>
                        <a:pt x="18603" y="5946"/>
                        <a:pt x="17213" y="4140"/>
                      </a:cubicBezTo>
                      <a:cubicBezTo>
                        <a:pt x="15994" y="2557"/>
                        <a:pt x="13753" y="667"/>
                        <a:pt x="10000" y="667"/>
                      </a:cubicBezTo>
                      <a:cubicBezTo>
                        <a:pt x="9146" y="667"/>
                        <a:pt x="8785" y="712"/>
                        <a:pt x="8528" y="712"/>
                      </a:cubicBezTo>
                      <a:cubicBezTo>
                        <a:pt x="8261" y="712"/>
                        <a:pt x="8109" y="664"/>
                        <a:pt x="7630" y="466"/>
                      </a:cubicBezTo>
                      <a:cubicBezTo>
                        <a:pt x="7110" y="252"/>
                        <a:pt x="6461" y="0"/>
                        <a:pt x="546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83" name="Google Shape;12639;p89">
                <a:extLst>
                  <a:ext uri="{FF2B5EF4-FFF2-40B4-BE49-F238E27FC236}">
                    <a16:creationId xmlns:a16="http://schemas.microsoft.com/office/drawing/2014/main" id="{C08134E7-8436-2D26-45A3-13850CB8A1FD}"/>
                  </a:ext>
                </a:extLst>
              </p:cNvPr>
              <p:cNvGrpSpPr/>
              <p:nvPr/>
            </p:nvGrpSpPr>
            <p:grpSpPr>
              <a:xfrm>
                <a:off x="3919129" y="5123204"/>
                <a:ext cx="620859" cy="620859"/>
                <a:chOff x="4500573" y="2571753"/>
                <a:chExt cx="417024" cy="417024"/>
              </a:xfrm>
              <a:grpFill/>
            </p:grpSpPr>
            <p:sp>
              <p:nvSpPr>
                <p:cNvPr id="17887" name="Google Shape;12640;p89">
                  <a:extLst>
                    <a:ext uri="{FF2B5EF4-FFF2-40B4-BE49-F238E27FC236}">
                      <a16:creationId xmlns:a16="http://schemas.microsoft.com/office/drawing/2014/main" id="{A1BF9F49-1ADC-E0C8-55E4-E1916C89C107}"/>
                    </a:ext>
                  </a:extLst>
                </p:cNvPr>
                <p:cNvSpPr/>
                <p:nvPr/>
              </p:nvSpPr>
              <p:spPr>
                <a:xfrm>
                  <a:off x="4550263" y="2632817"/>
                  <a:ext cx="317683" cy="293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22" h="14051" extrusionOk="0">
                      <a:moveTo>
                        <a:pt x="7616" y="1172"/>
                      </a:moveTo>
                      <a:cubicBezTo>
                        <a:pt x="8529" y="1202"/>
                        <a:pt x="10613" y="1570"/>
                        <a:pt x="10613" y="4280"/>
                      </a:cubicBezTo>
                      <a:cubicBezTo>
                        <a:pt x="10613" y="4791"/>
                        <a:pt x="10565" y="5662"/>
                        <a:pt x="10565" y="5683"/>
                      </a:cubicBezTo>
                      <a:cubicBezTo>
                        <a:pt x="10565" y="6490"/>
                        <a:pt x="11186" y="6530"/>
                        <a:pt x="11312" y="6530"/>
                      </a:cubicBezTo>
                      <a:cubicBezTo>
                        <a:pt x="11563" y="6530"/>
                        <a:pt x="11867" y="6461"/>
                        <a:pt x="12149" y="6399"/>
                      </a:cubicBezTo>
                      <a:lnTo>
                        <a:pt x="12149" y="6399"/>
                      </a:lnTo>
                      <a:cubicBezTo>
                        <a:pt x="11697" y="6589"/>
                        <a:pt x="10875" y="6838"/>
                        <a:pt x="10875" y="7608"/>
                      </a:cubicBezTo>
                      <a:cubicBezTo>
                        <a:pt x="10875" y="9260"/>
                        <a:pt x="12294" y="9897"/>
                        <a:pt x="13233" y="10316"/>
                      </a:cubicBezTo>
                      <a:cubicBezTo>
                        <a:pt x="13419" y="10399"/>
                        <a:pt x="13661" y="10509"/>
                        <a:pt x="13838" y="10608"/>
                      </a:cubicBezTo>
                      <a:cubicBezTo>
                        <a:pt x="13590" y="10652"/>
                        <a:pt x="13247" y="10703"/>
                        <a:pt x="12826" y="10802"/>
                      </a:cubicBezTo>
                      <a:cubicBezTo>
                        <a:pt x="12446" y="10894"/>
                        <a:pt x="12149" y="11195"/>
                        <a:pt x="12067" y="11574"/>
                      </a:cubicBezTo>
                      <a:cubicBezTo>
                        <a:pt x="12058" y="11614"/>
                        <a:pt x="12049" y="11652"/>
                        <a:pt x="12041" y="11683"/>
                      </a:cubicBezTo>
                      <a:cubicBezTo>
                        <a:pt x="11837" y="11646"/>
                        <a:pt x="11549" y="11584"/>
                        <a:pt x="11156" y="11584"/>
                      </a:cubicBezTo>
                      <a:cubicBezTo>
                        <a:pt x="10220" y="11584"/>
                        <a:pt x="9658" y="11968"/>
                        <a:pt x="9161" y="12306"/>
                      </a:cubicBezTo>
                      <a:cubicBezTo>
                        <a:pt x="8711" y="12614"/>
                        <a:pt x="8322" y="12879"/>
                        <a:pt x="7611" y="12881"/>
                      </a:cubicBezTo>
                      <a:cubicBezTo>
                        <a:pt x="6900" y="12879"/>
                        <a:pt x="6511" y="12614"/>
                        <a:pt x="6060" y="12306"/>
                      </a:cubicBezTo>
                      <a:cubicBezTo>
                        <a:pt x="5563" y="11968"/>
                        <a:pt x="5000" y="11584"/>
                        <a:pt x="4064" y="11584"/>
                      </a:cubicBezTo>
                      <a:cubicBezTo>
                        <a:pt x="3671" y="11584"/>
                        <a:pt x="3381" y="11646"/>
                        <a:pt x="3180" y="11683"/>
                      </a:cubicBezTo>
                      <a:cubicBezTo>
                        <a:pt x="3171" y="11652"/>
                        <a:pt x="3164" y="11614"/>
                        <a:pt x="3155" y="11574"/>
                      </a:cubicBezTo>
                      <a:cubicBezTo>
                        <a:pt x="3072" y="11195"/>
                        <a:pt x="2775" y="10894"/>
                        <a:pt x="2394" y="10802"/>
                      </a:cubicBezTo>
                      <a:cubicBezTo>
                        <a:pt x="1973" y="10703"/>
                        <a:pt x="1630" y="10652"/>
                        <a:pt x="1384" y="10608"/>
                      </a:cubicBezTo>
                      <a:cubicBezTo>
                        <a:pt x="1559" y="10509"/>
                        <a:pt x="1803" y="10399"/>
                        <a:pt x="1987" y="10316"/>
                      </a:cubicBezTo>
                      <a:cubicBezTo>
                        <a:pt x="2927" y="9897"/>
                        <a:pt x="4347" y="9260"/>
                        <a:pt x="4347" y="7608"/>
                      </a:cubicBezTo>
                      <a:cubicBezTo>
                        <a:pt x="4347" y="6838"/>
                        <a:pt x="3525" y="6589"/>
                        <a:pt x="3072" y="6399"/>
                      </a:cubicBezTo>
                      <a:lnTo>
                        <a:pt x="3072" y="6399"/>
                      </a:lnTo>
                      <a:cubicBezTo>
                        <a:pt x="3355" y="6461"/>
                        <a:pt x="3657" y="6530"/>
                        <a:pt x="3910" y="6530"/>
                      </a:cubicBezTo>
                      <a:cubicBezTo>
                        <a:pt x="4034" y="6530"/>
                        <a:pt x="4655" y="6490"/>
                        <a:pt x="4655" y="5683"/>
                      </a:cubicBezTo>
                      <a:cubicBezTo>
                        <a:pt x="4655" y="5662"/>
                        <a:pt x="4609" y="4793"/>
                        <a:pt x="4609" y="4280"/>
                      </a:cubicBezTo>
                      <a:cubicBezTo>
                        <a:pt x="4609" y="1558"/>
                        <a:pt x="6698" y="1199"/>
                        <a:pt x="7616" y="1172"/>
                      </a:cubicBezTo>
                      <a:close/>
                      <a:moveTo>
                        <a:pt x="7602" y="1"/>
                      </a:moveTo>
                      <a:cubicBezTo>
                        <a:pt x="7201" y="11"/>
                        <a:pt x="6164" y="98"/>
                        <a:pt x="5219" y="691"/>
                      </a:cubicBezTo>
                      <a:cubicBezTo>
                        <a:pt x="4407" y="1200"/>
                        <a:pt x="3438" y="2237"/>
                        <a:pt x="3438" y="4280"/>
                      </a:cubicBezTo>
                      <a:cubicBezTo>
                        <a:pt x="3438" y="4714"/>
                        <a:pt x="3454" y="5041"/>
                        <a:pt x="3466" y="5288"/>
                      </a:cubicBezTo>
                      <a:cubicBezTo>
                        <a:pt x="3176" y="5225"/>
                        <a:pt x="2914" y="5159"/>
                        <a:pt x="2711" y="5159"/>
                      </a:cubicBezTo>
                      <a:cubicBezTo>
                        <a:pt x="2005" y="5159"/>
                        <a:pt x="1492" y="5593"/>
                        <a:pt x="1492" y="6187"/>
                      </a:cubicBezTo>
                      <a:cubicBezTo>
                        <a:pt x="1492" y="7031"/>
                        <a:pt x="2302" y="7355"/>
                        <a:pt x="2785" y="7547"/>
                      </a:cubicBezTo>
                      <a:cubicBezTo>
                        <a:pt x="2907" y="7595"/>
                        <a:pt x="3077" y="7664"/>
                        <a:pt x="3173" y="7717"/>
                      </a:cubicBezTo>
                      <a:cubicBezTo>
                        <a:pt x="3084" y="8885"/>
                        <a:pt x="1453" y="9124"/>
                        <a:pt x="595" y="9723"/>
                      </a:cubicBezTo>
                      <a:cubicBezTo>
                        <a:pt x="201" y="9999"/>
                        <a:pt x="1" y="10337"/>
                        <a:pt x="1" y="10730"/>
                      </a:cubicBezTo>
                      <a:cubicBezTo>
                        <a:pt x="1" y="11119"/>
                        <a:pt x="194" y="11425"/>
                        <a:pt x="547" y="11590"/>
                      </a:cubicBezTo>
                      <a:cubicBezTo>
                        <a:pt x="892" y="11752"/>
                        <a:pt x="1340" y="11765"/>
                        <a:pt x="2032" y="11920"/>
                      </a:cubicBezTo>
                      <a:cubicBezTo>
                        <a:pt x="2081" y="12138"/>
                        <a:pt x="2134" y="12318"/>
                        <a:pt x="2231" y="12474"/>
                      </a:cubicBezTo>
                      <a:cubicBezTo>
                        <a:pt x="2428" y="12789"/>
                        <a:pt x="2691" y="12874"/>
                        <a:pt x="2981" y="12874"/>
                      </a:cubicBezTo>
                      <a:cubicBezTo>
                        <a:pt x="3325" y="12874"/>
                        <a:pt x="3708" y="12754"/>
                        <a:pt x="4064" y="12754"/>
                      </a:cubicBezTo>
                      <a:cubicBezTo>
                        <a:pt x="4639" y="12754"/>
                        <a:pt x="4975" y="12984"/>
                        <a:pt x="5400" y="13274"/>
                      </a:cubicBezTo>
                      <a:cubicBezTo>
                        <a:pt x="5907" y="13619"/>
                        <a:pt x="6537" y="14050"/>
                        <a:pt x="7609" y="14050"/>
                      </a:cubicBezTo>
                      <a:lnTo>
                        <a:pt x="7611" y="14050"/>
                      </a:lnTo>
                      <a:cubicBezTo>
                        <a:pt x="8683" y="14050"/>
                        <a:pt x="9315" y="13620"/>
                        <a:pt x="9821" y="13274"/>
                      </a:cubicBezTo>
                      <a:cubicBezTo>
                        <a:pt x="10247" y="12984"/>
                        <a:pt x="10581" y="12754"/>
                        <a:pt x="11156" y="12754"/>
                      </a:cubicBezTo>
                      <a:cubicBezTo>
                        <a:pt x="11621" y="12754"/>
                        <a:pt x="11881" y="12881"/>
                        <a:pt x="12228" y="12881"/>
                      </a:cubicBezTo>
                      <a:cubicBezTo>
                        <a:pt x="12647" y="12881"/>
                        <a:pt x="12874" y="12660"/>
                        <a:pt x="12991" y="12474"/>
                      </a:cubicBezTo>
                      <a:cubicBezTo>
                        <a:pt x="13088" y="12318"/>
                        <a:pt x="13139" y="12136"/>
                        <a:pt x="13189" y="11920"/>
                      </a:cubicBezTo>
                      <a:cubicBezTo>
                        <a:pt x="13880" y="11765"/>
                        <a:pt x="14328" y="11752"/>
                        <a:pt x="14673" y="11590"/>
                      </a:cubicBezTo>
                      <a:cubicBezTo>
                        <a:pt x="15027" y="11425"/>
                        <a:pt x="15221" y="11119"/>
                        <a:pt x="15221" y="10730"/>
                      </a:cubicBezTo>
                      <a:cubicBezTo>
                        <a:pt x="15221" y="10337"/>
                        <a:pt x="15020" y="9999"/>
                        <a:pt x="14625" y="9723"/>
                      </a:cubicBezTo>
                      <a:cubicBezTo>
                        <a:pt x="13769" y="9124"/>
                        <a:pt x="12136" y="8885"/>
                        <a:pt x="12048" y="7717"/>
                      </a:cubicBezTo>
                      <a:cubicBezTo>
                        <a:pt x="12143" y="7664"/>
                        <a:pt x="12313" y="7595"/>
                        <a:pt x="12435" y="7547"/>
                      </a:cubicBezTo>
                      <a:cubicBezTo>
                        <a:pt x="12918" y="7355"/>
                        <a:pt x="13728" y="7031"/>
                        <a:pt x="13728" y="6187"/>
                      </a:cubicBezTo>
                      <a:cubicBezTo>
                        <a:pt x="13728" y="5593"/>
                        <a:pt x="13215" y="5159"/>
                        <a:pt x="12509" y="5159"/>
                      </a:cubicBezTo>
                      <a:cubicBezTo>
                        <a:pt x="12306" y="5159"/>
                        <a:pt x="12044" y="5225"/>
                        <a:pt x="11754" y="5288"/>
                      </a:cubicBezTo>
                      <a:cubicBezTo>
                        <a:pt x="11768" y="5041"/>
                        <a:pt x="11782" y="4714"/>
                        <a:pt x="11782" y="4280"/>
                      </a:cubicBezTo>
                      <a:cubicBezTo>
                        <a:pt x="11782" y="2246"/>
                        <a:pt x="10822" y="1211"/>
                        <a:pt x="10017" y="700"/>
                      </a:cubicBezTo>
                      <a:cubicBezTo>
                        <a:pt x="9076" y="105"/>
                        <a:pt x="8037" y="13"/>
                        <a:pt x="763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88" name="Google Shape;12641;p89">
                  <a:extLst>
                    <a:ext uri="{FF2B5EF4-FFF2-40B4-BE49-F238E27FC236}">
                      <a16:creationId xmlns:a16="http://schemas.microsoft.com/office/drawing/2014/main" id="{F8D89D29-DB7A-8CCE-3378-43A5A4BDD3AB}"/>
                    </a:ext>
                  </a:extLst>
                </p:cNvPr>
                <p:cNvSpPr/>
                <p:nvPr/>
              </p:nvSpPr>
              <p:spPr>
                <a:xfrm>
                  <a:off x="4500573" y="2571753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17017" y="1172"/>
                      </a:moveTo>
                      <a:cubicBezTo>
                        <a:pt x="17990" y="1172"/>
                        <a:pt x="18812" y="1975"/>
                        <a:pt x="18812" y="2927"/>
                      </a:cubicBezTo>
                      <a:lnTo>
                        <a:pt x="18812" y="17017"/>
                      </a:lnTo>
                      <a:cubicBezTo>
                        <a:pt x="18812" y="17990"/>
                        <a:pt x="17990" y="18811"/>
                        <a:pt x="17017" y="18811"/>
                      </a:cubicBezTo>
                      <a:lnTo>
                        <a:pt x="2966" y="18811"/>
                      </a:lnTo>
                      <a:cubicBezTo>
                        <a:pt x="1993" y="18811"/>
                        <a:pt x="1172" y="17990"/>
                        <a:pt x="1172" y="17017"/>
                      </a:cubicBezTo>
                      <a:lnTo>
                        <a:pt x="1172" y="2927"/>
                      </a:lnTo>
                      <a:cubicBezTo>
                        <a:pt x="1172" y="1975"/>
                        <a:pt x="1993" y="1172"/>
                        <a:pt x="2966" y="1172"/>
                      </a:cubicBezTo>
                      <a:close/>
                      <a:moveTo>
                        <a:pt x="2966" y="1"/>
                      </a:moveTo>
                      <a:cubicBezTo>
                        <a:pt x="1349" y="1"/>
                        <a:pt x="1" y="1310"/>
                        <a:pt x="1" y="2927"/>
                      </a:cubicBezTo>
                      <a:lnTo>
                        <a:pt x="1" y="17015"/>
                      </a:lnTo>
                      <a:cubicBezTo>
                        <a:pt x="1" y="18636"/>
                        <a:pt x="1349" y="19982"/>
                        <a:pt x="2966" y="19982"/>
                      </a:cubicBezTo>
                      <a:lnTo>
                        <a:pt x="17017" y="19982"/>
                      </a:lnTo>
                      <a:cubicBezTo>
                        <a:pt x="18635" y="19982"/>
                        <a:pt x="19982" y="18634"/>
                        <a:pt x="19982" y="17015"/>
                      </a:cubicBezTo>
                      <a:lnTo>
                        <a:pt x="19982" y="2927"/>
                      </a:lnTo>
                      <a:cubicBezTo>
                        <a:pt x="19982" y="1310"/>
                        <a:pt x="18635" y="1"/>
                        <a:pt x="1701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84" name="Google Shape;12642;p89">
                <a:extLst>
                  <a:ext uri="{FF2B5EF4-FFF2-40B4-BE49-F238E27FC236}">
                    <a16:creationId xmlns:a16="http://schemas.microsoft.com/office/drawing/2014/main" id="{52515A0E-9C35-D2A6-005E-A5E923D8F10B}"/>
                  </a:ext>
                </a:extLst>
              </p:cNvPr>
              <p:cNvGrpSpPr/>
              <p:nvPr/>
            </p:nvGrpSpPr>
            <p:grpSpPr>
              <a:xfrm>
                <a:off x="4858412" y="5123204"/>
                <a:ext cx="620859" cy="620859"/>
                <a:chOff x="5012603" y="2571753"/>
                <a:chExt cx="417024" cy="417024"/>
              </a:xfrm>
              <a:grpFill/>
            </p:grpSpPr>
            <p:sp>
              <p:nvSpPr>
                <p:cNvPr id="17885" name="Google Shape;12643;p89">
                  <a:extLst>
                    <a:ext uri="{FF2B5EF4-FFF2-40B4-BE49-F238E27FC236}">
                      <a16:creationId xmlns:a16="http://schemas.microsoft.com/office/drawing/2014/main" id="{210C4FB1-7CF4-EEDE-7929-1A616ABAE718}"/>
                    </a:ext>
                  </a:extLst>
                </p:cNvPr>
                <p:cNvSpPr/>
                <p:nvPr/>
              </p:nvSpPr>
              <p:spPr>
                <a:xfrm>
                  <a:off x="5133124" y="2631210"/>
                  <a:ext cx="180818" cy="300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64" h="14377" extrusionOk="0">
                      <a:moveTo>
                        <a:pt x="4683" y="1171"/>
                      </a:moveTo>
                      <a:lnTo>
                        <a:pt x="4683" y="3395"/>
                      </a:lnTo>
                      <a:cubicBezTo>
                        <a:pt x="4683" y="3719"/>
                        <a:pt x="4945" y="3980"/>
                        <a:pt x="5269" y="3980"/>
                      </a:cubicBezTo>
                      <a:lnTo>
                        <a:pt x="7493" y="3980"/>
                      </a:lnTo>
                      <a:lnTo>
                        <a:pt x="7493" y="5620"/>
                      </a:lnTo>
                      <a:lnTo>
                        <a:pt x="5269" y="5620"/>
                      </a:lnTo>
                      <a:cubicBezTo>
                        <a:pt x="4945" y="5620"/>
                        <a:pt x="4683" y="5882"/>
                        <a:pt x="4683" y="6206"/>
                      </a:cubicBezTo>
                      <a:lnTo>
                        <a:pt x="4683" y="9859"/>
                      </a:lnTo>
                      <a:cubicBezTo>
                        <a:pt x="4683" y="10227"/>
                        <a:pt x="4706" y="10648"/>
                        <a:pt x="4975" y="10986"/>
                      </a:cubicBezTo>
                      <a:cubicBezTo>
                        <a:pt x="5327" y="11423"/>
                        <a:pt x="5899" y="11474"/>
                        <a:pt x="6299" y="11474"/>
                      </a:cubicBezTo>
                      <a:lnTo>
                        <a:pt x="7494" y="11474"/>
                      </a:lnTo>
                      <a:lnTo>
                        <a:pt x="7494" y="13158"/>
                      </a:lnTo>
                      <a:cubicBezTo>
                        <a:pt x="7137" y="13183"/>
                        <a:pt x="6635" y="13207"/>
                        <a:pt x="6113" y="13207"/>
                      </a:cubicBezTo>
                      <a:cubicBezTo>
                        <a:pt x="3848" y="13207"/>
                        <a:pt x="3044" y="11806"/>
                        <a:pt x="3044" y="10607"/>
                      </a:cubicBezTo>
                      <a:lnTo>
                        <a:pt x="3044" y="6206"/>
                      </a:lnTo>
                      <a:cubicBezTo>
                        <a:pt x="3044" y="5882"/>
                        <a:pt x="2782" y="5620"/>
                        <a:pt x="2460" y="5620"/>
                      </a:cubicBezTo>
                      <a:lnTo>
                        <a:pt x="1172" y="5620"/>
                      </a:lnTo>
                      <a:lnTo>
                        <a:pt x="1172" y="4090"/>
                      </a:lnTo>
                      <a:cubicBezTo>
                        <a:pt x="2035" y="3913"/>
                        <a:pt x="2690" y="3487"/>
                        <a:pt x="3120" y="2820"/>
                      </a:cubicBezTo>
                      <a:cubicBezTo>
                        <a:pt x="3463" y="2289"/>
                        <a:pt x="3608" y="1697"/>
                        <a:pt x="3703" y="1171"/>
                      </a:cubicBezTo>
                      <a:close/>
                      <a:moveTo>
                        <a:pt x="3208" y="0"/>
                      </a:moveTo>
                      <a:cubicBezTo>
                        <a:pt x="2922" y="0"/>
                        <a:pt x="2677" y="207"/>
                        <a:pt x="2631" y="490"/>
                      </a:cubicBezTo>
                      <a:cubicBezTo>
                        <a:pt x="2409" y="1822"/>
                        <a:pt x="2209" y="2861"/>
                        <a:pt x="537" y="3000"/>
                      </a:cubicBezTo>
                      <a:cubicBezTo>
                        <a:pt x="234" y="3025"/>
                        <a:pt x="1" y="3278"/>
                        <a:pt x="1" y="3582"/>
                      </a:cubicBezTo>
                      <a:lnTo>
                        <a:pt x="1" y="6206"/>
                      </a:lnTo>
                      <a:cubicBezTo>
                        <a:pt x="1" y="6529"/>
                        <a:pt x="263" y="6791"/>
                        <a:pt x="586" y="6791"/>
                      </a:cubicBezTo>
                      <a:lnTo>
                        <a:pt x="1874" y="6791"/>
                      </a:lnTo>
                      <a:lnTo>
                        <a:pt x="1874" y="10607"/>
                      </a:lnTo>
                      <a:cubicBezTo>
                        <a:pt x="1874" y="12618"/>
                        <a:pt x="3355" y="14377"/>
                        <a:pt x="6111" y="14377"/>
                      </a:cubicBezTo>
                      <a:cubicBezTo>
                        <a:pt x="7158" y="14377"/>
                        <a:pt x="8098" y="14285"/>
                        <a:pt x="8137" y="14281"/>
                      </a:cubicBezTo>
                      <a:cubicBezTo>
                        <a:pt x="8436" y="14251"/>
                        <a:pt x="8664" y="14000"/>
                        <a:pt x="8664" y="13699"/>
                      </a:cubicBezTo>
                      <a:lnTo>
                        <a:pt x="8664" y="10888"/>
                      </a:lnTo>
                      <a:cubicBezTo>
                        <a:pt x="8664" y="10565"/>
                        <a:pt x="8402" y="10303"/>
                        <a:pt x="8078" y="10303"/>
                      </a:cubicBezTo>
                      <a:lnTo>
                        <a:pt x="6299" y="10303"/>
                      </a:lnTo>
                      <a:cubicBezTo>
                        <a:pt x="5828" y="10303"/>
                        <a:pt x="5855" y="10292"/>
                        <a:pt x="5855" y="9859"/>
                      </a:cubicBezTo>
                      <a:lnTo>
                        <a:pt x="5855" y="6791"/>
                      </a:lnTo>
                      <a:lnTo>
                        <a:pt x="8078" y="6791"/>
                      </a:lnTo>
                      <a:cubicBezTo>
                        <a:pt x="8402" y="6791"/>
                        <a:pt x="8664" y="6529"/>
                        <a:pt x="8664" y="6206"/>
                      </a:cubicBezTo>
                      <a:lnTo>
                        <a:pt x="8664" y="3397"/>
                      </a:lnTo>
                      <a:cubicBezTo>
                        <a:pt x="8664" y="3073"/>
                        <a:pt x="8402" y="2811"/>
                        <a:pt x="8078" y="2811"/>
                      </a:cubicBezTo>
                      <a:lnTo>
                        <a:pt x="5855" y="2811"/>
                      </a:lnTo>
                      <a:lnTo>
                        <a:pt x="5855" y="586"/>
                      </a:lnTo>
                      <a:cubicBezTo>
                        <a:pt x="5855" y="262"/>
                        <a:pt x="5593" y="0"/>
                        <a:pt x="526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86" name="Google Shape;12644;p89">
                  <a:extLst>
                    <a:ext uri="{FF2B5EF4-FFF2-40B4-BE49-F238E27FC236}">
                      <a16:creationId xmlns:a16="http://schemas.microsoft.com/office/drawing/2014/main" id="{05F075FA-12D0-7D3D-6FA8-2B5CCE1B7A14}"/>
                    </a:ext>
                  </a:extLst>
                </p:cNvPr>
                <p:cNvSpPr/>
                <p:nvPr/>
              </p:nvSpPr>
              <p:spPr>
                <a:xfrm>
                  <a:off x="5012603" y="2571753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17053" y="1172"/>
                      </a:moveTo>
                      <a:cubicBezTo>
                        <a:pt x="18007" y="1172"/>
                        <a:pt x="18810" y="1993"/>
                        <a:pt x="18810" y="2966"/>
                      </a:cubicBezTo>
                      <a:lnTo>
                        <a:pt x="18810" y="17017"/>
                      </a:lnTo>
                      <a:cubicBezTo>
                        <a:pt x="18810" y="17990"/>
                        <a:pt x="18007" y="18811"/>
                        <a:pt x="17053" y="18811"/>
                      </a:cubicBezTo>
                      <a:lnTo>
                        <a:pt x="2965" y="18811"/>
                      </a:lnTo>
                      <a:cubicBezTo>
                        <a:pt x="1992" y="18811"/>
                        <a:pt x="1169" y="17990"/>
                        <a:pt x="1169" y="17017"/>
                      </a:cubicBezTo>
                      <a:lnTo>
                        <a:pt x="1169" y="2966"/>
                      </a:lnTo>
                      <a:cubicBezTo>
                        <a:pt x="1169" y="1993"/>
                        <a:pt x="1992" y="1172"/>
                        <a:pt x="2965" y="1172"/>
                      </a:cubicBezTo>
                      <a:close/>
                      <a:moveTo>
                        <a:pt x="2965" y="1"/>
                      </a:moveTo>
                      <a:cubicBezTo>
                        <a:pt x="1346" y="1"/>
                        <a:pt x="0" y="1349"/>
                        <a:pt x="0" y="2966"/>
                      </a:cubicBezTo>
                      <a:lnTo>
                        <a:pt x="0" y="17015"/>
                      </a:lnTo>
                      <a:cubicBezTo>
                        <a:pt x="0" y="18636"/>
                        <a:pt x="1348" y="19982"/>
                        <a:pt x="2965" y="19982"/>
                      </a:cubicBezTo>
                      <a:lnTo>
                        <a:pt x="17053" y="19982"/>
                      </a:lnTo>
                      <a:cubicBezTo>
                        <a:pt x="18672" y="19982"/>
                        <a:pt x="19981" y="18634"/>
                        <a:pt x="19981" y="17015"/>
                      </a:cubicBezTo>
                      <a:lnTo>
                        <a:pt x="19981" y="2966"/>
                      </a:lnTo>
                      <a:cubicBezTo>
                        <a:pt x="19981" y="1349"/>
                        <a:pt x="18672" y="1"/>
                        <a:pt x="1705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F780929-FDFB-0A67-0837-47F527BD4F08}"/>
                </a:ext>
              </a:extLst>
            </p:cNvPr>
            <p:cNvGrpSpPr/>
            <p:nvPr/>
          </p:nvGrpSpPr>
          <p:grpSpPr>
            <a:xfrm>
              <a:off x="397214" y="4545124"/>
              <a:ext cx="11386542" cy="645964"/>
              <a:chOff x="397214" y="4323264"/>
              <a:chExt cx="11386542" cy="645964"/>
            </a:xfrm>
            <a:grpFill/>
          </p:grpSpPr>
          <p:sp>
            <p:nvSpPr>
              <p:cNvPr id="20" name="Google Shape;12453;p89">
                <a:extLst>
                  <a:ext uri="{FF2B5EF4-FFF2-40B4-BE49-F238E27FC236}">
                    <a16:creationId xmlns:a16="http://schemas.microsoft.com/office/drawing/2014/main" id="{D0566766-7E28-A03E-E0CC-D78CD21A574D}"/>
                  </a:ext>
                </a:extLst>
              </p:cNvPr>
              <p:cNvSpPr/>
              <p:nvPr/>
            </p:nvSpPr>
            <p:spPr>
              <a:xfrm>
                <a:off x="1182098" y="4420919"/>
                <a:ext cx="641288" cy="450628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8192" extrusionOk="0">
                    <a:moveTo>
                      <a:pt x="10429" y="662"/>
                    </a:moveTo>
                    <a:cubicBezTo>
                      <a:pt x="10114" y="1008"/>
                      <a:pt x="6207" y="4915"/>
                      <a:pt x="6081" y="5072"/>
                    </a:cubicBezTo>
                    <a:cubicBezTo>
                      <a:pt x="6018" y="5135"/>
                      <a:pt x="5916" y="5167"/>
                      <a:pt x="5813" y="5167"/>
                    </a:cubicBezTo>
                    <a:cubicBezTo>
                      <a:pt x="5711" y="5167"/>
                      <a:pt x="5608" y="5135"/>
                      <a:pt x="5545" y="5072"/>
                    </a:cubicBezTo>
                    <a:lnTo>
                      <a:pt x="1135" y="662"/>
                    </a:lnTo>
                    <a:close/>
                    <a:moveTo>
                      <a:pt x="662" y="1134"/>
                    </a:moveTo>
                    <a:lnTo>
                      <a:pt x="3624" y="4096"/>
                    </a:lnTo>
                    <a:lnTo>
                      <a:pt x="662" y="7057"/>
                    </a:lnTo>
                    <a:lnTo>
                      <a:pt x="662" y="1134"/>
                    </a:lnTo>
                    <a:close/>
                    <a:moveTo>
                      <a:pt x="10996" y="1134"/>
                    </a:moveTo>
                    <a:lnTo>
                      <a:pt x="10996" y="7057"/>
                    </a:lnTo>
                    <a:lnTo>
                      <a:pt x="8034" y="4096"/>
                    </a:lnTo>
                    <a:lnTo>
                      <a:pt x="10996" y="1134"/>
                    </a:lnTo>
                    <a:close/>
                    <a:moveTo>
                      <a:pt x="7562" y="4568"/>
                    </a:moveTo>
                    <a:lnTo>
                      <a:pt x="10492" y="7530"/>
                    </a:lnTo>
                    <a:lnTo>
                      <a:pt x="1198" y="7530"/>
                    </a:lnTo>
                    <a:lnTo>
                      <a:pt x="4096" y="4568"/>
                    </a:lnTo>
                    <a:lnTo>
                      <a:pt x="5073" y="5545"/>
                    </a:lnTo>
                    <a:cubicBezTo>
                      <a:pt x="5278" y="5750"/>
                      <a:pt x="5553" y="5852"/>
                      <a:pt x="5829" y="5852"/>
                    </a:cubicBezTo>
                    <a:cubicBezTo>
                      <a:pt x="6105" y="5852"/>
                      <a:pt x="6380" y="5750"/>
                      <a:pt x="6585" y="5545"/>
                    </a:cubicBezTo>
                    <a:lnTo>
                      <a:pt x="7562" y="4568"/>
                    </a:lnTo>
                    <a:close/>
                    <a:moveTo>
                      <a:pt x="1009" y="0"/>
                    </a:moveTo>
                    <a:cubicBezTo>
                      <a:pt x="473" y="0"/>
                      <a:pt x="1" y="473"/>
                      <a:pt x="1" y="1008"/>
                    </a:cubicBezTo>
                    <a:lnTo>
                      <a:pt x="1" y="7152"/>
                    </a:lnTo>
                    <a:cubicBezTo>
                      <a:pt x="1" y="7719"/>
                      <a:pt x="473" y="8191"/>
                      <a:pt x="1009" y="8191"/>
                    </a:cubicBezTo>
                    <a:lnTo>
                      <a:pt x="10618" y="8191"/>
                    </a:lnTo>
                    <a:cubicBezTo>
                      <a:pt x="11185" y="8191"/>
                      <a:pt x="11657" y="7719"/>
                      <a:pt x="11657" y="7152"/>
                    </a:cubicBezTo>
                    <a:lnTo>
                      <a:pt x="11657" y="1008"/>
                    </a:lnTo>
                    <a:cubicBezTo>
                      <a:pt x="11657" y="441"/>
                      <a:pt x="11185" y="0"/>
                      <a:pt x="1061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21" name="Google Shape;12489;p89">
                <a:extLst>
                  <a:ext uri="{FF2B5EF4-FFF2-40B4-BE49-F238E27FC236}">
                    <a16:creationId xmlns:a16="http://schemas.microsoft.com/office/drawing/2014/main" id="{73D59A2D-DE5A-CF55-CFE4-E4CF5730F0AE}"/>
                  </a:ext>
                </a:extLst>
              </p:cNvPr>
              <p:cNvGrpSpPr/>
              <p:nvPr/>
            </p:nvGrpSpPr>
            <p:grpSpPr>
              <a:xfrm>
                <a:off x="3714261" y="4323264"/>
                <a:ext cx="642992" cy="645964"/>
                <a:chOff x="-1333975" y="2365850"/>
                <a:chExt cx="292225" cy="293575"/>
              </a:xfrm>
              <a:grpFill/>
            </p:grpSpPr>
            <p:sp>
              <p:nvSpPr>
                <p:cNvPr id="17868" name="Google Shape;12490;p89">
                  <a:extLst>
                    <a:ext uri="{FF2B5EF4-FFF2-40B4-BE49-F238E27FC236}">
                      <a16:creationId xmlns:a16="http://schemas.microsoft.com/office/drawing/2014/main" id="{0EF22C7C-390F-BD1F-0900-95AE22CA8B10}"/>
                    </a:ext>
                  </a:extLst>
                </p:cNvPr>
                <p:cNvSpPr/>
                <p:nvPr/>
              </p:nvSpPr>
              <p:spPr>
                <a:xfrm>
                  <a:off x="-1285150" y="2365850"/>
                  <a:ext cx="191225" cy="29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9" h="11743" extrusionOk="0">
                      <a:moveTo>
                        <a:pt x="3813" y="684"/>
                      </a:moveTo>
                      <a:cubicBezTo>
                        <a:pt x="5545" y="684"/>
                        <a:pt x="6900" y="2039"/>
                        <a:pt x="6900" y="3740"/>
                      </a:cubicBezTo>
                      <a:cubicBezTo>
                        <a:pt x="6931" y="4780"/>
                        <a:pt x="6553" y="5347"/>
                        <a:pt x="6270" y="5788"/>
                      </a:cubicBezTo>
                      <a:cubicBezTo>
                        <a:pt x="5797" y="6544"/>
                        <a:pt x="5608" y="6922"/>
                        <a:pt x="5608" y="7930"/>
                      </a:cubicBezTo>
                      <a:cubicBezTo>
                        <a:pt x="5608" y="8119"/>
                        <a:pt x="5451" y="8277"/>
                        <a:pt x="5230" y="8277"/>
                      </a:cubicBezTo>
                      <a:lnTo>
                        <a:pt x="2489" y="8277"/>
                      </a:lnTo>
                      <a:cubicBezTo>
                        <a:pt x="2300" y="8277"/>
                        <a:pt x="2143" y="8119"/>
                        <a:pt x="2143" y="7930"/>
                      </a:cubicBezTo>
                      <a:cubicBezTo>
                        <a:pt x="2143" y="6922"/>
                        <a:pt x="1922" y="6576"/>
                        <a:pt x="1450" y="5820"/>
                      </a:cubicBezTo>
                      <a:cubicBezTo>
                        <a:pt x="1198" y="5347"/>
                        <a:pt x="567" y="4528"/>
                        <a:pt x="788" y="3205"/>
                      </a:cubicBezTo>
                      <a:cubicBezTo>
                        <a:pt x="1040" y="1819"/>
                        <a:pt x="2237" y="684"/>
                        <a:pt x="3813" y="684"/>
                      </a:cubicBezTo>
                      <a:close/>
                      <a:moveTo>
                        <a:pt x="4852" y="8907"/>
                      </a:moveTo>
                      <a:lnTo>
                        <a:pt x="4852" y="9569"/>
                      </a:lnTo>
                      <a:lnTo>
                        <a:pt x="4506" y="9569"/>
                      </a:lnTo>
                      <a:cubicBezTo>
                        <a:pt x="4285" y="9569"/>
                        <a:pt x="4128" y="9726"/>
                        <a:pt x="4128" y="9915"/>
                      </a:cubicBezTo>
                      <a:cubicBezTo>
                        <a:pt x="4128" y="10136"/>
                        <a:pt x="4285" y="10293"/>
                        <a:pt x="4506" y="10293"/>
                      </a:cubicBezTo>
                      <a:lnTo>
                        <a:pt x="4852" y="10293"/>
                      </a:lnTo>
                      <a:lnTo>
                        <a:pt x="4852" y="10640"/>
                      </a:lnTo>
                      <a:cubicBezTo>
                        <a:pt x="4884" y="10829"/>
                        <a:pt x="4726" y="10986"/>
                        <a:pt x="4537" y="10986"/>
                      </a:cubicBezTo>
                      <a:lnTo>
                        <a:pt x="3151" y="10986"/>
                      </a:lnTo>
                      <a:cubicBezTo>
                        <a:pt x="2962" y="10986"/>
                        <a:pt x="2804" y="10829"/>
                        <a:pt x="2804" y="10640"/>
                      </a:cubicBezTo>
                      <a:lnTo>
                        <a:pt x="2804" y="10293"/>
                      </a:lnTo>
                      <a:lnTo>
                        <a:pt x="3151" y="10293"/>
                      </a:lnTo>
                      <a:cubicBezTo>
                        <a:pt x="3371" y="10293"/>
                        <a:pt x="3529" y="10136"/>
                        <a:pt x="3529" y="9915"/>
                      </a:cubicBezTo>
                      <a:cubicBezTo>
                        <a:pt x="3529" y="9726"/>
                        <a:pt x="3371" y="9569"/>
                        <a:pt x="3151" y="9569"/>
                      </a:cubicBezTo>
                      <a:lnTo>
                        <a:pt x="2804" y="9569"/>
                      </a:lnTo>
                      <a:lnTo>
                        <a:pt x="2804" y="8907"/>
                      </a:lnTo>
                      <a:close/>
                      <a:moveTo>
                        <a:pt x="3897" y="1"/>
                      </a:moveTo>
                      <a:cubicBezTo>
                        <a:pt x="3632" y="1"/>
                        <a:pt x="3361" y="28"/>
                        <a:pt x="3088" y="86"/>
                      </a:cubicBezTo>
                      <a:cubicBezTo>
                        <a:pt x="1607" y="401"/>
                        <a:pt x="441" y="1566"/>
                        <a:pt x="158" y="3079"/>
                      </a:cubicBezTo>
                      <a:cubicBezTo>
                        <a:pt x="0" y="3992"/>
                        <a:pt x="158" y="4969"/>
                        <a:pt x="631" y="5757"/>
                      </a:cubicBezTo>
                      <a:cubicBezTo>
                        <a:pt x="757" y="5914"/>
                        <a:pt x="820" y="6072"/>
                        <a:pt x="914" y="6229"/>
                      </a:cubicBezTo>
                      <a:cubicBezTo>
                        <a:pt x="1355" y="6891"/>
                        <a:pt x="1450" y="7143"/>
                        <a:pt x="1450" y="7962"/>
                      </a:cubicBezTo>
                      <a:cubicBezTo>
                        <a:pt x="1450" y="8403"/>
                        <a:pt x="1733" y="8781"/>
                        <a:pt x="2143" y="8939"/>
                      </a:cubicBezTo>
                      <a:lnTo>
                        <a:pt x="2143" y="10703"/>
                      </a:lnTo>
                      <a:cubicBezTo>
                        <a:pt x="2143" y="11270"/>
                        <a:pt x="2615" y="11743"/>
                        <a:pt x="3151" y="11743"/>
                      </a:cubicBezTo>
                      <a:lnTo>
                        <a:pt x="4537" y="11743"/>
                      </a:lnTo>
                      <a:cubicBezTo>
                        <a:pt x="5073" y="11743"/>
                        <a:pt x="5545" y="11270"/>
                        <a:pt x="5545" y="10703"/>
                      </a:cubicBezTo>
                      <a:lnTo>
                        <a:pt x="5545" y="8939"/>
                      </a:lnTo>
                      <a:cubicBezTo>
                        <a:pt x="5955" y="8781"/>
                        <a:pt x="6238" y="8435"/>
                        <a:pt x="6238" y="7962"/>
                      </a:cubicBezTo>
                      <a:lnTo>
                        <a:pt x="6238" y="7930"/>
                      </a:lnTo>
                      <a:cubicBezTo>
                        <a:pt x="6238" y="7143"/>
                        <a:pt x="6427" y="6828"/>
                        <a:pt x="6805" y="6229"/>
                      </a:cubicBezTo>
                      <a:cubicBezTo>
                        <a:pt x="7089" y="5788"/>
                        <a:pt x="7593" y="5032"/>
                        <a:pt x="7593" y="3835"/>
                      </a:cubicBezTo>
                      <a:cubicBezTo>
                        <a:pt x="7649" y="1658"/>
                        <a:pt x="5950" y="1"/>
                        <a:pt x="389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69" name="Google Shape;12491;p89">
                  <a:extLst>
                    <a:ext uri="{FF2B5EF4-FFF2-40B4-BE49-F238E27FC236}">
                      <a16:creationId xmlns:a16="http://schemas.microsoft.com/office/drawing/2014/main" id="{813788F0-7BD9-3777-5085-3F74C85986FA}"/>
                    </a:ext>
                  </a:extLst>
                </p:cNvPr>
                <p:cNvSpPr/>
                <p:nvPr/>
              </p:nvSpPr>
              <p:spPr>
                <a:xfrm>
                  <a:off x="-1076425" y="2452250"/>
                  <a:ext cx="346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lnTo>
                        <a:pt x="1040" y="725"/>
                      </a:lnTo>
                      <a:cubicBezTo>
                        <a:pt x="1229" y="725"/>
                        <a:pt x="1386" y="568"/>
                        <a:pt x="1386" y="379"/>
                      </a:cubicBezTo>
                      <a:cubicBezTo>
                        <a:pt x="1386" y="158"/>
                        <a:pt x="1229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70" name="Google Shape;12492;p89">
                  <a:extLst>
                    <a:ext uri="{FF2B5EF4-FFF2-40B4-BE49-F238E27FC236}">
                      <a16:creationId xmlns:a16="http://schemas.microsoft.com/office/drawing/2014/main" id="{62959E64-94D6-837B-71DC-793CCC6E7C39}"/>
                    </a:ext>
                  </a:extLst>
                </p:cNvPr>
                <p:cNvSpPr/>
                <p:nvPr/>
              </p:nvSpPr>
              <p:spPr>
                <a:xfrm>
                  <a:off x="-1333975" y="2452250"/>
                  <a:ext cx="346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lnTo>
                        <a:pt x="1008" y="725"/>
                      </a:lnTo>
                      <a:cubicBezTo>
                        <a:pt x="1197" y="694"/>
                        <a:pt x="1386" y="536"/>
                        <a:pt x="1386" y="379"/>
                      </a:cubicBezTo>
                      <a:cubicBezTo>
                        <a:pt x="1386" y="158"/>
                        <a:pt x="1197" y="1"/>
                        <a:pt x="10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71" name="Google Shape;12493;p89">
                  <a:extLst>
                    <a:ext uri="{FF2B5EF4-FFF2-40B4-BE49-F238E27FC236}">
                      <a16:creationId xmlns:a16="http://schemas.microsoft.com/office/drawing/2014/main" id="{C22CE84A-DBD4-1905-7A83-A3DE06944B08}"/>
                    </a:ext>
                  </a:extLst>
                </p:cNvPr>
                <p:cNvSpPr/>
                <p:nvPr/>
              </p:nvSpPr>
              <p:spPr>
                <a:xfrm>
                  <a:off x="-1093750" y="2383050"/>
                  <a:ext cx="35450" cy="2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063" extrusionOk="0">
                      <a:moveTo>
                        <a:pt x="992" y="1"/>
                      </a:moveTo>
                      <a:cubicBezTo>
                        <a:pt x="931" y="1"/>
                        <a:pt x="870" y="19"/>
                        <a:pt x="819" y="59"/>
                      </a:cubicBezTo>
                      <a:lnTo>
                        <a:pt x="221" y="406"/>
                      </a:lnTo>
                      <a:cubicBezTo>
                        <a:pt x="63" y="500"/>
                        <a:pt x="0" y="721"/>
                        <a:pt x="95" y="878"/>
                      </a:cubicBezTo>
                      <a:cubicBezTo>
                        <a:pt x="159" y="985"/>
                        <a:pt x="295" y="1063"/>
                        <a:pt x="415" y="1063"/>
                      </a:cubicBezTo>
                      <a:cubicBezTo>
                        <a:pt x="473" y="1063"/>
                        <a:pt x="527" y="1045"/>
                        <a:pt x="567" y="1005"/>
                      </a:cubicBezTo>
                      <a:lnTo>
                        <a:pt x="1166" y="658"/>
                      </a:lnTo>
                      <a:cubicBezTo>
                        <a:pt x="1323" y="563"/>
                        <a:pt x="1418" y="343"/>
                        <a:pt x="1292" y="185"/>
                      </a:cubicBezTo>
                      <a:cubicBezTo>
                        <a:pt x="1249" y="79"/>
                        <a:pt x="1120" y="1"/>
                        <a:pt x="99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72" name="Google Shape;12494;p89">
                  <a:extLst>
                    <a:ext uri="{FF2B5EF4-FFF2-40B4-BE49-F238E27FC236}">
                      <a16:creationId xmlns:a16="http://schemas.microsoft.com/office/drawing/2014/main" id="{8F5ED82A-5D0C-3CE8-EC94-F69E2517A765}"/>
                    </a:ext>
                  </a:extLst>
                </p:cNvPr>
                <p:cNvSpPr/>
                <p:nvPr/>
              </p:nvSpPr>
              <p:spPr>
                <a:xfrm>
                  <a:off x="-1317450" y="2512575"/>
                  <a:ext cx="35475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049" extrusionOk="0">
                      <a:moveTo>
                        <a:pt x="1005" y="1"/>
                      </a:moveTo>
                      <a:cubicBezTo>
                        <a:pt x="944" y="1"/>
                        <a:pt x="880" y="15"/>
                        <a:pt x="820" y="45"/>
                      </a:cubicBezTo>
                      <a:lnTo>
                        <a:pt x="221" y="392"/>
                      </a:lnTo>
                      <a:cubicBezTo>
                        <a:pt x="64" y="486"/>
                        <a:pt x="1" y="707"/>
                        <a:pt x="127" y="864"/>
                      </a:cubicBezTo>
                      <a:cubicBezTo>
                        <a:pt x="169" y="971"/>
                        <a:pt x="299" y="1049"/>
                        <a:pt x="427" y="1049"/>
                      </a:cubicBezTo>
                      <a:cubicBezTo>
                        <a:pt x="488" y="1049"/>
                        <a:pt x="548" y="1031"/>
                        <a:pt x="599" y="990"/>
                      </a:cubicBezTo>
                      <a:lnTo>
                        <a:pt x="1166" y="644"/>
                      </a:lnTo>
                      <a:cubicBezTo>
                        <a:pt x="1324" y="549"/>
                        <a:pt x="1418" y="329"/>
                        <a:pt x="1292" y="171"/>
                      </a:cubicBezTo>
                      <a:cubicBezTo>
                        <a:pt x="1250" y="64"/>
                        <a:pt x="1134" y="1"/>
                        <a:pt x="100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73" name="Google Shape;12495;p89">
                  <a:extLst>
                    <a:ext uri="{FF2B5EF4-FFF2-40B4-BE49-F238E27FC236}">
                      <a16:creationId xmlns:a16="http://schemas.microsoft.com/office/drawing/2014/main" id="{E252755B-5E25-7C78-0BAD-9BF5D21A0838}"/>
                    </a:ext>
                  </a:extLst>
                </p:cNvPr>
                <p:cNvSpPr/>
                <p:nvPr/>
              </p:nvSpPr>
              <p:spPr>
                <a:xfrm>
                  <a:off x="-1092975" y="2512575"/>
                  <a:ext cx="34675" cy="2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1021" extrusionOk="0">
                      <a:moveTo>
                        <a:pt x="378" y="1"/>
                      </a:moveTo>
                      <a:cubicBezTo>
                        <a:pt x="264" y="1"/>
                        <a:pt x="149" y="64"/>
                        <a:pt x="64" y="171"/>
                      </a:cubicBezTo>
                      <a:cubicBezTo>
                        <a:pt x="1" y="329"/>
                        <a:pt x="32" y="518"/>
                        <a:pt x="190" y="644"/>
                      </a:cubicBezTo>
                      <a:lnTo>
                        <a:pt x="788" y="990"/>
                      </a:lnTo>
                      <a:cubicBezTo>
                        <a:pt x="838" y="1010"/>
                        <a:pt x="891" y="1021"/>
                        <a:pt x="944" y="1021"/>
                      </a:cubicBezTo>
                      <a:cubicBezTo>
                        <a:pt x="1059" y="1021"/>
                        <a:pt x="1175" y="972"/>
                        <a:pt x="1261" y="864"/>
                      </a:cubicBezTo>
                      <a:cubicBezTo>
                        <a:pt x="1387" y="675"/>
                        <a:pt x="1292" y="486"/>
                        <a:pt x="1135" y="392"/>
                      </a:cubicBezTo>
                      <a:lnTo>
                        <a:pt x="536" y="45"/>
                      </a:lnTo>
                      <a:cubicBezTo>
                        <a:pt x="486" y="15"/>
                        <a:pt x="432" y="1"/>
                        <a:pt x="37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74" name="Google Shape;12496;p89">
                  <a:extLst>
                    <a:ext uri="{FF2B5EF4-FFF2-40B4-BE49-F238E27FC236}">
                      <a16:creationId xmlns:a16="http://schemas.microsoft.com/office/drawing/2014/main" id="{F0874F67-C836-C2B5-356B-0181A80F8009}"/>
                    </a:ext>
                  </a:extLst>
                </p:cNvPr>
                <p:cNvSpPr/>
                <p:nvPr/>
              </p:nvSpPr>
              <p:spPr>
                <a:xfrm>
                  <a:off x="-1316650" y="2383750"/>
                  <a:ext cx="34675" cy="2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1021" extrusionOk="0">
                      <a:moveTo>
                        <a:pt x="405" y="1"/>
                      </a:moveTo>
                      <a:cubicBezTo>
                        <a:pt x="283" y="1"/>
                        <a:pt x="159" y="50"/>
                        <a:pt x="95" y="157"/>
                      </a:cubicBezTo>
                      <a:cubicBezTo>
                        <a:pt x="0" y="315"/>
                        <a:pt x="63" y="504"/>
                        <a:pt x="221" y="630"/>
                      </a:cubicBezTo>
                      <a:lnTo>
                        <a:pt x="788" y="977"/>
                      </a:lnTo>
                      <a:cubicBezTo>
                        <a:pt x="838" y="1007"/>
                        <a:pt x="895" y="1021"/>
                        <a:pt x="953" y="1021"/>
                      </a:cubicBezTo>
                      <a:cubicBezTo>
                        <a:pt x="1074" y="1021"/>
                        <a:pt x="1196" y="958"/>
                        <a:pt x="1260" y="850"/>
                      </a:cubicBezTo>
                      <a:cubicBezTo>
                        <a:pt x="1386" y="693"/>
                        <a:pt x="1292" y="504"/>
                        <a:pt x="1134" y="378"/>
                      </a:cubicBezTo>
                      <a:lnTo>
                        <a:pt x="567" y="31"/>
                      </a:lnTo>
                      <a:cubicBezTo>
                        <a:pt x="517" y="11"/>
                        <a:pt x="461" y="1"/>
                        <a:pt x="40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75" name="Google Shape;12497;p89">
                  <a:extLst>
                    <a:ext uri="{FF2B5EF4-FFF2-40B4-BE49-F238E27FC236}">
                      <a16:creationId xmlns:a16="http://schemas.microsoft.com/office/drawing/2014/main" id="{85479C3B-3BC9-CAD4-B2F2-81FC049E106C}"/>
                    </a:ext>
                  </a:extLst>
                </p:cNvPr>
                <p:cNvSpPr/>
                <p:nvPr/>
              </p:nvSpPr>
              <p:spPr>
                <a:xfrm>
                  <a:off x="-1239475" y="2401575"/>
                  <a:ext cx="102425" cy="15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7" h="6124" extrusionOk="0">
                      <a:moveTo>
                        <a:pt x="1733" y="1492"/>
                      </a:moveTo>
                      <a:lnTo>
                        <a:pt x="1733" y="2343"/>
                      </a:lnTo>
                      <a:cubicBezTo>
                        <a:pt x="1733" y="2500"/>
                        <a:pt x="1796" y="2626"/>
                        <a:pt x="1922" y="2658"/>
                      </a:cubicBezTo>
                      <a:lnTo>
                        <a:pt x="3246" y="3225"/>
                      </a:lnTo>
                      <a:lnTo>
                        <a:pt x="2395" y="4611"/>
                      </a:lnTo>
                      <a:lnTo>
                        <a:pt x="2395" y="3729"/>
                      </a:lnTo>
                      <a:cubicBezTo>
                        <a:pt x="2395" y="3572"/>
                        <a:pt x="2332" y="3445"/>
                        <a:pt x="2206" y="3414"/>
                      </a:cubicBezTo>
                      <a:lnTo>
                        <a:pt x="851" y="2878"/>
                      </a:lnTo>
                      <a:lnTo>
                        <a:pt x="1733" y="1492"/>
                      </a:lnTo>
                      <a:close/>
                      <a:moveTo>
                        <a:pt x="2038" y="0"/>
                      </a:moveTo>
                      <a:cubicBezTo>
                        <a:pt x="1919" y="0"/>
                        <a:pt x="1814" y="47"/>
                        <a:pt x="1765" y="169"/>
                      </a:cubicBezTo>
                      <a:lnTo>
                        <a:pt x="64" y="2941"/>
                      </a:lnTo>
                      <a:cubicBezTo>
                        <a:pt x="32" y="3004"/>
                        <a:pt x="1" y="3130"/>
                        <a:pt x="32" y="3225"/>
                      </a:cubicBezTo>
                      <a:cubicBezTo>
                        <a:pt x="64" y="3288"/>
                        <a:pt x="158" y="3382"/>
                        <a:pt x="221" y="3414"/>
                      </a:cubicBezTo>
                      <a:lnTo>
                        <a:pt x="1733" y="4013"/>
                      </a:lnTo>
                      <a:lnTo>
                        <a:pt x="1733" y="5808"/>
                      </a:lnTo>
                      <a:cubicBezTo>
                        <a:pt x="1733" y="5966"/>
                        <a:pt x="1859" y="6092"/>
                        <a:pt x="1954" y="6123"/>
                      </a:cubicBezTo>
                      <a:lnTo>
                        <a:pt x="2049" y="6123"/>
                      </a:lnTo>
                      <a:cubicBezTo>
                        <a:pt x="2143" y="6123"/>
                        <a:pt x="2269" y="6092"/>
                        <a:pt x="2301" y="5966"/>
                      </a:cubicBezTo>
                      <a:lnTo>
                        <a:pt x="4002" y="3225"/>
                      </a:lnTo>
                      <a:cubicBezTo>
                        <a:pt x="4033" y="3130"/>
                        <a:pt x="4096" y="3004"/>
                        <a:pt x="4033" y="2941"/>
                      </a:cubicBezTo>
                      <a:cubicBezTo>
                        <a:pt x="4033" y="2878"/>
                        <a:pt x="3970" y="2784"/>
                        <a:pt x="3907" y="2752"/>
                      </a:cubicBezTo>
                      <a:lnTo>
                        <a:pt x="2395" y="2154"/>
                      </a:lnTo>
                      <a:lnTo>
                        <a:pt x="2395" y="358"/>
                      </a:lnTo>
                      <a:cubicBezTo>
                        <a:pt x="2395" y="169"/>
                        <a:pt x="2269" y="74"/>
                        <a:pt x="2143" y="11"/>
                      </a:cubicBezTo>
                      <a:cubicBezTo>
                        <a:pt x="2108" y="4"/>
                        <a:pt x="2072" y="0"/>
                        <a:pt x="203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2" name="Google Shape;12529;p89">
                <a:extLst>
                  <a:ext uri="{FF2B5EF4-FFF2-40B4-BE49-F238E27FC236}">
                    <a16:creationId xmlns:a16="http://schemas.microsoft.com/office/drawing/2014/main" id="{BB625AC3-63F9-F1A8-5C91-C340BC8F42F6}"/>
                  </a:ext>
                </a:extLst>
              </p:cNvPr>
              <p:cNvGrpSpPr/>
              <p:nvPr/>
            </p:nvGrpSpPr>
            <p:grpSpPr>
              <a:xfrm>
                <a:off x="6232997" y="4324751"/>
                <a:ext cx="641288" cy="642992"/>
                <a:chOff x="-1333200" y="2770450"/>
                <a:chExt cx="291450" cy="292225"/>
              </a:xfrm>
              <a:grpFill/>
            </p:grpSpPr>
            <p:sp>
              <p:nvSpPr>
                <p:cNvPr id="17866" name="Google Shape;12530;p89">
                  <a:extLst>
                    <a:ext uri="{FF2B5EF4-FFF2-40B4-BE49-F238E27FC236}">
                      <a16:creationId xmlns:a16="http://schemas.microsoft.com/office/drawing/2014/main" id="{84EFEBC0-896D-70C2-AEA6-222881BFA965}"/>
                    </a:ext>
                  </a:extLst>
                </p:cNvPr>
                <p:cNvSpPr/>
                <p:nvPr/>
              </p:nvSpPr>
              <p:spPr>
                <a:xfrm>
                  <a:off x="-1299325" y="2808250"/>
                  <a:ext cx="222925" cy="134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17" h="5389" extrusionOk="0">
                      <a:moveTo>
                        <a:pt x="7877" y="631"/>
                      </a:moveTo>
                      <a:cubicBezTo>
                        <a:pt x="8066" y="631"/>
                        <a:pt x="8223" y="789"/>
                        <a:pt x="8223" y="978"/>
                      </a:cubicBezTo>
                      <a:cubicBezTo>
                        <a:pt x="8223" y="1167"/>
                        <a:pt x="8066" y="1324"/>
                        <a:pt x="7877" y="1324"/>
                      </a:cubicBezTo>
                      <a:cubicBezTo>
                        <a:pt x="7656" y="1324"/>
                        <a:pt x="7498" y="1167"/>
                        <a:pt x="7498" y="978"/>
                      </a:cubicBezTo>
                      <a:cubicBezTo>
                        <a:pt x="7498" y="789"/>
                        <a:pt x="7656" y="631"/>
                        <a:pt x="7877" y="631"/>
                      </a:cubicBezTo>
                      <a:close/>
                      <a:moveTo>
                        <a:pt x="3056" y="1293"/>
                      </a:moveTo>
                      <a:cubicBezTo>
                        <a:pt x="3245" y="1293"/>
                        <a:pt x="3403" y="1450"/>
                        <a:pt x="3403" y="1639"/>
                      </a:cubicBezTo>
                      <a:cubicBezTo>
                        <a:pt x="3403" y="1828"/>
                        <a:pt x="3245" y="1986"/>
                        <a:pt x="3056" y="1986"/>
                      </a:cubicBezTo>
                      <a:cubicBezTo>
                        <a:pt x="2867" y="1986"/>
                        <a:pt x="2710" y="1828"/>
                        <a:pt x="2710" y="1639"/>
                      </a:cubicBezTo>
                      <a:cubicBezTo>
                        <a:pt x="2741" y="1450"/>
                        <a:pt x="2899" y="1293"/>
                        <a:pt x="3056" y="1293"/>
                      </a:cubicBezTo>
                      <a:close/>
                      <a:moveTo>
                        <a:pt x="5797" y="3340"/>
                      </a:moveTo>
                      <a:cubicBezTo>
                        <a:pt x="6018" y="3340"/>
                        <a:pt x="6175" y="3498"/>
                        <a:pt x="6175" y="3687"/>
                      </a:cubicBezTo>
                      <a:cubicBezTo>
                        <a:pt x="6175" y="3876"/>
                        <a:pt x="6018" y="4034"/>
                        <a:pt x="5797" y="4034"/>
                      </a:cubicBezTo>
                      <a:cubicBezTo>
                        <a:pt x="5608" y="4034"/>
                        <a:pt x="5451" y="3876"/>
                        <a:pt x="5451" y="3687"/>
                      </a:cubicBezTo>
                      <a:cubicBezTo>
                        <a:pt x="5451" y="3498"/>
                        <a:pt x="5608" y="3340"/>
                        <a:pt x="5797" y="3340"/>
                      </a:cubicBezTo>
                      <a:close/>
                      <a:moveTo>
                        <a:pt x="1008" y="4034"/>
                      </a:moveTo>
                      <a:cubicBezTo>
                        <a:pt x="1198" y="4034"/>
                        <a:pt x="1355" y="4191"/>
                        <a:pt x="1355" y="4412"/>
                      </a:cubicBezTo>
                      <a:cubicBezTo>
                        <a:pt x="1355" y="4601"/>
                        <a:pt x="1198" y="4758"/>
                        <a:pt x="1008" y="4758"/>
                      </a:cubicBezTo>
                      <a:cubicBezTo>
                        <a:pt x="819" y="4758"/>
                        <a:pt x="662" y="4601"/>
                        <a:pt x="662" y="4412"/>
                      </a:cubicBezTo>
                      <a:cubicBezTo>
                        <a:pt x="662" y="4191"/>
                        <a:pt x="819" y="4034"/>
                        <a:pt x="1008" y="4034"/>
                      </a:cubicBezTo>
                      <a:close/>
                      <a:moveTo>
                        <a:pt x="7908" y="1"/>
                      </a:moveTo>
                      <a:cubicBezTo>
                        <a:pt x="7341" y="1"/>
                        <a:pt x="6868" y="474"/>
                        <a:pt x="6868" y="1009"/>
                      </a:cubicBezTo>
                      <a:cubicBezTo>
                        <a:pt x="6868" y="1198"/>
                        <a:pt x="6963" y="1419"/>
                        <a:pt x="7026" y="1576"/>
                      </a:cubicBezTo>
                      <a:lnTo>
                        <a:pt x="6112" y="2742"/>
                      </a:lnTo>
                      <a:cubicBezTo>
                        <a:pt x="6032" y="2722"/>
                        <a:pt x="5943" y="2711"/>
                        <a:pt x="5850" y="2711"/>
                      </a:cubicBezTo>
                      <a:cubicBezTo>
                        <a:pt x="5650" y="2711"/>
                        <a:pt x="5434" y="2760"/>
                        <a:pt x="5262" y="2868"/>
                      </a:cubicBezTo>
                      <a:lnTo>
                        <a:pt x="4096" y="1954"/>
                      </a:lnTo>
                      <a:cubicBezTo>
                        <a:pt x="4127" y="1891"/>
                        <a:pt x="4127" y="1765"/>
                        <a:pt x="4127" y="1639"/>
                      </a:cubicBezTo>
                      <a:cubicBezTo>
                        <a:pt x="4127" y="1104"/>
                        <a:pt x="3655" y="631"/>
                        <a:pt x="3088" y="631"/>
                      </a:cubicBezTo>
                      <a:cubicBezTo>
                        <a:pt x="2552" y="631"/>
                        <a:pt x="2080" y="1104"/>
                        <a:pt x="2080" y="1639"/>
                      </a:cubicBezTo>
                      <a:cubicBezTo>
                        <a:pt x="2080" y="1828"/>
                        <a:pt x="2143" y="2049"/>
                        <a:pt x="2237" y="2206"/>
                      </a:cubicBezTo>
                      <a:lnTo>
                        <a:pt x="1324" y="3372"/>
                      </a:lnTo>
                      <a:cubicBezTo>
                        <a:pt x="1261" y="3340"/>
                        <a:pt x="1134" y="3340"/>
                        <a:pt x="1008" y="3340"/>
                      </a:cubicBezTo>
                      <a:cubicBezTo>
                        <a:pt x="441" y="3340"/>
                        <a:pt x="0" y="3813"/>
                        <a:pt x="0" y="4349"/>
                      </a:cubicBezTo>
                      <a:cubicBezTo>
                        <a:pt x="0" y="4947"/>
                        <a:pt x="441" y="5388"/>
                        <a:pt x="1008" y="5388"/>
                      </a:cubicBezTo>
                      <a:cubicBezTo>
                        <a:pt x="1576" y="5388"/>
                        <a:pt x="2017" y="4916"/>
                        <a:pt x="2017" y="4349"/>
                      </a:cubicBezTo>
                      <a:cubicBezTo>
                        <a:pt x="2017" y="4160"/>
                        <a:pt x="1954" y="3971"/>
                        <a:pt x="1859" y="3813"/>
                      </a:cubicBezTo>
                      <a:lnTo>
                        <a:pt x="2773" y="2616"/>
                      </a:lnTo>
                      <a:cubicBezTo>
                        <a:pt x="2875" y="2650"/>
                        <a:pt x="2980" y="2667"/>
                        <a:pt x="3087" y="2667"/>
                      </a:cubicBezTo>
                      <a:cubicBezTo>
                        <a:pt x="3278" y="2667"/>
                        <a:pt x="3473" y="2611"/>
                        <a:pt x="3655" y="2490"/>
                      </a:cubicBezTo>
                      <a:lnTo>
                        <a:pt x="4821" y="3403"/>
                      </a:lnTo>
                      <a:cubicBezTo>
                        <a:pt x="4789" y="3498"/>
                        <a:pt x="4789" y="3624"/>
                        <a:pt x="4789" y="3719"/>
                      </a:cubicBezTo>
                      <a:cubicBezTo>
                        <a:pt x="4789" y="4286"/>
                        <a:pt x="5262" y="4758"/>
                        <a:pt x="5797" y="4758"/>
                      </a:cubicBezTo>
                      <a:cubicBezTo>
                        <a:pt x="6364" y="4758"/>
                        <a:pt x="6837" y="4286"/>
                        <a:pt x="6837" y="3719"/>
                      </a:cubicBezTo>
                      <a:cubicBezTo>
                        <a:pt x="6837" y="3529"/>
                        <a:pt x="6742" y="3340"/>
                        <a:pt x="6679" y="3183"/>
                      </a:cubicBezTo>
                      <a:lnTo>
                        <a:pt x="7593" y="1986"/>
                      </a:lnTo>
                      <a:cubicBezTo>
                        <a:pt x="7656" y="2049"/>
                        <a:pt x="7782" y="2049"/>
                        <a:pt x="7908" y="2049"/>
                      </a:cubicBezTo>
                      <a:cubicBezTo>
                        <a:pt x="8444" y="2049"/>
                        <a:pt x="8916" y="1576"/>
                        <a:pt x="8916" y="1009"/>
                      </a:cubicBezTo>
                      <a:cubicBezTo>
                        <a:pt x="8916" y="474"/>
                        <a:pt x="8444" y="1"/>
                        <a:pt x="79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67" name="Google Shape;12531;p89">
                  <a:extLst>
                    <a:ext uri="{FF2B5EF4-FFF2-40B4-BE49-F238E27FC236}">
                      <a16:creationId xmlns:a16="http://schemas.microsoft.com/office/drawing/2014/main" id="{0FAF8CD6-442D-FEFF-392D-FC911F0DCCB8}"/>
                    </a:ext>
                  </a:extLst>
                </p:cNvPr>
                <p:cNvSpPr/>
                <p:nvPr/>
              </p:nvSpPr>
              <p:spPr>
                <a:xfrm>
                  <a:off x="-1333200" y="2770450"/>
                  <a:ext cx="291450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689" extrusionOk="0">
                      <a:moveTo>
                        <a:pt x="10586" y="725"/>
                      </a:moveTo>
                      <a:cubicBezTo>
                        <a:pt x="10807" y="725"/>
                        <a:pt x="10964" y="883"/>
                        <a:pt x="10964" y="1072"/>
                      </a:cubicBezTo>
                      <a:lnTo>
                        <a:pt x="10964" y="7593"/>
                      </a:lnTo>
                      <a:lnTo>
                        <a:pt x="631" y="7593"/>
                      </a:lnTo>
                      <a:lnTo>
                        <a:pt x="631" y="1072"/>
                      </a:lnTo>
                      <a:cubicBezTo>
                        <a:pt x="662" y="883"/>
                        <a:pt x="820" y="725"/>
                        <a:pt x="977" y="725"/>
                      </a:cubicBezTo>
                      <a:close/>
                      <a:moveTo>
                        <a:pt x="10996" y="8286"/>
                      </a:moveTo>
                      <a:lnTo>
                        <a:pt x="10996" y="8633"/>
                      </a:lnTo>
                      <a:cubicBezTo>
                        <a:pt x="10996" y="8822"/>
                        <a:pt x="10838" y="8980"/>
                        <a:pt x="10618" y="8980"/>
                      </a:cubicBezTo>
                      <a:lnTo>
                        <a:pt x="1009" y="8980"/>
                      </a:lnTo>
                      <a:cubicBezTo>
                        <a:pt x="820" y="8980"/>
                        <a:pt x="662" y="8822"/>
                        <a:pt x="662" y="8633"/>
                      </a:cubicBezTo>
                      <a:lnTo>
                        <a:pt x="662" y="8286"/>
                      </a:lnTo>
                      <a:close/>
                      <a:moveTo>
                        <a:pt x="6617" y="9641"/>
                      </a:moveTo>
                      <a:lnTo>
                        <a:pt x="6932" y="11027"/>
                      </a:lnTo>
                      <a:lnTo>
                        <a:pt x="4632" y="11027"/>
                      </a:lnTo>
                      <a:lnTo>
                        <a:pt x="4947" y="9641"/>
                      </a:lnTo>
                      <a:close/>
                      <a:moveTo>
                        <a:pt x="1009" y="1"/>
                      </a:moveTo>
                      <a:cubicBezTo>
                        <a:pt x="473" y="1"/>
                        <a:pt x="1" y="473"/>
                        <a:pt x="1" y="1040"/>
                      </a:cubicBezTo>
                      <a:lnTo>
                        <a:pt x="1" y="8570"/>
                      </a:lnTo>
                      <a:cubicBezTo>
                        <a:pt x="1" y="9137"/>
                        <a:pt x="473" y="9610"/>
                        <a:pt x="1009" y="9610"/>
                      </a:cubicBezTo>
                      <a:lnTo>
                        <a:pt x="4285" y="9610"/>
                      </a:lnTo>
                      <a:lnTo>
                        <a:pt x="3970" y="10996"/>
                      </a:lnTo>
                      <a:lnTo>
                        <a:pt x="3057" y="10996"/>
                      </a:lnTo>
                      <a:cubicBezTo>
                        <a:pt x="2868" y="10996"/>
                        <a:pt x="2710" y="11153"/>
                        <a:pt x="2710" y="11342"/>
                      </a:cubicBezTo>
                      <a:cubicBezTo>
                        <a:pt x="2710" y="11531"/>
                        <a:pt x="2868" y="11689"/>
                        <a:pt x="3057" y="11689"/>
                      </a:cubicBezTo>
                      <a:lnTo>
                        <a:pt x="8538" y="11689"/>
                      </a:lnTo>
                      <a:cubicBezTo>
                        <a:pt x="8727" y="11689"/>
                        <a:pt x="8885" y="11531"/>
                        <a:pt x="8885" y="11342"/>
                      </a:cubicBezTo>
                      <a:cubicBezTo>
                        <a:pt x="8885" y="11153"/>
                        <a:pt x="8727" y="10996"/>
                        <a:pt x="8538" y="10996"/>
                      </a:cubicBezTo>
                      <a:lnTo>
                        <a:pt x="7625" y="10996"/>
                      </a:lnTo>
                      <a:lnTo>
                        <a:pt x="7310" y="9610"/>
                      </a:lnTo>
                      <a:lnTo>
                        <a:pt x="10618" y="9610"/>
                      </a:lnTo>
                      <a:cubicBezTo>
                        <a:pt x="11185" y="9610"/>
                        <a:pt x="11657" y="9137"/>
                        <a:pt x="11657" y="8570"/>
                      </a:cubicBezTo>
                      <a:lnTo>
                        <a:pt x="11657" y="1040"/>
                      </a:lnTo>
                      <a:cubicBezTo>
                        <a:pt x="11657" y="473"/>
                        <a:pt x="11185" y="1"/>
                        <a:pt x="1061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3" name="Google Shape;12557;p89">
                <a:extLst>
                  <a:ext uri="{FF2B5EF4-FFF2-40B4-BE49-F238E27FC236}">
                    <a16:creationId xmlns:a16="http://schemas.microsoft.com/office/drawing/2014/main" id="{0A44BA94-9DBF-EBB4-33B6-EE9E309017F4}"/>
                  </a:ext>
                </a:extLst>
              </p:cNvPr>
              <p:cNvGrpSpPr/>
              <p:nvPr/>
            </p:nvGrpSpPr>
            <p:grpSpPr>
              <a:xfrm>
                <a:off x="2029476" y="4325600"/>
                <a:ext cx="642992" cy="641288"/>
                <a:chOff x="-937025" y="2064750"/>
                <a:chExt cx="292225" cy="291450"/>
              </a:xfrm>
              <a:grpFill/>
            </p:grpSpPr>
            <p:sp>
              <p:nvSpPr>
                <p:cNvPr id="17863" name="Google Shape;12558;p89">
                  <a:extLst>
                    <a:ext uri="{FF2B5EF4-FFF2-40B4-BE49-F238E27FC236}">
                      <a16:creationId xmlns:a16="http://schemas.microsoft.com/office/drawing/2014/main" id="{626814F0-C6DB-833B-0F44-CF9701C15AEB}"/>
                    </a:ext>
                  </a:extLst>
                </p:cNvPr>
                <p:cNvSpPr/>
                <p:nvPr/>
              </p:nvSpPr>
              <p:spPr>
                <a:xfrm>
                  <a:off x="-834625" y="2134850"/>
                  <a:ext cx="86650" cy="8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3403" extrusionOk="0">
                      <a:moveTo>
                        <a:pt x="1702" y="599"/>
                      </a:moveTo>
                      <a:cubicBezTo>
                        <a:pt x="1922" y="599"/>
                        <a:pt x="2080" y="788"/>
                        <a:pt x="2080" y="977"/>
                      </a:cubicBezTo>
                      <a:cubicBezTo>
                        <a:pt x="2080" y="1166"/>
                        <a:pt x="1922" y="1324"/>
                        <a:pt x="1702" y="1324"/>
                      </a:cubicBezTo>
                      <a:cubicBezTo>
                        <a:pt x="1512" y="1324"/>
                        <a:pt x="1355" y="1166"/>
                        <a:pt x="1355" y="977"/>
                      </a:cubicBezTo>
                      <a:cubicBezTo>
                        <a:pt x="1355" y="788"/>
                        <a:pt x="1512" y="599"/>
                        <a:pt x="1702" y="599"/>
                      </a:cubicBezTo>
                      <a:close/>
                      <a:moveTo>
                        <a:pt x="1765" y="2048"/>
                      </a:moveTo>
                      <a:cubicBezTo>
                        <a:pt x="2174" y="2048"/>
                        <a:pt x="2584" y="2300"/>
                        <a:pt x="2741" y="2710"/>
                      </a:cubicBezTo>
                      <a:lnTo>
                        <a:pt x="756" y="2710"/>
                      </a:lnTo>
                      <a:cubicBezTo>
                        <a:pt x="914" y="2300"/>
                        <a:pt x="1292" y="2048"/>
                        <a:pt x="1765" y="2048"/>
                      </a:cubicBezTo>
                      <a:close/>
                      <a:moveTo>
                        <a:pt x="1702" y="0"/>
                      </a:moveTo>
                      <a:cubicBezTo>
                        <a:pt x="1166" y="0"/>
                        <a:pt x="693" y="441"/>
                        <a:pt x="693" y="1009"/>
                      </a:cubicBezTo>
                      <a:cubicBezTo>
                        <a:pt x="693" y="1198"/>
                        <a:pt x="788" y="1387"/>
                        <a:pt x="851" y="1576"/>
                      </a:cubicBezTo>
                      <a:cubicBezTo>
                        <a:pt x="347" y="1891"/>
                        <a:pt x="0" y="2426"/>
                        <a:pt x="0" y="3056"/>
                      </a:cubicBezTo>
                      <a:cubicBezTo>
                        <a:pt x="0" y="3245"/>
                        <a:pt x="158" y="3403"/>
                        <a:pt x="347" y="3403"/>
                      </a:cubicBezTo>
                      <a:lnTo>
                        <a:pt x="3088" y="3403"/>
                      </a:lnTo>
                      <a:cubicBezTo>
                        <a:pt x="3308" y="3403"/>
                        <a:pt x="3466" y="3245"/>
                        <a:pt x="3466" y="3056"/>
                      </a:cubicBezTo>
                      <a:cubicBezTo>
                        <a:pt x="3434" y="2426"/>
                        <a:pt x="3088" y="1828"/>
                        <a:pt x="2584" y="1576"/>
                      </a:cubicBezTo>
                      <a:cubicBezTo>
                        <a:pt x="2710" y="1387"/>
                        <a:pt x="2741" y="1198"/>
                        <a:pt x="2741" y="1009"/>
                      </a:cubicBezTo>
                      <a:cubicBezTo>
                        <a:pt x="2741" y="441"/>
                        <a:pt x="2269" y="0"/>
                        <a:pt x="170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64" name="Google Shape;12559;p89">
                  <a:extLst>
                    <a:ext uri="{FF2B5EF4-FFF2-40B4-BE49-F238E27FC236}">
                      <a16:creationId xmlns:a16="http://schemas.microsoft.com/office/drawing/2014/main" id="{C05BE8DB-BB7D-FC63-4309-70F0768C97E6}"/>
                    </a:ext>
                  </a:extLst>
                </p:cNvPr>
                <p:cNvSpPr/>
                <p:nvPr/>
              </p:nvSpPr>
              <p:spPr>
                <a:xfrm>
                  <a:off x="-936225" y="2304975"/>
                  <a:ext cx="28985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94" h="2049" extrusionOk="0">
                      <a:moveTo>
                        <a:pt x="3056" y="662"/>
                      </a:moveTo>
                      <a:cubicBezTo>
                        <a:pt x="3277" y="662"/>
                        <a:pt x="3434" y="820"/>
                        <a:pt x="3434" y="1009"/>
                      </a:cubicBezTo>
                      <a:cubicBezTo>
                        <a:pt x="3434" y="1229"/>
                        <a:pt x="3277" y="1387"/>
                        <a:pt x="3056" y="1387"/>
                      </a:cubicBezTo>
                      <a:lnTo>
                        <a:pt x="1008" y="1387"/>
                      </a:lnTo>
                      <a:cubicBezTo>
                        <a:pt x="819" y="1387"/>
                        <a:pt x="662" y="1229"/>
                        <a:pt x="662" y="1009"/>
                      </a:cubicBezTo>
                      <a:cubicBezTo>
                        <a:pt x="662" y="820"/>
                        <a:pt x="819" y="662"/>
                        <a:pt x="1008" y="662"/>
                      </a:cubicBezTo>
                      <a:close/>
                      <a:moveTo>
                        <a:pt x="10586" y="693"/>
                      </a:moveTo>
                      <a:cubicBezTo>
                        <a:pt x="10775" y="693"/>
                        <a:pt x="10932" y="851"/>
                        <a:pt x="10932" y="1072"/>
                      </a:cubicBezTo>
                      <a:cubicBezTo>
                        <a:pt x="10901" y="1229"/>
                        <a:pt x="10775" y="1387"/>
                        <a:pt x="10586" y="1387"/>
                      </a:cubicBezTo>
                      <a:lnTo>
                        <a:pt x="4001" y="1387"/>
                      </a:lnTo>
                      <a:cubicBezTo>
                        <a:pt x="4096" y="1166"/>
                        <a:pt x="4096" y="914"/>
                        <a:pt x="4001" y="693"/>
                      </a:cubicBezTo>
                      <a:close/>
                      <a:moveTo>
                        <a:pt x="1008" y="0"/>
                      </a:moveTo>
                      <a:cubicBezTo>
                        <a:pt x="473" y="0"/>
                        <a:pt x="0" y="473"/>
                        <a:pt x="0" y="1009"/>
                      </a:cubicBezTo>
                      <a:cubicBezTo>
                        <a:pt x="0" y="1576"/>
                        <a:pt x="473" y="2048"/>
                        <a:pt x="1008" y="2048"/>
                      </a:cubicBezTo>
                      <a:lnTo>
                        <a:pt x="10586" y="2048"/>
                      </a:lnTo>
                      <a:cubicBezTo>
                        <a:pt x="11121" y="2048"/>
                        <a:pt x="11594" y="1576"/>
                        <a:pt x="11594" y="1009"/>
                      </a:cubicBezTo>
                      <a:cubicBezTo>
                        <a:pt x="11594" y="473"/>
                        <a:pt x="11121" y="0"/>
                        <a:pt x="105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65" name="Google Shape;12560;p89">
                  <a:extLst>
                    <a:ext uri="{FF2B5EF4-FFF2-40B4-BE49-F238E27FC236}">
                      <a16:creationId xmlns:a16="http://schemas.microsoft.com/office/drawing/2014/main" id="{FFFB346A-C125-F447-096B-2842074AF17E}"/>
                    </a:ext>
                  </a:extLst>
                </p:cNvPr>
                <p:cNvSpPr/>
                <p:nvPr/>
              </p:nvSpPr>
              <p:spPr>
                <a:xfrm>
                  <a:off x="-937025" y="2064750"/>
                  <a:ext cx="292225" cy="22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9" h="8925" extrusionOk="0">
                      <a:moveTo>
                        <a:pt x="3813" y="662"/>
                      </a:moveTo>
                      <a:cubicBezTo>
                        <a:pt x="4002" y="662"/>
                        <a:pt x="4159" y="820"/>
                        <a:pt x="4159" y="1009"/>
                      </a:cubicBezTo>
                      <a:lnTo>
                        <a:pt x="4159" y="1355"/>
                      </a:lnTo>
                      <a:lnTo>
                        <a:pt x="3813" y="1355"/>
                      </a:lnTo>
                      <a:cubicBezTo>
                        <a:pt x="3246" y="1355"/>
                        <a:pt x="2773" y="1828"/>
                        <a:pt x="2773" y="2395"/>
                      </a:cubicBezTo>
                      <a:lnTo>
                        <a:pt x="2773" y="4978"/>
                      </a:lnTo>
                      <a:lnTo>
                        <a:pt x="2080" y="5703"/>
                      </a:lnTo>
                      <a:lnTo>
                        <a:pt x="2080" y="5199"/>
                      </a:lnTo>
                      <a:cubicBezTo>
                        <a:pt x="2080" y="4978"/>
                        <a:pt x="1922" y="4821"/>
                        <a:pt x="1702" y="4821"/>
                      </a:cubicBezTo>
                      <a:lnTo>
                        <a:pt x="1040" y="4821"/>
                      </a:lnTo>
                      <a:cubicBezTo>
                        <a:pt x="851" y="4821"/>
                        <a:pt x="694" y="4663"/>
                        <a:pt x="694" y="4474"/>
                      </a:cubicBezTo>
                      <a:lnTo>
                        <a:pt x="694" y="1009"/>
                      </a:lnTo>
                      <a:cubicBezTo>
                        <a:pt x="694" y="820"/>
                        <a:pt x="851" y="662"/>
                        <a:pt x="1040" y="662"/>
                      </a:cubicBezTo>
                      <a:close/>
                      <a:moveTo>
                        <a:pt x="10649" y="662"/>
                      </a:moveTo>
                      <a:cubicBezTo>
                        <a:pt x="10838" y="662"/>
                        <a:pt x="10996" y="820"/>
                        <a:pt x="10996" y="1009"/>
                      </a:cubicBezTo>
                      <a:lnTo>
                        <a:pt x="10996" y="4474"/>
                      </a:lnTo>
                      <a:cubicBezTo>
                        <a:pt x="10996" y="4695"/>
                        <a:pt x="10838" y="4852"/>
                        <a:pt x="10649" y="4852"/>
                      </a:cubicBezTo>
                      <a:lnTo>
                        <a:pt x="9893" y="4852"/>
                      </a:lnTo>
                      <a:cubicBezTo>
                        <a:pt x="9704" y="4852"/>
                        <a:pt x="9547" y="5010"/>
                        <a:pt x="9547" y="5199"/>
                      </a:cubicBezTo>
                      <a:lnTo>
                        <a:pt x="9547" y="5703"/>
                      </a:lnTo>
                      <a:lnTo>
                        <a:pt x="8885" y="5010"/>
                      </a:lnTo>
                      <a:lnTo>
                        <a:pt x="8885" y="2395"/>
                      </a:lnTo>
                      <a:cubicBezTo>
                        <a:pt x="8885" y="1859"/>
                        <a:pt x="8412" y="1387"/>
                        <a:pt x="7845" y="1387"/>
                      </a:cubicBezTo>
                      <a:lnTo>
                        <a:pt x="7499" y="1387"/>
                      </a:lnTo>
                      <a:lnTo>
                        <a:pt x="7499" y="1009"/>
                      </a:lnTo>
                      <a:cubicBezTo>
                        <a:pt x="7499" y="820"/>
                        <a:pt x="7656" y="662"/>
                        <a:pt x="7845" y="662"/>
                      </a:cubicBezTo>
                      <a:close/>
                      <a:moveTo>
                        <a:pt x="7845" y="2048"/>
                      </a:moveTo>
                      <a:cubicBezTo>
                        <a:pt x="8066" y="2048"/>
                        <a:pt x="8223" y="2206"/>
                        <a:pt x="8223" y="2395"/>
                      </a:cubicBezTo>
                      <a:lnTo>
                        <a:pt x="8223" y="6522"/>
                      </a:lnTo>
                      <a:cubicBezTo>
                        <a:pt x="8223" y="6742"/>
                        <a:pt x="8066" y="6900"/>
                        <a:pt x="7845" y="6900"/>
                      </a:cubicBezTo>
                      <a:lnTo>
                        <a:pt x="6711" y="6900"/>
                      </a:lnTo>
                      <a:cubicBezTo>
                        <a:pt x="6585" y="6900"/>
                        <a:pt x="6491" y="6931"/>
                        <a:pt x="6428" y="7057"/>
                      </a:cubicBezTo>
                      <a:lnTo>
                        <a:pt x="5798" y="8003"/>
                      </a:lnTo>
                      <a:lnTo>
                        <a:pt x="5167" y="7057"/>
                      </a:lnTo>
                      <a:cubicBezTo>
                        <a:pt x="5104" y="6963"/>
                        <a:pt x="5010" y="6900"/>
                        <a:pt x="4915" y="6900"/>
                      </a:cubicBezTo>
                      <a:lnTo>
                        <a:pt x="3750" y="6900"/>
                      </a:lnTo>
                      <a:cubicBezTo>
                        <a:pt x="3561" y="6900"/>
                        <a:pt x="3403" y="6742"/>
                        <a:pt x="3403" y="6522"/>
                      </a:cubicBezTo>
                      <a:lnTo>
                        <a:pt x="3403" y="2395"/>
                      </a:lnTo>
                      <a:cubicBezTo>
                        <a:pt x="3403" y="2206"/>
                        <a:pt x="3561" y="2048"/>
                        <a:pt x="3750" y="2048"/>
                      </a:cubicBez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09"/>
                      </a:cubicBezTo>
                      <a:lnTo>
                        <a:pt x="1" y="4474"/>
                      </a:lnTo>
                      <a:cubicBezTo>
                        <a:pt x="1" y="5041"/>
                        <a:pt x="473" y="5514"/>
                        <a:pt x="1009" y="5514"/>
                      </a:cubicBezTo>
                      <a:lnTo>
                        <a:pt x="1355" y="5514"/>
                      </a:lnTo>
                      <a:lnTo>
                        <a:pt x="1355" y="6522"/>
                      </a:lnTo>
                      <a:cubicBezTo>
                        <a:pt x="1355" y="6736"/>
                        <a:pt x="1544" y="6877"/>
                        <a:pt x="1724" y="6877"/>
                      </a:cubicBezTo>
                      <a:cubicBezTo>
                        <a:pt x="1809" y="6877"/>
                        <a:pt x="1893" y="6845"/>
                        <a:pt x="1954" y="6774"/>
                      </a:cubicBezTo>
                      <a:lnTo>
                        <a:pt x="2742" y="5986"/>
                      </a:lnTo>
                      <a:lnTo>
                        <a:pt x="2742" y="6522"/>
                      </a:lnTo>
                      <a:cubicBezTo>
                        <a:pt x="2742" y="7089"/>
                        <a:pt x="3214" y="7562"/>
                        <a:pt x="3781" y="7562"/>
                      </a:cubicBezTo>
                      <a:lnTo>
                        <a:pt x="4726" y="7562"/>
                      </a:lnTo>
                      <a:lnTo>
                        <a:pt x="5545" y="8759"/>
                      </a:lnTo>
                      <a:cubicBezTo>
                        <a:pt x="5608" y="8869"/>
                        <a:pt x="5719" y="8924"/>
                        <a:pt x="5825" y="8924"/>
                      </a:cubicBezTo>
                      <a:cubicBezTo>
                        <a:pt x="5931" y="8924"/>
                        <a:pt x="6034" y="8869"/>
                        <a:pt x="6081" y="8759"/>
                      </a:cubicBezTo>
                      <a:lnTo>
                        <a:pt x="6932" y="7562"/>
                      </a:lnTo>
                      <a:lnTo>
                        <a:pt x="7877" y="7562"/>
                      </a:lnTo>
                      <a:cubicBezTo>
                        <a:pt x="8412" y="7562"/>
                        <a:pt x="8885" y="7089"/>
                        <a:pt x="8885" y="6522"/>
                      </a:cubicBezTo>
                      <a:lnTo>
                        <a:pt x="8885" y="5986"/>
                      </a:lnTo>
                      <a:lnTo>
                        <a:pt x="9673" y="6774"/>
                      </a:lnTo>
                      <a:cubicBezTo>
                        <a:pt x="9733" y="6845"/>
                        <a:pt x="9817" y="6877"/>
                        <a:pt x="9903" y="6877"/>
                      </a:cubicBezTo>
                      <a:cubicBezTo>
                        <a:pt x="10083" y="6877"/>
                        <a:pt x="10271" y="6736"/>
                        <a:pt x="10271" y="6522"/>
                      </a:cubicBezTo>
                      <a:lnTo>
                        <a:pt x="10271" y="5514"/>
                      </a:lnTo>
                      <a:lnTo>
                        <a:pt x="10649" y="5514"/>
                      </a:lnTo>
                      <a:cubicBezTo>
                        <a:pt x="11216" y="5514"/>
                        <a:pt x="11689" y="5041"/>
                        <a:pt x="11689" y="4474"/>
                      </a:cubicBezTo>
                      <a:lnTo>
                        <a:pt x="11689" y="1009"/>
                      </a:lnTo>
                      <a:cubicBezTo>
                        <a:pt x="11689" y="441"/>
                        <a:pt x="11216" y="0"/>
                        <a:pt x="10649" y="0"/>
                      </a:cubicBezTo>
                      <a:lnTo>
                        <a:pt x="7845" y="0"/>
                      </a:lnTo>
                      <a:cubicBezTo>
                        <a:pt x="7310" y="0"/>
                        <a:pt x="6837" y="473"/>
                        <a:pt x="6837" y="1009"/>
                      </a:cubicBezTo>
                      <a:lnTo>
                        <a:pt x="6837" y="1387"/>
                      </a:lnTo>
                      <a:lnTo>
                        <a:pt x="4789" y="1387"/>
                      </a:lnTo>
                      <a:lnTo>
                        <a:pt x="4789" y="1009"/>
                      </a:lnTo>
                      <a:cubicBezTo>
                        <a:pt x="4789" y="473"/>
                        <a:pt x="4317" y="0"/>
                        <a:pt x="378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4" name="Google Shape;12585;p89">
                <a:extLst>
                  <a:ext uri="{FF2B5EF4-FFF2-40B4-BE49-F238E27FC236}">
                    <a16:creationId xmlns:a16="http://schemas.microsoft.com/office/drawing/2014/main" id="{0B196436-1781-3733-C2BE-27BE749FD6FF}"/>
                  </a:ext>
                </a:extLst>
              </p:cNvPr>
              <p:cNvGrpSpPr/>
              <p:nvPr/>
            </p:nvGrpSpPr>
            <p:grpSpPr>
              <a:xfrm>
                <a:off x="397214" y="4323868"/>
                <a:ext cx="566751" cy="644753"/>
                <a:chOff x="-1684475" y="2049000"/>
                <a:chExt cx="257575" cy="293025"/>
              </a:xfrm>
              <a:grpFill/>
            </p:grpSpPr>
            <p:sp>
              <p:nvSpPr>
                <p:cNvPr id="17859" name="Google Shape;12586;p89">
                  <a:extLst>
                    <a:ext uri="{FF2B5EF4-FFF2-40B4-BE49-F238E27FC236}">
                      <a16:creationId xmlns:a16="http://schemas.microsoft.com/office/drawing/2014/main" id="{6CB98A66-027D-01BE-818E-AC9CB1C1681C}"/>
                    </a:ext>
                  </a:extLst>
                </p:cNvPr>
                <p:cNvSpPr/>
                <p:nvPr/>
              </p:nvSpPr>
              <p:spPr>
                <a:xfrm>
                  <a:off x="-1684475" y="2049000"/>
                  <a:ext cx="257575" cy="29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03" h="11721" extrusionOk="0">
                      <a:moveTo>
                        <a:pt x="1355" y="693"/>
                      </a:moveTo>
                      <a:lnTo>
                        <a:pt x="1355" y="1387"/>
                      </a:lnTo>
                      <a:lnTo>
                        <a:pt x="694" y="1387"/>
                      </a:lnTo>
                      <a:lnTo>
                        <a:pt x="694" y="693"/>
                      </a:lnTo>
                      <a:close/>
                      <a:moveTo>
                        <a:pt x="9546" y="693"/>
                      </a:moveTo>
                      <a:lnTo>
                        <a:pt x="9546" y="1387"/>
                      </a:lnTo>
                      <a:lnTo>
                        <a:pt x="8885" y="1387"/>
                      </a:lnTo>
                      <a:lnTo>
                        <a:pt x="8885" y="693"/>
                      </a:lnTo>
                      <a:close/>
                      <a:moveTo>
                        <a:pt x="8223" y="1387"/>
                      </a:moveTo>
                      <a:lnTo>
                        <a:pt x="8223" y="1733"/>
                      </a:lnTo>
                      <a:cubicBezTo>
                        <a:pt x="8223" y="1922"/>
                        <a:pt x="8381" y="2080"/>
                        <a:pt x="8570" y="2080"/>
                      </a:cubicBezTo>
                      <a:lnTo>
                        <a:pt x="8916" y="2080"/>
                      </a:lnTo>
                      <a:lnTo>
                        <a:pt x="8916" y="9641"/>
                      </a:lnTo>
                      <a:lnTo>
                        <a:pt x="8538" y="9641"/>
                      </a:lnTo>
                      <a:cubicBezTo>
                        <a:pt x="8349" y="9641"/>
                        <a:pt x="8192" y="9798"/>
                        <a:pt x="8192" y="9987"/>
                      </a:cubicBezTo>
                      <a:lnTo>
                        <a:pt x="8192" y="10365"/>
                      </a:lnTo>
                      <a:lnTo>
                        <a:pt x="2080" y="10365"/>
                      </a:lnTo>
                      <a:lnTo>
                        <a:pt x="2080" y="9987"/>
                      </a:lnTo>
                      <a:cubicBezTo>
                        <a:pt x="2080" y="9798"/>
                        <a:pt x="1922" y="9641"/>
                        <a:pt x="1733" y="9641"/>
                      </a:cubicBezTo>
                      <a:lnTo>
                        <a:pt x="1355" y="9641"/>
                      </a:lnTo>
                      <a:lnTo>
                        <a:pt x="1355" y="2080"/>
                      </a:lnTo>
                      <a:lnTo>
                        <a:pt x="1733" y="2080"/>
                      </a:lnTo>
                      <a:cubicBezTo>
                        <a:pt x="1922" y="2080"/>
                        <a:pt x="2080" y="1922"/>
                        <a:pt x="2080" y="1733"/>
                      </a:cubicBezTo>
                      <a:lnTo>
                        <a:pt x="2080" y="1387"/>
                      </a:lnTo>
                      <a:close/>
                      <a:moveTo>
                        <a:pt x="1355" y="10365"/>
                      </a:moveTo>
                      <a:lnTo>
                        <a:pt x="1355" y="11027"/>
                      </a:lnTo>
                      <a:lnTo>
                        <a:pt x="694" y="11027"/>
                      </a:lnTo>
                      <a:lnTo>
                        <a:pt x="694" y="10365"/>
                      </a:lnTo>
                      <a:close/>
                      <a:moveTo>
                        <a:pt x="9609" y="10365"/>
                      </a:moveTo>
                      <a:lnTo>
                        <a:pt x="9609" y="11027"/>
                      </a:lnTo>
                      <a:lnTo>
                        <a:pt x="8916" y="11027"/>
                      </a:lnTo>
                      <a:lnTo>
                        <a:pt x="8916" y="10365"/>
                      </a:lnTo>
                      <a:close/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1733"/>
                      </a:lnTo>
                      <a:cubicBezTo>
                        <a:pt x="0" y="1922"/>
                        <a:pt x="158" y="2080"/>
                        <a:pt x="347" y="2080"/>
                      </a:cubicBezTo>
                      <a:lnTo>
                        <a:pt x="694" y="2080"/>
                      </a:lnTo>
                      <a:lnTo>
                        <a:pt x="694" y="9641"/>
                      </a:lnTo>
                      <a:lnTo>
                        <a:pt x="347" y="9641"/>
                      </a:lnTo>
                      <a:cubicBezTo>
                        <a:pt x="158" y="9641"/>
                        <a:pt x="0" y="9798"/>
                        <a:pt x="0" y="9987"/>
                      </a:cubicBezTo>
                      <a:lnTo>
                        <a:pt x="0" y="11374"/>
                      </a:lnTo>
                      <a:cubicBezTo>
                        <a:pt x="0" y="11563"/>
                        <a:pt x="158" y="11720"/>
                        <a:pt x="347" y="11720"/>
                      </a:cubicBezTo>
                      <a:lnTo>
                        <a:pt x="1733" y="11720"/>
                      </a:lnTo>
                      <a:cubicBezTo>
                        <a:pt x="1922" y="11720"/>
                        <a:pt x="2080" y="11563"/>
                        <a:pt x="2080" y="11374"/>
                      </a:cubicBezTo>
                      <a:lnTo>
                        <a:pt x="2080" y="11027"/>
                      </a:lnTo>
                      <a:lnTo>
                        <a:pt x="8223" y="11027"/>
                      </a:lnTo>
                      <a:lnTo>
                        <a:pt x="8223" y="11374"/>
                      </a:lnTo>
                      <a:cubicBezTo>
                        <a:pt x="8223" y="11563"/>
                        <a:pt x="8381" y="11720"/>
                        <a:pt x="8570" y="11720"/>
                      </a:cubicBezTo>
                      <a:lnTo>
                        <a:pt x="9956" y="11720"/>
                      </a:lnTo>
                      <a:cubicBezTo>
                        <a:pt x="10145" y="11720"/>
                        <a:pt x="10303" y="11563"/>
                        <a:pt x="10303" y="11374"/>
                      </a:cubicBezTo>
                      <a:lnTo>
                        <a:pt x="10303" y="9987"/>
                      </a:lnTo>
                      <a:cubicBezTo>
                        <a:pt x="10303" y="9798"/>
                        <a:pt x="10145" y="9641"/>
                        <a:pt x="9956" y="9641"/>
                      </a:cubicBezTo>
                      <a:lnTo>
                        <a:pt x="9609" y="9641"/>
                      </a:lnTo>
                      <a:lnTo>
                        <a:pt x="9609" y="2080"/>
                      </a:lnTo>
                      <a:lnTo>
                        <a:pt x="9924" y="2080"/>
                      </a:lnTo>
                      <a:cubicBezTo>
                        <a:pt x="10113" y="2080"/>
                        <a:pt x="10271" y="1922"/>
                        <a:pt x="10271" y="1733"/>
                      </a:cubicBezTo>
                      <a:lnTo>
                        <a:pt x="10271" y="347"/>
                      </a:lnTo>
                      <a:cubicBezTo>
                        <a:pt x="10271" y="158"/>
                        <a:pt x="10113" y="0"/>
                        <a:pt x="9924" y="0"/>
                      </a:cubicBezTo>
                      <a:lnTo>
                        <a:pt x="8538" y="0"/>
                      </a:lnTo>
                      <a:cubicBezTo>
                        <a:pt x="8349" y="0"/>
                        <a:pt x="8192" y="158"/>
                        <a:pt x="8192" y="347"/>
                      </a:cubicBezTo>
                      <a:lnTo>
                        <a:pt x="8192" y="693"/>
                      </a:lnTo>
                      <a:lnTo>
                        <a:pt x="2080" y="693"/>
                      </a:lnTo>
                      <a:lnTo>
                        <a:pt x="2080" y="347"/>
                      </a:lnTo>
                      <a:cubicBezTo>
                        <a:pt x="2080" y="158"/>
                        <a:pt x="1922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60" name="Google Shape;12587;p89">
                  <a:extLst>
                    <a:ext uri="{FF2B5EF4-FFF2-40B4-BE49-F238E27FC236}">
                      <a16:creationId xmlns:a16="http://schemas.microsoft.com/office/drawing/2014/main" id="{7C511145-5491-4A3F-28E1-4E32DA7B9A6A}"/>
                    </a:ext>
                  </a:extLst>
                </p:cNvPr>
                <p:cNvSpPr/>
                <p:nvPr/>
              </p:nvSpPr>
              <p:spPr>
                <a:xfrm>
                  <a:off x="-1615950" y="2238800"/>
                  <a:ext cx="1205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726" extrusionOk="0">
                      <a:moveTo>
                        <a:pt x="347" y="1"/>
                      </a:moveTo>
                      <a:cubicBezTo>
                        <a:pt x="158" y="1"/>
                        <a:pt x="0" y="159"/>
                        <a:pt x="0" y="348"/>
                      </a:cubicBezTo>
                      <a:cubicBezTo>
                        <a:pt x="0" y="568"/>
                        <a:pt x="158" y="726"/>
                        <a:pt x="347" y="726"/>
                      </a:cubicBezTo>
                      <a:lnTo>
                        <a:pt x="4443" y="726"/>
                      </a:lnTo>
                      <a:cubicBezTo>
                        <a:pt x="4663" y="726"/>
                        <a:pt x="4821" y="568"/>
                        <a:pt x="4821" y="348"/>
                      </a:cubicBezTo>
                      <a:cubicBezTo>
                        <a:pt x="4821" y="159"/>
                        <a:pt x="4663" y="1"/>
                        <a:pt x="444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61" name="Google Shape;12588;p89">
                  <a:extLst>
                    <a:ext uri="{FF2B5EF4-FFF2-40B4-BE49-F238E27FC236}">
                      <a16:creationId xmlns:a16="http://schemas.microsoft.com/office/drawing/2014/main" id="{E60D1903-F926-E04B-E0CB-49CF5904CDDF}"/>
                    </a:ext>
                  </a:extLst>
                </p:cNvPr>
                <p:cNvSpPr/>
                <p:nvPr/>
              </p:nvSpPr>
              <p:spPr>
                <a:xfrm>
                  <a:off x="-1615950" y="2273475"/>
                  <a:ext cx="1205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4443" y="693"/>
                      </a:lnTo>
                      <a:cubicBezTo>
                        <a:pt x="4663" y="693"/>
                        <a:pt x="4821" y="536"/>
                        <a:pt x="4821" y="347"/>
                      </a:cubicBezTo>
                      <a:cubicBezTo>
                        <a:pt x="4821" y="158"/>
                        <a:pt x="4663" y="0"/>
                        <a:pt x="44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62" name="Google Shape;12589;p89">
                  <a:extLst>
                    <a:ext uri="{FF2B5EF4-FFF2-40B4-BE49-F238E27FC236}">
                      <a16:creationId xmlns:a16="http://schemas.microsoft.com/office/drawing/2014/main" id="{0E1EDA0A-2703-82BE-BEE8-BCAE3B4E11AE}"/>
                    </a:ext>
                  </a:extLst>
                </p:cNvPr>
                <p:cNvSpPr/>
                <p:nvPr/>
              </p:nvSpPr>
              <p:spPr>
                <a:xfrm>
                  <a:off x="-1630925" y="2100975"/>
                  <a:ext cx="153625" cy="11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5" h="4664" extrusionOk="0">
                      <a:moveTo>
                        <a:pt x="4695" y="662"/>
                      </a:moveTo>
                      <a:lnTo>
                        <a:pt x="2994" y="1985"/>
                      </a:lnTo>
                      <a:lnTo>
                        <a:pt x="1261" y="662"/>
                      </a:lnTo>
                      <a:close/>
                      <a:moveTo>
                        <a:pt x="599" y="1040"/>
                      </a:moveTo>
                      <a:lnTo>
                        <a:pt x="2427" y="2395"/>
                      </a:lnTo>
                      <a:lnTo>
                        <a:pt x="599" y="3781"/>
                      </a:lnTo>
                      <a:lnTo>
                        <a:pt x="599" y="1040"/>
                      </a:lnTo>
                      <a:close/>
                      <a:moveTo>
                        <a:pt x="5357" y="1040"/>
                      </a:moveTo>
                      <a:lnTo>
                        <a:pt x="5357" y="3781"/>
                      </a:lnTo>
                      <a:lnTo>
                        <a:pt x="3561" y="2395"/>
                      </a:lnTo>
                      <a:lnTo>
                        <a:pt x="5357" y="1040"/>
                      </a:lnTo>
                      <a:close/>
                      <a:moveTo>
                        <a:pt x="2994" y="2836"/>
                      </a:moveTo>
                      <a:lnTo>
                        <a:pt x="4695" y="4128"/>
                      </a:lnTo>
                      <a:lnTo>
                        <a:pt x="1292" y="4128"/>
                      </a:lnTo>
                      <a:lnTo>
                        <a:pt x="2994" y="2836"/>
                      </a:lnTo>
                      <a:close/>
                      <a:moveTo>
                        <a:pt x="316" y="1"/>
                      </a:moveTo>
                      <a:cubicBezTo>
                        <a:pt x="158" y="1"/>
                        <a:pt x="1" y="127"/>
                        <a:pt x="1" y="284"/>
                      </a:cubicBezTo>
                      <a:lnTo>
                        <a:pt x="1" y="4380"/>
                      </a:lnTo>
                      <a:cubicBezTo>
                        <a:pt x="64" y="4506"/>
                        <a:pt x="127" y="4600"/>
                        <a:pt x="253" y="4663"/>
                      </a:cubicBezTo>
                      <a:lnTo>
                        <a:pt x="5798" y="4663"/>
                      </a:lnTo>
                      <a:cubicBezTo>
                        <a:pt x="5955" y="4663"/>
                        <a:pt x="6113" y="4537"/>
                        <a:pt x="6144" y="4317"/>
                      </a:cubicBezTo>
                      <a:lnTo>
                        <a:pt x="6081" y="316"/>
                      </a:lnTo>
                      <a:cubicBezTo>
                        <a:pt x="6081" y="158"/>
                        <a:pt x="5955" y="32"/>
                        <a:pt x="579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5" name="Google Shape;12590;p89">
                <a:extLst>
                  <a:ext uri="{FF2B5EF4-FFF2-40B4-BE49-F238E27FC236}">
                    <a16:creationId xmlns:a16="http://schemas.microsoft.com/office/drawing/2014/main" id="{D97AF597-9228-0764-DEC1-50CD3B455652}"/>
                  </a:ext>
                </a:extLst>
              </p:cNvPr>
              <p:cNvSpPr/>
              <p:nvPr/>
            </p:nvSpPr>
            <p:spPr>
              <a:xfrm>
                <a:off x="2878542" y="4325150"/>
                <a:ext cx="670717" cy="642168"/>
              </a:xfrm>
              <a:custGeom>
                <a:avLst/>
                <a:gdLst/>
                <a:ahLst/>
                <a:cxnLst/>
                <a:rect l="l" t="t" r="r" b="b"/>
                <a:pathLst>
                  <a:path w="12193" h="11674" extrusionOk="0">
                    <a:moveTo>
                      <a:pt x="9483" y="1174"/>
                    </a:moveTo>
                    <a:lnTo>
                      <a:pt x="9483" y="2308"/>
                    </a:lnTo>
                    <a:cubicBezTo>
                      <a:pt x="9483" y="2497"/>
                      <a:pt x="9641" y="2655"/>
                      <a:pt x="9830" y="2655"/>
                    </a:cubicBezTo>
                    <a:lnTo>
                      <a:pt x="10901" y="2655"/>
                    </a:lnTo>
                    <a:lnTo>
                      <a:pt x="9515" y="4041"/>
                    </a:lnTo>
                    <a:lnTo>
                      <a:pt x="8097" y="4041"/>
                    </a:lnTo>
                    <a:lnTo>
                      <a:pt x="8097" y="2560"/>
                    </a:lnTo>
                    <a:lnTo>
                      <a:pt x="9483" y="1174"/>
                    </a:lnTo>
                    <a:close/>
                    <a:moveTo>
                      <a:pt x="4885" y="6181"/>
                    </a:moveTo>
                    <a:cubicBezTo>
                      <a:pt x="5033" y="6181"/>
                      <a:pt x="5183" y="6212"/>
                      <a:pt x="5325" y="6278"/>
                    </a:cubicBezTo>
                    <a:lnTo>
                      <a:pt x="4600" y="7003"/>
                    </a:lnTo>
                    <a:cubicBezTo>
                      <a:pt x="4474" y="7129"/>
                      <a:pt x="4474" y="7349"/>
                      <a:pt x="4600" y="7475"/>
                    </a:cubicBezTo>
                    <a:cubicBezTo>
                      <a:pt x="4663" y="7538"/>
                      <a:pt x="4750" y="7570"/>
                      <a:pt x="4836" y="7570"/>
                    </a:cubicBezTo>
                    <a:cubicBezTo>
                      <a:pt x="4923" y="7570"/>
                      <a:pt x="5010" y="7538"/>
                      <a:pt x="5073" y="7475"/>
                    </a:cubicBezTo>
                    <a:lnTo>
                      <a:pt x="5797" y="6751"/>
                    </a:lnTo>
                    <a:lnTo>
                      <a:pt x="5797" y="6751"/>
                    </a:lnTo>
                    <a:cubicBezTo>
                      <a:pt x="5986" y="7160"/>
                      <a:pt x="5892" y="7633"/>
                      <a:pt x="5577" y="7948"/>
                    </a:cubicBezTo>
                    <a:cubicBezTo>
                      <a:pt x="5388" y="8137"/>
                      <a:pt x="5128" y="8231"/>
                      <a:pt x="4864" y="8231"/>
                    </a:cubicBezTo>
                    <a:cubicBezTo>
                      <a:pt x="4600" y="8231"/>
                      <a:pt x="4332" y="8137"/>
                      <a:pt x="4127" y="7948"/>
                    </a:cubicBezTo>
                    <a:cubicBezTo>
                      <a:pt x="3749" y="7538"/>
                      <a:pt x="3749" y="6877"/>
                      <a:pt x="4127" y="6499"/>
                    </a:cubicBezTo>
                    <a:cubicBezTo>
                      <a:pt x="4333" y="6293"/>
                      <a:pt x="4606" y="6181"/>
                      <a:pt x="4885" y="6181"/>
                    </a:cubicBezTo>
                    <a:close/>
                    <a:moveTo>
                      <a:pt x="4897" y="4831"/>
                    </a:moveTo>
                    <a:cubicBezTo>
                      <a:pt x="5396" y="4831"/>
                      <a:pt x="5890" y="4990"/>
                      <a:pt x="6301" y="5301"/>
                    </a:cubicBezTo>
                    <a:lnTo>
                      <a:pt x="5829" y="5774"/>
                    </a:lnTo>
                    <a:cubicBezTo>
                      <a:pt x="5553" y="5590"/>
                      <a:pt x="5233" y="5499"/>
                      <a:pt x="4911" y="5499"/>
                    </a:cubicBezTo>
                    <a:cubicBezTo>
                      <a:pt x="4460" y="5499"/>
                      <a:pt x="4004" y="5677"/>
                      <a:pt x="3655" y="6026"/>
                    </a:cubicBezTo>
                    <a:cubicBezTo>
                      <a:pt x="2993" y="6688"/>
                      <a:pt x="2993" y="7790"/>
                      <a:pt x="3655" y="8420"/>
                    </a:cubicBezTo>
                    <a:cubicBezTo>
                      <a:pt x="3986" y="8751"/>
                      <a:pt x="4427" y="8917"/>
                      <a:pt x="4864" y="8917"/>
                    </a:cubicBezTo>
                    <a:cubicBezTo>
                      <a:pt x="5301" y="8917"/>
                      <a:pt x="5734" y="8751"/>
                      <a:pt x="6049" y="8420"/>
                    </a:cubicBezTo>
                    <a:cubicBezTo>
                      <a:pt x="6648" y="7822"/>
                      <a:pt x="6742" y="6908"/>
                      <a:pt x="6301" y="6246"/>
                    </a:cubicBezTo>
                    <a:lnTo>
                      <a:pt x="6774" y="5774"/>
                    </a:lnTo>
                    <a:lnTo>
                      <a:pt x="6774" y="5774"/>
                    </a:lnTo>
                    <a:cubicBezTo>
                      <a:pt x="7467" y="6719"/>
                      <a:pt x="7404" y="8074"/>
                      <a:pt x="6585" y="8924"/>
                    </a:cubicBezTo>
                    <a:cubicBezTo>
                      <a:pt x="6112" y="9397"/>
                      <a:pt x="5498" y="9633"/>
                      <a:pt x="4883" y="9633"/>
                    </a:cubicBezTo>
                    <a:cubicBezTo>
                      <a:pt x="4269" y="9633"/>
                      <a:pt x="3655" y="9397"/>
                      <a:pt x="3182" y="8924"/>
                    </a:cubicBezTo>
                    <a:cubicBezTo>
                      <a:pt x="2237" y="7979"/>
                      <a:pt x="2237" y="6499"/>
                      <a:pt x="3182" y="5553"/>
                    </a:cubicBezTo>
                    <a:cubicBezTo>
                      <a:pt x="3667" y="5068"/>
                      <a:pt x="4286" y="4831"/>
                      <a:pt x="4897" y="4831"/>
                    </a:cubicBezTo>
                    <a:close/>
                    <a:moveTo>
                      <a:pt x="4873" y="3463"/>
                    </a:moveTo>
                    <a:cubicBezTo>
                      <a:pt x="5728" y="3463"/>
                      <a:pt x="6583" y="3748"/>
                      <a:pt x="7278" y="4325"/>
                    </a:cubicBezTo>
                    <a:lnTo>
                      <a:pt x="6805" y="4797"/>
                    </a:lnTo>
                    <a:cubicBezTo>
                      <a:pt x="6228" y="4353"/>
                      <a:pt x="5533" y="4125"/>
                      <a:pt x="4844" y="4125"/>
                    </a:cubicBezTo>
                    <a:cubicBezTo>
                      <a:pt x="4065" y="4125"/>
                      <a:pt x="3294" y="4416"/>
                      <a:pt x="2710" y="5018"/>
                    </a:cubicBezTo>
                    <a:cubicBezTo>
                      <a:pt x="1481" y="6246"/>
                      <a:pt x="1481" y="8168"/>
                      <a:pt x="2710" y="9397"/>
                    </a:cubicBezTo>
                    <a:cubicBezTo>
                      <a:pt x="3324" y="10011"/>
                      <a:pt x="4112" y="10318"/>
                      <a:pt x="4899" y="10318"/>
                    </a:cubicBezTo>
                    <a:cubicBezTo>
                      <a:pt x="5687" y="10318"/>
                      <a:pt x="6474" y="10011"/>
                      <a:pt x="7089" y="9397"/>
                    </a:cubicBezTo>
                    <a:cubicBezTo>
                      <a:pt x="8223" y="8263"/>
                      <a:pt x="8255" y="6467"/>
                      <a:pt x="7309" y="5301"/>
                    </a:cubicBezTo>
                    <a:lnTo>
                      <a:pt x="7782" y="4829"/>
                    </a:lnTo>
                    <a:lnTo>
                      <a:pt x="7782" y="4829"/>
                    </a:lnTo>
                    <a:cubicBezTo>
                      <a:pt x="8979" y="6278"/>
                      <a:pt x="8885" y="8483"/>
                      <a:pt x="7530" y="9870"/>
                    </a:cubicBezTo>
                    <a:cubicBezTo>
                      <a:pt x="6790" y="10594"/>
                      <a:pt x="5821" y="10956"/>
                      <a:pt x="4856" y="10956"/>
                    </a:cubicBezTo>
                    <a:cubicBezTo>
                      <a:pt x="3891" y="10956"/>
                      <a:pt x="2930" y="10594"/>
                      <a:pt x="2206" y="9870"/>
                    </a:cubicBezTo>
                    <a:cubicBezTo>
                      <a:pt x="756" y="8420"/>
                      <a:pt x="756" y="6026"/>
                      <a:pt x="2206" y="4545"/>
                    </a:cubicBezTo>
                    <a:cubicBezTo>
                      <a:pt x="2941" y="3827"/>
                      <a:pt x="3907" y="3463"/>
                      <a:pt x="4873" y="3463"/>
                    </a:cubicBezTo>
                    <a:close/>
                    <a:moveTo>
                      <a:pt x="9899" y="0"/>
                    </a:moveTo>
                    <a:cubicBezTo>
                      <a:pt x="9813" y="0"/>
                      <a:pt x="9722" y="32"/>
                      <a:pt x="9641" y="103"/>
                    </a:cubicBezTo>
                    <a:lnTo>
                      <a:pt x="7561" y="2182"/>
                    </a:lnTo>
                    <a:cubicBezTo>
                      <a:pt x="7467" y="2277"/>
                      <a:pt x="7435" y="2340"/>
                      <a:pt x="7435" y="2434"/>
                    </a:cubicBezTo>
                    <a:lnTo>
                      <a:pt x="7435" y="3600"/>
                    </a:lnTo>
                    <a:cubicBezTo>
                      <a:pt x="6670" y="3071"/>
                      <a:pt x="5769" y="2807"/>
                      <a:pt x="4868" y="2807"/>
                    </a:cubicBezTo>
                    <a:cubicBezTo>
                      <a:pt x="3731" y="2807"/>
                      <a:pt x="2595" y="3229"/>
                      <a:pt x="1733" y="4073"/>
                    </a:cubicBezTo>
                    <a:cubicBezTo>
                      <a:pt x="0" y="5805"/>
                      <a:pt x="0" y="8641"/>
                      <a:pt x="1733" y="10374"/>
                    </a:cubicBezTo>
                    <a:cubicBezTo>
                      <a:pt x="2599" y="11240"/>
                      <a:pt x="3741" y="11673"/>
                      <a:pt x="4883" y="11673"/>
                    </a:cubicBezTo>
                    <a:cubicBezTo>
                      <a:pt x="6026" y="11673"/>
                      <a:pt x="7168" y="11240"/>
                      <a:pt x="8034" y="10374"/>
                    </a:cubicBezTo>
                    <a:cubicBezTo>
                      <a:pt x="9578" y="8861"/>
                      <a:pt x="9735" y="6436"/>
                      <a:pt x="8538" y="4703"/>
                    </a:cubicBezTo>
                    <a:lnTo>
                      <a:pt x="9672" y="4703"/>
                    </a:lnTo>
                    <a:cubicBezTo>
                      <a:pt x="9767" y="4703"/>
                      <a:pt x="9893" y="4671"/>
                      <a:pt x="9924" y="4608"/>
                    </a:cubicBezTo>
                    <a:lnTo>
                      <a:pt x="12004" y="2497"/>
                    </a:lnTo>
                    <a:cubicBezTo>
                      <a:pt x="12193" y="2308"/>
                      <a:pt x="12035" y="1962"/>
                      <a:pt x="11783" y="1962"/>
                    </a:cubicBezTo>
                    <a:lnTo>
                      <a:pt x="10239" y="1962"/>
                    </a:lnTo>
                    <a:lnTo>
                      <a:pt x="10239" y="355"/>
                    </a:lnTo>
                    <a:cubicBezTo>
                      <a:pt x="10239" y="141"/>
                      <a:pt x="10080" y="0"/>
                      <a:pt x="989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835" name="Google Shape;12592;p89">
                <a:extLst>
                  <a:ext uri="{FF2B5EF4-FFF2-40B4-BE49-F238E27FC236}">
                    <a16:creationId xmlns:a16="http://schemas.microsoft.com/office/drawing/2014/main" id="{5AC96942-A32E-84B1-4D11-D379EAE5AD4E}"/>
                  </a:ext>
                </a:extLst>
              </p:cNvPr>
              <p:cNvSpPr/>
              <p:nvPr/>
            </p:nvSpPr>
            <p:spPr>
              <a:xfrm>
                <a:off x="5410974" y="4324751"/>
                <a:ext cx="641288" cy="642992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11689" extrusionOk="0">
                    <a:moveTo>
                      <a:pt x="10617" y="662"/>
                    </a:moveTo>
                    <a:cubicBezTo>
                      <a:pt x="10806" y="662"/>
                      <a:pt x="10964" y="820"/>
                      <a:pt x="10964" y="1009"/>
                    </a:cubicBezTo>
                    <a:lnTo>
                      <a:pt x="10964" y="2710"/>
                    </a:lnTo>
                    <a:lnTo>
                      <a:pt x="662" y="2710"/>
                    </a:lnTo>
                    <a:lnTo>
                      <a:pt x="662" y="1009"/>
                    </a:lnTo>
                    <a:cubicBezTo>
                      <a:pt x="662" y="820"/>
                      <a:pt x="819" y="662"/>
                      <a:pt x="1008" y="662"/>
                    </a:cubicBezTo>
                    <a:close/>
                    <a:moveTo>
                      <a:pt x="10933" y="3372"/>
                    </a:moveTo>
                    <a:lnTo>
                      <a:pt x="10933" y="9232"/>
                    </a:lnTo>
                    <a:cubicBezTo>
                      <a:pt x="10964" y="9484"/>
                      <a:pt x="10806" y="9610"/>
                      <a:pt x="10617" y="9610"/>
                    </a:cubicBezTo>
                    <a:lnTo>
                      <a:pt x="8916" y="9610"/>
                    </a:lnTo>
                    <a:lnTo>
                      <a:pt x="8570" y="9232"/>
                    </a:lnTo>
                    <a:cubicBezTo>
                      <a:pt x="8601" y="9169"/>
                      <a:pt x="8664" y="9043"/>
                      <a:pt x="8696" y="8917"/>
                    </a:cubicBezTo>
                    <a:lnTo>
                      <a:pt x="9200" y="8917"/>
                    </a:lnTo>
                    <a:cubicBezTo>
                      <a:pt x="9389" y="8917"/>
                      <a:pt x="9546" y="8759"/>
                      <a:pt x="9546" y="8570"/>
                    </a:cubicBezTo>
                    <a:lnTo>
                      <a:pt x="9546" y="7184"/>
                    </a:lnTo>
                    <a:cubicBezTo>
                      <a:pt x="9546" y="6995"/>
                      <a:pt x="9389" y="6837"/>
                      <a:pt x="9200" y="6837"/>
                    </a:cubicBezTo>
                    <a:lnTo>
                      <a:pt x="8696" y="6837"/>
                    </a:lnTo>
                    <a:cubicBezTo>
                      <a:pt x="8664" y="6711"/>
                      <a:pt x="8601" y="6648"/>
                      <a:pt x="8570" y="6522"/>
                    </a:cubicBezTo>
                    <a:lnTo>
                      <a:pt x="8916" y="6176"/>
                    </a:lnTo>
                    <a:cubicBezTo>
                      <a:pt x="9042" y="6050"/>
                      <a:pt x="9042" y="5798"/>
                      <a:pt x="8916" y="5703"/>
                    </a:cubicBezTo>
                    <a:lnTo>
                      <a:pt x="7940" y="4695"/>
                    </a:lnTo>
                    <a:cubicBezTo>
                      <a:pt x="7877" y="4648"/>
                      <a:pt x="7790" y="4624"/>
                      <a:pt x="7703" y="4624"/>
                    </a:cubicBezTo>
                    <a:cubicBezTo>
                      <a:pt x="7617" y="4624"/>
                      <a:pt x="7530" y="4648"/>
                      <a:pt x="7467" y="4695"/>
                    </a:cubicBezTo>
                    <a:lnTo>
                      <a:pt x="7120" y="5073"/>
                    </a:lnTo>
                    <a:cubicBezTo>
                      <a:pt x="7026" y="5041"/>
                      <a:pt x="6931" y="4978"/>
                      <a:pt x="6805" y="4947"/>
                    </a:cubicBezTo>
                    <a:lnTo>
                      <a:pt x="6805" y="4443"/>
                    </a:lnTo>
                    <a:cubicBezTo>
                      <a:pt x="6805" y="4222"/>
                      <a:pt x="6648" y="4065"/>
                      <a:pt x="6459" y="4065"/>
                    </a:cubicBezTo>
                    <a:lnTo>
                      <a:pt x="5073" y="4065"/>
                    </a:lnTo>
                    <a:cubicBezTo>
                      <a:pt x="4884" y="4065"/>
                      <a:pt x="4726" y="4222"/>
                      <a:pt x="4726" y="4443"/>
                    </a:cubicBezTo>
                    <a:lnTo>
                      <a:pt x="4726" y="4947"/>
                    </a:lnTo>
                    <a:cubicBezTo>
                      <a:pt x="4600" y="4978"/>
                      <a:pt x="4506" y="5010"/>
                      <a:pt x="4411" y="5073"/>
                    </a:cubicBezTo>
                    <a:lnTo>
                      <a:pt x="4033" y="4695"/>
                    </a:lnTo>
                    <a:cubicBezTo>
                      <a:pt x="3986" y="4648"/>
                      <a:pt x="3899" y="4624"/>
                      <a:pt x="3808" y="4624"/>
                    </a:cubicBezTo>
                    <a:cubicBezTo>
                      <a:pt x="3718" y="4624"/>
                      <a:pt x="3623" y="4648"/>
                      <a:pt x="3560" y="4695"/>
                    </a:cubicBezTo>
                    <a:lnTo>
                      <a:pt x="2584" y="5703"/>
                    </a:lnTo>
                    <a:cubicBezTo>
                      <a:pt x="2458" y="5829"/>
                      <a:pt x="2458" y="6050"/>
                      <a:pt x="2584" y="6176"/>
                    </a:cubicBezTo>
                    <a:lnTo>
                      <a:pt x="2930" y="6522"/>
                    </a:lnTo>
                    <a:cubicBezTo>
                      <a:pt x="2899" y="6585"/>
                      <a:pt x="2867" y="6711"/>
                      <a:pt x="2836" y="6837"/>
                    </a:cubicBezTo>
                    <a:lnTo>
                      <a:pt x="2300" y="6837"/>
                    </a:lnTo>
                    <a:cubicBezTo>
                      <a:pt x="2111" y="6837"/>
                      <a:pt x="1954" y="6995"/>
                      <a:pt x="1954" y="7184"/>
                    </a:cubicBezTo>
                    <a:lnTo>
                      <a:pt x="1954" y="8570"/>
                    </a:lnTo>
                    <a:cubicBezTo>
                      <a:pt x="1954" y="8759"/>
                      <a:pt x="2111" y="8917"/>
                      <a:pt x="2300" y="8917"/>
                    </a:cubicBezTo>
                    <a:lnTo>
                      <a:pt x="2836" y="8917"/>
                    </a:lnTo>
                    <a:cubicBezTo>
                      <a:pt x="2867" y="9043"/>
                      <a:pt x="2899" y="9137"/>
                      <a:pt x="2930" y="9232"/>
                    </a:cubicBezTo>
                    <a:lnTo>
                      <a:pt x="2584" y="9610"/>
                    </a:lnTo>
                    <a:lnTo>
                      <a:pt x="977" y="9610"/>
                    </a:lnTo>
                    <a:cubicBezTo>
                      <a:pt x="788" y="9610"/>
                      <a:pt x="630" y="9452"/>
                      <a:pt x="630" y="9232"/>
                    </a:cubicBezTo>
                    <a:lnTo>
                      <a:pt x="630" y="3372"/>
                    </a:lnTo>
                    <a:close/>
                    <a:moveTo>
                      <a:pt x="6112" y="4726"/>
                    </a:moveTo>
                    <a:lnTo>
                      <a:pt x="6112" y="5136"/>
                    </a:lnTo>
                    <a:cubicBezTo>
                      <a:pt x="6112" y="5294"/>
                      <a:pt x="6207" y="5420"/>
                      <a:pt x="6364" y="5451"/>
                    </a:cubicBezTo>
                    <a:cubicBezTo>
                      <a:pt x="6553" y="5514"/>
                      <a:pt x="6805" y="5609"/>
                      <a:pt x="6994" y="5735"/>
                    </a:cubicBezTo>
                    <a:cubicBezTo>
                      <a:pt x="7041" y="5769"/>
                      <a:pt x="7096" y="5783"/>
                      <a:pt x="7153" y="5783"/>
                    </a:cubicBezTo>
                    <a:cubicBezTo>
                      <a:pt x="7251" y="5783"/>
                      <a:pt x="7356" y="5743"/>
                      <a:pt x="7435" y="5703"/>
                    </a:cubicBezTo>
                    <a:lnTo>
                      <a:pt x="7751" y="5388"/>
                    </a:lnTo>
                    <a:lnTo>
                      <a:pt x="8223" y="5861"/>
                    </a:lnTo>
                    <a:lnTo>
                      <a:pt x="7908" y="6176"/>
                    </a:lnTo>
                    <a:cubicBezTo>
                      <a:pt x="7782" y="6302"/>
                      <a:pt x="7782" y="6459"/>
                      <a:pt x="7877" y="6617"/>
                    </a:cubicBezTo>
                    <a:cubicBezTo>
                      <a:pt x="7971" y="6806"/>
                      <a:pt x="8066" y="6995"/>
                      <a:pt x="8129" y="7247"/>
                    </a:cubicBezTo>
                    <a:cubicBezTo>
                      <a:pt x="8192" y="7404"/>
                      <a:pt x="8286" y="7499"/>
                      <a:pt x="8444" y="7499"/>
                    </a:cubicBezTo>
                    <a:lnTo>
                      <a:pt x="8885" y="7499"/>
                    </a:lnTo>
                    <a:lnTo>
                      <a:pt x="8885" y="8192"/>
                    </a:lnTo>
                    <a:lnTo>
                      <a:pt x="8444" y="8192"/>
                    </a:lnTo>
                    <a:cubicBezTo>
                      <a:pt x="8286" y="8192"/>
                      <a:pt x="8192" y="8286"/>
                      <a:pt x="8129" y="8444"/>
                    </a:cubicBezTo>
                    <a:cubicBezTo>
                      <a:pt x="8097" y="8665"/>
                      <a:pt x="7971" y="8885"/>
                      <a:pt x="7877" y="9074"/>
                    </a:cubicBezTo>
                    <a:cubicBezTo>
                      <a:pt x="7782" y="9200"/>
                      <a:pt x="7814" y="9389"/>
                      <a:pt x="7908" y="9515"/>
                    </a:cubicBezTo>
                    <a:lnTo>
                      <a:pt x="8223" y="9830"/>
                    </a:lnTo>
                    <a:lnTo>
                      <a:pt x="7751" y="10303"/>
                    </a:lnTo>
                    <a:lnTo>
                      <a:pt x="7435" y="9988"/>
                    </a:lnTo>
                    <a:cubicBezTo>
                      <a:pt x="7368" y="9920"/>
                      <a:pt x="7291" y="9889"/>
                      <a:pt x="7211" y="9889"/>
                    </a:cubicBezTo>
                    <a:cubicBezTo>
                      <a:pt x="7141" y="9889"/>
                      <a:pt x="7068" y="9912"/>
                      <a:pt x="6994" y="9956"/>
                    </a:cubicBezTo>
                    <a:cubicBezTo>
                      <a:pt x="6805" y="10082"/>
                      <a:pt x="6616" y="10145"/>
                      <a:pt x="6364" y="10208"/>
                    </a:cubicBezTo>
                    <a:cubicBezTo>
                      <a:pt x="6207" y="10271"/>
                      <a:pt x="6112" y="10366"/>
                      <a:pt x="6112" y="10555"/>
                    </a:cubicBezTo>
                    <a:lnTo>
                      <a:pt x="6112" y="10964"/>
                    </a:lnTo>
                    <a:lnTo>
                      <a:pt x="5419" y="10964"/>
                    </a:lnTo>
                    <a:lnTo>
                      <a:pt x="5419" y="10555"/>
                    </a:lnTo>
                    <a:cubicBezTo>
                      <a:pt x="5419" y="10366"/>
                      <a:pt x="5325" y="10271"/>
                      <a:pt x="5167" y="10208"/>
                    </a:cubicBezTo>
                    <a:cubicBezTo>
                      <a:pt x="4947" y="10177"/>
                      <a:pt x="4726" y="10051"/>
                      <a:pt x="4537" y="9956"/>
                    </a:cubicBezTo>
                    <a:cubicBezTo>
                      <a:pt x="4491" y="9921"/>
                      <a:pt x="4436" y="9908"/>
                      <a:pt x="4379" y="9908"/>
                    </a:cubicBezTo>
                    <a:cubicBezTo>
                      <a:pt x="4281" y="9908"/>
                      <a:pt x="4176" y="9948"/>
                      <a:pt x="4096" y="9988"/>
                    </a:cubicBezTo>
                    <a:lnTo>
                      <a:pt x="3781" y="10303"/>
                    </a:lnTo>
                    <a:lnTo>
                      <a:pt x="3308" y="9830"/>
                    </a:lnTo>
                    <a:lnTo>
                      <a:pt x="3623" y="9515"/>
                    </a:lnTo>
                    <a:cubicBezTo>
                      <a:pt x="3749" y="9389"/>
                      <a:pt x="3749" y="9232"/>
                      <a:pt x="3655" y="9074"/>
                    </a:cubicBezTo>
                    <a:cubicBezTo>
                      <a:pt x="3529" y="8885"/>
                      <a:pt x="3466" y="8696"/>
                      <a:pt x="3371" y="8444"/>
                    </a:cubicBezTo>
                    <a:cubicBezTo>
                      <a:pt x="3340" y="8286"/>
                      <a:pt x="3214" y="8192"/>
                      <a:pt x="3056" y="8192"/>
                    </a:cubicBezTo>
                    <a:lnTo>
                      <a:pt x="2647" y="8192"/>
                    </a:lnTo>
                    <a:lnTo>
                      <a:pt x="2647" y="7499"/>
                    </a:lnTo>
                    <a:lnTo>
                      <a:pt x="3056" y="7499"/>
                    </a:lnTo>
                    <a:cubicBezTo>
                      <a:pt x="3214" y="7499"/>
                      <a:pt x="3340" y="7404"/>
                      <a:pt x="3371" y="7247"/>
                    </a:cubicBezTo>
                    <a:cubicBezTo>
                      <a:pt x="3434" y="7026"/>
                      <a:pt x="3529" y="6806"/>
                      <a:pt x="3655" y="6617"/>
                    </a:cubicBezTo>
                    <a:cubicBezTo>
                      <a:pt x="3749" y="6491"/>
                      <a:pt x="3686" y="6302"/>
                      <a:pt x="3623" y="6176"/>
                    </a:cubicBezTo>
                    <a:lnTo>
                      <a:pt x="3308" y="5861"/>
                    </a:lnTo>
                    <a:lnTo>
                      <a:pt x="3781" y="5388"/>
                    </a:lnTo>
                    <a:lnTo>
                      <a:pt x="4096" y="5703"/>
                    </a:lnTo>
                    <a:cubicBezTo>
                      <a:pt x="4163" y="5771"/>
                      <a:pt x="4240" y="5802"/>
                      <a:pt x="4321" y="5802"/>
                    </a:cubicBezTo>
                    <a:cubicBezTo>
                      <a:pt x="4391" y="5802"/>
                      <a:pt x="4464" y="5778"/>
                      <a:pt x="4537" y="5735"/>
                    </a:cubicBezTo>
                    <a:cubicBezTo>
                      <a:pt x="4726" y="5609"/>
                      <a:pt x="4915" y="5546"/>
                      <a:pt x="5167" y="5451"/>
                    </a:cubicBezTo>
                    <a:cubicBezTo>
                      <a:pt x="5325" y="5420"/>
                      <a:pt x="5419" y="5294"/>
                      <a:pt x="5419" y="5136"/>
                    </a:cubicBezTo>
                    <a:lnTo>
                      <a:pt x="5419" y="4726"/>
                    </a:lnTo>
                    <a:close/>
                    <a:moveTo>
                      <a:pt x="1008" y="1"/>
                    </a:moveTo>
                    <a:cubicBezTo>
                      <a:pt x="473" y="1"/>
                      <a:pt x="0" y="473"/>
                      <a:pt x="0" y="1009"/>
                    </a:cubicBezTo>
                    <a:lnTo>
                      <a:pt x="0" y="9295"/>
                    </a:lnTo>
                    <a:cubicBezTo>
                      <a:pt x="0" y="9830"/>
                      <a:pt x="473" y="10303"/>
                      <a:pt x="1008" y="10303"/>
                    </a:cubicBezTo>
                    <a:lnTo>
                      <a:pt x="2867" y="10303"/>
                    </a:lnTo>
                    <a:lnTo>
                      <a:pt x="3623" y="11059"/>
                    </a:lnTo>
                    <a:cubicBezTo>
                      <a:pt x="3671" y="11122"/>
                      <a:pt x="3757" y="11153"/>
                      <a:pt x="3848" y="11153"/>
                    </a:cubicBezTo>
                    <a:cubicBezTo>
                      <a:pt x="3938" y="11153"/>
                      <a:pt x="4033" y="11122"/>
                      <a:pt x="4096" y="11059"/>
                    </a:cubicBezTo>
                    <a:lnTo>
                      <a:pt x="4442" y="10712"/>
                    </a:lnTo>
                    <a:cubicBezTo>
                      <a:pt x="4506" y="10744"/>
                      <a:pt x="4632" y="10775"/>
                      <a:pt x="4758" y="10807"/>
                    </a:cubicBezTo>
                    <a:lnTo>
                      <a:pt x="4758" y="11342"/>
                    </a:lnTo>
                    <a:cubicBezTo>
                      <a:pt x="4758" y="11531"/>
                      <a:pt x="4915" y="11689"/>
                      <a:pt x="5104" y="11689"/>
                    </a:cubicBezTo>
                    <a:lnTo>
                      <a:pt x="6490" y="11689"/>
                    </a:lnTo>
                    <a:cubicBezTo>
                      <a:pt x="6679" y="11689"/>
                      <a:pt x="6837" y="11531"/>
                      <a:pt x="6837" y="11342"/>
                    </a:cubicBezTo>
                    <a:lnTo>
                      <a:pt x="6837" y="10807"/>
                    </a:lnTo>
                    <a:cubicBezTo>
                      <a:pt x="6963" y="10775"/>
                      <a:pt x="7026" y="10744"/>
                      <a:pt x="7152" y="10712"/>
                    </a:cubicBezTo>
                    <a:lnTo>
                      <a:pt x="7498" y="11059"/>
                    </a:lnTo>
                    <a:cubicBezTo>
                      <a:pt x="7561" y="11122"/>
                      <a:pt x="7656" y="11153"/>
                      <a:pt x="7747" y="11153"/>
                    </a:cubicBezTo>
                    <a:cubicBezTo>
                      <a:pt x="7837" y="11153"/>
                      <a:pt x="7924" y="11122"/>
                      <a:pt x="7971" y="11059"/>
                    </a:cubicBezTo>
                    <a:lnTo>
                      <a:pt x="8727" y="10303"/>
                    </a:lnTo>
                    <a:lnTo>
                      <a:pt x="10617" y="10303"/>
                    </a:lnTo>
                    <a:cubicBezTo>
                      <a:pt x="11185" y="10303"/>
                      <a:pt x="11657" y="9830"/>
                      <a:pt x="11657" y="9295"/>
                    </a:cubicBezTo>
                    <a:lnTo>
                      <a:pt x="11657" y="1009"/>
                    </a:lnTo>
                    <a:cubicBezTo>
                      <a:pt x="11657" y="473"/>
                      <a:pt x="11216" y="1"/>
                      <a:pt x="1061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836" name="Google Shape;12593;p89">
                <a:extLst>
                  <a:ext uri="{FF2B5EF4-FFF2-40B4-BE49-F238E27FC236}">
                    <a16:creationId xmlns:a16="http://schemas.microsoft.com/office/drawing/2014/main" id="{5D96D3BA-90B4-9E50-6C79-4C24D6AE79B0}"/>
                  </a:ext>
                </a:extLst>
              </p:cNvPr>
              <p:cNvSpPr/>
              <p:nvPr/>
            </p:nvSpPr>
            <p:spPr>
              <a:xfrm>
                <a:off x="5483751" y="4397527"/>
                <a:ext cx="39936" cy="39936"/>
              </a:xfrm>
              <a:custGeom>
                <a:avLst/>
                <a:gdLst/>
                <a:ahLst/>
                <a:cxnLst/>
                <a:rect l="l" t="t" r="r" b="b"/>
                <a:pathLst>
                  <a:path w="726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726"/>
                      <a:pt x="347" y="726"/>
                    </a:cubicBezTo>
                    <a:cubicBezTo>
                      <a:pt x="568" y="726"/>
                      <a:pt x="725" y="536"/>
                      <a:pt x="725" y="347"/>
                    </a:cubicBezTo>
                    <a:cubicBezTo>
                      <a:pt x="725" y="158"/>
                      <a:pt x="568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837" name="Google Shape;12594;p89">
                <a:extLst>
                  <a:ext uri="{FF2B5EF4-FFF2-40B4-BE49-F238E27FC236}">
                    <a16:creationId xmlns:a16="http://schemas.microsoft.com/office/drawing/2014/main" id="{8CB9DED4-A1AA-0051-F8C5-E375113F7749}"/>
                  </a:ext>
                </a:extLst>
              </p:cNvPr>
              <p:cNvSpPr/>
              <p:nvPr/>
            </p:nvSpPr>
            <p:spPr>
              <a:xfrm>
                <a:off x="5559992" y="4397527"/>
                <a:ext cx="38176" cy="39936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6" y="726"/>
                      <a:pt x="694" y="568"/>
                      <a:pt x="694" y="347"/>
                    </a:cubicBezTo>
                    <a:cubicBezTo>
                      <a:pt x="694" y="158"/>
                      <a:pt x="536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838" name="Google Shape;12595;p89">
                <a:extLst>
                  <a:ext uri="{FF2B5EF4-FFF2-40B4-BE49-F238E27FC236}">
                    <a16:creationId xmlns:a16="http://schemas.microsoft.com/office/drawing/2014/main" id="{9E4E290D-57BF-C9B9-F559-C5A8A9DD810D}"/>
                  </a:ext>
                </a:extLst>
              </p:cNvPr>
              <p:cNvSpPr/>
              <p:nvPr/>
            </p:nvSpPr>
            <p:spPr>
              <a:xfrm>
                <a:off x="5636234" y="4397527"/>
                <a:ext cx="38231" cy="39936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7" y="726"/>
                      <a:pt x="694" y="568"/>
                      <a:pt x="694" y="347"/>
                    </a:cubicBezTo>
                    <a:cubicBezTo>
                      <a:pt x="694" y="158"/>
                      <a:pt x="537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839" name="Google Shape;12596;p89">
                <a:extLst>
                  <a:ext uri="{FF2B5EF4-FFF2-40B4-BE49-F238E27FC236}">
                    <a16:creationId xmlns:a16="http://schemas.microsoft.com/office/drawing/2014/main" id="{B4837DE1-78DB-329B-CB38-49AC981F046A}"/>
                  </a:ext>
                </a:extLst>
              </p:cNvPr>
              <p:cNvSpPr/>
              <p:nvPr/>
            </p:nvSpPr>
            <p:spPr>
              <a:xfrm>
                <a:off x="5709065" y="4397527"/>
                <a:ext cx="265196" cy="39936"/>
              </a:xfrm>
              <a:custGeom>
                <a:avLst/>
                <a:gdLst/>
                <a:ahLst/>
                <a:cxnLst/>
                <a:rect l="l" t="t" r="r" b="b"/>
                <a:pathLst>
                  <a:path w="4821" h="726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cubicBezTo>
                      <a:pt x="32" y="568"/>
                      <a:pt x="189" y="726"/>
                      <a:pt x="347" y="726"/>
                    </a:cubicBezTo>
                    <a:lnTo>
                      <a:pt x="4442" y="726"/>
                    </a:lnTo>
                    <a:cubicBezTo>
                      <a:pt x="4663" y="726"/>
                      <a:pt x="4820" y="568"/>
                      <a:pt x="4820" y="347"/>
                    </a:cubicBezTo>
                    <a:cubicBezTo>
                      <a:pt x="4820" y="158"/>
                      <a:pt x="4663" y="1"/>
                      <a:pt x="444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840" name="Google Shape;12597;p89">
                <a:extLst>
                  <a:ext uri="{FF2B5EF4-FFF2-40B4-BE49-F238E27FC236}">
                    <a16:creationId xmlns:a16="http://schemas.microsoft.com/office/drawing/2014/main" id="{CAD405B5-BF96-18C5-BF37-21CCFF4AAA46}"/>
                  </a:ext>
                </a:extLst>
              </p:cNvPr>
              <p:cNvSpPr/>
              <p:nvPr/>
            </p:nvSpPr>
            <p:spPr>
              <a:xfrm>
                <a:off x="5636234" y="4666187"/>
                <a:ext cx="187248" cy="187193"/>
              </a:xfrm>
              <a:custGeom>
                <a:avLst/>
                <a:gdLst/>
                <a:ahLst/>
                <a:cxnLst/>
                <a:rect l="l" t="t" r="r" b="b"/>
                <a:pathLst>
                  <a:path w="3404" h="3403" extrusionOk="0">
                    <a:moveTo>
                      <a:pt x="1671" y="662"/>
                    </a:moveTo>
                    <a:cubicBezTo>
                      <a:pt x="2238" y="662"/>
                      <a:pt x="2710" y="1134"/>
                      <a:pt x="2710" y="1701"/>
                    </a:cubicBezTo>
                    <a:cubicBezTo>
                      <a:pt x="2710" y="2237"/>
                      <a:pt x="2269" y="2710"/>
                      <a:pt x="1671" y="2710"/>
                    </a:cubicBezTo>
                    <a:cubicBezTo>
                      <a:pt x="1135" y="2710"/>
                      <a:pt x="663" y="2237"/>
                      <a:pt x="663" y="1701"/>
                    </a:cubicBezTo>
                    <a:cubicBezTo>
                      <a:pt x="663" y="1134"/>
                      <a:pt x="1135" y="662"/>
                      <a:pt x="1671" y="662"/>
                    </a:cubicBezTo>
                    <a:close/>
                    <a:moveTo>
                      <a:pt x="1671" y="0"/>
                    </a:moveTo>
                    <a:cubicBezTo>
                      <a:pt x="726" y="0"/>
                      <a:pt x="1" y="756"/>
                      <a:pt x="1" y="1701"/>
                    </a:cubicBezTo>
                    <a:cubicBezTo>
                      <a:pt x="1" y="2647"/>
                      <a:pt x="726" y="3403"/>
                      <a:pt x="1671" y="3403"/>
                    </a:cubicBezTo>
                    <a:cubicBezTo>
                      <a:pt x="2616" y="3403"/>
                      <a:pt x="3372" y="2647"/>
                      <a:pt x="3372" y="1701"/>
                    </a:cubicBezTo>
                    <a:cubicBezTo>
                      <a:pt x="3403" y="756"/>
                      <a:pt x="2616" y="0"/>
                      <a:pt x="16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7841" name="Google Shape;12598;p89">
                <a:extLst>
                  <a:ext uri="{FF2B5EF4-FFF2-40B4-BE49-F238E27FC236}">
                    <a16:creationId xmlns:a16="http://schemas.microsoft.com/office/drawing/2014/main" id="{7827E165-B35D-31ED-9C7D-08B468976187}"/>
                  </a:ext>
                </a:extLst>
              </p:cNvPr>
              <p:cNvGrpSpPr/>
              <p:nvPr/>
            </p:nvGrpSpPr>
            <p:grpSpPr>
              <a:xfrm>
                <a:off x="4600743" y="4323869"/>
                <a:ext cx="566751" cy="644753"/>
                <a:chOff x="-919700" y="2420750"/>
                <a:chExt cx="257575" cy="293025"/>
              </a:xfrm>
              <a:grpFill/>
            </p:grpSpPr>
            <p:sp>
              <p:nvSpPr>
                <p:cNvPr id="17856" name="Google Shape;12599;p89">
                  <a:extLst>
                    <a:ext uri="{FF2B5EF4-FFF2-40B4-BE49-F238E27FC236}">
                      <a16:creationId xmlns:a16="http://schemas.microsoft.com/office/drawing/2014/main" id="{2DBC9F94-97F2-185C-3095-C894AE5135D6}"/>
                    </a:ext>
                  </a:extLst>
                </p:cNvPr>
                <p:cNvSpPr/>
                <p:nvPr/>
              </p:nvSpPr>
              <p:spPr>
                <a:xfrm>
                  <a:off x="-884250" y="2490850"/>
                  <a:ext cx="843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2" h="2049" extrusionOk="0">
                      <a:moveTo>
                        <a:pt x="977" y="631"/>
                      </a:moveTo>
                      <a:cubicBezTo>
                        <a:pt x="1166" y="631"/>
                        <a:pt x="1324" y="788"/>
                        <a:pt x="1324" y="977"/>
                      </a:cubicBezTo>
                      <a:cubicBezTo>
                        <a:pt x="1324" y="1198"/>
                        <a:pt x="1166" y="1355"/>
                        <a:pt x="977" y="1355"/>
                      </a:cubicBezTo>
                      <a:cubicBezTo>
                        <a:pt x="788" y="1355"/>
                        <a:pt x="631" y="1198"/>
                        <a:pt x="631" y="977"/>
                      </a:cubicBezTo>
                      <a:cubicBezTo>
                        <a:pt x="631" y="788"/>
                        <a:pt x="788" y="631"/>
                        <a:pt x="977" y="631"/>
                      </a:cubicBezTo>
                      <a:close/>
                      <a:moveTo>
                        <a:pt x="2363" y="631"/>
                      </a:moveTo>
                      <a:cubicBezTo>
                        <a:pt x="2552" y="631"/>
                        <a:pt x="2710" y="788"/>
                        <a:pt x="2710" y="977"/>
                      </a:cubicBezTo>
                      <a:cubicBezTo>
                        <a:pt x="2710" y="1198"/>
                        <a:pt x="2552" y="1355"/>
                        <a:pt x="2363" y="1355"/>
                      </a:cubicBezTo>
                      <a:cubicBezTo>
                        <a:pt x="2174" y="1355"/>
                        <a:pt x="2017" y="1198"/>
                        <a:pt x="2017" y="977"/>
                      </a:cubicBezTo>
                      <a:cubicBezTo>
                        <a:pt x="2017" y="788"/>
                        <a:pt x="2174" y="631"/>
                        <a:pt x="2363" y="631"/>
                      </a:cubicBezTo>
                      <a:close/>
                      <a:moveTo>
                        <a:pt x="1009" y="1"/>
                      </a:moveTo>
                      <a:cubicBezTo>
                        <a:pt x="473" y="1"/>
                        <a:pt x="0" y="473"/>
                        <a:pt x="0" y="1040"/>
                      </a:cubicBezTo>
                      <a:cubicBezTo>
                        <a:pt x="0" y="1576"/>
                        <a:pt x="473" y="2048"/>
                        <a:pt x="1009" y="2048"/>
                      </a:cubicBezTo>
                      <a:cubicBezTo>
                        <a:pt x="1292" y="2048"/>
                        <a:pt x="1544" y="1922"/>
                        <a:pt x="1702" y="1765"/>
                      </a:cubicBezTo>
                      <a:cubicBezTo>
                        <a:pt x="1891" y="1922"/>
                        <a:pt x="2111" y="2048"/>
                        <a:pt x="2363" y="2048"/>
                      </a:cubicBezTo>
                      <a:cubicBezTo>
                        <a:pt x="2899" y="2048"/>
                        <a:pt x="3371" y="1576"/>
                        <a:pt x="3371" y="1040"/>
                      </a:cubicBezTo>
                      <a:cubicBezTo>
                        <a:pt x="3371" y="442"/>
                        <a:pt x="2899" y="1"/>
                        <a:pt x="2363" y="1"/>
                      </a:cubicBezTo>
                      <a:cubicBezTo>
                        <a:pt x="2080" y="1"/>
                        <a:pt x="1859" y="127"/>
                        <a:pt x="1702" y="284"/>
                      </a:cubicBezTo>
                      <a:cubicBezTo>
                        <a:pt x="1481" y="127"/>
                        <a:pt x="1261" y="1"/>
                        <a:pt x="100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57" name="Google Shape;12600;p89">
                  <a:extLst>
                    <a:ext uri="{FF2B5EF4-FFF2-40B4-BE49-F238E27FC236}">
                      <a16:creationId xmlns:a16="http://schemas.microsoft.com/office/drawing/2014/main" id="{0F7A8D91-3E0F-4B2A-9D4F-5839B91498FA}"/>
                    </a:ext>
                  </a:extLst>
                </p:cNvPr>
                <p:cNvSpPr/>
                <p:nvPr/>
              </p:nvSpPr>
              <p:spPr>
                <a:xfrm>
                  <a:off x="-919700" y="2420750"/>
                  <a:ext cx="257575" cy="29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03" h="11721" extrusionOk="0">
                      <a:moveTo>
                        <a:pt x="7152" y="694"/>
                      </a:moveTo>
                      <a:cubicBezTo>
                        <a:pt x="7373" y="694"/>
                        <a:pt x="7530" y="851"/>
                        <a:pt x="7530" y="1040"/>
                      </a:cubicBezTo>
                      <a:lnTo>
                        <a:pt x="7530" y="1418"/>
                      </a:lnTo>
                      <a:lnTo>
                        <a:pt x="662" y="1418"/>
                      </a:lnTo>
                      <a:lnTo>
                        <a:pt x="662" y="1040"/>
                      </a:lnTo>
                      <a:cubicBezTo>
                        <a:pt x="694" y="851"/>
                        <a:pt x="851" y="694"/>
                        <a:pt x="1009" y="694"/>
                      </a:cubicBezTo>
                      <a:close/>
                      <a:moveTo>
                        <a:pt x="7562" y="2111"/>
                      </a:moveTo>
                      <a:lnTo>
                        <a:pt x="7562" y="3403"/>
                      </a:lnTo>
                      <a:lnTo>
                        <a:pt x="7247" y="3088"/>
                      </a:lnTo>
                      <a:cubicBezTo>
                        <a:pt x="7042" y="2883"/>
                        <a:pt x="6784" y="2792"/>
                        <a:pt x="6528" y="2792"/>
                      </a:cubicBezTo>
                      <a:cubicBezTo>
                        <a:pt x="5999" y="2792"/>
                        <a:pt x="5483" y="3186"/>
                        <a:pt x="5483" y="3781"/>
                      </a:cubicBezTo>
                      <a:cubicBezTo>
                        <a:pt x="5483" y="4065"/>
                        <a:pt x="5577" y="4348"/>
                        <a:pt x="5798" y="4506"/>
                      </a:cubicBezTo>
                      <a:lnTo>
                        <a:pt x="6774" y="5482"/>
                      </a:lnTo>
                      <a:lnTo>
                        <a:pt x="1009" y="5482"/>
                      </a:lnTo>
                      <a:cubicBezTo>
                        <a:pt x="995" y="5485"/>
                        <a:pt x="982" y="5486"/>
                        <a:pt x="968" y="5486"/>
                      </a:cubicBezTo>
                      <a:cubicBezTo>
                        <a:pt x="825" y="5486"/>
                        <a:pt x="694" y="5340"/>
                        <a:pt x="694" y="5167"/>
                      </a:cubicBezTo>
                      <a:lnTo>
                        <a:pt x="694" y="2111"/>
                      </a:lnTo>
                      <a:close/>
                      <a:moveTo>
                        <a:pt x="8160" y="2584"/>
                      </a:moveTo>
                      <a:lnTo>
                        <a:pt x="9200" y="3624"/>
                      </a:lnTo>
                      <a:cubicBezTo>
                        <a:pt x="9421" y="3844"/>
                        <a:pt x="9515" y="4065"/>
                        <a:pt x="9515" y="4348"/>
                      </a:cubicBezTo>
                      <a:lnTo>
                        <a:pt x="9515" y="6900"/>
                      </a:lnTo>
                      <a:cubicBezTo>
                        <a:pt x="9515" y="7373"/>
                        <a:pt x="9358" y="7845"/>
                        <a:pt x="9043" y="8192"/>
                      </a:cubicBezTo>
                      <a:lnTo>
                        <a:pt x="5955" y="8192"/>
                      </a:lnTo>
                      <a:cubicBezTo>
                        <a:pt x="5640" y="7845"/>
                        <a:pt x="5483" y="7373"/>
                        <a:pt x="5483" y="6900"/>
                      </a:cubicBezTo>
                      <a:lnTo>
                        <a:pt x="5483" y="6144"/>
                      </a:lnTo>
                      <a:lnTo>
                        <a:pt x="6837" y="6144"/>
                      </a:lnTo>
                      <a:lnTo>
                        <a:pt x="6837" y="6207"/>
                      </a:lnTo>
                      <a:cubicBezTo>
                        <a:pt x="6837" y="6585"/>
                        <a:pt x="6900" y="6932"/>
                        <a:pt x="7089" y="7373"/>
                      </a:cubicBezTo>
                      <a:cubicBezTo>
                        <a:pt x="7135" y="7487"/>
                        <a:pt x="7263" y="7568"/>
                        <a:pt x="7403" y="7568"/>
                      </a:cubicBezTo>
                      <a:cubicBezTo>
                        <a:pt x="7455" y="7568"/>
                        <a:pt x="7510" y="7556"/>
                        <a:pt x="7562" y="7530"/>
                      </a:cubicBezTo>
                      <a:cubicBezTo>
                        <a:pt x="7719" y="7467"/>
                        <a:pt x="7782" y="7247"/>
                        <a:pt x="7719" y="7058"/>
                      </a:cubicBezTo>
                      <a:cubicBezTo>
                        <a:pt x="7593" y="6774"/>
                        <a:pt x="7530" y="6522"/>
                        <a:pt x="7530" y="6239"/>
                      </a:cubicBezTo>
                      <a:lnTo>
                        <a:pt x="7530" y="5451"/>
                      </a:lnTo>
                      <a:cubicBezTo>
                        <a:pt x="7530" y="5356"/>
                        <a:pt x="7467" y="5262"/>
                        <a:pt x="7404" y="5199"/>
                      </a:cubicBezTo>
                      <a:lnTo>
                        <a:pt x="6207" y="4033"/>
                      </a:lnTo>
                      <a:cubicBezTo>
                        <a:pt x="6018" y="3844"/>
                        <a:pt x="6144" y="3435"/>
                        <a:pt x="6459" y="3435"/>
                      </a:cubicBezTo>
                      <a:cubicBezTo>
                        <a:pt x="6522" y="3435"/>
                        <a:pt x="6648" y="3466"/>
                        <a:pt x="6680" y="3561"/>
                      </a:cubicBezTo>
                      <a:lnTo>
                        <a:pt x="8255" y="5136"/>
                      </a:lnTo>
                      <a:cubicBezTo>
                        <a:pt x="8318" y="5199"/>
                        <a:pt x="8413" y="5230"/>
                        <a:pt x="8503" y="5230"/>
                      </a:cubicBezTo>
                      <a:cubicBezTo>
                        <a:pt x="8594" y="5230"/>
                        <a:pt x="8680" y="5199"/>
                        <a:pt x="8728" y="5136"/>
                      </a:cubicBezTo>
                      <a:cubicBezTo>
                        <a:pt x="8854" y="5010"/>
                        <a:pt x="8854" y="4789"/>
                        <a:pt x="8728" y="4663"/>
                      </a:cubicBezTo>
                      <a:lnTo>
                        <a:pt x="8160" y="4065"/>
                      </a:lnTo>
                      <a:lnTo>
                        <a:pt x="8160" y="2584"/>
                      </a:lnTo>
                      <a:close/>
                      <a:moveTo>
                        <a:pt x="9295" y="8948"/>
                      </a:moveTo>
                      <a:cubicBezTo>
                        <a:pt x="9484" y="8948"/>
                        <a:pt x="9641" y="9105"/>
                        <a:pt x="9641" y="9295"/>
                      </a:cubicBezTo>
                      <a:lnTo>
                        <a:pt x="9641" y="10996"/>
                      </a:lnTo>
                      <a:lnTo>
                        <a:pt x="5514" y="10996"/>
                      </a:lnTo>
                      <a:lnTo>
                        <a:pt x="5514" y="9295"/>
                      </a:lnTo>
                      <a:cubicBezTo>
                        <a:pt x="5514" y="9105"/>
                        <a:pt x="5672" y="8948"/>
                        <a:pt x="5861" y="8948"/>
                      </a:cubicBezTo>
                      <a:close/>
                      <a:moveTo>
                        <a:pt x="1009" y="1"/>
                      </a:moveTo>
                      <a:cubicBezTo>
                        <a:pt x="473" y="1"/>
                        <a:pt x="1" y="473"/>
                        <a:pt x="1" y="1040"/>
                      </a:cubicBezTo>
                      <a:lnTo>
                        <a:pt x="1" y="5167"/>
                      </a:lnTo>
                      <a:cubicBezTo>
                        <a:pt x="1" y="5734"/>
                        <a:pt x="473" y="6207"/>
                        <a:pt x="1009" y="6207"/>
                      </a:cubicBezTo>
                      <a:lnTo>
                        <a:pt x="4789" y="6207"/>
                      </a:lnTo>
                      <a:lnTo>
                        <a:pt x="4789" y="6932"/>
                      </a:lnTo>
                      <a:cubicBezTo>
                        <a:pt x="4789" y="7499"/>
                        <a:pt x="4947" y="8003"/>
                        <a:pt x="5231" y="8444"/>
                      </a:cubicBezTo>
                      <a:cubicBezTo>
                        <a:pt x="4947" y="8633"/>
                        <a:pt x="4789" y="8948"/>
                        <a:pt x="4789" y="9295"/>
                      </a:cubicBezTo>
                      <a:lnTo>
                        <a:pt x="4789" y="11342"/>
                      </a:lnTo>
                      <a:cubicBezTo>
                        <a:pt x="4789" y="11563"/>
                        <a:pt x="4947" y="11720"/>
                        <a:pt x="5168" y="11720"/>
                      </a:cubicBezTo>
                      <a:lnTo>
                        <a:pt x="9956" y="11720"/>
                      </a:lnTo>
                      <a:cubicBezTo>
                        <a:pt x="10145" y="11720"/>
                        <a:pt x="10303" y="11563"/>
                        <a:pt x="10303" y="11342"/>
                      </a:cubicBezTo>
                      <a:lnTo>
                        <a:pt x="10303" y="9295"/>
                      </a:lnTo>
                      <a:cubicBezTo>
                        <a:pt x="10303" y="8948"/>
                        <a:pt x="10114" y="8633"/>
                        <a:pt x="9893" y="8444"/>
                      </a:cubicBezTo>
                      <a:cubicBezTo>
                        <a:pt x="10177" y="8003"/>
                        <a:pt x="10303" y="7499"/>
                        <a:pt x="10303" y="6932"/>
                      </a:cubicBezTo>
                      <a:lnTo>
                        <a:pt x="10303" y="4380"/>
                      </a:lnTo>
                      <a:lnTo>
                        <a:pt x="10271" y="4380"/>
                      </a:lnTo>
                      <a:cubicBezTo>
                        <a:pt x="10271" y="3907"/>
                        <a:pt x="10082" y="3466"/>
                        <a:pt x="9767" y="3151"/>
                      </a:cubicBezTo>
                      <a:lnTo>
                        <a:pt x="8224" y="1639"/>
                      </a:lnTo>
                      <a:lnTo>
                        <a:pt x="8224" y="1040"/>
                      </a:lnTo>
                      <a:cubicBezTo>
                        <a:pt x="8224" y="473"/>
                        <a:pt x="7751" y="1"/>
                        <a:pt x="721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58" name="Google Shape;12601;p89">
                  <a:extLst>
                    <a:ext uri="{FF2B5EF4-FFF2-40B4-BE49-F238E27FC236}">
                      <a16:creationId xmlns:a16="http://schemas.microsoft.com/office/drawing/2014/main" id="{38C23DE3-5D3E-B893-D809-1530D8943ECF}"/>
                    </a:ext>
                  </a:extLst>
                </p:cNvPr>
                <p:cNvSpPr/>
                <p:nvPr/>
              </p:nvSpPr>
              <p:spPr>
                <a:xfrm>
                  <a:off x="-766100" y="2660975"/>
                  <a:ext cx="181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cubicBezTo>
                        <a:pt x="536" y="725"/>
                        <a:pt x="725" y="568"/>
                        <a:pt x="725" y="379"/>
                      </a:cubicBez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42" name="Google Shape;12630;p89">
                <a:extLst>
                  <a:ext uri="{FF2B5EF4-FFF2-40B4-BE49-F238E27FC236}">
                    <a16:creationId xmlns:a16="http://schemas.microsoft.com/office/drawing/2014/main" id="{E6EE32B0-161F-35BF-8C24-64242AE330B7}"/>
                  </a:ext>
                </a:extLst>
              </p:cNvPr>
              <p:cNvGrpSpPr/>
              <p:nvPr/>
            </p:nvGrpSpPr>
            <p:grpSpPr>
              <a:xfrm>
                <a:off x="11162866" y="4335825"/>
                <a:ext cx="620890" cy="620890"/>
                <a:chOff x="2964567" y="2571753"/>
                <a:chExt cx="417045" cy="417045"/>
              </a:xfrm>
              <a:grpFill/>
            </p:grpSpPr>
            <p:sp>
              <p:nvSpPr>
                <p:cNvPr id="17410" name="Google Shape;12631;p89">
                  <a:extLst>
                    <a:ext uri="{FF2B5EF4-FFF2-40B4-BE49-F238E27FC236}">
                      <a16:creationId xmlns:a16="http://schemas.microsoft.com/office/drawing/2014/main" id="{A0607795-C21B-A19B-F4BE-9AC5995C9B88}"/>
                    </a:ext>
                  </a:extLst>
                </p:cNvPr>
                <p:cNvSpPr/>
                <p:nvPr/>
              </p:nvSpPr>
              <p:spPr>
                <a:xfrm>
                  <a:off x="2964567" y="2571753"/>
                  <a:ext cx="417045" cy="417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3" h="19983" extrusionOk="0">
                      <a:moveTo>
                        <a:pt x="9992" y="1170"/>
                      </a:moveTo>
                      <a:cubicBezTo>
                        <a:pt x="14855" y="1170"/>
                        <a:pt x="18812" y="4866"/>
                        <a:pt x="18812" y="9405"/>
                      </a:cubicBezTo>
                      <a:cubicBezTo>
                        <a:pt x="18812" y="13925"/>
                        <a:pt x="14855" y="17601"/>
                        <a:pt x="9992" y="17601"/>
                      </a:cubicBezTo>
                      <a:cubicBezTo>
                        <a:pt x="9111" y="17601"/>
                        <a:pt x="8240" y="17481"/>
                        <a:pt x="7407" y="17242"/>
                      </a:cubicBezTo>
                      <a:cubicBezTo>
                        <a:pt x="7354" y="17226"/>
                        <a:pt x="7299" y="17218"/>
                        <a:pt x="7245" y="17218"/>
                      </a:cubicBezTo>
                      <a:cubicBezTo>
                        <a:pt x="7153" y="17218"/>
                        <a:pt x="7062" y="17240"/>
                        <a:pt x="6979" y="17282"/>
                      </a:cubicBezTo>
                      <a:lnTo>
                        <a:pt x="4723" y="18439"/>
                      </a:lnTo>
                      <a:lnTo>
                        <a:pt x="4723" y="16262"/>
                      </a:lnTo>
                      <a:cubicBezTo>
                        <a:pt x="4723" y="16078"/>
                        <a:pt x="4637" y="15904"/>
                        <a:pt x="4490" y="15793"/>
                      </a:cubicBezTo>
                      <a:cubicBezTo>
                        <a:pt x="2381" y="14208"/>
                        <a:pt x="1171" y="11880"/>
                        <a:pt x="1171" y="9405"/>
                      </a:cubicBezTo>
                      <a:cubicBezTo>
                        <a:pt x="1171" y="4866"/>
                        <a:pt x="5129" y="1170"/>
                        <a:pt x="9992" y="1170"/>
                      </a:cubicBezTo>
                      <a:close/>
                      <a:moveTo>
                        <a:pt x="9992" y="1"/>
                      </a:moveTo>
                      <a:cubicBezTo>
                        <a:pt x="4575" y="1"/>
                        <a:pt x="0" y="4153"/>
                        <a:pt x="0" y="9407"/>
                      </a:cubicBezTo>
                      <a:cubicBezTo>
                        <a:pt x="0" y="12221"/>
                        <a:pt x="1359" y="14795"/>
                        <a:pt x="3552" y="16548"/>
                      </a:cubicBezTo>
                      <a:lnTo>
                        <a:pt x="3552" y="19396"/>
                      </a:lnTo>
                      <a:cubicBezTo>
                        <a:pt x="3552" y="19602"/>
                        <a:pt x="3659" y="19791"/>
                        <a:pt x="3832" y="19897"/>
                      </a:cubicBezTo>
                      <a:cubicBezTo>
                        <a:pt x="3925" y="19953"/>
                        <a:pt x="4031" y="19982"/>
                        <a:pt x="4138" y="19982"/>
                      </a:cubicBezTo>
                      <a:cubicBezTo>
                        <a:pt x="4229" y="19982"/>
                        <a:pt x="4320" y="19961"/>
                        <a:pt x="4405" y="19918"/>
                      </a:cubicBezTo>
                      <a:lnTo>
                        <a:pt x="7310" y="18429"/>
                      </a:lnTo>
                      <a:cubicBezTo>
                        <a:pt x="8180" y="18657"/>
                        <a:pt x="9081" y="18772"/>
                        <a:pt x="9992" y="18772"/>
                      </a:cubicBezTo>
                      <a:cubicBezTo>
                        <a:pt x="15500" y="18772"/>
                        <a:pt x="19983" y="14570"/>
                        <a:pt x="19983" y="9407"/>
                      </a:cubicBezTo>
                      <a:cubicBezTo>
                        <a:pt x="19983" y="4151"/>
                        <a:pt x="15405" y="1"/>
                        <a:pt x="999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411" name="Google Shape;12632;p89">
                  <a:extLst>
                    <a:ext uri="{FF2B5EF4-FFF2-40B4-BE49-F238E27FC236}">
                      <a16:creationId xmlns:a16="http://schemas.microsoft.com/office/drawing/2014/main" id="{B851F998-7271-0225-B0BE-5791A4A65003}"/>
                    </a:ext>
                  </a:extLst>
                </p:cNvPr>
                <p:cNvSpPr/>
                <p:nvPr/>
              </p:nvSpPr>
              <p:spPr>
                <a:xfrm>
                  <a:off x="3037777" y="2694715"/>
                  <a:ext cx="270642" cy="146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68" h="7026" extrusionOk="0">
                      <a:moveTo>
                        <a:pt x="5362" y="1463"/>
                      </a:moveTo>
                      <a:lnTo>
                        <a:pt x="7241" y="3341"/>
                      </a:lnTo>
                      <a:cubicBezTo>
                        <a:pt x="7353" y="3454"/>
                        <a:pt x="7503" y="3513"/>
                        <a:pt x="7655" y="3513"/>
                      </a:cubicBezTo>
                      <a:cubicBezTo>
                        <a:pt x="7744" y="3513"/>
                        <a:pt x="7833" y="3493"/>
                        <a:pt x="7917" y="3451"/>
                      </a:cubicBezTo>
                      <a:lnTo>
                        <a:pt x="10216" y="2303"/>
                      </a:lnTo>
                      <a:lnTo>
                        <a:pt x="7605" y="5565"/>
                      </a:lnTo>
                      <a:lnTo>
                        <a:pt x="5726" y="3685"/>
                      </a:lnTo>
                      <a:cubicBezTo>
                        <a:pt x="5614" y="3573"/>
                        <a:pt x="5463" y="3514"/>
                        <a:pt x="5311" y="3514"/>
                      </a:cubicBezTo>
                      <a:cubicBezTo>
                        <a:pt x="5223" y="3514"/>
                        <a:pt x="5133" y="3534"/>
                        <a:pt x="5051" y="3575"/>
                      </a:cubicBezTo>
                      <a:lnTo>
                        <a:pt x="2751" y="4725"/>
                      </a:lnTo>
                      <a:lnTo>
                        <a:pt x="2751" y="4725"/>
                      </a:lnTo>
                      <a:lnTo>
                        <a:pt x="5362" y="1463"/>
                      </a:lnTo>
                      <a:close/>
                      <a:moveTo>
                        <a:pt x="5312" y="1"/>
                      </a:moveTo>
                      <a:cubicBezTo>
                        <a:pt x="5302" y="1"/>
                        <a:pt x="5291" y="1"/>
                        <a:pt x="5281" y="2"/>
                      </a:cubicBezTo>
                      <a:cubicBezTo>
                        <a:pt x="5114" y="12"/>
                        <a:pt x="4959" y="92"/>
                        <a:pt x="4856" y="221"/>
                      </a:cubicBezTo>
                      <a:lnTo>
                        <a:pt x="172" y="6075"/>
                      </a:lnTo>
                      <a:cubicBezTo>
                        <a:pt x="0" y="6290"/>
                        <a:pt x="2" y="6595"/>
                        <a:pt x="174" y="6809"/>
                      </a:cubicBezTo>
                      <a:cubicBezTo>
                        <a:pt x="288" y="6950"/>
                        <a:pt x="457" y="7026"/>
                        <a:pt x="630" y="7026"/>
                      </a:cubicBezTo>
                      <a:cubicBezTo>
                        <a:pt x="719" y="7026"/>
                        <a:pt x="808" y="7006"/>
                        <a:pt x="892" y="6964"/>
                      </a:cubicBezTo>
                      <a:lnTo>
                        <a:pt x="5198" y="4811"/>
                      </a:lnTo>
                      <a:lnTo>
                        <a:pt x="7241" y="6855"/>
                      </a:lnTo>
                      <a:cubicBezTo>
                        <a:pt x="7349" y="6964"/>
                        <a:pt x="7496" y="7026"/>
                        <a:pt x="7650" y="7026"/>
                      </a:cubicBezTo>
                      <a:cubicBezTo>
                        <a:pt x="7662" y="7026"/>
                        <a:pt x="7674" y="7025"/>
                        <a:pt x="7687" y="7024"/>
                      </a:cubicBezTo>
                      <a:cubicBezTo>
                        <a:pt x="7853" y="7016"/>
                        <a:pt x="8007" y="6936"/>
                        <a:pt x="8111" y="6807"/>
                      </a:cubicBezTo>
                      <a:lnTo>
                        <a:pt x="12795" y="951"/>
                      </a:lnTo>
                      <a:cubicBezTo>
                        <a:pt x="12967" y="737"/>
                        <a:pt x="12965" y="431"/>
                        <a:pt x="12792" y="219"/>
                      </a:cubicBezTo>
                      <a:cubicBezTo>
                        <a:pt x="12679" y="78"/>
                        <a:pt x="12510" y="1"/>
                        <a:pt x="12337" y="1"/>
                      </a:cubicBezTo>
                      <a:cubicBezTo>
                        <a:pt x="12249" y="1"/>
                        <a:pt x="12159" y="21"/>
                        <a:pt x="12075" y="63"/>
                      </a:cubicBezTo>
                      <a:lnTo>
                        <a:pt x="7770" y="2216"/>
                      </a:lnTo>
                      <a:lnTo>
                        <a:pt x="5726" y="173"/>
                      </a:lnTo>
                      <a:cubicBezTo>
                        <a:pt x="5617" y="62"/>
                        <a:pt x="5467" y="1"/>
                        <a:pt x="531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843" name="Google Shape;12645;p89">
                <a:extLst>
                  <a:ext uri="{FF2B5EF4-FFF2-40B4-BE49-F238E27FC236}">
                    <a16:creationId xmlns:a16="http://schemas.microsoft.com/office/drawing/2014/main" id="{720A99E7-AF17-3054-7456-8D2082664863}"/>
                  </a:ext>
                </a:extLst>
              </p:cNvPr>
              <p:cNvSpPr/>
              <p:nvPr/>
            </p:nvSpPr>
            <p:spPr>
              <a:xfrm>
                <a:off x="7055026" y="4335935"/>
                <a:ext cx="620847" cy="620847"/>
              </a:xfrm>
              <a:custGeom>
                <a:avLst/>
                <a:gdLst/>
                <a:ahLst/>
                <a:cxnLst/>
                <a:rect l="l" t="t" r="r" b="b"/>
                <a:pathLst>
                  <a:path w="19982" h="19982" extrusionOk="0">
                    <a:moveTo>
                      <a:pt x="14602" y="3500"/>
                    </a:moveTo>
                    <a:cubicBezTo>
                      <a:pt x="15137" y="3500"/>
                      <a:pt x="15682" y="3563"/>
                      <a:pt x="16247" y="3689"/>
                    </a:cubicBezTo>
                    <a:cubicBezTo>
                      <a:pt x="16179" y="4154"/>
                      <a:pt x="16095" y="4705"/>
                      <a:pt x="16033" y="5120"/>
                    </a:cubicBezTo>
                    <a:cubicBezTo>
                      <a:pt x="15810" y="5075"/>
                      <a:pt x="15484" y="5035"/>
                      <a:pt x="15150" y="5035"/>
                    </a:cubicBezTo>
                    <a:cubicBezTo>
                      <a:pt x="14968" y="5035"/>
                      <a:pt x="14783" y="5047"/>
                      <a:pt x="14611" y="5076"/>
                    </a:cubicBezTo>
                    <a:cubicBezTo>
                      <a:pt x="13536" y="5258"/>
                      <a:pt x="12918" y="5925"/>
                      <a:pt x="12918" y="6907"/>
                    </a:cubicBezTo>
                    <a:lnTo>
                      <a:pt x="12918" y="8819"/>
                    </a:lnTo>
                    <a:cubicBezTo>
                      <a:pt x="12918" y="9143"/>
                      <a:pt x="13180" y="9405"/>
                      <a:pt x="13504" y="9405"/>
                    </a:cubicBezTo>
                    <a:lnTo>
                      <a:pt x="15681" y="9405"/>
                    </a:lnTo>
                    <a:lnTo>
                      <a:pt x="15388" y="10576"/>
                    </a:lnTo>
                    <a:lnTo>
                      <a:pt x="13504" y="10576"/>
                    </a:lnTo>
                    <a:cubicBezTo>
                      <a:pt x="13180" y="10576"/>
                      <a:pt x="12918" y="10838"/>
                      <a:pt x="12918" y="11161"/>
                    </a:cubicBezTo>
                    <a:lnTo>
                      <a:pt x="12918" y="18811"/>
                    </a:lnTo>
                    <a:lnTo>
                      <a:pt x="11162" y="18811"/>
                    </a:lnTo>
                    <a:lnTo>
                      <a:pt x="11162" y="11161"/>
                    </a:lnTo>
                    <a:cubicBezTo>
                      <a:pt x="11162" y="10838"/>
                      <a:pt x="10900" y="10576"/>
                      <a:pt x="10576" y="10576"/>
                    </a:cubicBezTo>
                    <a:lnTo>
                      <a:pt x="9407" y="10576"/>
                    </a:lnTo>
                    <a:lnTo>
                      <a:pt x="9407" y="9405"/>
                    </a:lnTo>
                    <a:lnTo>
                      <a:pt x="10576" y="9405"/>
                    </a:lnTo>
                    <a:cubicBezTo>
                      <a:pt x="10900" y="9405"/>
                      <a:pt x="11162" y="9143"/>
                      <a:pt x="11162" y="8821"/>
                    </a:cubicBezTo>
                    <a:cubicBezTo>
                      <a:pt x="11162" y="7215"/>
                      <a:pt x="11162" y="6481"/>
                      <a:pt x="11162" y="6143"/>
                    </a:cubicBezTo>
                    <a:cubicBezTo>
                      <a:pt x="11162" y="5520"/>
                      <a:pt x="11163" y="4843"/>
                      <a:pt x="11770" y="4324"/>
                    </a:cubicBezTo>
                    <a:cubicBezTo>
                      <a:pt x="12234" y="3928"/>
                      <a:pt x="12823" y="3687"/>
                      <a:pt x="13628" y="3571"/>
                    </a:cubicBezTo>
                    <a:cubicBezTo>
                      <a:pt x="13950" y="3524"/>
                      <a:pt x="14274" y="3500"/>
                      <a:pt x="14602" y="3500"/>
                    </a:cubicBezTo>
                    <a:close/>
                    <a:moveTo>
                      <a:pt x="17017" y="1170"/>
                    </a:moveTo>
                    <a:cubicBezTo>
                      <a:pt x="17990" y="1170"/>
                      <a:pt x="18811" y="1975"/>
                      <a:pt x="18811" y="2927"/>
                    </a:cubicBezTo>
                    <a:lnTo>
                      <a:pt x="18811" y="17056"/>
                    </a:lnTo>
                    <a:cubicBezTo>
                      <a:pt x="18811" y="18023"/>
                      <a:pt x="18024" y="18811"/>
                      <a:pt x="17056" y="18811"/>
                    </a:cubicBezTo>
                    <a:lnTo>
                      <a:pt x="14089" y="18811"/>
                    </a:lnTo>
                    <a:lnTo>
                      <a:pt x="14089" y="11747"/>
                    </a:lnTo>
                    <a:lnTo>
                      <a:pt x="15846" y="11747"/>
                    </a:lnTo>
                    <a:cubicBezTo>
                      <a:pt x="16115" y="11747"/>
                      <a:pt x="16348" y="11565"/>
                      <a:pt x="16414" y="11305"/>
                    </a:cubicBezTo>
                    <a:lnTo>
                      <a:pt x="16999" y="8963"/>
                    </a:lnTo>
                    <a:cubicBezTo>
                      <a:pt x="17042" y="8787"/>
                      <a:pt x="17003" y="8602"/>
                      <a:pt x="16893" y="8460"/>
                    </a:cubicBezTo>
                    <a:cubicBezTo>
                      <a:pt x="16782" y="8317"/>
                      <a:pt x="16612" y="8235"/>
                      <a:pt x="16431" y="8235"/>
                    </a:cubicBezTo>
                    <a:lnTo>
                      <a:pt x="14089" y="8235"/>
                    </a:lnTo>
                    <a:lnTo>
                      <a:pt x="14089" y="6909"/>
                    </a:lnTo>
                    <a:cubicBezTo>
                      <a:pt x="14089" y="6638"/>
                      <a:pt x="14144" y="6343"/>
                      <a:pt x="14808" y="6229"/>
                    </a:cubicBezTo>
                    <a:cubicBezTo>
                      <a:pt x="14936" y="6208"/>
                      <a:pt x="15061" y="6199"/>
                      <a:pt x="15182" y="6199"/>
                    </a:cubicBezTo>
                    <a:cubicBezTo>
                      <a:pt x="15552" y="6199"/>
                      <a:pt x="15890" y="6283"/>
                      <a:pt x="16198" y="6360"/>
                    </a:cubicBezTo>
                    <a:cubicBezTo>
                      <a:pt x="16304" y="6387"/>
                      <a:pt x="16415" y="6421"/>
                      <a:pt x="16532" y="6421"/>
                    </a:cubicBezTo>
                    <a:cubicBezTo>
                      <a:pt x="16632" y="6421"/>
                      <a:pt x="16736" y="6396"/>
                      <a:pt x="16847" y="6321"/>
                    </a:cubicBezTo>
                    <a:cubicBezTo>
                      <a:pt x="16983" y="6229"/>
                      <a:pt x="17074" y="6084"/>
                      <a:pt x="17098" y="5923"/>
                    </a:cubicBezTo>
                    <a:cubicBezTo>
                      <a:pt x="17098" y="5923"/>
                      <a:pt x="17362" y="4156"/>
                      <a:pt x="17482" y="3339"/>
                    </a:cubicBezTo>
                    <a:cubicBezTo>
                      <a:pt x="17525" y="3049"/>
                      <a:pt x="17346" y="2769"/>
                      <a:pt x="17063" y="2690"/>
                    </a:cubicBezTo>
                    <a:cubicBezTo>
                      <a:pt x="16267" y="2463"/>
                      <a:pt x="15346" y="2343"/>
                      <a:pt x="14504" y="2343"/>
                    </a:cubicBezTo>
                    <a:cubicBezTo>
                      <a:pt x="14137" y="2343"/>
                      <a:pt x="13786" y="2365"/>
                      <a:pt x="13467" y="2412"/>
                    </a:cubicBezTo>
                    <a:cubicBezTo>
                      <a:pt x="12434" y="2562"/>
                      <a:pt x="11646" y="2888"/>
                      <a:pt x="11009" y="3434"/>
                    </a:cubicBezTo>
                    <a:cubicBezTo>
                      <a:pt x="10121" y="4193"/>
                      <a:pt x="10010" y="5168"/>
                      <a:pt x="9999" y="5833"/>
                    </a:cubicBezTo>
                    <a:cubicBezTo>
                      <a:pt x="9999" y="5847"/>
                      <a:pt x="9999" y="7029"/>
                      <a:pt x="9999" y="8235"/>
                    </a:cubicBezTo>
                    <a:lnTo>
                      <a:pt x="8821" y="8235"/>
                    </a:lnTo>
                    <a:cubicBezTo>
                      <a:pt x="8497" y="8235"/>
                      <a:pt x="8236" y="8497"/>
                      <a:pt x="8236" y="8819"/>
                    </a:cubicBezTo>
                    <a:lnTo>
                      <a:pt x="8236" y="11161"/>
                    </a:lnTo>
                    <a:cubicBezTo>
                      <a:pt x="8236" y="11485"/>
                      <a:pt x="8497" y="11747"/>
                      <a:pt x="8821" y="11747"/>
                    </a:cubicBezTo>
                    <a:lnTo>
                      <a:pt x="9991" y="11747"/>
                    </a:lnTo>
                    <a:lnTo>
                      <a:pt x="9991" y="18811"/>
                    </a:lnTo>
                    <a:lnTo>
                      <a:pt x="2927" y="18811"/>
                    </a:lnTo>
                    <a:cubicBezTo>
                      <a:pt x="1959" y="18811"/>
                      <a:pt x="1172" y="18023"/>
                      <a:pt x="1172" y="17054"/>
                    </a:cubicBezTo>
                    <a:lnTo>
                      <a:pt x="1172" y="2927"/>
                    </a:lnTo>
                    <a:cubicBezTo>
                      <a:pt x="1172" y="1959"/>
                      <a:pt x="1959" y="1170"/>
                      <a:pt x="2927" y="1170"/>
                    </a:cubicBezTo>
                    <a:close/>
                    <a:moveTo>
                      <a:pt x="2927" y="1"/>
                    </a:moveTo>
                    <a:cubicBezTo>
                      <a:pt x="1314" y="1"/>
                      <a:pt x="1" y="1313"/>
                      <a:pt x="1" y="2927"/>
                    </a:cubicBezTo>
                    <a:lnTo>
                      <a:pt x="1" y="17056"/>
                    </a:lnTo>
                    <a:cubicBezTo>
                      <a:pt x="1" y="18669"/>
                      <a:pt x="1314" y="19982"/>
                      <a:pt x="2927" y="19982"/>
                    </a:cubicBezTo>
                    <a:lnTo>
                      <a:pt x="17054" y="19982"/>
                    </a:lnTo>
                    <a:cubicBezTo>
                      <a:pt x="18669" y="19982"/>
                      <a:pt x="19982" y="18669"/>
                      <a:pt x="19982" y="17056"/>
                    </a:cubicBezTo>
                    <a:lnTo>
                      <a:pt x="19982" y="2927"/>
                    </a:lnTo>
                    <a:cubicBezTo>
                      <a:pt x="19982" y="2145"/>
                      <a:pt x="19669" y="1409"/>
                      <a:pt x="19101" y="853"/>
                    </a:cubicBezTo>
                    <a:cubicBezTo>
                      <a:pt x="18538" y="303"/>
                      <a:pt x="17797" y="1"/>
                      <a:pt x="1701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7844" name="Google Shape;12646;p89">
                <a:extLst>
                  <a:ext uri="{FF2B5EF4-FFF2-40B4-BE49-F238E27FC236}">
                    <a16:creationId xmlns:a16="http://schemas.microsoft.com/office/drawing/2014/main" id="{47CB91EC-CD88-70FE-BD6B-D7BB660B0543}"/>
                  </a:ext>
                </a:extLst>
              </p:cNvPr>
              <p:cNvGrpSpPr/>
              <p:nvPr/>
            </p:nvGrpSpPr>
            <p:grpSpPr>
              <a:xfrm>
                <a:off x="7848323" y="4335840"/>
                <a:ext cx="620922" cy="620859"/>
                <a:chOff x="812101" y="2571761"/>
                <a:chExt cx="417066" cy="417024"/>
              </a:xfrm>
              <a:grpFill/>
            </p:grpSpPr>
            <p:sp>
              <p:nvSpPr>
                <p:cNvPr id="17854" name="Google Shape;12647;p89">
                  <a:extLst>
                    <a:ext uri="{FF2B5EF4-FFF2-40B4-BE49-F238E27FC236}">
                      <a16:creationId xmlns:a16="http://schemas.microsoft.com/office/drawing/2014/main" id="{EB698513-B026-4C5F-6C5F-15739A1AD9F0}"/>
                    </a:ext>
                  </a:extLst>
                </p:cNvPr>
                <p:cNvSpPr/>
                <p:nvPr/>
              </p:nvSpPr>
              <p:spPr>
                <a:xfrm>
                  <a:off x="935084" y="2694744"/>
                  <a:ext cx="171071" cy="1710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7" h="8197" extrusionOk="0">
                      <a:moveTo>
                        <a:pt x="4099" y="1171"/>
                      </a:moveTo>
                      <a:cubicBezTo>
                        <a:pt x="5712" y="1171"/>
                        <a:pt x="7027" y="2484"/>
                        <a:pt x="7027" y="4097"/>
                      </a:cubicBezTo>
                      <a:cubicBezTo>
                        <a:pt x="7027" y="5712"/>
                        <a:pt x="5712" y="7025"/>
                        <a:pt x="4099" y="7025"/>
                      </a:cubicBezTo>
                      <a:cubicBezTo>
                        <a:pt x="2486" y="7025"/>
                        <a:pt x="1171" y="5712"/>
                        <a:pt x="1171" y="4097"/>
                      </a:cubicBezTo>
                      <a:cubicBezTo>
                        <a:pt x="1171" y="2484"/>
                        <a:pt x="2486" y="1171"/>
                        <a:pt x="4099" y="1171"/>
                      </a:cubicBezTo>
                      <a:close/>
                      <a:moveTo>
                        <a:pt x="4099" y="0"/>
                      </a:moveTo>
                      <a:cubicBezTo>
                        <a:pt x="1840" y="0"/>
                        <a:pt x="0" y="1838"/>
                        <a:pt x="0" y="4097"/>
                      </a:cubicBezTo>
                      <a:cubicBezTo>
                        <a:pt x="0" y="6358"/>
                        <a:pt x="1840" y="8196"/>
                        <a:pt x="4099" y="8196"/>
                      </a:cubicBezTo>
                      <a:cubicBezTo>
                        <a:pt x="6358" y="8196"/>
                        <a:pt x="8196" y="6358"/>
                        <a:pt x="8196" y="4097"/>
                      </a:cubicBezTo>
                      <a:cubicBezTo>
                        <a:pt x="8196" y="1838"/>
                        <a:pt x="6358" y="0"/>
                        <a:pt x="409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55" name="Google Shape;12648;p89">
                  <a:extLst>
                    <a:ext uri="{FF2B5EF4-FFF2-40B4-BE49-F238E27FC236}">
                      <a16:creationId xmlns:a16="http://schemas.microsoft.com/office/drawing/2014/main" id="{F27F0778-749B-3C80-C836-4B6F07C745F4}"/>
                    </a:ext>
                  </a:extLst>
                </p:cNvPr>
                <p:cNvSpPr/>
                <p:nvPr/>
              </p:nvSpPr>
              <p:spPr>
                <a:xfrm>
                  <a:off x="860977" y="2620616"/>
                  <a:ext cx="319311" cy="3192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00" h="15299" extrusionOk="0">
                      <a:moveTo>
                        <a:pt x="12333" y="1171"/>
                      </a:moveTo>
                      <a:cubicBezTo>
                        <a:pt x="13306" y="1171"/>
                        <a:pt x="14128" y="1994"/>
                        <a:pt x="14128" y="2967"/>
                      </a:cubicBezTo>
                      <a:lnTo>
                        <a:pt x="14128" y="12334"/>
                      </a:lnTo>
                      <a:cubicBezTo>
                        <a:pt x="14128" y="13307"/>
                        <a:pt x="13306" y="14129"/>
                        <a:pt x="12333" y="14129"/>
                      </a:cubicBezTo>
                      <a:lnTo>
                        <a:pt x="2968" y="14129"/>
                      </a:lnTo>
                      <a:cubicBezTo>
                        <a:pt x="1993" y="14129"/>
                        <a:pt x="1172" y="13307"/>
                        <a:pt x="1172" y="12334"/>
                      </a:cubicBezTo>
                      <a:lnTo>
                        <a:pt x="1172" y="2967"/>
                      </a:lnTo>
                      <a:cubicBezTo>
                        <a:pt x="1172" y="1994"/>
                        <a:pt x="1993" y="1171"/>
                        <a:pt x="2968" y="1171"/>
                      </a:cubicBezTo>
                      <a:close/>
                      <a:moveTo>
                        <a:pt x="2968" y="0"/>
                      </a:moveTo>
                      <a:cubicBezTo>
                        <a:pt x="1351" y="0"/>
                        <a:pt x="1" y="1346"/>
                        <a:pt x="1" y="2967"/>
                      </a:cubicBezTo>
                      <a:lnTo>
                        <a:pt x="1" y="12334"/>
                      </a:lnTo>
                      <a:cubicBezTo>
                        <a:pt x="1" y="13952"/>
                        <a:pt x="1349" y="15299"/>
                        <a:pt x="2968" y="15299"/>
                      </a:cubicBezTo>
                      <a:lnTo>
                        <a:pt x="12333" y="15299"/>
                      </a:lnTo>
                      <a:cubicBezTo>
                        <a:pt x="13953" y="15299"/>
                        <a:pt x="15299" y="13951"/>
                        <a:pt x="15299" y="12334"/>
                      </a:cubicBezTo>
                      <a:lnTo>
                        <a:pt x="15299" y="2967"/>
                      </a:lnTo>
                      <a:cubicBezTo>
                        <a:pt x="15299" y="1345"/>
                        <a:pt x="13948" y="0"/>
                        <a:pt x="123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14" name="Google Shape;12649;p89">
                  <a:extLst>
                    <a:ext uri="{FF2B5EF4-FFF2-40B4-BE49-F238E27FC236}">
                      <a16:creationId xmlns:a16="http://schemas.microsoft.com/office/drawing/2014/main" id="{BB553CA2-3836-D6BB-14DB-1C4E89D4E249}"/>
                    </a:ext>
                  </a:extLst>
                </p:cNvPr>
                <p:cNvSpPr/>
                <p:nvPr/>
              </p:nvSpPr>
              <p:spPr>
                <a:xfrm>
                  <a:off x="812101" y="2571761"/>
                  <a:ext cx="417066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4" h="19982" extrusionOk="0">
                      <a:moveTo>
                        <a:pt x="17056" y="1172"/>
                      </a:moveTo>
                      <a:cubicBezTo>
                        <a:pt x="18025" y="1172"/>
                        <a:pt x="18812" y="1959"/>
                        <a:pt x="18812" y="2927"/>
                      </a:cubicBezTo>
                      <a:lnTo>
                        <a:pt x="18812" y="17056"/>
                      </a:lnTo>
                      <a:cubicBezTo>
                        <a:pt x="18812" y="18023"/>
                        <a:pt x="18025" y="18811"/>
                        <a:pt x="17056" y="18811"/>
                      </a:cubicBezTo>
                      <a:lnTo>
                        <a:pt x="2928" y="18811"/>
                      </a:lnTo>
                      <a:cubicBezTo>
                        <a:pt x="1961" y="18811"/>
                        <a:pt x="1172" y="18023"/>
                        <a:pt x="1172" y="17056"/>
                      </a:cubicBezTo>
                      <a:lnTo>
                        <a:pt x="1172" y="2927"/>
                      </a:lnTo>
                      <a:cubicBezTo>
                        <a:pt x="1172" y="1959"/>
                        <a:pt x="1961" y="1172"/>
                        <a:pt x="2928" y="1172"/>
                      </a:cubicBezTo>
                      <a:close/>
                      <a:moveTo>
                        <a:pt x="2928" y="1"/>
                      </a:moveTo>
                      <a:cubicBezTo>
                        <a:pt x="1313" y="1"/>
                        <a:pt x="1" y="1313"/>
                        <a:pt x="1" y="2927"/>
                      </a:cubicBezTo>
                      <a:lnTo>
                        <a:pt x="1" y="17056"/>
                      </a:lnTo>
                      <a:cubicBezTo>
                        <a:pt x="1" y="18669"/>
                        <a:pt x="1313" y="19982"/>
                        <a:pt x="2928" y="19982"/>
                      </a:cubicBezTo>
                      <a:lnTo>
                        <a:pt x="17056" y="19982"/>
                      </a:lnTo>
                      <a:cubicBezTo>
                        <a:pt x="18669" y="19982"/>
                        <a:pt x="19984" y="18669"/>
                        <a:pt x="19984" y="17056"/>
                      </a:cubicBezTo>
                      <a:lnTo>
                        <a:pt x="19984" y="2927"/>
                      </a:lnTo>
                      <a:cubicBezTo>
                        <a:pt x="19984" y="1313"/>
                        <a:pt x="18669" y="1"/>
                        <a:pt x="170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15" name="Google Shape;12650;p89">
                  <a:extLst>
                    <a:ext uri="{FF2B5EF4-FFF2-40B4-BE49-F238E27FC236}">
                      <a16:creationId xmlns:a16="http://schemas.microsoft.com/office/drawing/2014/main" id="{0383D499-8FAF-32C7-6303-831EC8978E20}"/>
                    </a:ext>
                  </a:extLst>
                </p:cNvPr>
                <p:cNvSpPr/>
                <p:nvPr/>
              </p:nvSpPr>
              <p:spPr>
                <a:xfrm>
                  <a:off x="1081712" y="2670306"/>
                  <a:ext cx="48878" cy="48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2" h="2343" extrusionOk="0">
                      <a:moveTo>
                        <a:pt x="1170" y="0"/>
                      </a:moveTo>
                      <a:cubicBezTo>
                        <a:pt x="524" y="0"/>
                        <a:pt x="1" y="526"/>
                        <a:pt x="1" y="1171"/>
                      </a:cubicBezTo>
                      <a:cubicBezTo>
                        <a:pt x="1" y="1817"/>
                        <a:pt x="524" y="2342"/>
                        <a:pt x="1170" y="2342"/>
                      </a:cubicBezTo>
                      <a:cubicBezTo>
                        <a:pt x="1816" y="2342"/>
                        <a:pt x="2341" y="1817"/>
                        <a:pt x="2341" y="1171"/>
                      </a:cubicBezTo>
                      <a:cubicBezTo>
                        <a:pt x="2341" y="526"/>
                        <a:pt x="1816" y="0"/>
                        <a:pt x="117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45" name="Google Shape;12651;p89">
                <a:extLst>
                  <a:ext uri="{FF2B5EF4-FFF2-40B4-BE49-F238E27FC236}">
                    <a16:creationId xmlns:a16="http://schemas.microsoft.com/office/drawing/2014/main" id="{5E57822D-CAA9-2114-147D-61A7E6C7A253}"/>
                  </a:ext>
                </a:extLst>
              </p:cNvPr>
              <p:cNvGrpSpPr/>
              <p:nvPr/>
            </p:nvGrpSpPr>
            <p:grpSpPr>
              <a:xfrm>
                <a:off x="8641703" y="4335840"/>
                <a:ext cx="620859" cy="620859"/>
                <a:chOff x="1323129" y="2571761"/>
                <a:chExt cx="417024" cy="417024"/>
              </a:xfrm>
              <a:grpFill/>
            </p:grpSpPr>
            <p:sp>
              <p:nvSpPr>
                <p:cNvPr id="17850" name="Google Shape;12652;p89">
                  <a:extLst>
                    <a:ext uri="{FF2B5EF4-FFF2-40B4-BE49-F238E27FC236}">
                      <a16:creationId xmlns:a16="http://schemas.microsoft.com/office/drawing/2014/main" id="{113F1335-5EBD-A18B-8BFC-B966EB2DCA9A}"/>
                    </a:ext>
                  </a:extLst>
                </p:cNvPr>
                <p:cNvSpPr/>
                <p:nvPr/>
              </p:nvSpPr>
              <p:spPr>
                <a:xfrm>
                  <a:off x="1385007" y="2719183"/>
                  <a:ext cx="73337" cy="2199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4" h="10537" extrusionOk="0">
                      <a:moveTo>
                        <a:pt x="2342" y="1171"/>
                      </a:moveTo>
                      <a:lnTo>
                        <a:pt x="2342" y="9367"/>
                      </a:lnTo>
                      <a:lnTo>
                        <a:pt x="1171" y="9367"/>
                      </a:lnTo>
                      <a:lnTo>
                        <a:pt x="1171" y="1171"/>
                      </a:lnTo>
                      <a:close/>
                      <a:moveTo>
                        <a:pt x="586" y="0"/>
                      </a:moveTo>
                      <a:cubicBezTo>
                        <a:pt x="264" y="0"/>
                        <a:pt x="0" y="262"/>
                        <a:pt x="0" y="586"/>
                      </a:cubicBezTo>
                      <a:lnTo>
                        <a:pt x="0" y="9951"/>
                      </a:lnTo>
                      <a:cubicBezTo>
                        <a:pt x="0" y="10275"/>
                        <a:pt x="264" y="10537"/>
                        <a:pt x="586" y="10537"/>
                      </a:cubicBezTo>
                      <a:lnTo>
                        <a:pt x="2928" y="10537"/>
                      </a:lnTo>
                      <a:cubicBezTo>
                        <a:pt x="3252" y="10537"/>
                        <a:pt x="3514" y="10275"/>
                        <a:pt x="3514" y="9951"/>
                      </a:cubicBezTo>
                      <a:lnTo>
                        <a:pt x="3514" y="586"/>
                      </a:lnTo>
                      <a:cubicBezTo>
                        <a:pt x="3514" y="262"/>
                        <a:pt x="3252" y="0"/>
                        <a:pt x="292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51" name="Google Shape;12653;p89">
                  <a:extLst>
                    <a:ext uri="{FF2B5EF4-FFF2-40B4-BE49-F238E27FC236}">
                      <a16:creationId xmlns:a16="http://schemas.microsoft.com/office/drawing/2014/main" id="{5E385E77-1FE7-E8C1-7198-3DFCC3A9C66A}"/>
                    </a:ext>
                  </a:extLst>
                </p:cNvPr>
                <p:cNvSpPr/>
                <p:nvPr/>
              </p:nvSpPr>
              <p:spPr>
                <a:xfrm>
                  <a:off x="1385007" y="2621430"/>
                  <a:ext cx="73337" cy="733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4" h="3514" extrusionOk="0">
                      <a:moveTo>
                        <a:pt x="1757" y="1171"/>
                      </a:moveTo>
                      <a:cubicBezTo>
                        <a:pt x="2081" y="1171"/>
                        <a:pt x="2342" y="1435"/>
                        <a:pt x="2342" y="1757"/>
                      </a:cubicBezTo>
                      <a:cubicBezTo>
                        <a:pt x="2342" y="2080"/>
                        <a:pt x="2081" y="2342"/>
                        <a:pt x="1757" y="2342"/>
                      </a:cubicBezTo>
                      <a:cubicBezTo>
                        <a:pt x="1435" y="2342"/>
                        <a:pt x="1171" y="2080"/>
                        <a:pt x="1171" y="1757"/>
                      </a:cubicBezTo>
                      <a:cubicBezTo>
                        <a:pt x="1171" y="1435"/>
                        <a:pt x="1435" y="1171"/>
                        <a:pt x="1757" y="1171"/>
                      </a:cubicBezTo>
                      <a:close/>
                      <a:moveTo>
                        <a:pt x="1757" y="0"/>
                      </a:moveTo>
                      <a:cubicBezTo>
                        <a:pt x="789" y="0"/>
                        <a:pt x="0" y="789"/>
                        <a:pt x="0" y="1757"/>
                      </a:cubicBezTo>
                      <a:cubicBezTo>
                        <a:pt x="0" y="2726"/>
                        <a:pt x="789" y="3513"/>
                        <a:pt x="1757" y="3513"/>
                      </a:cubicBezTo>
                      <a:cubicBezTo>
                        <a:pt x="2726" y="3513"/>
                        <a:pt x="3514" y="2726"/>
                        <a:pt x="3514" y="1757"/>
                      </a:cubicBezTo>
                      <a:cubicBezTo>
                        <a:pt x="3514" y="789"/>
                        <a:pt x="2726" y="0"/>
                        <a:pt x="175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52" name="Google Shape;12654;p89">
                  <a:extLst>
                    <a:ext uri="{FF2B5EF4-FFF2-40B4-BE49-F238E27FC236}">
                      <a16:creationId xmlns:a16="http://schemas.microsoft.com/office/drawing/2014/main" id="{872CA83E-7FD2-77EC-D2F7-14F0BA720A19}"/>
                    </a:ext>
                  </a:extLst>
                </p:cNvPr>
                <p:cNvSpPr/>
                <p:nvPr/>
              </p:nvSpPr>
              <p:spPr>
                <a:xfrm>
                  <a:off x="1482759" y="2718786"/>
                  <a:ext cx="195510" cy="2203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68" h="10556" extrusionOk="0">
                      <a:moveTo>
                        <a:pt x="5559" y="1173"/>
                      </a:moveTo>
                      <a:cubicBezTo>
                        <a:pt x="5720" y="1173"/>
                        <a:pt x="5883" y="1186"/>
                        <a:pt x="6044" y="1212"/>
                      </a:cubicBezTo>
                      <a:cubicBezTo>
                        <a:pt x="7422" y="1435"/>
                        <a:pt x="8196" y="2535"/>
                        <a:pt x="8196" y="3669"/>
                      </a:cubicBezTo>
                      <a:lnTo>
                        <a:pt x="8196" y="9386"/>
                      </a:lnTo>
                      <a:lnTo>
                        <a:pt x="7025" y="9386"/>
                      </a:lnTo>
                      <a:lnTo>
                        <a:pt x="7025" y="4702"/>
                      </a:lnTo>
                      <a:cubicBezTo>
                        <a:pt x="7025" y="3411"/>
                        <a:pt x="5975" y="2360"/>
                        <a:pt x="4683" y="2360"/>
                      </a:cubicBezTo>
                      <a:cubicBezTo>
                        <a:pt x="3392" y="2360"/>
                        <a:pt x="2341" y="3411"/>
                        <a:pt x="2341" y="4702"/>
                      </a:cubicBezTo>
                      <a:lnTo>
                        <a:pt x="2341" y="9386"/>
                      </a:lnTo>
                      <a:lnTo>
                        <a:pt x="1170" y="9386"/>
                      </a:lnTo>
                      <a:lnTo>
                        <a:pt x="1170" y="1190"/>
                      </a:lnTo>
                      <a:lnTo>
                        <a:pt x="2341" y="1190"/>
                      </a:lnTo>
                      <a:lnTo>
                        <a:pt x="2341" y="1776"/>
                      </a:lnTo>
                      <a:cubicBezTo>
                        <a:pt x="2341" y="2011"/>
                        <a:pt x="2484" y="2225"/>
                        <a:pt x="2704" y="2316"/>
                      </a:cubicBezTo>
                      <a:cubicBezTo>
                        <a:pt x="2776" y="2346"/>
                        <a:pt x="2852" y="2361"/>
                        <a:pt x="2928" y="2361"/>
                      </a:cubicBezTo>
                      <a:cubicBezTo>
                        <a:pt x="3080" y="2361"/>
                        <a:pt x="3229" y="2301"/>
                        <a:pt x="3341" y="2190"/>
                      </a:cubicBezTo>
                      <a:lnTo>
                        <a:pt x="3615" y="1916"/>
                      </a:lnTo>
                      <a:cubicBezTo>
                        <a:pt x="4086" y="1443"/>
                        <a:pt x="4813" y="1173"/>
                        <a:pt x="5559" y="1173"/>
                      </a:cubicBezTo>
                      <a:close/>
                      <a:moveTo>
                        <a:pt x="5553" y="0"/>
                      </a:moveTo>
                      <a:cubicBezTo>
                        <a:pt x="4823" y="0"/>
                        <a:pt x="4110" y="189"/>
                        <a:pt x="3509" y="536"/>
                      </a:cubicBezTo>
                      <a:cubicBezTo>
                        <a:pt x="3475" y="246"/>
                        <a:pt x="3227" y="19"/>
                        <a:pt x="2927" y="19"/>
                      </a:cubicBezTo>
                      <a:lnTo>
                        <a:pt x="586" y="19"/>
                      </a:lnTo>
                      <a:cubicBezTo>
                        <a:pt x="262" y="19"/>
                        <a:pt x="1" y="281"/>
                        <a:pt x="1" y="605"/>
                      </a:cubicBezTo>
                      <a:lnTo>
                        <a:pt x="1" y="9970"/>
                      </a:lnTo>
                      <a:cubicBezTo>
                        <a:pt x="1" y="10294"/>
                        <a:pt x="262" y="10556"/>
                        <a:pt x="586" y="10556"/>
                      </a:cubicBezTo>
                      <a:lnTo>
                        <a:pt x="2927" y="10556"/>
                      </a:lnTo>
                      <a:cubicBezTo>
                        <a:pt x="3250" y="10556"/>
                        <a:pt x="3512" y="10294"/>
                        <a:pt x="3512" y="9970"/>
                      </a:cubicBezTo>
                      <a:lnTo>
                        <a:pt x="3512" y="4702"/>
                      </a:lnTo>
                      <a:cubicBezTo>
                        <a:pt x="3512" y="4056"/>
                        <a:pt x="4038" y="3531"/>
                        <a:pt x="4683" y="3531"/>
                      </a:cubicBezTo>
                      <a:cubicBezTo>
                        <a:pt x="5329" y="3531"/>
                        <a:pt x="5854" y="4056"/>
                        <a:pt x="5854" y="4702"/>
                      </a:cubicBezTo>
                      <a:lnTo>
                        <a:pt x="5854" y="9970"/>
                      </a:lnTo>
                      <a:cubicBezTo>
                        <a:pt x="5854" y="10294"/>
                        <a:pt x="6116" y="10556"/>
                        <a:pt x="6440" y="10556"/>
                      </a:cubicBezTo>
                      <a:lnTo>
                        <a:pt x="8782" y="10556"/>
                      </a:lnTo>
                      <a:cubicBezTo>
                        <a:pt x="9104" y="10556"/>
                        <a:pt x="9368" y="10294"/>
                        <a:pt x="9368" y="9970"/>
                      </a:cubicBezTo>
                      <a:lnTo>
                        <a:pt x="9368" y="3669"/>
                      </a:lnTo>
                      <a:cubicBezTo>
                        <a:pt x="9368" y="1921"/>
                        <a:pt x="8131" y="364"/>
                        <a:pt x="6231" y="55"/>
                      </a:cubicBezTo>
                      <a:cubicBezTo>
                        <a:pt x="6005" y="18"/>
                        <a:pt x="5779" y="0"/>
                        <a:pt x="555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53" name="Google Shape;12655;p89">
                  <a:extLst>
                    <a:ext uri="{FF2B5EF4-FFF2-40B4-BE49-F238E27FC236}">
                      <a16:creationId xmlns:a16="http://schemas.microsoft.com/office/drawing/2014/main" id="{97388C47-10A7-028A-28CB-3CF9D7E9B052}"/>
                    </a:ext>
                  </a:extLst>
                </p:cNvPr>
                <p:cNvSpPr/>
                <p:nvPr/>
              </p:nvSpPr>
              <p:spPr>
                <a:xfrm>
                  <a:off x="1323129" y="2571761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17015" y="1170"/>
                      </a:moveTo>
                      <a:cubicBezTo>
                        <a:pt x="17989" y="1170"/>
                        <a:pt x="18810" y="1993"/>
                        <a:pt x="18810" y="2966"/>
                      </a:cubicBezTo>
                      <a:lnTo>
                        <a:pt x="18810" y="17015"/>
                      </a:lnTo>
                      <a:cubicBezTo>
                        <a:pt x="18810" y="17990"/>
                        <a:pt x="17989" y="18811"/>
                        <a:pt x="17015" y="18811"/>
                      </a:cubicBezTo>
                      <a:lnTo>
                        <a:pt x="2965" y="18811"/>
                      </a:lnTo>
                      <a:cubicBezTo>
                        <a:pt x="1992" y="18811"/>
                        <a:pt x="1170" y="17990"/>
                        <a:pt x="1170" y="17015"/>
                      </a:cubicBezTo>
                      <a:lnTo>
                        <a:pt x="1170" y="2966"/>
                      </a:lnTo>
                      <a:cubicBezTo>
                        <a:pt x="1170" y="1993"/>
                        <a:pt x="1992" y="1170"/>
                        <a:pt x="2965" y="1170"/>
                      </a:cubicBezTo>
                      <a:close/>
                      <a:moveTo>
                        <a:pt x="2965" y="1"/>
                      </a:moveTo>
                      <a:cubicBezTo>
                        <a:pt x="1347" y="1"/>
                        <a:pt x="0" y="1349"/>
                        <a:pt x="0" y="2966"/>
                      </a:cubicBezTo>
                      <a:lnTo>
                        <a:pt x="0" y="17015"/>
                      </a:lnTo>
                      <a:cubicBezTo>
                        <a:pt x="0" y="18635"/>
                        <a:pt x="1348" y="19982"/>
                        <a:pt x="2965" y="19982"/>
                      </a:cubicBezTo>
                      <a:lnTo>
                        <a:pt x="17017" y="19982"/>
                      </a:lnTo>
                      <a:cubicBezTo>
                        <a:pt x="18635" y="19982"/>
                        <a:pt x="19981" y="18634"/>
                        <a:pt x="19981" y="17015"/>
                      </a:cubicBezTo>
                      <a:lnTo>
                        <a:pt x="19981" y="2966"/>
                      </a:lnTo>
                      <a:cubicBezTo>
                        <a:pt x="19981" y="1347"/>
                        <a:pt x="18633" y="1"/>
                        <a:pt x="1701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846" name="Google Shape;12656;p89">
                <a:extLst>
                  <a:ext uri="{FF2B5EF4-FFF2-40B4-BE49-F238E27FC236}">
                    <a16:creationId xmlns:a16="http://schemas.microsoft.com/office/drawing/2014/main" id="{AB0FF3D2-82DF-973D-A1C7-189D4B01D5B8}"/>
                  </a:ext>
                </a:extLst>
              </p:cNvPr>
              <p:cNvSpPr/>
              <p:nvPr/>
            </p:nvSpPr>
            <p:spPr>
              <a:xfrm>
                <a:off x="9515717" y="4391943"/>
                <a:ext cx="623923" cy="508838"/>
              </a:xfrm>
              <a:custGeom>
                <a:avLst/>
                <a:gdLst/>
                <a:ahLst/>
                <a:cxnLst/>
                <a:rect l="l" t="t" r="r" b="b"/>
                <a:pathLst>
                  <a:path w="20081" h="16377" extrusionOk="0">
                    <a:moveTo>
                      <a:pt x="13632" y="1165"/>
                    </a:moveTo>
                    <a:cubicBezTo>
                      <a:pt x="14903" y="1165"/>
                      <a:pt x="15458" y="1658"/>
                      <a:pt x="15826" y="1984"/>
                    </a:cubicBezTo>
                    <a:cubicBezTo>
                      <a:pt x="16040" y="2173"/>
                      <a:pt x="16244" y="2353"/>
                      <a:pt x="16548" y="2353"/>
                    </a:cubicBezTo>
                    <a:cubicBezTo>
                      <a:pt x="16762" y="2353"/>
                      <a:pt x="17038" y="2293"/>
                      <a:pt x="17344" y="2196"/>
                    </a:cubicBezTo>
                    <a:lnTo>
                      <a:pt x="17344" y="2196"/>
                    </a:lnTo>
                    <a:cubicBezTo>
                      <a:pt x="17236" y="2288"/>
                      <a:pt x="17119" y="2376"/>
                      <a:pt x="16995" y="2461"/>
                    </a:cubicBezTo>
                    <a:cubicBezTo>
                      <a:pt x="16780" y="2612"/>
                      <a:pt x="16689" y="2889"/>
                      <a:pt x="16778" y="3137"/>
                    </a:cubicBezTo>
                    <a:cubicBezTo>
                      <a:pt x="16861" y="3373"/>
                      <a:pt x="17082" y="3528"/>
                      <a:pt x="17329" y="3528"/>
                    </a:cubicBezTo>
                    <a:cubicBezTo>
                      <a:pt x="17343" y="3528"/>
                      <a:pt x="17358" y="3527"/>
                      <a:pt x="17372" y="3526"/>
                    </a:cubicBezTo>
                    <a:cubicBezTo>
                      <a:pt x="17475" y="3519"/>
                      <a:pt x="17576" y="3508"/>
                      <a:pt x="17680" y="3494"/>
                    </a:cubicBezTo>
                    <a:lnTo>
                      <a:pt x="17680" y="3494"/>
                    </a:lnTo>
                    <a:cubicBezTo>
                      <a:pt x="17275" y="3802"/>
                      <a:pt x="16921" y="3990"/>
                      <a:pt x="16937" y="4786"/>
                    </a:cubicBezTo>
                    <a:cubicBezTo>
                      <a:pt x="16937" y="4826"/>
                      <a:pt x="16939" y="4881"/>
                      <a:pt x="16939" y="4971"/>
                    </a:cubicBezTo>
                    <a:cubicBezTo>
                      <a:pt x="16939" y="6510"/>
                      <a:pt x="16350" y="9097"/>
                      <a:pt x="14694" y="11320"/>
                    </a:cubicBezTo>
                    <a:cubicBezTo>
                      <a:pt x="13372" y="13093"/>
                      <a:pt x="10896" y="15207"/>
                      <a:pt x="6611" y="15207"/>
                    </a:cubicBezTo>
                    <a:cubicBezTo>
                      <a:pt x="5368" y="15207"/>
                      <a:pt x="4159" y="14996"/>
                      <a:pt x="3001" y="14582"/>
                    </a:cubicBezTo>
                    <a:cubicBezTo>
                      <a:pt x="4359" y="14345"/>
                      <a:pt x="5612" y="13799"/>
                      <a:pt x="6698" y="12960"/>
                    </a:cubicBezTo>
                    <a:cubicBezTo>
                      <a:pt x="6893" y="12812"/>
                      <a:pt x="6972" y="12557"/>
                      <a:pt x="6900" y="12323"/>
                    </a:cubicBezTo>
                    <a:cubicBezTo>
                      <a:pt x="6827" y="12090"/>
                      <a:pt x="6617" y="11925"/>
                      <a:pt x="6372" y="11913"/>
                    </a:cubicBezTo>
                    <a:cubicBezTo>
                      <a:pt x="5203" y="11849"/>
                      <a:pt x="4280" y="11209"/>
                      <a:pt x="3767" y="10448"/>
                    </a:cubicBezTo>
                    <a:cubicBezTo>
                      <a:pt x="3968" y="10434"/>
                      <a:pt x="4207" y="10404"/>
                      <a:pt x="4564" y="10340"/>
                    </a:cubicBezTo>
                    <a:cubicBezTo>
                      <a:pt x="4832" y="10294"/>
                      <a:pt x="5030" y="10071"/>
                      <a:pt x="5047" y="9801"/>
                    </a:cubicBezTo>
                    <a:cubicBezTo>
                      <a:pt x="5065" y="9532"/>
                      <a:pt x="4895" y="9286"/>
                      <a:pt x="4637" y="9205"/>
                    </a:cubicBezTo>
                    <a:cubicBezTo>
                      <a:pt x="3296" y="8787"/>
                      <a:pt x="2498" y="8025"/>
                      <a:pt x="2180" y="6838"/>
                    </a:cubicBezTo>
                    <a:lnTo>
                      <a:pt x="2180" y="6838"/>
                    </a:lnTo>
                    <a:cubicBezTo>
                      <a:pt x="2390" y="6891"/>
                      <a:pt x="2642" y="6933"/>
                      <a:pt x="3057" y="6986"/>
                    </a:cubicBezTo>
                    <a:cubicBezTo>
                      <a:pt x="3081" y="6989"/>
                      <a:pt x="3105" y="6991"/>
                      <a:pt x="3129" y="6991"/>
                    </a:cubicBezTo>
                    <a:cubicBezTo>
                      <a:pt x="3359" y="6991"/>
                      <a:pt x="3571" y="6854"/>
                      <a:pt x="3666" y="6640"/>
                    </a:cubicBezTo>
                    <a:cubicBezTo>
                      <a:pt x="3770" y="6403"/>
                      <a:pt x="3707" y="6125"/>
                      <a:pt x="3508" y="5957"/>
                    </a:cubicBezTo>
                    <a:cubicBezTo>
                      <a:pt x="2014" y="4697"/>
                      <a:pt x="1936" y="3409"/>
                      <a:pt x="2210" y="2373"/>
                    </a:cubicBezTo>
                    <a:lnTo>
                      <a:pt x="2210" y="2373"/>
                    </a:lnTo>
                    <a:cubicBezTo>
                      <a:pt x="4267" y="4464"/>
                      <a:pt x="6801" y="5670"/>
                      <a:pt x="9880" y="5882"/>
                    </a:cubicBezTo>
                    <a:cubicBezTo>
                      <a:pt x="9894" y="5883"/>
                      <a:pt x="9908" y="5884"/>
                      <a:pt x="9921" y="5884"/>
                    </a:cubicBezTo>
                    <a:cubicBezTo>
                      <a:pt x="10265" y="5884"/>
                      <a:pt x="10539" y="5586"/>
                      <a:pt x="10503" y="5239"/>
                    </a:cubicBezTo>
                    <a:cubicBezTo>
                      <a:pt x="10372" y="3940"/>
                      <a:pt x="10634" y="2919"/>
                      <a:pt x="11281" y="2203"/>
                    </a:cubicBezTo>
                    <a:cubicBezTo>
                      <a:pt x="11975" y="1437"/>
                      <a:pt x="12981" y="1165"/>
                      <a:pt x="13632" y="1165"/>
                    </a:cubicBezTo>
                    <a:close/>
                    <a:moveTo>
                      <a:pt x="13631" y="1"/>
                    </a:moveTo>
                    <a:cubicBezTo>
                      <a:pt x="12698" y="1"/>
                      <a:pt x="11363" y="368"/>
                      <a:pt x="10413" y="1418"/>
                    </a:cubicBezTo>
                    <a:cubicBezTo>
                      <a:pt x="9665" y="2245"/>
                      <a:pt x="9291" y="3332"/>
                      <a:pt x="9300" y="4649"/>
                    </a:cubicBezTo>
                    <a:cubicBezTo>
                      <a:pt x="6556" y="4315"/>
                      <a:pt x="4306" y="3079"/>
                      <a:pt x="2438" y="887"/>
                    </a:cubicBezTo>
                    <a:cubicBezTo>
                      <a:pt x="2327" y="756"/>
                      <a:pt x="2163" y="681"/>
                      <a:pt x="1993" y="681"/>
                    </a:cubicBezTo>
                    <a:cubicBezTo>
                      <a:pt x="1966" y="681"/>
                      <a:pt x="1938" y="683"/>
                      <a:pt x="1911" y="687"/>
                    </a:cubicBezTo>
                    <a:cubicBezTo>
                      <a:pt x="1713" y="715"/>
                      <a:pt x="1541" y="843"/>
                      <a:pt x="1460" y="1025"/>
                    </a:cubicBezTo>
                    <a:cubicBezTo>
                      <a:pt x="1207" y="1582"/>
                      <a:pt x="876" y="2444"/>
                      <a:pt x="922" y="3466"/>
                    </a:cubicBezTo>
                    <a:cubicBezTo>
                      <a:pt x="952" y="4138"/>
                      <a:pt x="1138" y="4773"/>
                      <a:pt x="1479" y="5368"/>
                    </a:cubicBezTo>
                    <a:cubicBezTo>
                      <a:pt x="1469" y="5367"/>
                      <a:pt x="1459" y="5367"/>
                      <a:pt x="1449" y="5367"/>
                    </a:cubicBezTo>
                    <a:cubicBezTo>
                      <a:pt x="1114" y="5367"/>
                      <a:pt x="843" y="5650"/>
                      <a:pt x="865" y="5990"/>
                    </a:cubicBezTo>
                    <a:cubicBezTo>
                      <a:pt x="963" y="7455"/>
                      <a:pt x="1501" y="8589"/>
                      <a:pt x="2470" y="9380"/>
                    </a:cubicBezTo>
                    <a:cubicBezTo>
                      <a:pt x="2284" y="9528"/>
                      <a:pt x="2208" y="9773"/>
                      <a:pt x="2274" y="9999"/>
                    </a:cubicBezTo>
                    <a:cubicBezTo>
                      <a:pt x="2578" y="11057"/>
                      <a:pt x="3469" y="12207"/>
                      <a:pt x="4833" y="12757"/>
                    </a:cubicBezTo>
                    <a:cubicBezTo>
                      <a:pt x="3802" y="13279"/>
                      <a:pt x="2644" y="13546"/>
                      <a:pt x="1412" y="13546"/>
                    </a:cubicBezTo>
                    <a:cubicBezTo>
                      <a:pt x="1173" y="13546"/>
                      <a:pt x="932" y="13536"/>
                      <a:pt x="689" y="13516"/>
                    </a:cubicBezTo>
                    <a:cubicBezTo>
                      <a:pt x="673" y="13515"/>
                      <a:pt x="658" y="13514"/>
                      <a:pt x="642" y="13514"/>
                    </a:cubicBezTo>
                    <a:cubicBezTo>
                      <a:pt x="390" y="13514"/>
                      <a:pt x="164" y="13676"/>
                      <a:pt x="84" y="13919"/>
                    </a:cubicBezTo>
                    <a:cubicBezTo>
                      <a:pt x="0" y="14177"/>
                      <a:pt x="105" y="14460"/>
                      <a:pt x="338" y="14600"/>
                    </a:cubicBezTo>
                    <a:cubicBezTo>
                      <a:pt x="2284" y="15778"/>
                      <a:pt x="4395" y="16376"/>
                      <a:pt x="6611" y="16376"/>
                    </a:cubicBezTo>
                    <a:cubicBezTo>
                      <a:pt x="11382" y="16376"/>
                      <a:pt x="14151" y="14008"/>
                      <a:pt x="15631" y="12019"/>
                    </a:cubicBezTo>
                    <a:cubicBezTo>
                      <a:pt x="17461" y="9567"/>
                      <a:pt x="18108" y="6689"/>
                      <a:pt x="18108" y="4971"/>
                    </a:cubicBezTo>
                    <a:cubicBezTo>
                      <a:pt x="18108" y="4747"/>
                      <a:pt x="18103" y="4701"/>
                      <a:pt x="18110" y="4637"/>
                    </a:cubicBezTo>
                    <a:cubicBezTo>
                      <a:pt x="18336" y="4435"/>
                      <a:pt x="18964" y="4133"/>
                      <a:pt x="19935" y="2718"/>
                    </a:cubicBezTo>
                    <a:cubicBezTo>
                      <a:pt x="20080" y="2505"/>
                      <a:pt x="20070" y="2221"/>
                      <a:pt x="19909" y="2019"/>
                    </a:cubicBezTo>
                    <a:cubicBezTo>
                      <a:pt x="19795" y="1879"/>
                      <a:pt x="19625" y="1801"/>
                      <a:pt x="19451" y="1801"/>
                    </a:cubicBezTo>
                    <a:cubicBezTo>
                      <a:pt x="19377" y="1801"/>
                      <a:pt x="19303" y="1815"/>
                      <a:pt x="19231" y="1844"/>
                    </a:cubicBezTo>
                    <a:cubicBezTo>
                      <a:pt x="19194" y="1860"/>
                      <a:pt x="19155" y="1874"/>
                      <a:pt x="19118" y="1890"/>
                    </a:cubicBezTo>
                    <a:cubicBezTo>
                      <a:pt x="19269" y="1630"/>
                      <a:pt x="19392" y="1356"/>
                      <a:pt x="19490" y="1062"/>
                    </a:cubicBezTo>
                    <a:cubicBezTo>
                      <a:pt x="19564" y="841"/>
                      <a:pt x="19498" y="598"/>
                      <a:pt x="19327" y="443"/>
                    </a:cubicBezTo>
                    <a:cubicBezTo>
                      <a:pt x="19217" y="344"/>
                      <a:pt x="19076" y="292"/>
                      <a:pt x="18934" y="292"/>
                    </a:cubicBezTo>
                    <a:cubicBezTo>
                      <a:pt x="18853" y="292"/>
                      <a:pt x="18771" y="309"/>
                      <a:pt x="18694" y="344"/>
                    </a:cubicBezTo>
                    <a:cubicBezTo>
                      <a:pt x="18690" y="345"/>
                      <a:pt x="18676" y="351"/>
                      <a:pt x="18651" y="363"/>
                    </a:cubicBezTo>
                    <a:cubicBezTo>
                      <a:pt x="17724" y="830"/>
                      <a:pt x="16999" y="1103"/>
                      <a:pt x="16670" y="1166"/>
                    </a:cubicBezTo>
                    <a:cubicBezTo>
                      <a:pt x="16647" y="1147"/>
                      <a:pt x="16624" y="1126"/>
                      <a:pt x="16603" y="1106"/>
                    </a:cubicBezTo>
                    <a:cubicBezTo>
                      <a:pt x="16194" y="745"/>
                      <a:pt x="15347" y="1"/>
                      <a:pt x="136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7847" name="Google Shape;12657;p89">
                <a:extLst>
                  <a:ext uri="{FF2B5EF4-FFF2-40B4-BE49-F238E27FC236}">
                    <a16:creationId xmlns:a16="http://schemas.microsoft.com/office/drawing/2014/main" id="{0A794548-1959-8476-05B2-103AC24B2108}"/>
                  </a:ext>
                </a:extLst>
              </p:cNvPr>
              <p:cNvGrpSpPr/>
              <p:nvPr/>
            </p:nvGrpSpPr>
            <p:grpSpPr>
              <a:xfrm>
                <a:off x="10373678" y="4335921"/>
                <a:ext cx="621823" cy="620890"/>
                <a:chOff x="2344476" y="2571761"/>
                <a:chExt cx="417671" cy="417045"/>
              </a:xfrm>
              <a:grpFill/>
            </p:grpSpPr>
            <p:sp>
              <p:nvSpPr>
                <p:cNvPr id="17848" name="Google Shape;12658;p89">
                  <a:extLst>
                    <a:ext uri="{FF2B5EF4-FFF2-40B4-BE49-F238E27FC236}">
                      <a16:creationId xmlns:a16="http://schemas.microsoft.com/office/drawing/2014/main" id="{4F5A5103-FECD-9595-4C3D-E946DD2775BD}"/>
                    </a:ext>
                  </a:extLst>
                </p:cNvPr>
                <p:cNvSpPr/>
                <p:nvPr/>
              </p:nvSpPr>
              <p:spPr>
                <a:xfrm>
                  <a:off x="2344476" y="2571761"/>
                  <a:ext cx="417671" cy="417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13" h="19983" extrusionOk="0">
                      <a:moveTo>
                        <a:pt x="10022" y="1170"/>
                      </a:moveTo>
                      <a:cubicBezTo>
                        <a:pt x="14886" y="1170"/>
                        <a:pt x="18842" y="5127"/>
                        <a:pt x="18842" y="9990"/>
                      </a:cubicBezTo>
                      <a:cubicBezTo>
                        <a:pt x="18842" y="14855"/>
                        <a:pt x="14886" y="18811"/>
                        <a:pt x="10023" y="18811"/>
                      </a:cubicBezTo>
                      <a:cubicBezTo>
                        <a:pt x="8516" y="18811"/>
                        <a:pt x="7030" y="18423"/>
                        <a:pt x="5726" y="17691"/>
                      </a:cubicBezTo>
                      <a:cubicBezTo>
                        <a:pt x="5638" y="17641"/>
                        <a:pt x="5539" y="17615"/>
                        <a:pt x="5440" y="17615"/>
                      </a:cubicBezTo>
                      <a:cubicBezTo>
                        <a:pt x="5393" y="17615"/>
                        <a:pt x="5345" y="17621"/>
                        <a:pt x="5298" y="17632"/>
                      </a:cubicBezTo>
                      <a:lnTo>
                        <a:pt x="1419" y="18595"/>
                      </a:lnTo>
                      <a:lnTo>
                        <a:pt x="2381" y="14715"/>
                      </a:lnTo>
                      <a:cubicBezTo>
                        <a:pt x="2417" y="14570"/>
                        <a:pt x="2395" y="14416"/>
                        <a:pt x="2323" y="14287"/>
                      </a:cubicBezTo>
                      <a:cubicBezTo>
                        <a:pt x="1590" y="12982"/>
                        <a:pt x="1203" y="11498"/>
                        <a:pt x="1203" y="9990"/>
                      </a:cubicBezTo>
                      <a:cubicBezTo>
                        <a:pt x="1203" y="5127"/>
                        <a:pt x="5159" y="1170"/>
                        <a:pt x="10022" y="1170"/>
                      </a:cubicBezTo>
                      <a:close/>
                      <a:moveTo>
                        <a:pt x="10023" y="1"/>
                      </a:moveTo>
                      <a:cubicBezTo>
                        <a:pt x="4522" y="1"/>
                        <a:pt x="32" y="4491"/>
                        <a:pt x="32" y="9990"/>
                      </a:cubicBezTo>
                      <a:cubicBezTo>
                        <a:pt x="32" y="11620"/>
                        <a:pt x="432" y="13226"/>
                        <a:pt x="1191" y="14655"/>
                      </a:cubicBezTo>
                      <a:lnTo>
                        <a:pt x="50" y="19256"/>
                      </a:lnTo>
                      <a:cubicBezTo>
                        <a:pt x="0" y="19455"/>
                        <a:pt x="58" y="19665"/>
                        <a:pt x="204" y="19810"/>
                      </a:cubicBezTo>
                      <a:cubicBezTo>
                        <a:pt x="313" y="19921"/>
                        <a:pt x="461" y="19982"/>
                        <a:pt x="614" y="19982"/>
                      </a:cubicBezTo>
                      <a:cubicBezTo>
                        <a:pt x="662" y="19982"/>
                        <a:pt x="710" y="19976"/>
                        <a:pt x="757" y="19964"/>
                      </a:cubicBezTo>
                      <a:lnTo>
                        <a:pt x="5358" y="18823"/>
                      </a:lnTo>
                      <a:cubicBezTo>
                        <a:pt x="6788" y="19582"/>
                        <a:pt x="8394" y="19982"/>
                        <a:pt x="10022" y="19982"/>
                      </a:cubicBezTo>
                      <a:cubicBezTo>
                        <a:pt x="12680" y="19982"/>
                        <a:pt x="15187" y="18940"/>
                        <a:pt x="17078" y="17047"/>
                      </a:cubicBezTo>
                      <a:cubicBezTo>
                        <a:pt x="18971" y="15156"/>
                        <a:pt x="20013" y="12649"/>
                        <a:pt x="20013" y="9990"/>
                      </a:cubicBezTo>
                      <a:cubicBezTo>
                        <a:pt x="20013" y="7333"/>
                        <a:pt x="18971" y="4827"/>
                        <a:pt x="17080" y="2934"/>
                      </a:cubicBezTo>
                      <a:cubicBezTo>
                        <a:pt x="15187" y="1043"/>
                        <a:pt x="12680" y="1"/>
                        <a:pt x="1002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49" name="Google Shape;12659;p89">
                  <a:extLst>
                    <a:ext uri="{FF2B5EF4-FFF2-40B4-BE49-F238E27FC236}">
                      <a16:creationId xmlns:a16="http://schemas.microsoft.com/office/drawing/2014/main" id="{A56614EA-A5ED-2F50-550D-E29E8BB5CD11}"/>
                    </a:ext>
                  </a:extLst>
                </p:cNvPr>
                <p:cNvSpPr/>
                <p:nvPr/>
              </p:nvSpPr>
              <p:spPr>
                <a:xfrm>
                  <a:off x="2421672" y="2657388"/>
                  <a:ext cx="260625" cy="2436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88" h="11674" extrusionOk="0">
                      <a:moveTo>
                        <a:pt x="3164" y="1171"/>
                      </a:moveTo>
                      <a:cubicBezTo>
                        <a:pt x="3352" y="1171"/>
                        <a:pt x="3536" y="1247"/>
                        <a:pt x="3710" y="1424"/>
                      </a:cubicBezTo>
                      <a:lnTo>
                        <a:pt x="3719" y="1433"/>
                      </a:lnTo>
                      <a:cubicBezTo>
                        <a:pt x="4757" y="2473"/>
                        <a:pt x="4683" y="2832"/>
                        <a:pt x="4449" y="3068"/>
                      </a:cubicBezTo>
                      <a:cubicBezTo>
                        <a:pt x="4240" y="3275"/>
                        <a:pt x="3625" y="3692"/>
                        <a:pt x="3427" y="3892"/>
                      </a:cubicBezTo>
                      <a:cubicBezTo>
                        <a:pt x="2960" y="4359"/>
                        <a:pt x="3046" y="5081"/>
                        <a:pt x="3685" y="6039"/>
                      </a:cubicBezTo>
                      <a:cubicBezTo>
                        <a:pt x="4065" y="6611"/>
                        <a:pt x="4568" y="7166"/>
                        <a:pt x="4805" y="7405"/>
                      </a:cubicBezTo>
                      <a:lnTo>
                        <a:pt x="4806" y="7405"/>
                      </a:lnTo>
                      <a:cubicBezTo>
                        <a:pt x="5045" y="7642"/>
                        <a:pt x="5599" y="8146"/>
                        <a:pt x="6172" y="8527"/>
                      </a:cubicBezTo>
                      <a:cubicBezTo>
                        <a:pt x="6727" y="8895"/>
                        <a:pt x="7202" y="9079"/>
                        <a:pt x="7594" y="9079"/>
                      </a:cubicBezTo>
                      <a:cubicBezTo>
                        <a:pt x="7880" y="9079"/>
                        <a:pt x="8123" y="8981"/>
                        <a:pt x="8320" y="8785"/>
                      </a:cubicBezTo>
                      <a:cubicBezTo>
                        <a:pt x="8518" y="8585"/>
                        <a:pt x="8935" y="7971"/>
                        <a:pt x="9144" y="7762"/>
                      </a:cubicBezTo>
                      <a:cubicBezTo>
                        <a:pt x="9238" y="7668"/>
                        <a:pt x="9331" y="7609"/>
                        <a:pt x="9460" y="7609"/>
                      </a:cubicBezTo>
                      <a:cubicBezTo>
                        <a:pt x="9549" y="7609"/>
                        <a:pt x="9655" y="7637"/>
                        <a:pt x="9790" y="7702"/>
                      </a:cubicBezTo>
                      <a:cubicBezTo>
                        <a:pt x="10172" y="7886"/>
                        <a:pt x="10582" y="8297"/>
                        <a:pt x="10779" y="8493"/>
                      </a:cubicBezTo>
                      <a:lnTo>
                        <a:pt x="10788" y="8502"/>
                      </a:lnTo>
                      <a:cubicBezTo>
                        <a:pt x="11239" y="8944"/>
                        <a:pt x="11037" y="9452"/>
                        <a:pt x="10593" y="9898"/>
                      </a:cubicBezTo>
                      <a:cubicBezTo>
                        <a:pt x="10190" y="10300"/>
                        <a:pt x="9680" y="10502"/>
                        <a:pt x="9068" y="10502"/>
                      </a:cubicBezTo>
                      <a:cubicBezTo>
                        <a:pt x="8521" y="10502"/>
                        <a:pt x="7892" y="10341"/>
                        <a:pt x="7184" y="10020"/>
                      </a:cubicBezTo>
                      <a:cubicBezTo>
                        <a:pt x="5868" y="9420"/>
                        <a:pt x="4676" y="8428"/>
                        <a:pt x="4228" y="7984"/>
                      </a:cubicBezTo>
                      <a:cubicBezTo>
                        <a:pt x="3784" y="7536"/>
                        <a:pt x="2792" y="6344"/>
                        <a:pt x="2192" y="5028"/>
                      </a:cubicBezTo>
                      <a:cubicBezTo>
                        <a:pt x="1511" y="3527"/>
                        <a:pt x="1552" y="2381"/>
                        <a:pt x="2314" y="1619"/>
                      </a:cubicBezTo>
                      <a:cubicBezTo>
                        <a:pt x="2583" y="1350"/>
                        <a:pt x="2877" y="1171"/>
                        <a:pt x="3164" y="1171"/>
                      </a:cubicBezTo>
                      <a:close/>
                      <a:moveTo>
                        <a:pt x="3169" y="1"/>
                      </a:moveTo>
                      <a:cubicBezTo>
                        <a:pt x="2619" y="1"/>
                        <a:pt x="2030" y="247"/>
                        <a:pt x="1486" y="791"/>
                      </a:cubicBezTo>
                      <a:cubicBezTo>
                        <a:pt x="701" y="1576"/>
                        <a:pt x="0" y="3034"/>
                        <a:pt x="1127" y="5512"/>
                      </a:cubicBezTo>
                      <a:cubicBezTo>
                        <a:pt x="1794" y="6979"/>
                        <a:pt x="2868" y="8274"/>
                        <a:pt x="3398" y="8810"/>
                      </a:cubicBezTo>
                      <a:lnTo>
                        <a:pt x="3402" y="8813"/>
                      </a:lnTo>
                      <a:cubicBezTo>
                        <a:pt x="3938" y="9344"/>
                        <a:pt x="5235" y="10418"/>
                        <a:pt x="6699" y="11085"/>
                      </a:cubicBezTo>
                      <a:cubicBezTo>
                        <a:pt x="7490" y="11445"/>
                        <a:pt x="8308" y="11674"/>
                        <a:pt x="9088" y="11674"/>
                      </a:cubicBezTo>
                      <a:cubicBezTo>
                        <a:pt x="9940" y="11674"/>
                        <a:pt x="10746" y="11400"/>
                        <a:pt x="11421" y="10726"/>
                      </a:cubicBezTo>
                      <a:cubicBezTo>
                        <a:pt x="12488" y="9657"/>
                        <a:pt x="12399" y="8442"/>
                        <a:pt x="11607" y="7665"/>
                      </a:cubicBezTo>
                      <a:cubicBezTo>
                        <a:pt x="11219" y="7278"/>
                        <a:pt x="10791" y="6885"/>
                        <a:pt x="10297" y="6648"/>
                      </a:cubicBezTo>
                      <a:cubicBezTo>
                        <a:pt x="10009" y="6509"/>
                        <a:pt x="9725" y="6440"/>
                        <a:pt x="9455" y="6440"/>
                      </a:cubicBezTo>
                      <a:cubicBezTo>
                        <a:pt x="9034" y="6440"/>
                        <a:pt x="8646" y="6606"/>
                        <a:pt x="8316" y="6935"/>
                      </a:cubicBezTo>
                      <a:cubicBezTo>
                        <a:pt x="8070" y="7180"/>
                        <a:pt x="7732" y="7665"/>
                        <a:pt x="7538" y="7904"/>
                      </a:cubicBezTo>
                      <a:cubicBezTo>
                        <a:pt x="7035" y="7819"/>
                        <a:pt x="6032" y="6974"/>
                        <a:pt x="5634" y="6577"/>
                      </a:cubicBezTo>
                      <a:cubicBezTo>
                        <a:pt x="5236" y="6179"/>
                        <a:pt x="4393" y="5174"/>
                        <a:pt x="4308" y="4674"/>
                      </a:cubicBezTo>
                      <a:cubicBezTo>
                        <a:pt x="4545" y="4481"/>
                        <a:pt x="5031" y="4141"/>
                        <a:pt x="5277" y="3895"/>
                      </a:cubicBezTo>
                      <a:cubicBezTo>
                        <a:pt x="5817" y="3354"/>
                        <a:pt x="5919" y="2652"/>
                        <a:pt x="5564" y="1914"/>
                      </a:cubicBezTo>
                      <a:cubicBezTo>
                        <a:pt x="5327" y="1421"/>
                        <a:pt x="4934" y="993"/>
                        <a:pt x="4546" y="605"/>
                      </a:cubicBezTo>
                      <a:cubicBezTo>
                        <a:pt x="4165" y="216"/>
                        <a:pt x="3684" y="1"/>
                        <a:pt x="316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8F9838B-3A50-88A6-37E1-78672F60D3D4}"/>
              </a:ext>
            </a:extLst>
          </p:cNvPr>
          <p:cNvSpPr txBox="1"/>
          <p:nvPr/>
        </p:nvSpPr>
        <p:spPr>
          <a:xfrm>
            <a:off x="0" y="670567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Cambria" panose="02040503050406030204" pitchFamily="18" charset="0"/>
                <a:cs typeface="+mn-cs"/>
              </a:rPr>
              <a:t>Icons</a:t>
            </a:r>
          </a:p>
        </p:txBody>
      </p:sp>
    </p:spTree>
    <p:extLst>
      <p:ext uri="{BB962C8B-B14F-4D97-AF65-F5344CB8AC3E}">
        <p14:creationId xmlns:p14="http://schemas.microsoft.com/office/powerpoint/2010/main" val="2091374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8" name="Google Shape;2858;p60"/>
          <p:cNvSpPr txBox="1">
            <a:spLocks noGrp="1"/>
          </p:cNvSpPr>
          <p:nvPr>
            <p:ph type="body" idx="4294967295"/>
          </p:nvPr>
        </p:nvSpPr>
        <p:spPr>
          <a:xfrm>
            <a:off x="1064633" y="1441450"/>
            <a:ext cx="7116763" cy="8001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 indent="0">
              <a:buNone/>
            </a:pPr>
            <a:r>
              <a:rPr lang="en" sz="1800" dirty="0">
                <a:latin typeface="LORA" pitchFamily="2" charset="0"/>
                <a:ea typeface="Arial"/>
                <a:cs typeface="Helvetica" panose="020B0604020202020204" pitchFamily="34" charset="0"/>
                <a:sym typeface="Arial"/>
              </a:rPr>
              <a:t>You can add and edit some </a:t>
            </a:r>
            <a:r>
              <a:rPr lang="en" sz="1800" b="1" dirty="0">
                <a:uFill>
                  <a:noFill/>
                </a:uFill>
                <a:latin typeface="LORA" pitchFamily="2" charset="0"/>
                <a:ea typeface="Arial"/>
                <a:cs typeface="Helvetica" panose="020B0604020202020204" pitchFamily="34" charset="0"/>
                <a:sym typeface="Arial"/>
              </a:rPr>
              <a:t>shapes</a:t>
            </a:r>
            <a:r>
              <a:rPr lang="en" sz="1800" dirty="0">
                <a:latin typeface="LORA" pitchFamily="2" charset="0"/>
                <a:ea typeface="Arial"/>
                <a:cs typeface="Helvetica" panose="020B0604020202020204" pitchFamily="34" charset="0"/>
                <a:sym typeface="Arial"/>
              </a:rPr>
              <a:t> to your presentation to present your data in a visual way.</a:t>
            </a:r>
            <a:endParaRPr sz="1800" dirty="0">
              <a:latin typeface="LORA" pitchFamily="2" charset="0"/>
              <a:ea typeface="Arial"/>
              <a:cs typeface="Helvetica" panose="020B0604020202020204" pitchFamily="34" charset="0"/>
              <a:sym typeface="Arial"/>
            </a:endParaRPr>
          </a:p>
          <a:p>
            <a:pPr marL="0" indent="0">
              <a:buNone/>
            </a:pPr>
            <a:endParaRPr sz="1800" dirty="0">
              <a:latin typeface="LORA" pitchFamily="2" charset="0"/>
              <a:ea typeface="Arial"/>
              <a:cs typeface="Helvetica" panose="020B0604020202020204" pitchFamily="34" charset="0"/>
              <a:sym typeface="Arial"/>
            </a:endParaRPr>
          </a:p>
        </p:txBody>
      </p:sp>
      <p:sp>
        <p:nvSpPr>
          <p:cNvPr id="2859" name="Google Shape;2859;p60"/>
          <p:cNvSpPr txBox="1"/>
          <p:nvPr/>
        </p:nvSpPr>
        <p:spPr>
          <a:xfrm>
            <a:off x="1064633" y="2290215"/>
            <a:ext cx="9923166" cy="39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97412" marR="0" lvl="0" indent="-285750" algn="l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Helvetica" panose="020B0604020202020204" pitchFamily="34" charset="0"/>
                <a:sym typeface="Arial"/>
              </a:rPr>
              <a:t>Choose your favourite infographic and insert it in your presentation using Ctrl C + Ctrl V or Cmd C + Cmd V in Mac.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LORA" pitchFamily="2" charset="0"/>
              <a:ea typeface="+mn-ea"/>
              <a:cs typeface="Helvetica" panose="020B0604020202020204" pitchFamily="34" charset="0"/>
              <a:sym typeface="Arial"/>
            </a:endParaRPr>
          </a:p>
          <a:p>
            <a:pPr marL="497412" marR="0" lvl="0" indent="-285750" algn="l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Helvetica" panose="020B0604020202020204" pitchFamily="34" charset="0"/>
                <a:sym typeface="Arial"/>
              </a:rPr>
              <a:t>Select one of the parts and </a:t>
            </a:r>
            <a:r>
              <a:rPr kumimoji="0" lang="en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Helvetica" panose="020B0604020202020204" pitchFamily="34" charset="0"/>
                <a:sym typeface="Arial"/>
              </a:rPr>
              <a:t>ungroup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Helvetica" panose="020B0604020202020204" pitchFamily="34" charset="0"/>
                <a:sym typeface="Arial"/>
              </a:rPr>
              <a:t> it by right-clicking and choosing “Ungroup”. 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LORA" pitchFamily="2" charset="0"/>
              <a:ea typeface="+mn-ea"/>
              <a:cs typeface="Helvetica" panose="020B0604020202020204" pitchFamily="34" charset="0"/>
              <a:sym typeface="Arial"/>
            </a:endParaRPr>
          </a:p>
          <a:p>
            <a:pPr marL="497412" marR="0" lvl="0" indent="-285750" algn="l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Helvetica" panose="020B0604020202020204" pitchFamily="34" charset="0"/>
                <a:sym typeface="Arial"/>
              </a:rPr>
              <a:t>Change the color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Helvetica" panose="020B0604020202020204" pitchFamily="34" charset="0"/>
                <a:sym typeface="Arial"/>
              </a:rPr>
              <a:t> by clicking on the paint bucket. 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LORA" pitchFamily="2" charset="0"/>
              <a:ea typeface="+mn-ea"/>
              <a:cs typeface="Helvetica" panose="020B0604020202020204" pitchFamily="34" charset="0"/>
              <a:sym typeface="Arial"/>
            </a:endParaRPr>
          </a:p>
          <a:p>
            <a:pPr marL="497412" marR="0" lvl="0" indent="-285750" algn="l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Helvetica" panose="020B0604020202020204" pitchFamily="34" charset="0"/>
                <a:sym typeface="Arial"/>
              </a:rPr>
              <a:t>Then </a:t>
            </a:r>
            <a:r>
              <a:rPr kumimoji="0" lang="en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Helvetica" panose="020B0604020202020204" pitchFamily="34" charset="0"/>
                <a:sym typeface="Arial"/>
              </a:rPr>
              <a:t>resize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Helvetica" panose="020B0604020202020204" pitchFamily="34" charset="0"/>
                <a:sym typeface="Arial"/>
              </a:rPr>
              <a:t> the element by clicking and dragging one of the square-shaped points of its bounding box (the cursor should look like a double-headed arrow). Remember to hold Shift while dragging to keep the proportions.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LORA" pitchFamily="2" charset="0"/>
              <a:ea typeface="+mn-ea"/>
              <a:cs typeface="Helvetica" panose="020B0604020202020204" pitchFamily="34" charset="0"/>
              <a:sym typeface="Arial"/>
            </a:endParaRPr>
          </a:p>
          <a:p>
            <a:pPr marL="497412" marR="0" lvl="0" indent="-285750" algn="l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Helvetica" panose="020B0604020202020204" pitchFamily="34" charset="0"/>
                <a:sym typeface="Arial"/>
              </a:rPr>
              <a:t>Group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Helvetica" panose="020B0604020202020204" pitchFamily="34" charset="0"/>
                <a:sym typeface="Arial"/>
              </a:rPr>
              <a:t> the elements again by selecting them, right-clicking and choosing “Group”.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LORA" pitchFamily="2" charset="0"/>
              <a:ea typeface="+mn-ea"/>
              <a:cs typeface="Helvetica" panose="020B0604020202020204" pitchFamily="34" charset="0"/>
              <a:sym typeface="Arial"/>
            </a:endParaRPr>
          </a:p>
          <a:p>
            <a:pPr marL="497412" marR="0" lvl="0" indent="-285750" algn="l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Helvetica" panose="020B0604020202020204" pitchFamily="34" charset="0"/>
                <a:sym typeface="Arial"/>
              </a:rPr>
              <a:t>Repeat the steps above with the other parts and when you’re done editing, copy the end result and paste it into your presentation.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LORA" pitchFamily="2" charset="0"/>
              <a:ea typeface="+mn-ea"/>
              <a:cs typeface="Helvetica" panose="020B0604020202020204" pitchFamily="34" charset="0"/>
              <a:sym typeface="Arial"/>
            </a:endParaRPr>
          </a:p>
          <a:p>
            <a:pPr marL="497412" marR="0" lvl="0" indent="-285750" algn="l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Helvetica" panose="020B0604020202020204" pitchFamily="34" charset="0"/>
                <a:sym typeface="Arial"/>
              </a:rPr>
              <a:t>Remember to choose the “</a:t>
            </a:r>
            <a:r>
              <a:rPr kumimoji="0" lang="en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Helvetica" panose="020B0604020202020204" pitchFamily="34" charset="0"/>
                <a:sym typeface="Arial"/>
              </a:rPr>
              <a:t>Keep source formatting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Helvetica" panose="020B0604020202020204" pitchFamily="34" charset="0"/>
                <a:sym typeface="Arial"/>
              </a:rPr>
              <a:t>” option so that it keeps the design. For more info, please visit </a:t>
            </a:r>
            <a:r>
              <a:rPr kumimoji="0" lang="en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>
                  <a:noFill/>
                </a:uFill>
                <a:latin typeface="LORA" pitchFamily="2" charset="0"/>
                <a:ea typeface="+mn-ea"/>
                <a:cs typeface="Helvetica" panose="020B0604020202020204" pitchFamily="34" charset="0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Slideegg (Tips &amp; Tricks)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Helvetica" panose="020B0604020202020204" pitchFamily="34" charset="0"/>
                <a:sym typeface="Arial"/>
              </a:rPr>
              <a:t>.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LORA" pitchFamily="2" charset="0"/>
              <a:ea typeface="+mn-ea"/>
              <a:cs typeface="Helvetica" panose="020B0604020202020204" pitchFamily="34" charset="0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BE63DB-2BDF-6F59-5CDF-2491B9BA7851}"/>
              </a:ext>
            </a:extLst>
          </p:cNvPr>
          <p:cNvSpPr txBox="1"/>
          <p:nvPr/>
        </p:nvSpPr>
        <p:spPr>
          <a:xfrm>
            <a:off x="0" y="732689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Cambria" panose="02040503050406030204" pitchFamily="18" charset="0"/>
                <a:cs typeface="+mn-cs"/>
                <a:sym typeface="Arial"/>
              </a:rPr>
              <a:t>How To Edit Shapes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6F0E030-F779-E330-9C9A-6E879D099E5B}"/>
              </a:ext>
            </a:extLst>
          </p:cNvPr>
          <p:cNvGrpSpPr/>
          <p:nvPr/>
        </p:nvGrpSpPr>
        <p:grpSpPr>
          <a:xfrm>
            <a:off x="1007908" y="719364"/>
            <a:ext cx="10176184" cy="5402945"/>
            <a:chOff x="1567543" y="1309914"/>
            <a:chExt cx="10176184" cy="5402945"/>
          </a:xfrm>
        </p:grpSpPr>
        <p:sp>
          <p:nvSpPr>
            <p:cNvPr id="2" name="Rectangle 1"/>
            <p:cNvSpPr/>
            <p:nvPr/>
          </p:nvSpPr>
          <p:spPr>
            <a:xfrm>
              <a:off x="3414203" y="1309914"/>
              <a:ext cx="6482865" cy="5909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Georgia" panose="02040502050405020303" pitchFamily="18" charset="0"/>
                  <a:ea typeface="Cambria" panose="02040503050406030204" pitchFamily="18" charset="0"/>
                  <a:cs typeface="+mn-cs"/>
                </a:rPr>
                <a:t>Terms Of Use (Free Users)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FEE3117-CA9D-C63D-F40E-394CD20E15D5}"/>
                </a:ext>
              </a:extLst>
            </p:cNvPr>
            <p:cNvGrpSpPr/>
            <p:nvPr/>
          </p:nvGrpSpPr>
          <p:grpSpPr>
            <a:xfrm>
              <a:off x="1567543" y="2123550"/>
              <a:ext cx="10176184" cy="4589309"/>
              <a:chOff x="1524000" y="1838157"/>
              <a:chExt cx="10176184" cy="4589309"/>
            </a:xfrm>
          </p:grpSpPr>
          <p:sp>
            <p:nvSpPr>
              <p:cNvPr id="3" name="Rectangle 2"/>
              <p:cNvSpPr/>
              <p:nvPr/>
            </p:nvSpPr>
            <p:spPr>
              <a:xfrm>
                <a:off x="1524000" y="1838157"/>
                <a:ext cx="9029700" cy="40626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If you are a free subscriber, you should credit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 </a:t>
                </a:r>
                <a:r>
                  <a:rPr kumimoji="0" lang="en-US" sz="1800" b="1" i="0" u="sng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SlideEgg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by keeping the “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Thank You”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 slide.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Kindly refer to the following slide for the Terms of Use for premium users.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sng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You can:</a:t>
                </a:r>
                <a:endParaRPr kumimoji="0" lang="en-US" sz="1800" b="1" i="0" u="sng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Customize or edit this template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Use this template for both business and personal endeavors.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v"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sng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You can not: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Sell, rent, or second-license SlideEgg content or its altered version.</a:t>
                </a:r>
                <a:b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</a:b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Promulgate, unless explicitly permitted, SlideEgg content, by SlideEgg.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Incorporate SlideEgg content in any database or file online or offline.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Obtain SlideEgg content’s copyright.</a:t>
                </a: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1524000" y="6027356"/>
                <a:ext cx="1017618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Kindly refer to our </a:t>
                </a:r>
                <a:r>
                  <a:rPr kumimoji="0" lang="en-US" sz="2000" b="1" i="0" u="sng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Tutorial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 page or </a:t>
                </a:r>
                <a:r>
                  <a:rPr kumimoji="0" lang="en-US" sz="2000" b="1" i="0" u="sng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  <a:hlinkClick r:id="rId4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FAQ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 for advanced slide modification guidelines.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922954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38515" y="1716372"/>
            <a:ext cx="9092540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Being a premium subscriber, you have the privilege of using this PPT template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without giving attribution to </a:t>
            </a: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SlideEgg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or keeping the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“Thank You”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slide.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LORA" pitchFamily="2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You can: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Customize or edit this template.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Use this template for both business and personal endeavors.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Circulate or share the editable format of this template with anyone you want.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LORA" pitchFamily="2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You can not: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Sell, rent or second-license SlideEgg content or the altered version of it.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Promulgate or include the templates in any other services database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that performs as distribution or resale platform, unless explicitly permitted, by SlideEgg.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Incorporate the elements used in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SlideEgg’s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 templates separately.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Obtain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SlideEgg’s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 copyright for the elements used in this template as a logo or trademark.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LORA" pitchFamily="2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01AFD9-8872-2AE3-655A-66D9360EFD69}"/>
              </a:ext>
            </a:extLst>
          </p:cNvPr>
          <p:cNvSpPr/>
          <p:nvPr/>
        </p:nvSpPr>
        <p:spPr>
          <a:xfrm>
            <a:off x="1752938" y="5600324"/>
            <a:ext cx="91582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Kindly refer to our </a:t>
            </a: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Tutorial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 page or </a:t>
            </a: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 for advanced slide modification guidelines.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CFA3D8-91C1-2058-27F2-6B20500F960F}"/>
              </a:ext>
            </a:extLst>
          </p:cNvPr>
          <p:cNvSpPr/>
          <p:nvPr/>
        </p:nvSpPr>
        <p:spPr>
          <a:xfrm>
            <a:off x="2271879" y="719364"/>
            <a:ext cx="7648248" cy="5909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eorgia" panose="02040502050405020303" pitchFamily="18" charset="0"/>
                <a:ea typeface="Cambria" panose="02040503050406030204" pitchFamily="18" charset="0"/>
                <a:cs typeface="+mn-cs"/>
              </a:rPr>
              <a:t>Terms Of Use (Premium Users)</a:t>
            </a:r>
          </a:p>
        </p:txBody>
      </p:sp>
    </p:spTree>
    <p:extLst>
      <p:ext uri="{BB962C8B-B14F-4D97-AF65-F5344CB8AC3E}">
        <p14:creationId xmlns:p14="http://schemas.microsoft.com/office/powerpoint/2010/main" val="31096109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6FA1EA-BDF0-0BBC-06AC-BCBAE61C2964}"/>
              </a:ext>
            </a:extLst>
          </p:cNvPr>
          <p:cNvSpPr txBox="1"/>
          <p:nvPr/>
        </p:nvSpPr>
        <p:spPr>
          <a:xfrm>
            <a:off x="3046970" y="6200554"/>
            <a:ext cx="60980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www.slideegg.com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LORA" pitchFamily="2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5D6C6BD-F4B0-FF57-D1CC-69C3E8B0835D}"/>
              </a:ext>
            </a:extLst>
          </p:cNvPr>
          <p:cNvGrpSpPr/>
          <p:nvPr/>
        </p:nvGrpSpPr>
        <p:grpSpPr>
          <a:xfrm>
            <a:off x="1659924" y="1470260"/>
            <a:ext cx="8872151" cy="3560070"/>
            <a:chOff x="1659925" y="1622451"/>
            <a:chExt cx="8872151" cy="356007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A022012-F0A4-EAD0-5433-F3D20941C3F8}"/>
                </a:ext>
              </a:extLst>
            </p:cNvPr>
            <p:cNvSpPr txBox="1"/>
            <p:nvPr/>
          </p:nvSpPr>
          <p:spPr>
            <a:xfrm>
              <a:off x="1659925" y="1622451"/>
              <a:ext cx="8872151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</a:rPr>
                <a:t>Thank You!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</a:rPr>
                <a:t>We respect your valuable time with SlideEgg!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</a:rPr>
                <a:t>If you have any questions, please reach us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59C85C9-F63B-E7AD-66C9-0248A7089251}"/>
                </a:ext>
              </a:extLst>
            </p:cNvPr>
            <p:cNvGrpSpPr/>
            <p:nvPr/>
          </p:nvGrpSpPr>
          <p:grpSpPr>
            <a:xfrm>
              <a:off x="4889500" y="3372853"/>
              <a:ext cx="2878228" cy="444235"/>
              <a:chOff x="3889500" y="3338261"/>
              <a:chExt cx="4767228" cy="735789"/>
            </a:xfrm>
          </p:grpSpPr>
          <p:pic>
            <p:nvPicPr>
              <p:cNvPr id="8" name="Picture 4" descr="Facebook icon circle Logo PNG Vector (EPS) Free Download">
                <a:hlinkClick r:id="rId3"/>
                <a:extLst>
                  <a:ext uri="{FF2B5EF4-FFF2-40B4-BE49-F238E27FC236}">
                    <a16:creationId xmlns:a16="http://schemas.microsoft.com/office/drawing/2014/main" id="{5C3C7234-909E-D7A5-E600-6E4916658C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89500" y="3338261"/>
                <a:ext cx="730592" cy="7305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" name="Picture 6" descr="Instagram Logo Icon Png #96303 - Free Icons Library">
                <a:hlinkClick r:id="rId5"/>
                <a:extLst>
                  <a:ext uri="{FF2B5EF4-FFF2-40B4-BE49-F238E27FC236}">
                    <a16:creationId xmlns:a16="http://schemas.microsoft.com/office/drawing/2014/main" id="{568D218A-52FD-1CD7-0245-AA6DCEFA6CC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40970" y="3338261"/>
                <a:ext cx="730592" cy="72118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" name="Picture 8" descr="Youtube PNG images free download">
                <a:hlinkClick r:id="rId7"/>
                <a:extLst>
                  <a:ext uri="{FF2B5EF4-FFF2-40B4-BE49-F238E27FC236}">
                    <a16:creationId xmlns:a16="http://schemas.microsoft.com/office/drawing/2014/main" id="{23E026E1-BA9A-5E81-4902-5C91A779D1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18313" y="3352865"/>
                <a:ext cx="1019843" cy="72118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" name="Picture 10" descr="Download Twitter Logo Png Transparent Background - Logo Twitter Png PNG  Image with No Background - PNGkey.com">
                <a:hlinkClick r:id="rId9"/>
                <a:extLst>
                  <a:ext uri="{FF2B5EF4-FFF2-40B4-BE49-F238E27FC236}">
                    <a16:creationId xmlns:a16="http://schemas.microsoft.com/office/drawing/2014/main" id="{5203BCB7-88E4-37C6-A0A4-8EBF6C4C05A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87856" y="3352866"/>
                <a:ext cx="715989" cy="7159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" name="Picture 12" descr="LinkedIn Logo – Free PNG format download (2022)">
                <a:hlinkClick r:id="rId11"/>
                <a:extLst>
                  <a:ext uri="{FF2B5EF4-FFF2-40B4-BE49-F238E27FC236}">
                    <a16:creationId xmlns:a16="http://schemas.microsoft.com/office/drawing/2014/main" id="{0A229943-033E-CDA0-BDDA-4C18F91435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63296" y="3344440"/>
                <a:ext cx="1293432" cy="7275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6A21404-BC86-0C37-62CB-41EB47CA8CA6}"/>
                </a:ext>
              </a:extLst>
            </p:cNvPr>
            <p:cNvSpPr/>
            <p:nvPr/>
          </p:nvSpPr>
          <p:spPr>
            <a:xfrm>
              <a:off x="2668859" y="4659301"/>
              <a:ext cx="685428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</a:rPr>
                <a:t>CREDIT: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</a:rPr>
                <a:t> SlideEgg created this PowerPoint template.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</a:rPr>
                <a:t>Let this slide be kept for attribution.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A4B43F0-6627-186C-D543-EF34235C1E9E}"/>
                </a:ext>
              </a:extLst>
            </p:cNvPr>
            <p:cNvSpPr/>
            <p:nvPr/>
          </p:nvSpPr>
          <p:spPr>
            <a:xfrm>
              <a:off x="2668859" y="4098910"/>
              <a:ext cx="685428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</a:rPr>
                <a:t>Do you have a design request, please visit our </a:t>
              </a:r>
              <a:r>
                <a:rPr kumimoji="0" lang="en-US" sz="1800" b="1" i="0" u="sng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  <a:hlinkClick r:id="rId1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redesign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</a:rPr>
                <a:t> page.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6151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E6F10"/>
      </a:lt2>
      <a:accent1>
        <a:srgbClr val="01BBC2"/>
      </a:accent1>
      <a:accent2>
        <a:srgbClr val="A2CD37"/>
      </a:accent2>
      <a:accent3>
        <a:srgbClr val="00B0F0"/>
      </a:accent3>
      <a:accent4>
        <a:srgbClr val="FD6D67"/>
      </a:accent4>
      <a:accent5>
        <a:srgbClr val="EAA31B"/>
      </a:accent5>
      <a:accent6>
        <a:srgbClr val="934584"/>
      </a:accent6>
      <a:hlink>
        <a:srgbClr val="BF2424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1675</TotalTime>
  <Words>1988</Words>
  <Application>Microsoft Office PowerPoint</Application>
  <PresentationFormat>Widescreen</PresentationFormat>
  <Paragraphs>401</Paragraphs>
  <Slides>37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Arial</vt:lpstr>
      <vt:lpstr>Calibri</vt:lpstr>
      <vt:lpstr>Calibri Light</vt:lpstr>
      <vt:lpstr>Georgia</vt:lpstr>
      <vt:lpstr>Lora</vt:lpstr>
      <vt:lpstr>Lora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</dc:creator>
  <cp:lastModifiedBy>Deckzi Solutions</cp:lastModifiedBy>
  <cp:revision>224</cp:revision>
  <dcterms:created xsi:type="dcterms:W3CDTF">2023-01-05T04:07:59Z</dcterms:created>
  <dcterms:modified xsi:type="dcterms:W3CDTF">2023-01-25T10:25:47Z</dcterms:modified>
</cp:coreProperties>
</file>