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59" r:id="rId5"/>
    <p:sldId id="256" r:id="rId6"/>
    <p:sldId id="292" r:id="rId7"/>
    <p:sldId id="1049" r:id="rId8"/>
    <p:sldId id="1050" r:id="rId9"/>
    <p:sldId id="1051" r:id="rId10"/>
    <p:sldId id="1052" r:id="rId11"/>
    <p:sldId id="104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56-67B6-67B2-CDB8-C1A91BA1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D6779-6177-4AB1-839E-48AB6ACE1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91F9D-58DF-E953-E8D3-6B1DFA44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1E562-BE2C-86CA-0C77-E81A04B5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ACF8-A8A6-47F5-3E3A-4CD9B889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2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DD0B-F9B2-4C0C-8DB2-CB6478EA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C2A8-2A8A-4216-2D05-84D9E60F0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2198-9D37-4C4F-761E-645D9D06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FDD7C-A2F6-8289-D271-22F2BB7A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66BE8-5772-08B7-C1D4-6A299E24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2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A21B-8464-0915-B39E-EED595D8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73096-6447-C395-FF11-989AD32A1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6EA89-D28E-C351-0501-1F0A79C9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CD0CF-B178-DB56-2E64-B4BDD2FC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0D14-022E-F708-5B42-0BD158C6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15F5E-D4A6-53EA-9B1E-8194B4C9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C4F1F-43B9-B442-D2F0-A7B7CA2AB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D517B-BF5D-DC6F-044E-13FB29ED1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AFFA1-B230-FDB5-4A93-657380A9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29ADD-7874-0E05-5614-956C5DF2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735B6-357A-6F4A-FA5F-DA01D9CE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90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FA49-55BA-52F6-0640-D50FC559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264F7-6D9E-13F9-CC14-F2EFB0CE0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781A7-6975-0C99-41BA-D2CA2D155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00E9C-1614-3784-EEA3-965C42897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6C841-BF25-99C0-0021-AF61CF9BA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00CC2-2F54-607E-5051-4953DC7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74705-0D80-A598-FB42-9AF2C775E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DAE4F-F463-C913-75E4-DD57D24F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0FF5-9823-8BA2-9E86-E013BAE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48687-0C10-EBE7-56CD-C5CBE763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24532-17A1-09F4-C6E6-337AD9C1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F7103-8492-D468-D3C3-86D2CC3D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2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6E403-27A6-2A14-D26F-EC506659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C6CAB-3983-094B-346A-56D7A0DD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D374D-C01D-D225-AD7A-669BA006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0F524-CAB9-1053-7C97-4FD8AEAFE417}"/>
              </a:ext>
            </a:extLst>
          </p:cNvPr>
          <p:cNvSpPr txBox="1"/>
          <p:nvPr userDrawn="1"/>
        </p:nvSpPr>
        <p:spPr>
          <a:xfrm>
            <a:off x="0" y="394473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</a:rPr>
              <a:t>Animated Infographic Templates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851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D855-4E9F-523D-2E22-53454864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56C6C-B7FB-23C1-2DEF-5D8132EEE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C9D44-A46F-CDDB-E086-329969967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2D63F-B795-F9AB-2F50-4A0A5072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3ED80-AAC6-BC71-477E-107AFF1F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B9BC4-F3DF-D42A-9B33-0EE2E525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4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244B-8D71-F317-584F-585851DF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9FE808-8B1E-3A9E-45E6-70D283E92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DF45B-A42F-FAF6-2256-ECCD3DB5F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50998-2BFC-84FB-E2A1-7AB97372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62378-11DA-F966-515C-E4EDBD0B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1AB93-A1A4-5982-F560-2AE7E72F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8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FACF-1D7D-B928-8170-F185A949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50990-50BE-9961-7AFB-4927A9C5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7F6C3-A8FF-AD9F-4B29-F80CA048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FF84C-3626-FDFF-0C64-B3F5F475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8CCC-E9C9-B2CA-C0F8-5FD82D1F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1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3A9BD-0851-E0E6-B3BB-DA8472BC3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D7828-FCEB-2D6D-E513-864D15490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12F34-ABAF-919D-BF45-C7BCBCD3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01196-42DD-0CDF-D92B-ECF1A40C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E0E4-1E8E-3CE3-C9DA-C06364CA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3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9E128-6C60-B3C7-2E2D-BD19211E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25814-7E75-DE7C-E3B8-8DF6990EE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1AD89-11D2-5D66-215A-8CF6B4ED6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55772-B39D-415B-932F-AB711781750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E4EA1-5CD1-5306-E710-0810D4EC7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96555-5114-5610-74C4-FB9077D47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D5559-7C1D-40DD-B666-C5DF2992A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8CD128C-319B-A5CD-86E7-D8BE20B805F7}"/>
              </a:ext>
            </a:extLst>
          </p:cNvPr>
          <p:cNvGrpSpPr/>
          <p:nvPr/>
        </p:nvGrpSpPr>
        <p:grpSpPr>
          <a:xfrm>
            <a:off x="6385355" y="1664417"/>
            <a:ext cx="2288059" cy="4295771"/>
            <a:chOff x="6385355" y="1713851"/>
            <a:chExt cx="2288059" cy="429577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EB68F27-F241-FEAF-495B-7DA0C74C58BC}"/>
                </a:ext>
              </a:extLst>
            </p:cNvPr>
            <p:cNvSpPr/>
            <p:nvPr/>
          </p:nvSpPr>
          <p:spPr>
            <a:xfrm rot="18900000">
              <a:off x="6796627" y="1713851"/>
              <a:ext cx="1466048" cy="1466048"/>
            </a:xfrm>
            <a:custGeom>
              <a:avLst/>
              <a:gdLst>
                <a:gd name="connsiteX0" fmla="*/ 878708 w 878776"/>
                <a:gd name="connsiteY0" fmla="*/ 439262 h 878776"/>
                <a:gd name="connsiteX1" fmla="*/ 439320 w 878776"/>
                <a:gd name="connsiteY1" fmla="*/ 878651 h 878776"/>
                <a:gd name="connsiteX2" fmla="*/ -68 w 878776"/>
                <a:gd name="connsiteY2" fmla="*/ 439262 h 878776"/>
                <a:gd name="connsiteX3" fmla="*/ 439320 w 878776"/>
                <a:gd name="connsiteY3" fmla="*/ -126 h 878776"/>
                <a:gd name="connsiteX4" fmla="*/ 878708 w 878776"/>
                <a:gd name="connsiteY4" fmla="*/ 439262 h 87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776" h="878776">
                  <a:moveTo>
                    <a:pt x="878708" y="439262"/>
                  </a:moveTo>
                  <a:cubicBezTo>
                    <a:pt x="878708" y="681930"/>
                    <a:pt x="681988" y="878651"/>
                    <a:pt x="439320" y="878651"/>
                  </a:cubicBezTo>
                  <a:cubicBezTo>
                    <a:pt x="196652" y="878651"/>
                    <a:pt x="-68" y="681930"/>
                    <a:pt x="-68" y="439262"/>
                  </a:cubicBezTo>
                  <a:cubicBezTo>
                    <a:pt x="-68" y="196595"/>
                    <a:pt x="196653" y="-126"/>
                    <a:pt x="439320" y="-126"/>
                  </a:cubicBezTo>
                  <a:cubicBezTo>
                    <a:pt x="681988" y="-126"/>
                    <a:pt x="878708" y="196595"/>
                    <a:pt x="878708" y="439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24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240C066-7260-A16F-6FC4-BC6692E7F5AA}"/>
                </a:ext>
              </a:extLst>
            </p:cNvPr>
            <p:cNvSpPr/>
            <p:nvPr/>
          </p:nvSpPr>
          <p:spPr>
            <a:xfrm>
              <a:off x="6385355" y="2444515"/>
              <a:ext cx="2288059" cy="3565107"/>
            </a:xfrm>
            <a:custGeom>
              <a:avLst/>
              <a:gdLst>
                <a:gd name="connsiteX0" fmla="*/ 1246849 w 1371504"/>
                <a:gd name="connsiteY0" fmla="*/ -126 h 2136990"/>
                <a:gd name="connsiteX1" fmla="*/ 124709 w 1371504"/>
                <a:gd name="connsiteY1" fmla="*/ -126 h 2136990"/>
                <a:gd name="connsiteX2" fmla="*/ -68 w 1371504"/>
                <a:gd name="connsiteY2" fmla="*/ 124461 h 2136990"/>
                <a:gd name="connsiteX3" fmla="*/ -68 w 1371504"/>
                <a:gd name="connsiteY3" fmla="*/ 124651 h 2136990"/>
                <a:gd name="connsiteX4" fmla="*/ -68 w 1371504"/>
                <a:gd name="connsiteY4" fmla="*/ 1755522 h 2136990"/>
                <a:gd name="connsiteX5" fmla="*/ 78132 w 1371504"/>
                <a:gd name="connsiteY5" fmla="*/ 1877632 h 2136990"/>
                <a:gd name="connsiteX6" fmla="*/ 602007 w 1371504"/>
                <a:gd name="connsiteY6" fmla="*/ 2118520 h 2136990"/>
                <a:gd name="connsiteX7" fmla="*/ 769361 w 1371504"/>
                <a:gd name="connsiteY7" fmla="*/ 2118520 h 2136990"/>
                <a:gd name="connsiteX8" fmla="*/ 1293236 w 1371504"/>
                <a:gd name="connsiteY8" fmla="*/ 1877632 h 2136990"/>
                <a:gd name="connsiteX9" fmla="*/ 1371437 w 1371504"/>
                <a:gd name="connsiteY9" fmla="*/ 1755522 h 2136990"/>
                <a:gd name="connsiteX10" fmla="*/ 1371437 w 1371504"/>
                <a:gd name="connsiteY10" fmla="*/ 124651 h 2136990"/>
                <a:gd name="connsiteX11" fmla="*/ 1246849 w 1371504"/>
                <a:gd name="connsiteY11" fmla="*/ -126 h 2136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04" h="2136990">
                  <a:moveTo>
                    <a:pt x="1246849" y="-126"/>
                  </a:moveTo>
                  <a:lnTo>
                    <a:pt x="124709" y="-126"/>
                  </a:lnTo>
                  <a:cubicBezTo>
                    <a:pt x="55849" y="-183"/>
                    <a:pt x="-16" y="55605"/>
                    <a:pt x="-68" y="124461"/>
                  </a:cubicBezTo>
                  <a:cubicBezTo>
                    <a:pt x="-68" y="124528"/>
                    <a:pt x="-68" y="124585"/>
                    <a:pt x="-68" y="124651"/>
                  </a:cubicBezTo>
                  <a:lnTo>
                    <a:pt x="-68" y="1755522"/>
                  </a:lnTo>
                  <a:cubicBezTo>
                    <a:pt x="-55" y="1807995"/>
                    <a:pt x="30475" y="1855668"/>
                    <a:pt x="78132" y="1877632"/>
                  </a:cubicBezTo>
                  <a:lnTo>
                    <a:pt x="602007" y="2118520"/>
                  </a:lnTo>
                  <a:cubicBezTo>
                    <a:pt x="655109" y="2142980"/>
                    <a:pt x="716259" y="2142980"/>
                    <a:pt x="769361" y="2118520"/>
                  </a:cubicBezTo>
                  <a:lnTo>
                    <a:pt x="1293236" y="1877632"/>
                  </a:lnTo>
                  <a:cubicBezTo>
                    <a:pt x="1340890" y="1855668"/>
                    <a:pt x="1371427" y="1807995"/>
                    <a:pt x="1371437" y="1755522"/>
                  </a:cubicBezTo>
                  <a:lnTo>
                    <a:pt x="1371437" y="124651"/>
                  </a:lnTo>
                  <a:cubicBezTo>
                    <a:pt x="1371494" y="55795"/>
                    <a:pt x="1315706" y="-69"/>
                    <a:pt x="1246849" y="-12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640F724-4613-DE1C-C328-0081E45D0344}"/>
                </a:ext>
              </a:extLst>
            </p:cNvPr>
            <p:cNvSpPr/>
            <p:nvPr/>
          </p:nvSpPr>
          <p:spPr>
            <a:xfrm>
              <a:off x="7261228" y="5634515"/>
              <a:ext cx="537264" cy="219041"/>
            </a:xfrm>
            <a:custGeom>
              <a:avLst/>
              <a:gdLst>
                <a:gd name="connsiteX0" fmla="*/ 321975 w 322046"/>
                <a:gd name="connsiteY0" fmla="*/ 14447 h 131297"/>
                <a:gd name="connsiteX1" fmla="*/ 321975 w 322046"/>
                <a:gd name="connsiteY1" fmla="*/ 53785 h 131297"/>
                <a:gd name="connsiteX2" fmla="*/ 312450 w 322046"/>
                <a:gd name="connsiteY2" fmla="*/ 69216 h 131297"/>
                <a:gd name="connsiteX3" fmla="*/ 195388 w 322046"/>
                <a:gd name="connsiteY3" fmla="*/ 123699 h 131297"/>
                <a:gd name="connsiteX4" fmla="*/ 127665 w 322046"/>
                <a:gd name="connsiteY4" fmla="*/ 123699 h 131297"/>
                <a:gd name="connsiteX5" fmla="*/ 9460 w 322046"/>
                <a:gd name="connsiteY5" fmla="*/ 69216 h 131297"/>
                <a:gd name="connsiteX6" fmla="*/ -65 w 322046"/>
                <a:gd name="connsiteY6" fmla="*/ 53785 h 131297"/>
                <a:gd name="connsiteX7" fmla="*/ -65 w 322046"/>
                <a:gd name="connsiteY7" fmla="*/ 14447 h 131297"/>
                <a:gd name="connsiteX8" fmla="*/ 13936 w 322046"/>
                <a:gd name="connsiteY8" fmla="*/ -126 h 131297"/>
                <a:gd name="connsiteX9" fmla="*/ 14413 w 322046"/>
                <a:gd name="connsiteY9" fmla="*/ -126 h 131297"/>
                <a:gd name="connsiteX10" fmla="*/ 308068 w 322046"/>
                <a:gd name="connsiteY10" fmla="*/ -126 h 131297"/>
                <a:gd name="connsiteX11" fmla="*/ 321975 w 322046"/>
                <a:gd name="connsiteY11" fmla="*/ 14447 h 131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046" h="131297">
                  <a:moveTo>
                    <a:pt x="321975" y="14447"/>
                  </a:moveTo>
                  <a:lnTo>
                    <a:pt x="321975" y="53785"/>
                  </a:lnTo>
                  <a:cubicBezTo>
                    <a:pt x="322070" y="60348"/>
                    <a:pt x="318355" y="66358"/>
                    <a:pt x="312450" y="69216"/>
                  </a:cubicBezTo>
                  <a:cubicBezTo>
                    <a:pt x="312450" y="69216"/>
                    <a:pt x="239774" y="102744"/>
                    <a:pt x="195388" y="123699"/>
                  </a:cubicBezTo>
                  <a:cubicBezTo>
                    <a:pt x="173909" y="133662"/>
                    <a:pt x="149144" y="133662"/>
                    <a:pt x="127665" y="123699"/>
                  </a:cubicBezTo>
                  <a:lnTo>
                    <a:pt x="9460" y="69216"/>
                  </a:lnTo>
                  <a:cubicBezTo>
                    <a:pt x="3573" y="66349"/>
                    <a:pt x="-142" y="60338"/>
                    <a:pt x="-65" y="53785"/>
                  </a:cubicBezTo>
                  <a:lnTo>
                    <a:pt x="-65" y="14447"/>
                  </a:lnTo>
                  <a:cubicBezTo>
                    <a:pt x="-227" y="6560"/>
                    <a:pt x="6040" y="36"/>
                    <a:pt x="13936" y="-126"/>
                  </a:cubicBezTo>
                  <a:cubicBezTo>
                    <a:pt x="14089" y="-126"/>
                    <a:pt x="14251" y="-126"/>
                    <a:pt x="14413" y="-126"/>
                  </a:cubicBezTo>
                  <a:lnTo>
                    <a:pt x="308068" y="-126"/>
                  </a:lnTo>
                  <a:cubicBezTo>
                    <a:pt x="315927" y="83"/>
                    <a:pt x="322137" y="6589"/>
                    <a:pt x="321975" y="144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53149AB-E6AF-6E43-F259-473A9965796D}"/>
                </a:ext>
              </a:extLst>
            </p:cNvPr>
            <p:cNvSpPr/>
            <p:nvPr/>
          </p:nvSpPr>
          <p:spPr>
            <a:xfrm>
              <a:off x="6501196" y="2560991"/>
              <a:ext cx="2056059" cy="862848"/>
            </a:xfrm>
            <a:custGeom>
              <a:avLst/>
              <a:gdLst>
                <a:gd name="connsiteX0" fmla="*/ 616390 w 1232439"/>
                <a:gd name="connsiteY0" fmla="*/ 517081 h 517207"/>
                <a:gd name="connsiteX1" fmla="*/ 561907 w 1232439"/>
                <a:gd name="connsiteY1" fmla="*/ 505175 h 517207"/>
                <a:gd name="connsiteX2" fmla="*/ 38032 w 1232439"/>
                <a:gd name="connsiteY2" fmla="*/ 264288 h 517207"/>
                <a:gd name="connsiteX3" fmla="*/ -68 w 1232439"/>
                <a:gd name="connsiteY3" fmla="*/ 205614 h 517207"/>
                <a:gd name="connsiteX4" fmla="*/ -68 w 1232439"/>
                <a:gd name="connsiteY4" fmla="*/ 54833 h 517207"/>
                <a:gd name="connsiteX5" fmla="*/ 54891 w 1232439"/>
                <a:gd name="connsiteY5" fmla="*/ -126 h 517207"/>
                <a:gd name="connsiteX6" fmla="*/ 1177412 w 1232439"/>
                <a:gd name="connsiteY6" fmla="*/ -126 h 517207"/>
                <a:gd name="connsiteX7" fmla="*/ 1232371 w 1232439"/>
                <a:gd name="connsiteY7" fmla="*/ 54833 h 517207"/>
                <a:gd name="connsiteX8" fmla="*/ 1232371 w 1232439"/>
                <a:gd name="connsiteY8" fmla="*/ 205614 h 517207"/>
                <a:gd name="connsiteX9" fmla="*/ 1194748 w 1232439"/>
                <a:gd name="connsiteY9" fmla="*/ 264288 h 517207"/>
                <a:gd name="connsiteX10" fmla="*/ 670873 w 1232439"/>
                <a:gd name="connsiteY10" fmla="*/ 505175 h 517207"/>
                <a:gd name="connsiteX11" fmla="*/ 616390 w 1232439"/>
                <a:gd name="connsiteY11" fmla="*/ 517081 h 51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2439" h="517207">
                  <a:moveTo>
                    <a:pt x="616390" y="517081"/>
                  </a:moveTo>
                  <a:cubicBezTo>
                    <a:pt x="597578" y="517119"/>
                    <a:pt x="578985" y="513062"/>
                    <a:pt x="561907" y="505175"/>
                  </a:cubicBezTo>
                  <a:lnTo>
                    <a:pt x="38032" y="264288"/>
                  </a:lnTo>
                  <a:cubicBezTo>
                    <a:pt x="14953" y="253858"/>
                    <a:pt x="69" y="230941"/>
                    <a:pt x="-68" y="205614"/>
                  </a:cubicBezTo>
                  <a:lnTo>
                    <a:pt x="-68" y="54833"/>
                  </a:lnTo>
                  <a:cubicBezTo>
                    <a:pt x="-16" y="24505"/>
                    <a:pt x="24559" y="-69"/>
                    <a:pt x="54891" y="-126"/>
                  </a:cubicBezTo>
                  <a:lnTo>
                    <a:pt x="1177412" y="-126"/>
                  </a:lnTo>
                  <a:cubicBezTo>
                    <a:pt x="1207740" y="-69"/>
                    <a:pt x="1232324" y="24505"/>
                    <a:pt x="1232371" y="54833"/>
                  </a:cubicBezTo>
                  <a:lnTo>
                    <a:pt x="1232371" y="205614"/>
                  </a:lnTo>
                  <a:cubicBezTo>
                    <a:pt x="1232324" y="230826"/>
                    <a:pt x="1217636" y="253725"/>
                    <a:pt x="1194748" y="264288"/>
                  </a:cubicBezTo>
                  <a:lnTo>
                    <a:pt x="670873" y="505175"/>
                  </a:lnTo>
                  <a:cubicBezTo>
                    <a:pt x="653785" y="513043"/>
                    <a:pt x="635202" y="517100"/>
                    <a:pt x="616390" y="51708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D78A936-528A-5E15-1523-F92BF5CE92A8}"/>
                </a:ext>
              </a:extLst>
            </p:cNvPr>
            <p:cNvSpPr/>
            <p:nvPr/>
          </p:nvSpPr>
          <p:spPr>
            <a:xfrm>
              <a:off x="6555542" y="3458641"/>
              <a:ext cx="1947687" cy="1893902"/>
            </a:xfrm>
            <a:prstGeom prst="round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innerShdw blurRad="127000">
                <a:prstClr val="black">
                  <a:alpha val="30000"/>
                </a:prstClr>
              </a:inn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C901CB3-25C2-BAF9-BC87-F156C1B6BD94}"/>
                </a:ext>
              </a:extLst>
            </p:cNvPr>
            <p:cNvSpPr/>
            <p:nvPr/>
          </p:nvSpPr>
          <p:spPr>
            <a:xfrm>
              <a:off x="7382337" y="3241397"/>
              <a:ext cx="315923" cy="315923"/>
            </a:xfrm>
            <a:custGeom>
              <a:avLst/>
              <a:gdLst>
                <a:gd name="connsiteX0" fmla="*/ 354262 w 354329"/>
                <a:gd name="connsiteY0" fmla="*/ 177039 h 354329"/>
                <a:gd name="connsiteX1" fmla="*/ 177097 w 354329"/>
                <a:gd name="connsiteY1" fmla="*/ 354204 h 354329"/>
                <a:gd name="connsiteX2" fmla="*/ -68 w 354329"/>
                <a:gd name="connsiteY2" fmla="*/ 177039 h 354329"/>
                <a:gd name="connsiteX3" fmla="*/ 177097 w 354329"/>
                <a:gd name="connsiteY3" fmla="*/ -126 h 354329"/>
                <a:gd name="connsiteX4" fmla="*/ 354262 w 354329"/>
                <a:gd name="connsiteY4" fmla="*/ 177039 h 35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329" h="354329">
                  <a:moveTo>
                    <a:pt x="354262" y="177039"/>
                  </a:moveTo>
                  <a:cubicBezTo>
                    <a:pt x="354262" y="274884"/>
                    <a:pt x="274942" y="354204"/>
                    <a:pt x="177097" y="354204"/>
                  </a:cubicBezTo>
                  <a:cubicBezTo>
                    <a:pt x="79251" y="354204"/>
                    <a:pt x="-68" y="274884"/>
                    <a:pt x="-68" y="177039"/>
                  </a:cubicBezTo>
                  <a:cubicBezTo>
                    <a:pt x="-68" y="79193"/>
                    <a:pt x="79251" y="-126"/>
                    <a:pt x="177097" y="-126"/>
                  </a:cubicBezTo>
                  <a:cubicBezTo>
                    <a:pt x="274942" y="-126"/>
                    <a:pt x="354262" y="79193"/>
                    <a:pt x="354262" y="1770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6200000" scaled="1"/>
              <a:tileRect/>
            </a:gradFill>
            <a:ln w="1452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64FD154-5412-7894-C6E7-E731E49549D4}"/>
                </a:ext>
              </a:extLst>
            </p:cNvPr>
            <p:cNvSpPr txBox="1"/>
            <p:nvPr/>
          </p:nvSpPr>
          <p:spPr>
            <a:xfrm>
              <a:off x="6524503" y="3990094"/>
              <a:ext cx="2009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Orange is a color of playfulness and energy.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831079-56C3-0844-43AC-29EF5250E21E}"/>
              </a:ext>
            </a:extLst>
          </p:cNvPr>
          <p:cNvGrpSpPr/>
          <p:nvPr/>
        </p:nvGrpSpPr>
        <p:grpSpPr>
          <a:xfrm>
            <a:off x="9252122" y="1664417"/>
            <a:ext cx="2288059" cy="4295771"/>
            <a:chOff x="9252122" y="1713851"/>
            <a:chExt cx="2288059" cy="4295771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EDDEB22-323F-13E5-422F-871EDB92C3EB}"/>
                </a:ext>
              </a:extLst>
            </p:cNvPr>
            <p:cNvSpPr/>
            <p:nvPr/>
          </p:nvSpPr>
          <p:spPr>
            <a:xfrm rot="18900000">
              <a:off x="9663394" y="1713851"/>
              <a:ext cx="1466048" cy="1466048"/>
            </a:xfrm>
            <a:custGeom>
              <a:avLst/>
              <a:gdLst>
                <a:gd name="connsiteX0" fmla="*/ 878708 w 878776"/>
                <a:gd name="connsiteY0" fmla="*/ 439262 h 878776"/>
                <a:gd name="connsiteX1" fmla="*/ 439320 w 878776"/>
                <a:gd name="connsiteY1" fmla="*/ 878651 h 878776"/>
                <a:gd name="connsiteX2" fmla="*/ -68 w 878776"/>
                <a:gd name="connsiteY2" fmla="*/ 439262 h 878776"/>
                <a:gd name="connsiteX3" fmla="*/ 439320 w 878776"/>
                <a:gd name="connsiteY3" fmla="*/ -126 h 878776"/>
                <a:gd name="connsiteX4" fmla="*/ 878708 w 878776"/>
                <a:gd name="connsiteY4" fmla="*/ 439262 h 87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776" h="878776">
                  <a:moveTo>
                    <a:pt x="878708" y="439262"/>
                  </a:moveTo>
                  <a:cubicBezTo>
                    <a:pt x="878708" y="681930"/>
                    <a:pt x="681988" y="878651"/>
                    <a:pt x="439320" y="878651"/>
                  </a:cubicBezTo>
                  <a:cubicBezTo>
                    <a:pt x="196652" y="878651"/>
                    <a:pt x="-68" y="681930"/>
                    <a:pt x="-68" y="439262"/>
                  </a:cubicBezTo>
                  <a:cubicBezTo>
                    <a:pt x="-68" y="196595"/>
                    <a:pt x="196653" y="-126"/>
                    <a:pt x="439320" y="-126"/>
                  </a:cubicBezTo>
                  <a:cubicBezTo>
                    <a:pt x="681988" y="-126"/>
                    <a:pt x="878708" y="196595"/>
                    <a:pt x="878708" y="439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24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2103791-D25E-BCDF-1044-F22783505733}"/>
                </a:ext>
              </a:extLst>
            </p:cNvPr>
            <p:cNvSpPr/>
            <p:nvPr/>
          </p:nvSpPr>
          <p:spPr>
            <a:xfrm>
              <a:off x="9252122" y="2444515"/>
              <a:ext cx="2288059" cy="3565107"/>
            </a:xfrm>
            <a:custGeom>
              <a:avLst/>
              <a:gdLst>
                <a:gd name="connsiteX0" fmla="*/ 1246849 w 1371504"/>
                <a:gd name="connsiteY0" fmla="*/ -126 h 2136990"/>
                <a:gd name="connsiteX1" fmla="*/ 124709 w 1371504"/>
                <a:gd name="connsiteY1" fmla="*/ -126 h 2136990"/>
                <a:gd name="connsiteX2" fmla="*/ -68 w 1371504"/>
                <a:gd name="connsiteY2" fmla="*/ 124461 h 2136990"/>
                <a:gd name="connsiteX3" fmla="*/ -68 w 1371504"/>
                <a:gd name="connsiteY3" fmla="*/ 124651 h 2136990"/>
                <a:gd name="connsiteX4" fmla="*/ -68 w 1371504"/>
                <a:gd name="connsiteY4" fmla="*/ 1755522 h 2136990"/>
                <a:gd name="connsiteX5" fmla="*/ 78132 w 1371504"/>
                <a:gd name="connsiteY5" fmla="*/ 1877632 h 2136990"/>
                <a:gd name="connsiteX6" fmla="*/ 602007 w 1371504"/>
                <a:gd name="connsiteY6" fmla="*/ 2118520 h 2136990"/>
                <a:gd name="connsiteX7" fmla="*/ 769361 w 1371504"/>
                <a:gd name="connsiteY7" fmla="*/ 2118520 h 2136990"/>
                <a:gd name="connsiteX8" fmla="*/ 1293236 w 1371504"/>
                <a:gd name="connsiteY8" fmla="*/ 1877632 h 2136990"/>
                <a:gd name="connsiteX9" fmla="*/ 1371437 w 1371504"/>
                <a:gd name="connsiteY9" fmla="*/ 1755522 h 2136990"/>
                <a:gd name="connsiteX10" fmla="*/ 1371437 w 1371504"/>
                <a:gd name="connsiteY10" fmla="*/ 124651 h 2136990"/>
                <a:gd name="connsiteX11" fmla="*/ 1246849 w 1371504"/>
                <a:gd name="connsiteY11" fmla="*/ -126 h 2136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71504" h="2136990">
                  <a:moveTo>
                    <a:pt x="1246849" y="-126"/>
                  </a:moveTo>
                  <a:lnTo>
                    <a:pt x="124709" y="-126"/>
                  </a:lnTo>
                  <a:cubicBezTo>
                    <a:pt x="55849" y="-183"/>
                    <a:pt x="-16" y="55605"/>
                    <a:pt x="-68" y="124461"/>
                  </a:cubicBezTo>
                  <a:cubicBezTo>
                    <a:pt x="-68" y="124528"/>
                    <a:pt x="-68" y="124585"/>
                    <a:pt x="-68" y="124651"/>
                  </a:cubicBezTo>
                  <a:lnTo>
                    <a:pt x="-68" y="1755522"/>
                  </a:lnTo>
                  <a:cubicBezTo>
                    <a:pt x="-55" y="1807995"/>
                    <a:pt x="30475" y="1855668"/>
                    <a:pt x="78132" y="1877632"/>
                  </a:cubicBezTo>
                  <a:lnTo>
                    <a:pt x="602007" y="2118520"/>
                  </a:lnTo>
                  <a:cubicBezTo>
                    <a:pt x="655109" y="2142980"/>
                    <a:pt x="716259" y="2142980"/>
                    <a:pt x="769361" y="2118520"/>
                  </a:cubicBezTo>
                  <a:lnTo>
                    <a:pt x="1293236" y="1877632"/>
                  </a:lnTo>
                  <a:cubicBezTo>
                    <a:pt x="1340890" y="1855668"/>
                    <a:pt x="1371427" y="1807995"/>
                    <a:pt x="1371437" y="1755522"/>
                  </a:cubicBezTo>
                  <a:lnTo>
                    <a:pt x="1371437" y="124651"/>
                  </a:lnTo>
                  <a:cubicBezTo>
                    <a:pt x="1371494" y="55795"/>
                    <a:pt x="1315706" y="-69"/>
                    <a:pt x="1246849" y="-126"/>
                  </a:cubicBezTo>
                  <a:close/>
                </a:path>
              </a:pathLst>
            </a:custGeom>
            <a:gradFill>
              <a:gsLst>
                <a:gs pos="15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7581CCB-1E94-5B14-C95A-5D2B05371B2E}"/>
                </a:ext>
              </a:extLst>
            </p:cNvPr>
            <p:cNvSpPr/>
            <p:nvPr/>
          </p:nvSpPr>
          <p:spPr>
            <a:xfrm>
              <a:off x="10127995" y="5634515"/>
              <a:ext cx="537264" cy="219041"/>
            </a:xfrm>
            <a:custGeom>
              <a:avLst/>
              <a:gdLst>
                <a:gd name="connsiteX0" fmla="*/ 321975 w 322046"/>
                <a:gd name="connsiteY0" fmla="*/ 14447 h 131297"/>
                <a:gd name="connsiteX1" fmla="*/ 321975 w 322046"/>
                <a:gd name="connsiteY1" fmla="*/ 53785 h 131297"/>
                <a:gd name="connsiteX2" fmla="*/ 312450 w 322046"/>
                <a:gd name="connsiteY2" fmla="*/ 69216 h 131297"/>
                <a:gd name="connsiteX3" fmla="*/ 195388 w 322046"/>
                <a:gd name="connsiteY3" fmla="*/ 123699 h 131297"/>
                <a:gd name="connsiteX4" fmla="*/ 127665 w 322046"/>
                <a:gd name="connsiteY4" fmla="*/ 123699 h 131297"/>
                <a:gd name="connsiteX5" fmla="*/ 9460 w 322046"/>
                <a:gd name="connsiteY5" fmla="*/ 69216 h 131297"/>
                <a:gd name="connsiteX6" fmla="*/ -65 w 322046"/>
                <a:gd name="connsiteY6" fmla="*/ 53785 h 131297"/>
                <a:gd name="connsiteX7" fmla="*/ -65 w 322046"/>
                <a:gd name="connsiteY7" fmla="*/ 14447 h 131297"/>
                <a:gd name="connsiteX8" fmla="*/ 13936 w 322046"/>
                <a:gd name="connsiteY8" fmla="*/ -126 h 131297"/>
                <a:gd name="connsiteX9" fmla="*/ 14413 w 322046"/>
                <a:gd name="connsiteY9" fmla="*/ -126 h 131297"/>
                <a:gd name="connsiteX10" fmla="*/ 308068 w 322046"/>
                <a:gd name="connsiteY10" fmla="*/ -126 h 131297"/>
                <a:gd name="connsiteX11" fmla="*/ 321975 w 322046"/>
                <a:gd name="connsiteY11" fmla="*/ 14447 h 131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046" h="131297">
                  <a:moveTo>
                    <a:pt x="321975" y="14447"/>
                  </a:moveTo>
                  <a:lnTo>
                    <a:pt x="321975" y="53785"/>
                  </a:lnTo>
                  <a:cubicBezTo>
                    <a:pt x="322070" y="60348"/>
                    <a:pt x="318355" y="66358"/>
                    <a:pt x="312450" y="69216"/>
                  </a:cubicBezTo>
                  <a:cubicBezTo>
                    <a:pt x="312450" y="69216"/>
                    <a:pt x="239774" y="102744"/>
                    <a:pt x="195388" y="123699"/>
                  </a:cubicBezTo>
                  <a:cubicBezTo>
                    <a:pt x="173909" y="133662"/>
                    <a:pt x="149144" y="133662"/>
                    <a:pt x="127665" y="123699"/>
                  </a:cubicBezTo>
                  <a:lnTo>
                    <a:pt x="9460" y="69216"/>
                  </a:lnTo>
                  <a:cubicBezTo>
                    <a:pt x="3573" y="66349"/>
                    <a:pt x="-142" y="60338"/>
                    <a:pt x="-65" y="53785"/>
                  </a:cubicBezTo>
                  <a:lnTo>
                    <a:pt x="-65" y="14447"/>
                  </a:lnTo>
                  <a:cubicBezTo>
                    <a:pt x="-227" y="6560"/>
                    <a:pt x="6040" y="36"/>
                    <a:pt x="13936" y="-126"/>
                  </a:cubicBezTo>
                  <a:cubicBezTo>
                    <a:pt x="14089" y="-126"/>
                    <a:pt x="14251" y="-126"/>
                    <a:pt x="14413" y="-126"/>
                  </a:cubicBezTo>
                  <a:lnTo>
                    <a:pt x="308068" y="-126"/>
                  </a:lnTo>
                  <a:cubicBezTo>
                    <a:pt x="315927" y="83"/>
                    <a:pt x="322137" y="6589"/>
                    <a:pt x="321975" y="144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49214D3-608A-6E10-A050-9C51A8EBB170}"/>
                </a:ext>
              </a:extLst>
            </p:cNvPr>
            <p:cNvSpPr/>
            <p:nvPr/>
          </p:nvSpPr>
          <p:spPr>
            <a:xfrm>
              <a:off x="9367963" y="2560991"/>
              <a:ext cx="2056059" cy="862848"/>
            </a:xfrm>
            <a:custGeom>
              <a:avLst/>
              <a:gdLst>
                <a:gd name="connsiteX0" fmla="*/ 616390 w 1232439"/>
                <a:gd name="connsiteY0" fmla="*/ 517081 h 517207"/>
                <a:gd name="connsiteX1" fmla="*/ 561907 w 1232439"/>
                <a:gd name="connsiteY1" fmla="*/ 505175 h 517207"/>
                <a:gd name="connsiteX2" fmla="*/ 38032 w 1232439"/>
                <a:gd name="connsiteY2" fmla="*/ 264288 h 517207"/>
                <a:gd name="connsiteX3" fmla="*/ -68 w 1232439"/>
                <a:gd name="connsiteY3" fmla="*/ 205614 h 517207"/>
                <a:gd name="connsiteX4" fmla="*/ -68 w 1232439"/>
                <a:gd name="connsiteY4" fmla="*/ 54833 h 517207"/>
                <a:gd name="connsiteX5" fmla="*/ 54891 w 1232439"/>
                <a:gd name="connsiteY5" fmla="*/ -126 h 517207"/>
                <a:gd name="connsiteX6" fmla="*/ 1177412 w 1232439"/>
                <a:gd name="connsiteY6" fmla="*/ -126 h 517207"/>
                <a:gd name="connsiteX7" fmla="*/ 1232371 w 1232439"/>
                <a:gd name="connsiteY7" fmla="*/ 54833 h 517207"/>
                <a:gd name="connsiteX8" fmla="*/ 1232371 w 1232439"/>
                <a:gd name="connsiteY8" fmla="*/ 205614 h 517207"/>
                <a:gd name="connsiteX9" fmla="*/ 1194748 w 1232439"/>
                <a:gd name="connsiteY9" fmla="*/ 264288 h 517207"/>
                <a:gd name="connsiteX10" fmla="*/ 670873 w 1232439"/>
                <a:gd name="connsiteY10" fmla="*/ 505175 h 517207"/>
                <a:gd name="connsiteX11" fmla="*/ 616390 w 1232439"/>
                <a:gd name="connsiteY11" fmla="*/ 517081 h 51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2439" h="517207">
                  <a:moveTo>
                    <a:pt x="616390" y="517081"/>
                  </a:moveTo>
                  <a:cubicBezTo>
                    <a:pt x="597578" y="517119"/>
                    <a:pt x="578985" y="513062"/>
                    <a:pt x="561907" y="505175"/>
                  </a:cubicBezTo>
                  <a:lnTo>
                    <a:pt x="38032" y="264288"/>
                  </a:lnTo>
                  <a:cubicBezTo>
                    <a:pt x="14953" y="253858"/>
                    <a:pt x="69" y="230941"/>
                    <a:pt x="-68" y="205614"/>
                  </a:cubicBezTo>
                  <a:lnTo>
                    <a:pt x="-68" y="54833"/>
                  </a:lnTo>
                  <a:cubicBezTo>
                    <a:pt x="-16" y="24505"/>
                    <a:pt x="24559" y="-69"/>
                    <a:pt x="54891" y="-126"/>
                  </a:cubicBezTo>
                  <a:lnTo>
                    <a:pt x="1177412" y="-126"/>
                  </a:lnTo>
                  <a:cubicBezTo>
                    <a:pt x="1207740" y="-69"/>
                    <a:pt x="1232324" y="24505"/>
                    <a:pt x="1232371" y="54833"/>
                  </a:cubicBezTo>
                  <a:lnTo>
                    <a:pt x="1232371" y="205614"/>
                  </a:lnTo>
                  <a:cubicBezTo>
                    <a:pt x="1232324" y="230826"/>
                    <a:pt x="1217636" y="253725"/>
                    <a:pt x="1194748" y="264288"/>
                  </a:cubicBezTo>
                  <a:lnTo>
                    <a:pt x="670873" y="505175"/>
                  </a:lnTo>
                  <a:cubicBezTo>
                    <a:pt x="653785" y="513043"/>
                    <a:pt x="635202" y="517100"/>
                    <a:pt x="616390" y="51708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D255D6A6-A396-D033-C4CD-E2AA03CC4F13}"/>
                </a:ext>
              </a:extLst>
            </p:cNvPr>
            <p:cNvSpPr/>
            <p:nvPr/>
          </p:nvSpPr>
          <p:spPr>
            <a:xfrm>
              <a:off x="9422309" y="3458641"/>
              <a:ext cx="1947687" cy="1893902"/>
            </a:xfrm>
            <a:prstGeom prst="round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innerShdw blurRad="127000">
                <a:prstClr val="black">
                  <a:alpha val="30000"/>
                </a:prstClr>
              </a:inn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8F67E21-ECEA-9ED0-2AFD-915294973FE0}"/>
                </a:ext>
              </a:extLst>
            </p:cNvPr>
            <p:cNvSpPr/>
            <p:nvPr/>
          </p:nvSpPr>
          <p:spPr>
            <a:xfrm>
              <a:off x="10249104" y="3241397"/>
              <a:ext cx="315923" cy="315923"/>
            </a:xfrm>
            <a:custGeom>
              <a:avLst/>
              <a:gdLst>
                <a:gd name="connsiteX0" fmla="*/ 354262 w 354329"/>
                <a:gd name="connsiteY0" fmla="*/ 177039 h 354329"/>
                <a:gd name="connsiteX1" fmla="*/ 177097 w 354329"/>
                <a:gd name="connsiteY1" fmla="*/ 354204 h 354329"/>
                <a:gd name="connsiteX2" fmla="*/ -68 w 354329"/>
                <a:gd name="connsiteY2" fmla="*/ 177039 h 354329"/>
                <a:gd name="connsiteX3" fmla="*/ 177097 w 354329"/>
                <a:gd name="connsiteY3" fmla="*/ -126 h 354329"/>
                <a:gd name="connsiteX4" fmla="*/ 354262 w 354329"/>
                <a:gd name="connsiteY4" fmla="*/ 177039 h 35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329" h="354329">
                  <a:moveTo>
                    <a:pt x="354262" y="177039"/>
                  </a:moveTo>
                  <a:cubicBezTo>
                    <a:pt x="354262" y="274884"/>
                    <a:pt x="274942" y="354204"/>
                    <a:pt x="177097" y="354204"/>
                  </a:cubicBezTo>
                  <a:cubicBezTo>
                    <a:pt x="79251" y="354204"/>
                    <a:pt x="-68" y="274884"/>
                    <a:pt x="-68" y="177039"/>
                  </a:cubicBezTo>
                  <a:cubicBezTo>
                    <a:pt x="-68" y="79193"/>
                    <a:pt x="79251" y="-126"/>
                    <a:pt x="177097" y="-126"/>
                  </a:cubicBezTo>
                  <a:cubicBezTo>
                    <a:pt x="274942" y="-126"/>
                    <a:pt x="354262" y="79193"/>
                    <a:pt x="354262" y="177039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16200000" scaled="1"/>
              <a:tileRect/>
            </a:gradFill>
            <a:ln w="1452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A92F1B6-82E8-BAE5-CF06-B91F032FB14C}"/>
                </a:ext>
              </a:extLst>
            </p:cNvPr>
            <p:cNvSpPr txBox="1"/>
            <p:nvPr/>
          </p:nvSpPr>
          <p:spPr>
            <a:xfrm>
              <a:off x="9391270" y="3990094"/>
              <a:ext cx="2009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Green is a color of nature, stability, and prosperity.</a:t>
              </a:r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D2C3503-A08E-B1F4-CE41-9785CD3C2257}"/>
              </a:ext>
            </a:extLst>
          </p:cNvPr>
          <p:cNvSpPr/>
          <p:nvPr/>
        </p:nvSpPr>
        <p:spPr>
          <a:xfrm>
            <a:off x="6937893" y="1805684"/>
            <a:ext cx="1183518" cy="1183518"/>
          </a:xfrm>
          <a:custGeom>
            <a:avLst/>
            <a:gdLst>
              <a:gd name="connsiteX0" fmla="*/ 709354 w 709422"/>
              <a:gd name="connsiteY0" fmla="*/ 354585 h 709422"/>
              <a:gd name="connsiteX1" fmla="*/ 354643 w 709422"/>
              <a:gd name="connsiteY1" fmla="*/ 709296 h 709422"/>
              <a:gd name="connsiteX2" fmla="*/ -68 w 709422"/>
              <a:gd name="connsiteY2" fmla="*/ 354585 h 709422"/>
              <a:gd name="connsiteX3" fmla="*/ 354643 w 709422"/>
              <a:gd name="connsiteY3" fmla="*/ -126 h 709422"/>
              <a:gd name="connsiteX4" fmla="*/ 709354 w 709422"/>
              <a:gd name="connsiteY4" fmla="*/ 354585 h 70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422" h="709422">
                <a:moveTo>
                  <a:pt x="709354" y="354585"/>
                </a:moveTo>
                <a:cubicBezTo>
                  <a:pt x="709354" y="550486"/>
                  <a:pt x="550544" y="709296"/>
                  <a:pt x="354643" y="709296"/>
                </a:cubicBezTo>
                <a:cubicBezTo>
                  <a:pt x="158741" y="709296"/>
                  <a:pt x="-68" y="550486"/>
                  <a:pt x="-68" y="354585"/>
                </a:cubicBezTo>
                <a:cubicBezTo>
                  <a:pt x="-68" y="158683"/>
                  <a:pt x="158741" y="-126"/>
                  <a:pt x="354643" y="-126"/>
                </a:cubicBezTo>
                <a:cubicBezTo>
                  <a:pt x="550544" y="-126"/>
                  <a:pt x="709354" y="158683"/>
                  <a:pt x="709354" y="354585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5400000" scaled="1"/>
          </a:gradFill>
          <a:ln w="1452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rPr>
              <a:t>Orange</a:t>
            </a:r>
            <a:endParaRPr lang="en-US" sz="2000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2552751-7974-75B8-9C12-2C99585F6CFD}"/>
              </a:ext>
            </a:extLst>
          </p:cNvPr>
          <p:cNvSpPr/>
          <p:nvPr/>
        </p:nvSpPr>
        <p:spPr>
          <a:xfrm>
            <a:off x="9804660" y="1805684"/>
            <a:ext cx="1183518" cy="1183518"/>
          </a:xfrm>
          <a:custGeom>
            <a:avLst/>
            <a:gdLst>
              <a:gd name="connsiteX0" fmla="*/ 709354 w 709422"/>
              <a:gd name="connsiteY0" fmla="*/ 354585 h 709422"/>
              <a:gd name="connsiteX1" fmla="*/ 354643 w 709422"/>
              <a:gd name="connsiteY1" fmla="*/ 709296 h 709422"/>
              <a:gd name="connsiteX2" fmla="*/ -68 w 709422"/>
              <a:gd name="connsiteY2" fmla="*/ 354585 h 709422"/>
              <a:gd name="connsiteX3" fmla="*/ 354643 w 709422"/>
              <a:gd name="connsiteY3" fmla="*/ -126 h 709422"/>
              <a:gd name="connsiteX4" fmla="*/ 709354 w 709422"/>
              <a:gd name="connsiteY4" fmla="*/ 354585 h 70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422" h="709422">
                <a:moveTo>
                  <a:pt x="709354" y="354585"/>
                </a:moveTo>
                <a:cubicBezTo>
                  <a:pt x="709354" y="550486"/>
                  <a:pt x="550544" y="709296"/>
                  <a:pt x="354643" y="709296"/>
                </a:cubicBezTo>
                <a:cubicBezTo>
                  <a:pt x="158741" y="709296"/>
                  <a:pt x="-68" y="550486"/>
                  <a:pt x="-68" y="354585"/>
                </a:cubicBezTo>
                <a:cubicBezTo>
                  <a:pt x="-68" y="158683"/>
                  <a:pt x="158741" y="-126"/>
                  <a:pt x="354643" y="-126"/>
                </a:cubicBezTo>
                <a:cubicBezTo>
                  <a:pt x="550544" y="-126"/>
                  <a:pt x="709354" y="158683"/>
                  <a:pt x="709354" y="354585"/>
                </a:cubicBezTo>
                <a:close/>
              </a:path>
            </a:pathLst>
          </a:custGeom>
          <a:gradFill>
            <a:gsLst>
              <a:gs pos="1500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 w="1452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rPr>
              <a:t>Green</a:t>
            </a:r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17FD2D-4A2E-87E6-8EF2-BF4414D77455}"/>
              </a:ext>
            </a:extLst>
          </p:cNvPr>
          <p:cNvGrpSpPr/>
          <p:nvPr/>
        </p:nvGrpSpPr>
        <p:grpSpPr>
          <a:xfrm>
            <a:off x="651819" y="1664417"/>
            <a:ext cx="2288059" cy="4295771"/>
            <a:chOff x="651819" y="1281356"/>
            <a:chExt cx="2288059" cy="429577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154A3F-19DD-083C-C22E-F5BB77F88608}"/>
                </a:ext>
              </a:extLst>
            </p:cNvPr>
            <p:cNvGrpSpPr/>
            <p:nvPr/>
          </p:nvGrpSpPr>
          <p:grpSpPr>
            <a:xfrm>
              <a:off x="651819" y="1281356"/>
              <a:ext cx="2288059" cy="4295771"/>
              <a:chOff x="651819" y="1713851"/>
              <a:chExt cx="2288059" cy="4295771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FA6BCB4-F637-93E1-2230-24974ABBC459}"/>
                  </a:ext>
                </a:extLst>
              </p:cNvPr>
              <p:cNvSpPr/>
              <p:nvPr/>
            </p:nvSpPr>
            <p:spPr>
              <a:xfrm rot="18900000">
                <a:off x="1063091" y="1713851"/>
                <a:ext cx="1466048" cy="1466048"/>
              </a:xfrm>
              <a:custGeom>
                <a:avLst/>
                <a:gdLst>
                  <a:gd name="connsiteX0" fmla="*/ 878708 w 878776"/>
                  <a:gd name="connsiteY0" fmla="*/ 439262 h 878776"/>
                  <a:gd name="connsiteX1" fmla="*/ 439320 w 878776"/>
                  <a:gd name="connsiteY1" fmla="*/ 878651 h 878776"/>
                  <a:gd name="connsiteX2" fmla="*/ -68 w 878776"/>
                  <a:gd name="connsiteY2" fmla="*/ 439262 h 878776"/>
                  <a:gd name="connsiteX3" fmla="*/ 439320 w 878776"/>
                  <a:gd name="connsiteY3" fmla="*/ -126 h 878776"/>
                  <a:gd name="connsiteX4" fmla="*/ 878708 w 878776"/>
                  <a:gd name="connsiteY4" fmla="*/ 439262 h 87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8776" h="878776">
                    <a:moveTo>
                      <a:pt x="878708" y="439262"/>
                    </a:moveTo>
                    <a:cubicBezTo>
                      <a:pt x="878708" y="681930"/>
                      <a:pt x="681988" y="878651"/>
                      <a:pt x="439320" y="878651"/>
                    </a:cubicBezTo>
                    <a:cubicBezTo>
                      <a:pt x="196652" y="878651"/>
                      <a:pt x="-68" y="681930"/>
                      <a:pt x="-68" y="439262"/>
                    </a:cubicBezTo>
                    <a:cubicBezTo>
                      <a:pt x="-68" y="196595"/>
                      <a:pt x="196653" y="-126"/>
                      <a:pt x="439320" y="-126"/>
                    </a:cubicBezTo>
                    <a:cubicBezTo>
                      <a:pt x="681988" y="-126"/>
                      <a:pt x="878708" y="196595"/>
                      <a:pt x="878708" y="4392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38100" dir="16200000" rotWithShape="0">
                  <a:prstClr val="black">
                    <a:alpha val="24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970099B-3D73-103C-EC13-A18D904C07A9}"/>
                  </a:ext>
                </a:extLst>
              </p:cNvPr>
              <p:cNvGrpSpPr/>
              <p:nvPr/>
            </p:nvGrpSpPr>
            <p:grpSpPr>
              <a:xfrm>
                <a:off x="651819" y="2444515"/>
                <a:ext cx="2288059" cy="3565107"/>
                <a:chOff x="651819" y="2444515"/>
                <a:chExt cx="2288059" cy="3565107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268E00C2-1B65-B381-54F4-9935B5C4D399}"/>
                    </a:ext>
                  </a:extLst>
                </p:cNvPr>
                <p:cNvSpPr/>
                <p:nvPr/>
              </p:nvSpPr>
              <p:spPr>
                <a:xfrm>
                  <a:off x="651819" y="2444515"/>
                  <a:ext cx="2288059" cy="3565107"/>
                </a:xfrm>
                <a:custGeom>
                  <a:avLst/>
                  <a:gdLst>
                    <a:gd name="connsiteX0" fmla="*/ 1246849 w 1371504"/>
                    <a:gd name="connsiteY0" fmla="*/ -126 h 2136990"/>
                    <a:gd name="connsiteX1" fmla="*/ 124709 w 1371504"/>
                    <a:gd name="connsiteY1" fmla="*/ -126 h 2136990"/>
                    <a:gd name="connsiteX2" fmla="*/ -68 w 1371504"/>
                    <a:gd name="connsiteY2" fmla="*/ 124461 h 2136990"/>
                    <a:gd name="connsiteX3" fmla="*/ -68 w 1371504"/>
                    <a:gd name="connsiteY3" fmla="*/ 124651 h 2136990"/>
                    <a:gd name="connsiteX4" fmla="*/ -68 w 1371504"/>
                    <a:gd name="connsiteY4" fmla="*/ 1755522 h 2136990"/>
                    <a:gd name="connsiteX5" fmla="*/ 78132 w 1371504"/>
                    <a:gd name="connsiteY5" fmla="*/ 1877632 h 2136990"/>
                    <a:gd name="connsiteX6" fmla="*/ 602007 w 1371504"/>
                    <a:gd name="connsiteY6" fmla="*/ 2118520 h 2136990"/>
                    <a:gd name="connsiteX7" fmla="*/ 769361 w 1371504"/>
                    <a:gd name="connsiteY7" fmla="*/ 2118520 h 2136990"/>
                    <a:gd name="connsiteX8" fmla="*/ 1293236 w 1371504"/>
                    <a:gd name="connsiteY8" fmla="*/ 1877632 h 2136990"/>
                    <a:gd name="connsiteX9" fmla="*/ 1371437 w 1371504"/>
                    <a:gd name="connsiteY9" fmla="*/ 1755522 h 2136990"/>
                    <a:gd name="connsiteX10" fmla="*/ 1371437 w 1371504"/>
                    <a:gd name="connsiteY10" fmla="*/ 124651 h 2136990"/>
                    <a:gd name="connsiteX11" fmla="*/ 1246849 w 1371504"/>
                    <a:gd name="connsiteY11" fmla="*/ -126 h 2136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71504" h="2136990">
                      <a:moveTo>
                        <a:pt x="1246849" y="-126"/>
                      </a:moveTo>
                      <a:lnTo>
                        <a:pt x="124709" y="-126"/>
                      </a:lnTo>
                      <a:cubicBezTo>
                        <a:pt x="55849" y="-183"/>
                        <a:pt x="-16" y="55605"/>
                        <a:pt x="-68" y="124461"/>
                      </a:cubicBezTo>
                      <a:cubicBezTo>
                        <a:pt x="-68" y="124528"/>
                        <a:pt x="-68" y="124585"/>
                        <a:pt x="-68" y="124651"/>
                      </a:cubicBezTo>
                      <a:lnTo>
                        <a:pt x="-68" y="1755522"/>
                      </a:lnTo>
                      <a:cubicBezTo>
                        <a:pt x="-55" y="1807995"/>
                        <a:pt x="30475" y="1855668"/>
                        <a:pt x="78132" y="1877632"/>
                      </a:cubicBezTo>
                      <a:lnTo>
                        <a:pt x="602007" y="2118520"/>
                      </a:lnTo>
                      <a:cubicBezTo>
                        <a:pt x="655109" y="2142980"/>
                        <a:pt x="716259" y="2142980"/>
                        <a:pt x="769361" y="2118520"/>
                      </a:cubicBezTo>
                      <a:lnTo>
                        <a:pt x="1293236" y="1877632"/>
                      </a:lnTo>
                      <a:cubicBezTo>
                        <a:pt x="1340890" y="1855668"/>
                        <a:pt x="1371427" y="1807995"/>
                        <a:pt x="1371437" y="1755522"/>
                      </a:cubicBezTo>
                      <a:lnTo>
                        <a:pt x="1371437" y="124651"/>
                      </a:lnTo>
                      <a:cubicBezTo>
                        <a:pt x="1371494" y="55795"/>
                        <a:pt x="1315706" y="-69"/>
                        <a:pt x="1246849" y="-126"/>
                      </a:cubicBezTo>
                      <a:close/>
                    </a:path>
                  </a:pathLst>
                </a:custGeom>
                <a:gradFill>
                  <a:gsLst>
                    <a:gs pos="500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ln w="14529" cap="flat">
                  <a:noFill/>
                  <a:prstDash val="solid"/>
                  <a:miter/>
                </a:ln>
                <a:effectLst>
                  <a:outerShdw blurRad="127000" sx="102000" sy="102000" algn="ctr" rotWithShape="0">
                    <a:prstClr val="black">
                      <a:alpha val="1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DD80F7E0-A3CE-9A4C-80C3-2D8FD144793D}"/>
                    </a:ext>
                  </a:extLst>
                </p:cNvPr>
                <p:cNvGrpSpPr/>
                <p:nvPr/>
              </p:nvGrpSpPr>
              <p:grpSpPr>
                <a:xfrm>
                  <a:off x="767660" y="2560991"/>
                  <a:ext cx="2056059" cy="3292565"/>
                  <a:chOff x="767660" y="2560991"/>
                  <a:chExt cx="2056059" cy="3292565"/>
                </a:xfrm>
              </p:grpSpPr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7512E0B9-FC2B-91B4-FDA3-A76167BB0CCB}"/>
                      </a:ext>
                    </a:extLst>
                  </p:cNvPr>
                  <p:cNvSpPr/>
                  <p:nvPr/>
                </p:nvSpPr>
                <p:spPr>
                  <a:xfrm>
                    <a:off x="1527692" y="5634515"/>
                    <a:ext cx="537264" cy="219041"/>
                  </a:xfrm>
                  <a:custGeom>
                    <a:avLst/>
                    <a:gdLst>
                      <a:gd name="connsiteX0" fmla="*/ 321975 w 322046"/>
                      <a:gd name="connsiteY0" fmla="*/ 14447 h 131297"/>
                      <a:gd name="connsiteX1" fmla="*/ 321975 w 322046"/>
                      <a:gd name="connsiteY1" fmla="*/ 53785 h 131297"/>
                      <a:gd name="connsiteX2" fmla="*/ 312450 w 322046"/>
                      <a:gd name="connsiteY2" fmla="*/ 69216 h 131297"/>
                      <a:gd name="connsiteX3" fmla="*/ 195388 w 322046"/>
                      <a:gd name="connsiteY3" fmla="*/ 123699 h 131297"/>
                      <a:gd name="connsiteX4" fmla="*/ 127665 w 322046"/>
                      <a:gd name="connsiteY4" fmla="*/ 123699 h 131297"/>
                      <a:gd name="connsiteX5" fmla="*/ 9460 w 322046"/>
                      <a:gd name="connsiteY5" fmla="*/ 69216 h 131297"/>
                      <a:gd name="connsiteX6" fmla="*/ -65 w 322046"/>
                      <a:gd name="connsiteY6" fmla="*/ 53785 h 131297"/>
                      <a:gd name="connsiteX7" fmla="*/ -65 w 322046"/>
                      <a:gd name="connsiteY7" fmla="*/ 14447 h 131297"/>
                      <a:gd name="connsiteX8" fmla="*/ 13936 w 322046"/>
                      <a:gd name="connsiteY8" fmla="*/ -126 h 131297"/>
                      <a:gd name="connsiteX9" fmla="*/ 14413 w 322046"/>
                      <a:gd name="connsiteY9" fmla="*/ -126 h 131297"/>
                      <a:gd name="connsiteX10" fmla="*/ 308068 w 322046"/>
                      <a:gd name="connsiteY10" fmla="*/ -126 h 131297"/>
                      <a:gd name="connsiteX11" fmla="*/ 321975 w 322046"/>
                      <a:gd name="connsiteY11" fmla="*/ 14447 h 1312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22046" h="131297">
                        <a:moveTo>
                          <a:pt x="321975" y="14447"/>
                        </a:moveTo>
                        <a:lnTo>
                          <a:pt x="321975" y="53785"/>
                        </a:lnTo>
                        <a:cubicBezTo>
                          <a:pt x="322070" y="60348"/>
                          <a:pt x="318355" y="66358"/>
                          <a:pt x="312450" y="69216"/>
                        </a:cubicBezTo>
                        <a:cubicBezTo>
                          <a:pt x="312450" y="69216"/>
                          <a:pt x="239774" y="102744"/>
                          <a:pt x="195388" y="123699"/>
                        </a:cubicBezTo>
                        <a:cubicBezTo>
                          <a:pt x="173909" y="133662"/>
                          <a:pt x="149144" y="133662"/>
                          <a:pt x="127665" y="123699"/>
                        </a:cubicBezTo>
                        <a:lnTo>
                          <a:pt x="9460" y="69216"/>
                        </a:lnTo>
                        <a:cubicBezTo>
                          <a:pt x="3573" y="66349"/>
                          <a:pt x="-142" y="60338"/>
                          <a:pt x="-65" y="53785"/>
                        </a:cubicBezTo>
                        <a:lnTo>
                          <a:pt x="-65" y="14447"/>
                        </a:lnTo>
                        <a:cubicBezTo>
                          <a:pt x="-227" y="6560"/>
                          <a:pt x="6040" y="36"/>
                          <a:pt x="13936" y="-126"/>
                        </a:cubicBezTo>
                        <a:cubicBezTo>
                          <a:pt x="14089" y="-126"/>
                          <a:pt x="14251" y="-126"/>
                          <a:pt x="14413" y="-126"/>
                        </a:cubicBezTo>
                        <a:lnTo>
                          <a:pt x="308068" y="-126"/>
                        </a:lnTo>
                        <a:cubicBezTo>
                          <a:pt x="315927" y="83"/>
                          <a:pt x="322137" y="6589"/>
                          <a:pt x="321975" y="144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4" name="Group 3">
                    <a:extLst>
                      <a:ext uri="{FF2B5EF4-FFF2-40B4-BE49-F238E27FC236}">
                        <a16:creationId xmlns:a16="http://schemas.microsoft.com/office/drawing/2014/main" id="{4683E319-9A88-6211-95DB-74A5DBDA269F}"/>
                      </a:ext>
                    </a:extLst>
                  </p:cNvPr>
                  <p:cNvGrpSpPr/>
                  <p:nvPr/>
                </p:nvGrpSpPr>
                <p:grpSpPr>
                  <a:xfrm>
                    <a:off x="767660" y="2560991"/>
                    <a:ext cx="2056059" cy="2791552"/>
                    <a:chOff x="767660" y="2560991"/>
                    <a:chExt cx="2056059" cy="2791552"/>
                  </a:xfrm>
                </p:grpSpPr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9855F183-C3BB-2F39-ED79-377F9B4491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7660" y="2560991"/>
                      <a:ext cx="2056059" cy="862848"/>
                    </a:xfrm>
                    <a:custGeom>
                      <a:avLst/>
                      <a:gdLst>
                        <a:gd name="connsiteX0" fmla="*/ 616390 w 1232439"/>
                        <a:gd name="connsiteY0" fmla="*/ 517081 h 517207"/>
                        <a:gd name="connsiteX1" fmla="*/ 561907 w 1232439"/>
                        <a:gd name="connsiteY1" fmla="*/ 505175 h 517207"/>
                        <a:gd name="connsiteX2" fmla="*/ 38032 w 1232439"/>
                        <a:gd name="connsiteY2" fmla="*/ 264288 h 517207"/>
                        <a:gd name="connsiteX3" fmla="*/ -68 w 1232439"/>
                        <a:gd name="connsiteY3" fmla="*/ 205614 h 517207"/>
                        <a:gd name="connsiteX4" fmla="*/ -68 w 1232439"/>
                        <a:gd name="connsiteY4" fmla="*/ 54833 h 517207"/>
                        <a:gd name="connsiteX5" fmla="*/ 54891 w 1232439"/>
                        <a:gd name="connsiteY5" fmla="*/ -126 h 517207"/>
                        <a:gd name="connsiteX6" fmla="*/ 1177412 w 1232439"/>
                        <a:gd name="connsiteY6" fmla="*/ -126 h 517207"/>
                        <a:gd name="connsiteX7" fmla="*/ 1232371 w 1232439"/>
                        <a:gd name="connsiteY7" fmla="*/ 54833 h 517207"/>
                        <a:gd name="connsiteX8" fmla="*/ 1232371 w 1232439"/>
                        <a:gd name="connsiteY8" fmla="*/ 205614 h 517207"/>
                        <a:gd name="connsiteX9" fmla="*/ 1194748 w 1232439"/>
                        <a:gd name="connsiteY9" fmla="*/ 264288 h 517207"/>
                        <a:gd name="connsiteX10" fmla="*/ 670873 w 1232439"/>
                        <a:gd name="connsiteY10" fmla="*/ 505175 h 517207"/>
                        <a:gd name="connsiteX11" fmla="*/ 616390 w 1232439"/>
                        <a:gd name="connsiteY11" fmla="*/ 517081 h 5172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232439" h="517207">
                          <a:moveTo>
                            <a:pt x="616390" y="517081"/>
                          </a:moveTo>
                          <a:cubicBezTo>
                            <a:pt x="597578" y="517119"/>
                            <a:pt x="578985" y="513062"/>
                            <a:pt x="561907" y="505175"/>
                          </a:cubicBezTo>
                          <a:lnTo>
                            <a:pt x="38032" y="264288"/>
                          </a:lnTo>
                          <a:cubicBezTo>
                            <a:pt x="14953" y="253858"/>
                            <a:pt x="69" y="230941"/>
                            <a:pt x="-68" y="205614"/>
                          </a:cubicBezTo>
                          <a:lnTo>
                            <a:pt x="-68" y="54833"/>
                          </a:lnTo>
                          <a:cubicBezTo>
                            <a:pt x="-16" y="24505"/>
                            <a:pt x="24559" y="-69"/>
                            <a:pt x="54891" y="-126"/>
                          </a:cubicBezTo>
                          <a:lnTo>
                            <a:pt x="1177412" y="-126"/>
                          </a:lnTo>
                          <a:cubicBezTo>
                            <a:pt x="1207740" y="-69"/>
                            <a:pt x="1232324" y="24505"/>
                            <a:pt x="1232371" y="54833"/>
                          </a:cubicBezTo>
                          <a:lnTo>
                            <a:pt x="1232371" y="205614"/>
                          </a:lnTo>
                          <a:cubicBezTo>
                            <a:pt x="1232324" y="230826"/>
                            <a:pt x="1217636" y="253725"/>
                            <a:pt x="1194748" y="264288"/>
                          </a:cubicBezTo>
                          <a:lnTo>
                            <a:pt x="670873" y="505175"/>
                          </a:lnTo>
                          <a:cubicBezTo>
                            <a:pt x="653785" y="513043"/>
                            <a:pt x="635202" y="517100"/>
                            <a:pt x="616390" y="5170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9E800EB5-1394-A896-44CD-4D2BE79792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006" y="3458641"/>
                      <a:ext cx="1947687" cy="1893902"/>
                    </a:xfrm>
                    <a:prstGeom prst="roundRect">
                      <a:avLst/>
                    </a:prstGeom>
                    <a:gradFill>
                      <a:gsLst>
                        <a:gs pos="100000">
                          <a:schemeClr val="accent1"/>
                        </a:gs>
                        <a:gs pos="0">
                          <a:schemeClr val="accent1">
                            <a:lumMod val="75000"/>
                          </a:schemeClr>
                        </a:gs>
                      </a:gsLst>
                      <a:lin ang="5400000" scaled="1"/>
                    </a:gradFill>
                    <a:ln w="14529" cap="flat">
                      <a:noFill/>
                      <a:prstDash val="solid"/>
                      <a:miter/>
                    </a:ln>
                    <a:effectLst>
                      <a:innerShdw blurRad="127000">
                        <a:prstClr val="black">
                          <a:alpha val="30000"/>
                        </a:prstClr>
                      </a:innerShdw>
                    </a:effec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7" name="Freeform: Shape 56">
                      <a:extLst>
                        <a:ext uri="{FF2B5EF4-FFF2-40B4-BE49-F238E27FC236}">
                          <a16:creationId xmlns:a16="http://schemas.microsoft.com/office/drawing/2014/main" id="{D0049586-EDE6-8D31-F336-9348457351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8801" y="3241397"/>
                      <a:ext cx="315923" cy="315923"/>
                    </a:xfrm>
                    <a:custGeom>
                      <a:avLst/>
                      <a:gdLst>
                        <a:gd name="connsiteX0" fmla="*/ 354262 w 354329"/>
                        <a:gd name="connsiteY0" fmla="*/ 177039 h 354329"/>
                        <a:gd name="connsiteX1" fmla="*/ 177097 w 354329"/>
                        <a:gd name="connsiteY1" fmla="*/ 354204 h 354329"/>
                        <a:gd name="connsiteX2" fmla="*/ -68 w 354329"/>
                        <a:gd name="connsiteY2" fmla="*/ 177039 h 354329"/>
                        <a:gd name="connsiteX3" fmla="*/ 177097 w 354329"/>
                        <a:gd name="connsiteY3" fmla="*/ -126 h 354329"/>
                        <a:gd name="connsiteX4" fmla="*/ 354262 w 354329"/>
                        <a:gd name="connsiteY4" fmla="*/ 177039 h 3543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54329" h="354329">
                          <a:moveTo>
                            <a:pt x="354262" y="177039"/>
                          </a:moveTo>
                          <a:cubicBezTo>
                            <a:pt x="354262" y="274884"/>
                            <a:pt x="274942" y="354204"/>
                            <a:pt x="177097" y="354204"/>
                          </a:cubicBezTo>
                          <a:cubicBezTo>
                            <a:pt x="79251" y="354204"/>
                            <a:pt x="-68" y="274884"/>
                            <a:pt x="-68" y="177039"/>
                          </a:cubicBezTo>
                          <a:cubicBezTo>
                            <a:pt x="-68" y="79193"/>
                            <a:pt x="79251" y="-126"/>
                            <a:pt x="177097" y="-126"/>
                          </a:cubicBezTo>
                          <a:cubicBezTo>
                            <a:pt x="274942" y="-126"/>
                            <a:pt x="354262" y="79193"/>
                            <a:pt x="354262" y="177039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500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16200000" scaled="1"/>
                      <a:tileRect/>
                    </a:gradFill>
                    <a:ln w="14529" cap="flat">
                      <a:noFill/>
                      <a:prstDash val="solid"/>
                      <a:miter/>
                    </a:ln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US" dirty="0"/>
                    </a:p>
                  </p:txBody>
                </p:sp>
              </p:grpSp>
            </p:grpSp>
          </p:grp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730A6B9-8ABD-FF54-6D6A-0AFBE30F6368}"/>
                </a:ext>
              </a:extLst>
            </p:cNvPr>
            <p:cNvSpPr txBox="1"/>
            <p:nvPr/>
          </p:nvSpPr>
          <p:spPr>
            <a:xfrm>
              <a:off x="790967" y="3557599"/>
              <a:ext cx="2009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Yellow is a color of happiness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and friendliness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.</a:t>
              </a:r>
              <a:endParaRPr lang="en-US" sz="1600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BDD849-9C1A-3D67-1F45-5F162E9526AC}"/>
              </a:ext>
            </a:extLst>
          </p:cNvPr>
          <p:cNvGrpSpPr/>
          <p:nvPr/>
        </p:nvGrpSpPr>
        <p:grpSpPr>
          <a:xfrm>
            <a:off x="3518587" y="1664417"/>
            <a:ext cx="2288059" cy="4295771"/>
            <a:chOff x="3518587" y="1713851"/>
            <a:chExt cx="2288059" cy="4295771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29817C4-8D61-5CDE-EA58-8E6E2CA1FC65}"/>
                </a:ext>
              </a:extLst>
            </p:cNvPr>
            <p:cNvSpPr/>
            <p:nvPr/>
          </p:nvSpPr>
          <p:spPr>
            <a:xfrm rot="18900000">
              <a:off x="3929859" y="1713851"/>
              <a:ext cx="1466048" cy="1466048"/>
            </a:xfrm>
            <a:custGeom>
              <a:avLst/>
              <a:gdLst>
                <a:gd name="connsiteX0" fmla="*/ 878708 w 878776"/>
                <a:gd name="connsiteY0" fmla="*/ 439262 h 878776"/>
                <a:gd name="connsiteX1" fmla="*/ 439320 w 878776"/>
                <a:gd name="connsiteY1" fmla="*/ 878651 h 878776"/>
                <a:gd name="connsiteX2" fmla="*/ -68 w 878776"/>
                <a:gd name="connsiteY2" fmla="*/ 439262 h 878776"/>
                <a:gd name="connsiteX3" fmla="*/ 439320 w 878776"/>
                <a:gd name="connsiteY3" fmla="*/ -126 h 878776"/>
                <a:gd name="connsiteX4" fmla="*/ 878708 w 878776"/>
                <a:gd name="connsiteY4" fmla="*/ 439262 h 87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776" h="878776">
                  <a:moveTo>
                    <a:pt x="878708" y="439262"/>
                  </a:moveTo>
                  <a:cubicBezTo>
                    <a:pt x="878708" y="681930"/>
                    <a:pt x="681988" y="878651"/>
                    <a:pt x="439320" y="878651"/>
                  </a:cubicBezTo>
                  <a:cubicBezTo>
                    <a:pt x="196652" y="878651"/>
                    <a:pt x="-68" y="681930"/>
                    <a:pt x="-68" y="439262"/>
                  </a:cubicBezTo>
                  <a:cubicBezTo>
                    <a:pt x="-68" y="196595"/>
                    <a:pt x="196653" y="-126"/>
                    <a:pt x="439320" y="-126"/>
                  </a:cubicBezTo>
                  <a:cubicBezTo>
                    <a:pt x="681988" y="-126"/>
                    <a:pt x="878708" y="196595"/>
                    <a:pt x="878708" y="4392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24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AB4074F-E2CB-DBB9-B692-02E7DE9F94EE}"/>
                </a:ext>
              </a:extLst>
            </p:cNvPr>
            <p:cNvGrpSpPr/>
            <p:nvPr/>
          </p:nvGrpSpPr>
          <p:grpSpPr>
            <a:xfrm>
              <a:off x="3518587" y="2444515"/>
              <a:ext cx="2288059" cy="3565107"/>
              <a:chOff x="3518587" y="2444515"/>
              <a:chExt cx="2288059" cy="3565107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298CDEC-C00A-EB59-585C-AAE81DD2BA43}"/>
                  </a:ext>
                </a:extLst>
              </p:cNvPr>
              <p:cNvSpPr/>
              <p:nvPr/>
            </p:nvSpPr>
            <p:spPr>
              <a:xfrm>
                <a:off x="3518587" y="2444515"/>
                <a:ext cx="2288059" cy="3565107"/>
              </a:xfrm>
              <a:custGeom>
                <a:avLst/>
                <a:gdLst>
                  <a:gd name="connsiteX0" fmla="*/ 1246849 w 1371504"/>
                  <a:gd name="connsiteY0" fmla="*/ -126 h 2136990"/>
                  <a:gd name="connsiteX1" fmla="*/ 124709 w 1371504"/>
                  <a:gd name="connsiteY1" fmla="*/ -126 h 2136990"/>
                  <a:gd name="connsiteX2" fmla="*/ -68 w 1371504"/>
                  <a:gd name="connsiteY2" fmla="*/ 124461 h 2136990"/>
                  <a:gd name="connsiteX3" fmla="*/ -68 w 1371504"/>
                  <a:gd name="connsiteY3" fmla="*/ 124651 h 2136990"/>
                  <a:gd name="connsiteX4" fmla="*/ -68 w 1371504"/>
                  <a:gd name="connsiteY4" fmla="*/ 1755522 h 2136990"/>
                  <a:gd name="connsiteX5" fmla="*/ 78132 w 1371504"/>
                  <a:gd name="connsiteY5" fmla="*/ 1877632 h 2136990"/>
                  <a:gd name="connsiteX6" fmla="*/ 602007 w 1371504"/>
                  <a:gd name="connsiteY6" fmla="*/ 2118520 h 2136990"/>
                  <a:gd name="connsiteX7" fmla="*/ 769361 w 1371504"/>
                  <a:gd name="connsiteY7" fmla="*/ 2118520 h 2136990"/>
                  <a:gd name="connsiteX8" fmla="*/ 1293236 w 1371504"/>
                  <a:gd name="connsiteY8" fmla="*/ 1877632 h 2136990"/>
                  <a:gd name="connsiteX9" fmla="*/ 1371437 w 1371504"/>
                  <a:gd name="connsiteY9" fmla="*/ 1755522 h 2136990"/>
                  <a:gd name="connsiteX10" fmla="*/ 1371437 w 1371504"/>
                  <a:gd name="connsiteY10" fmla="*/ 124651 h 2136990"/>
                  <a:gd name="connsiteX11" fmla="*/ 1246849 w 1371504"/>
                  <a:gd name="connsiteY11" fmla="*/ -126 h 213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1504" h="2136990">
                    <a:moveTo>
                      <a:pt x="1246849" y="-126"/>
                    </a:moveTo>
                    <a:lnTo>
                      <a:pt x="124709" y="-126"/>
                    </a:lnTo>
                    <a:cubicBezTo>
                      <a:pt x="55849" y="-183"/>
                      <a:pt x="-16" y="55605"/>
                      <a:pt x="-68" y="124461"/>
                    </a:cubicBezTo>
                    <a:cubicBezTo>
                      <a:pt x="-68" y="124528"/>
                      <a:pt x="-68" y="124585"/>
                      <a:pt x="-68" y="124651"/>
                    </a:cubicBezTo>
                    <a:lnTo>
                      <a:pt x="-68" y="1755522"/>
                    </a:lnTo>
                    <a:cubicBezTo>
                      <a:pt x="-55" y="1807995"/>
                      <a:pt x="30475" y="1855668"/>
                      <a:pt x="78132" y="1877632"/>
                    </a:cubicBezTo>
                    <a:lnTo>
                      <a:pt x="602007" y="2118520"/>
                    </a:lnTo>
                    <a:cubicBezTo>
                      <a:pt x="655109" y="2142980"/>
                      <a:pt x="716259" y="2142980"/>
                      <a:pt x="769361" y="2118520"/>
                    </a:cubicBezTo>
                    <a:lnTo>
                      <a:pt x="1293236" y="1877632"/>
                    </a:lnTo>
                    <a:cubicBezTo>
                      <a:pt x="1340890" y="1855668"/>
                      <a:pt x="1371427" y="1807995"/>
                      <a:pt x="1371437" y="1755522"/>
                    </a:cubicBezTo>
                    <a:lnTo>
                      <a:pt x="1371437" y="124651"/>
                    </a:lnTo>
                    <a:cubicBezTo>
                      <a:pt x="1371494" y="55795"/>
                      <a:pt x="1315706" y="-69"/>
                      <a:pt x="1246849" y="-12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C32352C-875A-E895-7939-7EA959A55493}"/>
                  </a:ext>
                </a:extLst>
              </p:cNvPr>
              <p:cNvSpPr/>
              <p:nvPr/>
            </p:nvSpPr>
            <p:spPr>
              <a:xfrm>
                <a:off x="4394460" y="5634515"/>
                <a:ext cx="537264" cy="219041"/>
              </a:xfrm>
              <a:custGeom>
                <a:avLst/>
                <a:gdLst>
                  <a:gd name="connsiteX0" fmla="*/ 321975 w 322046"/>
                  <a:gd name="connsiteY0" fmla="*/ 14447 h 131297"/>
                  <a:gd name="connsiteX1" fmla="*/ 321975 w 322046"/>
                  <a:gd name="connsiteY1" fmla="*/ 53785 h 131297"/>
                  <a:gd name="connsiteX2" fmla="*/ 312450 w 322046"/>
                  <a:gd name="connsiteY2" fmla="*/ 69216 h 131297"/>
                  <a:gd name="connsiteX3" fmla="*/ 195388 w 322046"/>
                  <a:gd name="connsiteY3" fmla="*/ 123699 h 131297"/>
                  <a:gd name="connsiteX4" fmla="*/ 127665 w 322046"/>
                  <a:gd name="connsiteY4" fmla="*/ 123699 h 131297"/>
                  <a:gd name="connsiteX5" fmla="*/ 9460 w 322046"/>
                  <a:gd name="connsiteY5" fmla="*/ 69216 h 131297"/>
                  <a:gd name="connsiteX6" fmla="*/ -65 w 322046"/>
                  <a:gd name="connsiteY6" fmla="*/ 53785 h 131297"/>
                  <a:gd name="connsiteX7" fmla="*/ -65 w 322046"/>
                  <a:gd name="connsiteY7" fmla="*/ 14447 h 131297"/>
                  <a:gd name="connsiteX8" fmla="*/ 13936 w 322046"/>
                  <a:gd name="connsiteY8" fmla="*/ -126 h 131297"/>
                  <a:gd name="connsiteX9" fmla="*/ 14413 w 322046"/>
                  <a:gd name="connsiteY9" fmla="*/ -126 h 131297"/>
                  <a:gd name="connsiteX10" fmla="*/ 308068 w 322046"/>
                  <a:gd name="connsiteY10" fmla="*/ -126 h 131297"/>
                  <a:gd name="connsiteX11" fmla="*/ 321975 w 322046"/>
                  <a:gd name="connsiteY11" fmla="*/ 14447 h 131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046" h="131297">
                    <a:moveTo>
                      <a:pt x="321975" y="14447"/>
                    </a:moveTo>
                    <a:lnTo>
                      <a:pt x="321975" y="53785"/>
                    </a:lnTo>
                    <a:cubicBezTo>
                      <a:pt x="322070" y="60348"/>
                      <a:pt x="318355" y="66358"/>
                      <a:pt x="312450" y="69216"/>
                    </a:cubicBezTo>
                    <a:cubicBezTo>
                      <a:pt x="312450" y="69216"/>
                      <a:pt x="239774" y="102744"/>
                      <a:pt x="195388" y="123699"/>
                    </a:cubicBezTo>
                    <a:cubicBezTo>
                      <a:pt x="173909" y="133662"/>
                      <a:pt x="149144" y="133662"/>
                      <a:pt x="127665" y="123699"/>
                    </a:cubicBezTo>
                    <a:lnTo>
                      <a:pt x="9460" y="69216"/>
                    </a:lnTo>
                    <a:cubicBezTo>
                      <a:pt x="3573" y="66349"/>
                      <a:pt x="-142" y="60338"/>
                      <a:pt x="-65" y="53785"/>
                    </a:cubicBezTo>
                    <a:lnTo>
                      <a:pt x="-65" y="14447"/>
                    </a:lnTo>
                    <a:cubicBezTo>
                      <a:pt x="-227" y="6560"/>
                      <a:pt x="6040" y="36"/>
                      <a:pt x="13936" y="-126"/>
                    </a:cubicBezTo>
                    <a:cubicBezTo>
                      <a:pt x="14089" y="-126"/>
                      <a:pt x="14251" y="-126"/>
                      <a:pt x="14413" y="-126"/>
                    </a:cubicBezTo>
                    <a:lnTo>
                      <a:pt x="308068" y="-126"/>
                    </a:lnTo>
                    <a:cubicBezTo>
                      <a:pt x="315927" y="83"/>
                      <a:pt x="322137" y="6589"/>
                      <a:pt x="321975" y="144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30C63A8-9082-6BB6-9ECF-186B03E0DECF}"/>
                  </a:ext>
                </a:extLst>
              </p:cNvPr>
              <p:cNvSpPr/>
              <p:nvPr/>
            </p:nvSpPr>
            <p:spPr>
              <a:xfrm>
                <a:off x="3634428" y="2560991"/>
                <a:ext cx="2056059" cy="862848"/>
              </a:xfrm>
              <a:custGeom>
                <a:avLst/>
                <a:gdLst>
                  <a:gd name="connsiteX0" fmla="*/ 616390 w 1232439"/>
                  <a:gd name="connsiteY0" fmla="*/ 517081 h 517207"/>
                  <a:gd name="connsiteX1" fmla="*/ 561907 w 1232439"/>
                  <a:gd name="connsiteY1" fmla="*/ 505175 h 517207"/>
                  <a:gd name="connsiteX2" fmla="*/ 38032 w 1232439"/>
                  <a:gd name="connsiteY2" fmla="*/ 264288 h 517207"/>
                  <a:gd name="connsiteX3" fmla="*/ -68 w 1232439"/>
                  <a:gd name="connsiteY3" fmla="*/ 205614 h 517207"/>
                  <a:gd name="connsiteX4" fmla="*/ -68 w 1232439"/>
                  <a:gd name="connsiteY4" fmla="*/ 54833 h 517207"/>
                  <a:gd name="connsiteX5" fmla="*/ 54891 w 1232439"/>
                  <a:gd name="connsiteY5" fmla="*/ -126 h 517207"/>
                  <a:gd name="connsiteX6" fmla="*/ 1177412 w 1232439"/>
                  <a:gd name="connsiteY6" fmla="*/ -126 h 517207"/>
                  <a:gd name="connsiteX7" fmla="*/ 1232371 w 1232439"/>
                  <a:gd name="connsiteY7" fmla="*/ 54833 h 517207"/>
                  <a:gd name="connsiteX8" fmla="*/ 1232371 w 1232439"/>
                  <a:gd name="connsiteY8" fmla="*/ 205614 h 517207"/>
                  <a:gd name="connsiteX9" fmla="*/ 1194748 w 1232439"/>
                  <a:gd name="connsiteY9" fmla="*/ 264288 h 517207"/>
                  <a:gd name="connsiteX10" fmla="*/ 670873 w 1232439"/>
                  <a:gd name="connsiteY10" fmla="*/ 505175 h 517207"/>
                  <a:gd name="connsiteX11" fmla="*/ 616390 w 1232439"/>
                  <a:gd name="connsiteY11" fmla="*/ 517081 h 517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32439" h="517207">
                    <a:moveTo>
                      <a:pt x="616390" y="517081"/>
                    </a:moveTo>
                    <a:cubicBezTo>
                      <a:pt x="597578" y="517119"/>
                      <a:pt x="578985" y="513062"/>
                      <a:pt x="561907" y="505175"/>
                    </a:cubicBezTo>
                    <a:lnTo>
                      <a:pt x="38032" y="264288"/>
                    </a:lnTo>
                    <a:cubicBezTo>
                      <a:pt x="14953" y="253858"/>
                      <a:pt x="69" y="230941"/>
                      <a:pt x="-68" y="205614"/>
                    </a:cubicBezTo>
                    <a:lnTo>
                      <a:pt x="-68" y="54833"/>
                    </a:lnTo>
                    <a:cubicBezTo>
                      <a:pt x="-16" y="24505"/>
                      <a:pt x="24559" y="-69"/>
                      <a:pt x="54891" y="-126"/>
                    </a:cubicBezTo>
                    <a:lnTo>
                      <a:pt x="1177412" y="-126"/>
                    </a:lnTo>
                    <a:cubicBezTo>
                      <a:pt x="1207740" y="-69"/>
                      <a:pt x="1232324" y="24505"/>
                      <a:pt x="1232371" y="54833"/>
                    </a:cubicBezTo>
                    <a:lnTo>
                      <a:pt x="1232371" y="205614"/>
                    </a:lnTo>
                    <a:cubicBezTo>
                      <a:pt x="1232324" y="230826"/>
                      <a:pt x="1217636" y="253725"/>
                      <a:pt x="1194748" y="264288"/>
                    </a:cubicBezTo>
                    <a:lnTo>
                      <a:pt x="670873" y="505175"/>
                    </a:lnTo>
                    <a:cubicBezTo>
                      <a:pt x="653785" y="513043"/>
                      <a:pt x="635202" y="517100"/>
                      <a:pt x="616390" y="5170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9B668279-7638-17EE-D7AF-1D093F354961}"/>
                  </a:ext>
                </a:extLst>
              </p:cNvPr>
              <p:cNvSpPr/>
              <p:nvPr/>
            </p:nvSpPr>
            <p:spPr>
              <a:xfrm>
                <a:off x="3688774" y="3458641"/>
                <a:ext cx="1947687" cy="1893902"/>
              </a:xfrm>
              <a:prstGeom prst="round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innerShdw blurRad="127000">
                  <a:prstClr val="black">
                    <a:alpha val="30000"/>
                  </a:prstClr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C5BE362-1C64-DD42-3D90-37B5BD66DB25}"/>
                  </a:ext>
                </a:extLst>
              </p:cNvPr>
              <p:cNvSpPr/>
              <p:nvPr/>
            </p:nvSpPr>
            <p:spPr>
              <a:xfrm>
                <a:off x="4515569" y="3241397"/>
                <a:ext cx="315923" cy="315923"/>
              </a:xfrm>
              <a:custGeom>
                <a:avLst/>
                <a:gdLst>
                  <a:gd name="connsiteX0" fmla="*/ 354262 w 354329"/>
                  <a:gd name="connsiteY0" fmla="*/ 177039 h 354329"/>
                  <a:gd name="connsiteX1" fmla="*/ 177097 w 354329"/>
                  <a:gd name="connsiteY1" fmla="*/ 354204 h 354329"/>
                  <a:gd name="connsiteX2" fmla="*/ -68 w 354329"/>
                  <a:gd name="connsiteY2" fmla="*/ 177039 h 354329"/>
                  <a:gd name="connsiteX3" fmla="*/ 177097 w 354329"/>
                  <a:gd name="connsiteY3" fmla="*/ -126 h 354329"/>
                  <a:gd name="connsiteX4" fmla="*/ 354262 w 354329"/>
                  <a:gd name="connsiteY4" fmla="*/ 177039 h 35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329" h="354329">
                    <a:moveTo>
                      <a:pt x="354262" y="177039"/>
                    </a:moveTo>
                    <a:cubicBezTo>
                      <a:pt x="354262" y="274884"/>
                      <a:pt x="274942" y="354204"/>
                      <a:pt x="177097" y="354204"/>
                    </a:cubicBezTo>
                    <a:cubicBezTo>
                      <a:pt x="79251" y="354204"/>
                      <a:pt x="-68" y="274884"/>
                      <a:pt x="-68" y="177039"/>
                    </a:cubicBezTo>
                    <a:cubicBezTo>
                      <a:pt x="-68" y="79193"/>
                      <a:pt x="79251" y="-126"/>
                      <a:pt x="177097" y="-126"/>
                    </a:cubicBezTo>
                    <a:cubicBezTo>
                      <a:pt x="274942" y="-126"/>
                      <a:pt x="354262" y="79193"/>
                      <a:pt x="354262" y="17703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16200000" scaled="1"/>
                <a:tileRect/>
              </a:gradFill>
              <a:ln w="1452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CABC39B-4D10-113A-C831-3CAC0B35D82A}"/>
                  </a:ext>
                </a:extLst>
              </p:cNvPr>
              <p:cNvSpPr txBox="1"/>
              <p:nvPr/>
            </p:nvSpPr>
            <p:spPr>
              <a:xfrm>
                <a:off x="3657735" y="3990094"/>
                <a:ext cx="20097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 </a:t>
                </a:r>
                <a:r>
                  <a:rPr lang="en-US" sz="1600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Red is a color of aggression, and importance</a:t>
                </a:r>
                <a:endPara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endParaRPr>
              </a:p>
            </p:txBody>
          </p:sp>
        </p:grp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2ED8F836-01DB-23C3-7AC7-D1DDF5C7B946}"/>
              </a:ext>
            </a:extLst>
          </p:cNvPr>
          <p:cNvSpPr/>
          <p:nvPr/>
        </p:nvSpPr>
        <p:spPr>
          <a:xfrm>
            <a:off x="4071125" y="1805684"/>
            <a:ext cx="1183518" cy="1183518"/>
          </a:xfrm>
          <a:custGeom>
            <a:avLst/>
            <a:gdLst>
              <a:gd name="connsiteX0" fmla="*/ 709354 w 709422"/>
              <a:gd name="connsiteY0" fmla="*/ 354585 h 709422"/>
              <a:gd name="connsiteX1" fmla="*/ 354643 w 709422"/>
              <a:gd name="connsiteY1" fmla="*/ 709296 h 709422"/>
              <a:gd name="connsiteX2" fmla="*/ -68 w 709422"/>
              <a:gd name="connsiteY2" fmla="*/ 354585 h 709422"/>
              <a:gd name="connsiteX3" fmla="*/ 354643 w 709422"/>
              <a:gd name="connsiteY3" fmla="*/ -126 h 709422"/>
              <a:gd name="connsiteX4" fmla="*/ 709354 w 709422"/>
              <a:gd name="connsiteY4" fmla="*/ 354585 h 70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422" h="709422">
                <a:moveTo>
                  <a:pt x="709354" y="354585"/>
                </a:moveTo>
                <a:cubicBezTo>
                  <a:pt x="709354" y="550486"/>
                  <a:pt x="550544" y="709296"/>
                  <a:pt x="354643" y="709296"/>
                </a:cubicBezTo>
                <a:cubicBezTo>
                  <a:pt x="158741" y="709296"/>
                  <a:pt x="-68" y="550486"/>
                  <a:pt x="-68" y="354585"/>
                </a:cubicBezTo>
                <a:cubicBezTo>
                  <a:pt x="-68" y="158683"/>
                  <a:pt x="158741" y="-126"/>
                  <a:pt x="354643" y="-126"/>
                </a:cubicBezTo>
                <a:cubicBezTo>
                  <a:pt x="550544" y="-126"/>
                  <a:pt x="709354" y="158683"/>
                  <a:pt x="709354" y="354585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452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rPr>
              <a:t>Red</a:t>
            </a:r>
            <a:endParaRPr lang="en-US" sz="200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17A2C1B-4FA5-1215-7D9D-CE4243AA3533}"/>
              </a:ext>
            </a:extLst>
          </p:cNvPr>
          <p:cNvSpPr/>
          <p:nvPr/>
        </p:nvSpPr>
        <p:spPr>
          <a:xfrm>
            <a:off x="1204357" y="1805684"/>
            <a:ext cx="1183518" cy="1183518"/>
          </a:xfrm>
          <a:custGeom>
            <a:avLst/>
            <a:gdLst>
              <a:gd name="connsiteX0" fmla="*/ 709354 w 709422"/>
              <a:gd name="connsiteY0" fmla="*/ 354585 h 709422"/>
              <a:gd name="connsiteX1" fmla="*/ 354643 w 709422"/>
              <a:gd name="connsiteY1" fmla="*/ 709296 h 709422"/>
              <a:gd name="connsiteX2" fmla="*/ -68 w 709422"/>
              <a:gd name="connsiteY2" fmla="*/ 354585 h 709422"/>
              <a:gd name="connsiteX3" fmla="*/ 354643 w 709422"/>
              <a:gd name="connsiteY3" fmla="*/ -126 h 709422"/>
              <a:gd name="connsiteX4" fmla="*/ 709354 w 709422"/>
              <a:gd name="connsiteY4" fmla="*/ 354585 h 70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422" h="709422">
                <a:moveTo>
                  <a:pt x="709354" y="354585"/>
                </a:moveTo>
                <a:cubicBezTo>
                  <a:pt x="709354" y="550486"/>
                  <a:pt x="550544" y="709296"/>
                  <a:pt x="354643" y="709296"/>
                </a:cubicBezTo>
                <a:cubicBezTo>
                  <a:pt x="158741" y="709296"/>
                  <a:pt x="-68" y="550486"/>
                  <a:pt x="-68" y="354585"/>
                </a:cubicBezTo>
                <a:cubicBezTo>
                  <a:pt x="-68" y="158683"/>
                  <a:pt x="158741" y="-126"/>
                  <a:pt x="354643" y="-126"/>
                </a:cubicBezTo>
                <a:cubicBezTo>
                  <a:pt x="550544" y="-126"/>
                  <a:pt x="709354" y="158683"/>
                  <a:pt x="709354" y="354585"/>
                </a:cubicBezTo>
                <a:close/>
              </a:path>
            </a:pathLst>
          </a:custGeom>
          <a:gradFill>
            <a:gsLst>
              <a:gs pos="5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w="1452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rPr>
              <a:t>Yellow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353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2" grpId="0" animBg="1"/>
      <p:bldP spid="66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1BC319E2-264A-C898-B344-CDE4A7AD287C}"/>
              </a:ext>
            </a:extLst>
          </p:cNvPr>
          <p:cNvSpPr/>
          <p:nvPr/>
        </p:nvSpPr>
        <p:spPr>
          <a:xfrm>
            <a:off x="5676727" y="2848644"/>
            <a:ext cx="686956" cy="68695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C93AC1-DD04-BE99-E704-1553EC1AE75D}"/>
              </a:ext>
            </a:extLst>
          </p:cNvPr>
          <p:cNvGrpSpPr/>
          <p:nvPr/>
        </p:nvGrpSpPr>
        <p:grpSpPr>
          <a:xfrm>
            <a:off x="8023939" y="3637564"/>
            <a:ext cx="3820928" cy="877163"/>
            <a:chOff x="8023939" y="3044433"/>
            <a:chExt cx="3820928" cy="87716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EECCB48-D09E-389B-9FB7-2BCD443245AF}"/>
                </a:ext>
              </a:extLst>
            </p:cNvPr>
            <p:cNvCxnSpPr/>
            <p:nvPr/>
          </p:nvCxnSpPr>
          <p:spPr>
            <a:xfrm>
              <a:off x="8023939" y="3214938"/>
              <a:ext cx="622784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C6E51A-E129-B77D-C5C6-222F51FE14E4}"/>
                </a:ext>
              </a:extLst>
            </p:cNvPr>
            <p:cNvSpPr txBox="1"/>
            <p:nvPr/>
          </p:nvSpPr>
          <p:spPr>
            <a:xfrm>
              <a:off x="8902375" y="3044433"/>
              <a:ext cx="294249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Orange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Orange is a color of playfulness and energy.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10AD37-209C-7877-6757-0F7ACE7DBB09}"/>
              </a:ext>
            </a:extLst>
          </p:cNvPr>
          <p:cNvGrpSpPr/>
          <p:nvPr/>
        </p:nvGrpSpPr>
        <p:grpSpPr>
          <a:xfrm>
            <a:off x="971562" y="1532076"/>
            <a:ext cx="3721133" cy="877163"/>
            <a:chOff x="971562" y="938945"/>
            <a:chExt cx="3721133" cy="877163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5F7D91-1AC0-0E16-B69E-A2D984158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9911" y="1115773"/>
              <a:ext cx="622784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AFBEBD-8EAA-4B1E-9822-106692379A16}"/>
                </a:ext>
              </a:extLst>
            </p:cNvPr>
            <p:cNvSpPr txBox="1"/>
            <p:nvPr/>
          </p:nvSpPr>
          <p:spPr>
            <a:xfrm>
              <a:off x="971562" y="938945"/>
              <a:ext cx="294249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Yellow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Yellow is a color of happiness, friendliness, and warning.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643968C-A56E-3B9F-D433-E0FD2E79F9C9}"/>
              </a:ext>
            </a:extLst>
          </p:cNvPr>
          <p:cNvGrpSpPr/>
          <p:nvPr/>
        </p:nvGrpSpPr>
        <p:grpSpPr>
          <a:xfrm>
            <a:off x="3395072" y="5270109"/>
            <a:ext cx="5228859" cy="1235419"/>
            <a:chOff x="3395072" y="4676978"/>
            <a:chExt cx="5228859" cy="1235419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637C6E7-1055-44EE-31FF-ADBC6D4FBBCA}"/>
                </a:ext>
              </a:extLst>
            </p:cNvPr>
            <p:cNvCxnSpPr>
              <a:cxnSpLocks/>
            </p:cNvCxnSpPr>
            <p:nvPr/>
          </p:nvCxnSpPr>
          <p:spPr>
            <a:xfrm>
              <a:off x="5991868" y="4676978"/>
              <a:ext cx="0" cy="477047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1521BC1-6D12-5CC7-3ED7-97830130B2D5}"/>
                </a:ext>
              </a:extLst>
            </p:cNvPr>
            <p:cNvSpPr txBox="1"/>
            <p:nvPr/>
          </p:nvSpPr>
          <p:spPr>
            <a:xfrm>
              <a:off x="3395072" y="5250677"/>
              <a:ext cx="5228859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Green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Green is a color of nature, stability, and prosperity.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027467-6950-7E0D-002A-000E0BA46710}"/>
              </a:ext>
            </a:extLst>
          </p:cNvPr>
          <p:cNvGrpSpPr/>
          <p:nvPr/>
        </p:nvGrpSpPr>
        <p:grpSpPr>
          <a:xfrm>
            <a:off x="347133" y="3637564"/>
            <a:ext cx="3666953" cy="877163"/>
            <a:chOff x="347133" y="3044433"/>
            <a:chExt cx="3666953" cy="87716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5310B6-EB56-B973-404B-931CD15B57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1302" y="3214938"/>
              <a:ext cx="622784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4FE3E2-A48C-4536-87A7-C8F7B502FEE0}"/>
                </a:ext>
              </a:extLst>
            </p:cNvPr>
            <p:cNvSpPr txBox="1"/>
            <p:nvPr/>
          </p:nvSpPr>
          <p:spPr>
            <a:xfrm>
              <a:off x="347133" y="3044433"/>
              <a:ext cx="294249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Blue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r"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Blue is a color of serenity, trustworthiness, and welcome.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F8B2679-08C6-6F05-6C2C-1C092679671B}"/>
              </a:ext>
            </a:extLst>
          </p:cNvPr>
          <p:cNvGrpSpPr/>
          <p:nvPr/>
        </p:nvGrpSpPr>
        <p:grpSpPr>
          <a:xfrm>
            <a:off x="7472004" y="1532076"/>
            <a:ext cx="3805819" cy="877163"/>
            <a:chOff x="7472004" y="938945"/>
            <a:chExt cx="3805819" cy="87716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1278C72-DC96-26E7-187E-9E8ABAD3EA49}"/>
                </a:ext>
              </a:extLst>
            </p:cNvPr>
            <p:cNvCxnSpPr/>
            <p:nvPr/>
          </p:nvCxnSpPr>
          <p:spPr>
            <a:xfrm>
              <a:off x="7472004" y="1115773"/>
              <a:ext cx="622784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2E0119-4C90-205D-1B26-F928726266EC}"/>
                </a:ext>
              </a:extLst>
            </p:cNvPr>
            <p:cNvSpPr txBox="1"/>
            <p:nvPr/>
          </p:nvSpPr>
          <p:spPr>
            <a:xfrm>
              <a:off x="8335331" y="938945"/>
              <a:ext cx="294249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Red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Red is a color of passion, aggression, and importance.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9193C9-1CAE-EEDA-BD74-2201F6DE2A1D}"/>
              </a:ext>
            </a:extLst>
          </p:cNvPr>
          <p:cNvGrpSpPr/>
          <p:nvPr/>
        </p:nvGrpSpPr>
        <p:grpSpPr>
          <a:xfrm>
            <a:off x="5855413" y="1323291"/>
            <a:ext cx="1308957" cy="2363479"/>
            <a:chOff x="5855413" y="730160"/>
            <a:chExt cx="1308957" cy="236347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1CCAAFC-8E27-92B3-1B43-7683AD9E27A5}"/>
                </a:ext>
              </a:extLst>
            </p:cNvPr>
            <p:cNvSpPr>
              <a:spLocks/>
            </p:cNvSpPr>
            <p:nvPr/>
          </p:nvSpPr>
          <p:spPr bwMode="auto">
            <a:xfrm rot="2252051">
              <a:off x="5855413" y="730160"/>
              <a:ext cx="1308957" cy="2363479"/>
            </a:xfrm>
            <a:custGeom>
              <a:avLst/>
              <a:gdLst>
                <a:gd name="T0" fmla="*/ 428 w 428"/>
                <a:gd name="T1" fmla="*/ 399 h 774"/>
                <a:gd name="T2" fmla="*/ 369 w 428"/>
                <a:gd name="T3" fmla="*/ 394 h 774"/>
                <a:gd name="T4" fmla="*/ 235 w 428"/>
                <a:gd name="T5" fmla="*/ 424 h 774"/>
                <a:gd name="T6" fmla="*/ 121 w 428"/>
                <a:gd name="T7" fmla="*/ 514 h 774"/>
                <a:gd name="T8" fmla="*/ 74 w 428"/>
                <a:gd name="T9" fmla="*/ 599 h 774"/>
                <a:gd name="T10" fmla="*/ 73 w 428"/>
                <a:gd name="T11" fmla="*/ 600 h 774"/>
                <a:gd name="T12" fmla="*/ 64 w 428"/>
                <a:gd name="T13" fmla="*/ 629 h 774"/>
                <a:gd name="T14" fmla="*/ 60 w 428"/>
                <a:gd name="T15" fmla="*/ 665 h 774"/>
                <a:gd name="T16" fmla="*/ 100 w 428"/>
                <a:gd name="T17" fmla="*/ 774 h 774"/>
                <a:gd name="T18" fmla="*/ 54 w 428"/>
                <a:gd name="T19" fmla="*/ 720 h 774"/>
                <a:gd name="T20" fmla="*/ 3 w 428"/>
                <a:gd name="T21" fmla="*/ 589 h 774"/>
                <a:gd name="T22" fmla="*/ 0 w 428"/>
                <a:gd name="T23" fmla="*/ 544 h 774"/>
                <a:gd name="T24" fmla="*/ 39 w 428"/>
                <a:gd name="T25" fmla="*/ 392 h 774"/>
                <a:gd name="T26" fmla="*/ 42 w 428"/>
                <a:gd name="T27" fmla="*/ 387 h 774"/>
                <a:gd name="T28" fmla="*/ 71 w 428"/>
                <a:gd name="T29" fmla="*/ 345 h 774"/>
                <a:gd name="T30" fmla="*/ 110 w 428"/>
                <a:gd name="T31" fmla="*/ 228 h 774"/>
                <a:gd name="T32" fmla="*/ 110 w 428"/>
                <a:gd name="T33" fmla="*/ 228 h 774"/>
                <a:gd name="T34" fmla="*/ 229 w 428"/>
                <a:gd name="T35" fmla="*/ 0 h 774"/>
                <a:gd name="T36" fmla="*/ 349 w 428"/>
                <a:gd name="T37" fmla="*/ 231 h 774"/>
                <a:gd name="T38" fmla="*/ 380 w 428"/>
                <a:gd name="T39" fmla="*/ 329 h 774"/>
                <a:gd name="T40" fmla="*/ 423 w 428"/>
                <a:gd name="T41" fmla="*/ 393 h 774"/>
                <a:gd name="T42" fmla="*/ 426 w 428"/>
                <a:gd name="T43" fmla="*/ 395 h 774"/>
                <a:gd name="T44" fmla="*/ 428 w 428"/>
                <a:gd name="T45" fmla="*/ 399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28" h="774">
                  <a:moveTo>
                    <a:pt x="428" y="399"/>
                  </a:moveTo>
                  <a:cubicBezTo>
                    <a:pt x="409" y="396"/>
                    <a:pt x="389" y="394"/>
                    <a:pt x="369" y="394"/>
                  </a:cubicBezTo>
                  <a:cubicBezTo>
                    <a:pt x="321" y="394"/>
                    <a:pt x="275" y="405"/>
                    <a:pt x="235" y="424"/>
                  </a:cubicBezTo>
                  <a:cubicBezTo>
                    <a:pt x="190" y="445"/>
                    <a:pt x="151" y="476"/>
                    <a:pt x="121" y="514"/>
                  </a:cubicBezTo>
                  <a:cubicBezTo>
                    <a:pt x="101" y="540"/>
                    <a:pt x="85" y="568"/>
                    <a:pt x="74" y="599"/>
                  </a:cubicBezTo>
                  <a:cubicBezTo>
                    <a:pt x="73" y="600"/>
                    <a:pt x="73" y="600"/>
                    <a:pt x="73" y="600"/>
                  </a:cubicBezTo>
                  <a:cubicBezTo>
                    <a:pt x="69" y="610"/>
                    <a:pt x="66" y="619"/>
                    <a:pt x="64" y="629"/>
                  </a:cubicBezTo>
                  <a:cubicBezTo>
                    <a:pt x="62" y="641"/>
                    <a:pt x="60" y="653"/>
                    <a:pt x="60" y="665"/>
                  </a:cubicBezTo>
                  <a:cubicBezTo>
                    <a:pt x="60" y="706"/>
                    <a:pt x="75" y="744"/>
                    <a:pt x="100" y="774"/>
                  </a:cubicBezTo>
                  <a:cubicBezTo>
                    <a:pt x="83" y="757"/>
                    <a:pt x="67" y="739"/>
                    <a:pt x="54" y="720"/>
                  </a:cubicBezTo>
                  <a:cubicBezTo>
                    <a:pt x="28" y="681"/>
                    <a:pt x="10" y="637"/>
                    <a:pt x="3" y="589"/>
                  </a:cubicBezTo>
                  <a:cubicBezTo>
                    <a:pt x="1" y="574"/>
                    <a:pt x="0" y="559"/>
                    <a:pt x="0" y="544"/>
                  </a:cubicBezTo>
                  <a:cubicBezTo>
                    <a:pt x="0" y="489"/>
                    <a:pt x="14" y="437"/>
                    <a:pt x="39" y="392"/>
                  </a:cubicBezTo>
                  <a:cubicBezTo>
                    <a:pt x="40" y="391"/>
                    <a:pt x="41" y="389"/>
                    <a:pt x="42" y="387"/>
                  </a:cubicBezTo>
                  <a:cubicBezTo>
                    <a:pt x="53" y="377"/>
                    <a:pt x="62" y="362"/>
                    <a:pt x="71" y="345"/>
                  </a:cubicBezTo>
                  <a:cubicBezTo>
                    <a:pt x="86" y="313"/>
                    <a:pt x="98" y="271"/>
                    <a:pt x="110" y="228"/>
                  </a:cubicBezTo>
                  <a:cubicBezTo>
                    <a:pt x="110" y="228"/>
                    <a:pt x="110" y="228"/>
                    <a:pt x="110" y="228"/>
                  </a:cubicBezTo>
                  <a:cubicBezTo>
                    <a:pt x="138" y="119"/>
                    <a:pt x="163" y="0"/>
                    <a:pt x="229" y="0"/>
                  </a:cubicBezTo>
                  <a:cubicBezTo>
                    <a:pt x="295" y="0"/>
                    <a:pt x="320" y="121"/>
                    <a:pt x="349" y="231"/>
                  </a:cubicBezTo>
                  <a:cubicBezTo>
                    <a:pt x="358" y="266"/>
                    <a:pt x="368" y="300"/>
                    <a:pt x="380" y="329"/>
                  </a:cubicBezTo>
                  <a:cubicBezTo>
                    <a:pt x="391" y="357"/>
                    <a:pt x="405" y="380"/>
                    <a:pt x="423" y="393"/>
                  </a:cubicBezTo>
                  <a:cubicBezTo>
                    <a:pt x="424" y="393"/>
                    <a:pt x="425" y="394"/>
                    <a:pt x="426" y="395"/>
                  </a:cubicBezTo>
                  <a:cubicBezTo>
                    <a:pt x="426" y="396"/>
                    <a:pt x="427" y="398"/>
                    <a:pt x="428" y="399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 lim="800000"/>
              <a:headEnd/>
              <a:tailEnd/>
            </a:ln>
            <a:effectLst>
              <a:innerShdw blurRad="88900" dist="50800" dir="13500000">
                <a:prstClr val="black">
                  <a:alpha val="29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25EC04-BF83-8141-C4E3-F865743C1B29}"/>
                </a:ext>
              </a:extLst>
            </p:cNvPr>
            <p:cNvSpPr txBox="1"/>
            <p:nvPr/>
          </p:nvSpPr>
          <p:spPr>
            <a:xfrm>
              <a:off x="6585778" y="1384742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1FF979-F3D9-7D36-6AC5-0575D437DAC3}"/>
              </a:ext>
            </a:extLst>
          </p:cNvPr>
          <p:cNvGrpSpPr/>
          <p:nvPr/>
        </p:nvGrpSpPr>
        <p:grpSpPr>
          <a:xfrm>
            <a:off x="5547488" y="2871161"/>
            <a:ext cx="2451721" cy="1138352"/>
            <a:chOff x="5547488" y="2278030"/>
            <a:chExt cx="2451721" cy="1138352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2312E28-FE8F-D4FF-2265-249AB07591BA}"/>
                </a:ext>
              </a:extLst>
            </p:cNvPr>
            <p:cNvSpPr>
              <a:spLocks/>
            </p:cNvSpPr>
            <p:nvPr/>
          </p:nvSpPr>
          <p:spPr bwMode="auto">
            <a:xfrm rot="2252051">
              <a:off x="5547488" y="2278030"/>
              <a:ext cx="2451721" cy="1138352"/>
            </a:xfrm>
            <a:custGeom>
              <a:avLst/>
              <a:gdLst>
                <a:gd name="T0" fmla="*/ 602 w 802"/>
                <a:gd name="T1" fmla="*/ 247 h 373"/>
                <a:gd name="T2" fmla="*/ 511 w 802"/>
                <a:gd name="T3" fmla="*/ 312 h 373"/>
                <a:gd name="T4" fmla="*/ 469 w 802"/>
                <a:gd name="T5" fmla="*/ 368 h 373"/>
                <a:gd name="T6" fmla="*/ 464 w 802"/>
                <a:gd name="T7" fmla="*/ 373 h 373"/>
                <a:gd name="T8" fmla="*/ 382 w 802"/>
                <a:gd name="T9" fmla="*/ 203 h 373"/>
                <a:gd name="T10" fmla="*/ 271 w 802"/>
                <a:gd name="T11" fmla="*/ 126 h 373"/>
                <a:gd name="T12" fmla="*/ 208 w 802"/>
                <a:gd name="T13" fmla="*/ 108 h 373"/>
                <a:gd name="T14" fmla="*/ 168 w 802"/>
                <a:gd name="T15" fmla="*/ 104 h 373"/>
                <a:gd name="T16" fmla="*/ 168 w 802"/>
                <a:gd name="T17" fmla="*/ 104 h 373"/>
                <a:gd name="T18" fmla="*/ 155 w 802"/>
                <a:gd name="T19" fmla="*/ 103 h 373"/>
                <a:gd name="T20" fmla="*/ 146 w 802"/>
                <a:gd name="T21" fmla="*/ 103 h 373"/>
                <a:gd name="T22" fmla="*/ 146 w 802"/>
                <a:gd name="T23" fmla="*/ 103 h 373"/>
                <a:gd name="T24" fmla="*/ 0 w 802"/>
                <a:gd name="T25" fmla="*/ 206 h 373"/>
                <a:gd name="T26" fmla="*/ 6 w 802"/>
                <a:gd name="T27" fmla="*/ 191 h 373"/>
                <a:gd name="T28" fmla="*/ 47 w 802"/>
                <a:gd name="T29" fmla="*/ 121 h 373"/>
                <a:gd name="T30" fmla="*/ 161 w 802"/>
                <a:gd name="T31" fmla="*/ 31 h 373"/>
                <a:gd name="T32" fmla="*/ 295 w 802"/>
                <a:gd name="T33" fmla="*/ 1 h 373"/>
                <a:gd name="T34" fmla="*/ 354 w 802"/>
                <a:gd name="T35" fmla="*/ 6 h 373"/>
                <a:gd name="T36" fmla="*/ 365 w 802"/>
                <a:gd name="T37" fmla="*/ 9 h 373"/>
                <a:gd name="T38" fmla="*/ 396 w 802"/>
                <a:gd name="T39" fmla="*/ 18 h 373"/>
                <a:gd name="T40" fmla="*/ 527 w 802"/>
                <a:gd name="T41" fmla="*/ 20 h 373"/>
                <a:gd name="T42" fmla="*/ 782 w 802"/>
                <a:gd name="T43" fmla="*/ 63 h 373"/>
                <a:gd name="T44" fmla="*/ 602 w 802"/>
                <a:gd name="T45" fmla="*/ 24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2" h="373">
                  <a:moveTo>
                    <a:pt x="602" y="247"/>
                  </a:moveTo>
                  <a:cubicBezTo>
                    <a:pt x="568" y="268"/>
                    <a:pt x="536" y="290"/>
                    <a:pt x="511" y="312"/>
                  </a:cubicBezTo>
                  <a:cubicBezTo>
                    <a:pt x="490" y="330"/>
                    <a:pt x="475" y="349"/>
                    <a:pt x="469" y="368"/>
                  </a:cubicBezTo>
                  <a:cubicBezTo>
                    <a:pt x="467" y="369"/>
                    <a:pt x="465" y="371"/>
                    <a:pt x="464" y="373"/>
                  </a:cubicBezTo>
                  <a:cubicBezTo>
                    <a:pt x="454" y="308"/>
                    <a:pt x="425" y="249"/>
                    <a:pt x="382" y="203"/>
                  </a:cubicBezTo>
                  <a:cubicBezTo>
                    <a:pt x="351" y="170"/>
                    <a:pt x="313" y="144"/>
                    <a:pt x="271" y="126"/>
                  </a:cubicBezTo>
                  <a:cubicBezTo>
                    <a:pt x="251" y="118"/>
                    <a:pt x="230" y="112"/>
                    <a:pt x="208" y="108"/>
                  </a:cubicBezTo>
                  <a:cubicBezTo>
                    <a:pt x="195" y="106"/>
                    <a:pt x="182" y="104"/>
                    <a:pt x="168" y="104"/>
                  </a:cubicBezTo>
                  <a:cubicBezTo>
                    <a:pt x="168" y="104"/>
                    <a:pt x="168" y="104"/>
                    <a:pt x="168" y="104"/>
                  </a:cubicBezTo>
                  <a:cubicBezTo>
                    <a:pt x="164" y="103"/>
                    <a:pt x="159" y="103"/>
                    <a:pt x="155" y="103"/>
                  </a:cubicBezTo>
                  <a:cubicBezTo>
                    <a:pt x="152" y="103"/>
                    <a:pt x="149" y="103"/>
                    <a:pt x="146" y="103"/>
                  </a:cubicBezTo>
                  <a:cubicBezTo>
                    <a:pt x="146" y="103"/>
                    <a:pt x="146" y="103"/>
                    <a:pt x="146" y="103"/>
                  </a:cubicBezTo>
                  <a:cubicBezTo>
                    <a:pt x="80" y="107"/>
                    <a:pt x="24" y="148"/>
                    <a:pt x="0" y="206"/>
                  </a:cubicBezTo>
                  <a:cubicBezTo>
                    <a:pt x="1" y="201"/>
                    <a:pt x="3" y="196"/>
                    <a:pt x="6" y="191"/>
                  </a:cubicBezTo>
                  <a:cubicBezTo>
                    <a:pt x="16" y="166"/>
                    <a:pt x="30" y="143"/>
                    <a:pt x="47" y="121"/>
                  </a:cubicBezTo>
                  <a:cubicBezTo>
                    <a:pt x="77" y="83"/>
                    <a:pt x="116" y="52"/>
                    <a:pt x="161" y="31"/>
                  </a:cubicBezTo>
                  <a:cubicBezTo>
                    <a:pt x="201" y="12"/>
                    <a:pt x="247" y="1"/>
                    <a:pt x="295" y="1"/>
                  </a:cubicBezTo>
                  <a:cubicBezTo>
                    <a:pt x="315" y="1"/>
                    <a:pt x="335" y="3"/>
                    <a:pt x="354" y="6"/>
                  </a:cubicBezTo>
                  <a:cubicBezTo>
                    <a:pt x="358" y="7"/>
                    <a:pt x="361" y="8"/>
                    <a:pt x="365" y="9"/>
                  </a:cubicBezTo>
                  <a:cubicBezTo>
                    <a:pt x="374" y="13"/>
                    <a:pt x="385" y="16"/>
                    <a:pt x="396" y="18"/>
                  </a:cubicBezTo>
                  <a:cubicBezTo>
                    <a:pt x="432" y="24"/>
                    <a:pt x="479" y="23"/>
                    <a:pt x="527" y="20"/>
                  </a:cubicBezTo>
                  <a:cubicBezTo>
                    <a:pt x="640" y="13"/>
                    <a:pt x="762" y="0"/>
                    <a:pt x="782" y="63"/>
                  </a:cubicBezTo>
                  <a:cubicBezTo>
                    <a:pt x="802" y="125"/>
                    <a:pt x="696" y="186"/>
                    <a:pt x="602" y="247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 lim="800000"/>
              <a:headEnd/>
              <a:tailEnd/>
            </a:ln>
            <a:effectLst>
              <a:innerShdw blurRad="88900" dist="50800" dir="13500000">
                <a:prstClr val="black">
                  <a:alpha val="29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02471A8-4B7C-177A-3BD9-13A1A4289E7F}"/>
                </a:ext>
              </a:extLst>
            </p:cNvPr>
            <p:cNvSpPr txBox="1"/>
            <p:nvPr/>
          </p:nvSpPr>
          <p:spPr>
            <a:xfrm>
              <a:off x="7022136" y="2847206"/>
              <a:ext cx="4844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02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4FC0761-E279-0694-0191-F1C06703BA75}"/>
              </a:ext>
            </a:extLst>
          </p:cNvPr>
          <p:cNvGrpSpPr/>
          <p:nvPr/>
        </p:nvGrpSpPr>
        <p:grpSpPr>
          <a:xfrm>
            <a:off x="5506438" y="2963348"/>
            <a:ext cx="1363374" cy="2229641"/>
            <a:chOff x="5506438" y="2370217"/>
            <a:chExt cx="1363374" cy="2229641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1F5CBD8B-5A14-2818-C905-53A87C2BDAC4}"/>
                </a:ext>
              </a:extLst>
            </p:cNvPr>
            <p:cNvSpPr>
              <a:spLocks/>
            </p:cNvSpPr>
            <p:nvPr/>
          </p:nvSpPr>
          <p:spPr bwMode="auto">
            <a:xfrm rot="2252051">
              <a:off x="5506438" y="2370217"/>
              <a:ext cx="1363374" cy="2229641"/>
            </a:xfrm>
            <a:custGeom>
              <a:avLst/>
              <a:gdLst>
                <a:gd name="T0" fmla="*/ 393 w 446"/>
                <a:gd name="T1" fmla="*/ 692 h 730"/>
                <a:gd name="T2" fmla="*/ 166 w 446"/>
                <a:gd name="T3" fmla="*/ 580 h 730"/>
                <a:gd name="T4" fmla="*/ 79 w 446"/>
                <a:gd name="T5" fmla="*/ 515 h 730"/>
                <a:gd name="T6" fmla="*/ 6 w 446"/>
                <a:gd name="T7" fmla="*/ 488 h 730"/>
                <a:gd name="T8" fmla="*/ 3 w 446"/>
                <a:gd name="T9" fmla="*/ 488 h 730"/>
                <a:gd name="T10" fmla="*/ 0 w 446"/>
                <a:gd name="T11" fmla="*/ 487 h 730"/>
                <a:gd name="T12" fmla="*/ 142 w 446"/>
                <a:gd name="T13" fmla="*/ 353 h 730"/>
                <a:gd name="T14" fmla="*/ 180 w 446"/>
                <a:gd name="T15" fmla="*/ 221 h 730"/>
                <a:gd name="T16" fmla="*/ 181 w 446"/>
                <a:gd name="T17" fmla="*/ 202 h 730"/>
                <a:gd name="T18" fmla="*/ 175 w 446"/>
                <a:gd name="T19" fmla="*/ 142 h 730"/>
                <a:gd name="T20" fmla="*/ 160 w 446"/>
                <a:gd name="T21" fmla="*/ 89 h 730"/>
                <a:gd name="T22" fmla="*/ 59 w 446"/>
                <a:gd name="T23" fmla="*/ 0 h 730"/>
                <a:gd name="T24" fmla="*/ 122 w 446"/>
                <a:gd name="T25" fmla="*/ 18 h 730"/>
                <a:gd name="T26" fmla="*/ 233 w 446"/>
                <a:gd name="T27" fmla="*/ 95 h 730"/>
                <a:gd name="T28" fmla="*/ 315 w 446"/>
                <a:gd name="T29" fmla="*/ 265 h 730"/>
                <a:gd name="T30" fmla="*/ 316 w 446"/>
                <a:gd name="T31" fmla="*/ 276 h 730"/>
                <a:gd name="T32" fmla="*/ 318 w 446"/>
                <a:gd name="T33" fmla="*/ 316 h 730"/>
                <a:gd name="T34" fmla="*/ 318 w 446"/>
                <a:gd name="T35" fmla="*/ 316 h 730"/>
                <a:gd name="T36" fmla="*/ 357 w 446"/>
                <a:gd name="T37" fmla="*/ 441 h 730"/>
                <a:gd name="T38" fmla="*/ 393 w 446"/>
                <a:gd name="T39" fmla="*/ 692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6" h="730">
                  <a:moveTo>
                    <a:pt x="393" y="692"/>
                  </a:moveTo>
                  <a:cubicBezTo>
                    <a:pt x="341" y="730"/>
                    <a:pt x="252" y="650"/>
                    <a:pt x="166" y="580"/>
                  </a:cubicBezTo>
                  <a:cubicBezTo>
                    <a:pt x="136" y="555"/>
                    <a:pt x="106" y="532"/>
                    <a:pt x="79" y="515"/>
                  </a:cubicBezTo>
                  <a:cubicBezTo>
                    <a:pt x="52" y="499"/>
                    <a:pt x="28" y="488"/>
                    <a:pt x="6" y="488"/>
                  </a:cubicBezTo>
                  <a:cubicBezTo>
                    <a:pt x="5" y="488"/>
                    <a:pt x="4" y="488"/>
                    <a:pt x="3" y="488"/>
                  </a:cubicBezTo>
                  <a:cubicBezTo>
                    <a:pt x="2" y="488"/>
                    <a:pt x="1" y="487"/>
                    <a:pt x="0" y="487"/>
                  </a:cubicBezTo>
                  <a:cubicBezTo>
                    <a:pt x="60" y="458"/>
                    <a:pt x="110" y="411"/>
                    <a:pt x="142" y="353"/>
                  </a:cubicBezTo>
                  <a:cubicBezTo>
                    <a:pt x="164" y="314"/>
                    <a:pt x="177" y="269"/>
                    <a:pt x="180" y="221"/>
                  </a:cubicBezTo>
                  <a:cubicBezTo>
                    <a:pt x="181" y="215"/>
                    <a:pt x="181" y="208"/>
                    <a:pt x="181" y="202"/>
                  </a:cubicBezTo>
                  <a:cubicBezTo>
                    <a:pt x="181" y="181"/>
                    <a:pt x="179" y="161"/>
                    <a:pt x="175" y="142"/>
                  </a:cubicBezTo>
                  <a:cubicBezTo>
                    <a:pt x="173" y="123"/>
                    <a:pt x="168" y="105"/>
                    <a:pt x="160" y="89"/>
                  </a:cubicBezTo>
                  <a:cubicBezTo>
                    <a:pt x="140" y="47"/>
                    <a:pt x="103" y="15"/>
                    <a:pt x="59" y="0"/>
                  </a:cubicBezTo>
                  <a:cubicBezTo>
                    <a:pt x="81" y="4"/>
                    <a:pt x="102" y="10"/>
                    <a:pt x="122" y="18"/>
                  </a:cubicBezTo>
                  <a:cubicBezTo>
                    <a:pt x="164" y="36"/>
                    <a:pt x="202" y="62"/>
                    <a:pt x="233" y="95"/>
                  </a:cubicBezTo>
                  <a:cubicBezTo>
                    <a:pt x="276" y="141"/>
                    <a:pt x="305" y="200"/>
                    <a:pt x="315" y="265"/>
                  </a:cubicBezTo>
                  <a:cubicBezTo>
                    <a:pt x="315" y="268"/>
                    <a:pt x="316" y="272"/>
                    <a:pt x="316" y="276"/>
                  </a:cubicBezTo>
                  <a:cubicBezTo>
                    <a:pt x="315" y="288"/>
                    <a:pt x="316" y="302"/>
                    <a:pt x="318" y="316"/>
                  </a:cubicBezTo>
                  <a:cubicBezTo>
                    <a:pt x="318" y="316"/>
                    <a:pt x="318" y="316"/>
                    <a:pt x="318" y="316"/>
                  </a:cubicBezTo>
                  <a:cubicBezTo>
                    <a:pt x="324" y="353"/>
                    <a:pt x="340" y="396"/>
                    <a:pt x="357" y="441"/>
                  </a:cubicBezTo>
                  <a:cubicBezTo>
                    <a:pt x="398" y="544"/>
                    <a:pt x="446" y="654"/>
                    <a:pt x="393" y="692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prstDash val="solid"/>
              <a:miter lim="800000"/>
              <a:headEnd/>
              <a:tailEnd/>
            </a:ln>
            <a:effectLst>
              <a:innerShdw blurRad="88900" dist="50800" dir="13500000">
                <a:prstClr val="black">
                  <a:alpha val="29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212D35-F7A1-4160-261A-3B5D05D3FD07}"/>
                </a:ext>
              </a:extLst>
            </p:cNvPr>
            <p:cNvSpPr txBox="1"/>
            <p:nvPr/>
          </p:nvSpPr>
          <p:spPr>
            <a:xfrm>
              <a:off x="5784762" y="3798683"/>
              <a:ext cx="4924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03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3DE06A-C4A7-C2BD-8B28-08943ED007CE}"/>
              </a:ext>
            </a:extLst>
          </p:cNvPr>
          <p:cNvGrpSpPr/>
          <p:nvPr/>
        </p:nvGrpSpPr>
        <p:grpSpPr>
          <a:xfrm>
            <a:off x="4266073" y="2708948"/>
            <a:ext cx="1884016" cy="1795773"/>
            <a:chOff x="4266073" y="2115817"/>
            <a:chExt cx="1884016" cy="1795773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33596746-DD4B-7FA1-A7F6-D58540576319}"/>
                </a:ext>
              </a:extLst>
            </p:cNvPr>
            <p:cNvSpPr>
              <a:spLocks/>
            </p:cNvSpPr>
            <p:nvPr/>
          </p:nvSpPr>
          <p:spPr bwMode="auto">
            <a:xfrm rot="2252051">
              <a:off x="4266073" y="2115817"/>
              <a:ext cx="1884016" cy="1795773"/>
            </a:xfrm>
            <a:custGeom>
              <a:avLst/>
              <a:gdLst>
                <a:gd name="T0" fmla="*/ 616 w 616"/>
                <a:gd name="T1" fmla="*/ 60 h 588"/>
                <a:gd name="T2" fmla="*/ 615 w 616"/>
                <a:gd name="T3" fmla="*/ 79 h 588"/>
                <a:gd name="T4" fmla="*/ 577 w 616"/>
                <a:gd name="T5" fmla="*/ 211 h 588"/>
                <a:gd name="T6" fmla="*/ 435 w 616"/>
                <a:gd name="T7" fmla="*/ 345 h 588"/>
                <a:gd name="T8" fmla="*/ 430 w 616"/>
                <a:gd name="T9" fmla="*/ 347 h 588"/>
                <a:gd name="T10" fmla="*/ 385 w 616"/>
                <a:gd name="T11" fmla="*/ 363 h 588"/>
                <a:gd name="T12" fmla="*/ 279 w 616"/>
                <a:gd name="T13" fmla="*/ 439 h 588"/>
                <a:gd name="T14" fmla="*/ 53 w 616"/>
                <a:gd name="T15" fmla="*/ 550 h 588"/>
                <a:gd name="T16" fmla="*/ 91 w 616"/>
                <a:gd name="T17" fmla="*/ 294 h 588"/>
                <a:gd name="T18" fmla="*/ 125 w 616"/>
                <a:gd name="T19" fmla="*/ 194 h 588"/>
                <a:gd name="T20" fmla="*/ 128 w 616"/>
                <a:gd name="T21" fmla="*/ 119 h 588"/>
                <a:gd name="T22" fmla="*/ 129 w 616"/>
                <a:gd name="T23" fmla="*/ 112 h 588"/>
                <a:gd name="T24" fmla="*/ 299 w 616"/>
                <a:gd name="T25" fmla="*/ 206 h 588"/>
                <a:gd name="T26" fmla="*/ 358 w 616"/>
                <a:gd name="T27" fmla="*/ 212 h 588"/>
                <a:gd name="T28" fmla="*/ 436 w 616"/>
                <a:gd name="T29" fmla="*/ 202 h 588"/>
                <a:gd name="T30" fmla="*/ 490 w 616"/>
                <a:gd name="T31" fmla="*/ 183 h 588"/>
                <a:gd name="T32" fmla="*/ 567 w 616"/>
                <a:gd name="T33" fmla="*/ 134 h 588"/>
                <a:gd name="T34" fmla="*/ 570 w 616"/>
                <a:gd name="T35" fmla="*/ 130 h 588"/>
                <a:gd name="T36" fmla="*/ 570 w 616"/>
                <a:gd name="T37" fmla="*/ 130 h 588"/>
                <a:gd name="T38" fmla="*/ 572 w 616"/>
                <a:gd name="T39" fmla="*/ 128 h 588"/>
                <a:gd name="T40" fmla="*/ 611 w 616"/>
                <a:gd name="T41" fmla="*/ 19 h 588"/>
                <a:gd name="T42" fmla="*/ 610 w 616"/>
                <a:gd name="T43" fmla="*/ 0 h 588"/>
                <a:gd name="T44" fmla="*/ 616 w 616"/>
                <a:gd name="T45" fmla="*/ 6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16" h="588">
                  <a:moveTo>
                    <a:pt x="616" y="60"/>
                  </a:moveTo>
                  <a:cubicBezTo>
                    <a:pt x="616" y="66"/>
                    <a:pt x="616" y="73"/>
                    <a:pt x="615" y="79"/>
                  </a:cubicBezTo>
                  <a:cubicBezTo>
                    <a:pt x="612" y="127"/>
                    <a:pt x="599" y="172"/>
                    <a:pt x="577" y="211"/>
                  </a:cubicBezTo>
                  <a:cubicBezTo>
                    <a:pt x="545" y="269"/>
                    <a:pt x="495" y="316"/>
                    <a:pt x="435" y="345"/>
                  </a:cubicBezTo>
                  <a:cubicBezTo>
                    <a:pt x="433" y="345"/>
                    <a:pt x="431" y="346"/>
                    <a:pt x="430" y="347"/>
                  </a:cubicBezTo>
                  <a:cubicBezTo>
                    <a:pt x="416" y="349"/>
                    <a:pt x="401" y="355"/>
                    <a:pt x="385" y="363"/>
                  </a:cubicBezTo>
                  <a:cubicBezTo>
                    <a:pt x="352" y="380"/>
                    <a:pt x="316" y="409"/>
                    <a:pt x="279" y="439"/>
                  </a:cubicBezTo>
                  <a:cubicBezTo>
                    <a:pt x="193" y="510"/>
                    <a:pt x="106" y="588"/>
                    <a:pt x="53" y="550"/>
                  </a:cubicBezTo>
                  <a:cubicBezTo>
                    <a:pt x="0" y="511"/>
                    <a:pt x="50" y="399"/>
                    <a:pt x="91" y="294"/>
                  </a:cubicBezTo>
                  <a:cubicBezTo>
                    <a:pt x="105" y="259"/>
                    <a:pt x="118" y="225"/>
                    <a:pt x="125" y="194"/>
                  </a:cubicBezTo>
                  <a:cubicBezTo>
                    <a:pt x="132" y="165"/>
                    <a:pt x="134" y="139"/>
                    <a:pt x="128" y="119"/>
                  </a:cubicBezTo>
                  <a:cubicBezTo>
                    <a:pt x="128" y="117"/>
                    <a:pt x="128" y="114"/>
                    <a:pt x="129" y="112"/>
                  </a:cubicBezTo>
                  <a:cubicBezTo>
                    <a:pt x="173" y="160"/>
                    <a:pt x="232" y="193"/>
                    <a:pt x="299" y="206"/>
                  </a:cubicBezTo>
                  <a:cubicBezTo>
                    <a:pt x="318" y="210"/>
                    <a:pt x="338" y="212"/>
                    <a:pt x="358" y="212"/>
                  </a:cubicBezTo>
                  <a:cubicBezTo>
                    <a:pt x="385" y="212"/>
                    <a:pt x="411" y="208"/>
                    <a:pt x="436" y="202"/>
                  </a:cubicBezTo>
                  <a:cubicBezTo>
                    <a:pt x="455" y="197"/>
                    <a:pt x="473" y="191"/>
                    <a:pt x="490" y="183"/>
                  </a:cubicBezTo>
                  <a:cubicBezTo>
                    <a:pt x="520" y="174"/>
                    <a:pt x="547" y="157"/>
                    <a:pt x="567" y="134"/>
                  </a:cubicBezTo>
                  <a:cubicBezTo>
                    <a:pt x="568" y="132"/>
                    <a:pt x="569" y="131"/>
                    <a:pt x="570" y="130"/>
                  </a:cubicBezTo>
                  <a:cubicBezTo>
                    <a:pt x="570" y="130"/>
                    <a:pt x="570" y="130"/>
                    <a:pt x="570" y="130"/>
                  </a:cubicBezTo>
                  <a:cubicBezTo>
                    <a:pt x="571" y="129"/>
                    <a:pt x="571" y="129"/>
                    <a:pt x="572" y="128"/>
                  </a:cubicBezTo>
                  <a:cubicBezTo>
                    <a:pt x="596" y="99"/>
                    <a:pt x="611" y="61"/>
                    <a:pt x="611" y="19"/>
                  </a:cubicBezTo>
                  <a:cubicBezTo>
                    <a:pt x="611" y="13"/>
                    <a:pt x="611" y="6"/>
                    <a:pt x="610" y="0"/>
                  </a:cubicBezTo>
                  <a:cubicBezTo>
                    <a:pt x="614" y="19"/>
                    <a:pt x="616" y="39"/>
                    <a:pt x="616" y="6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 lim="800000"/>
              <a:headEnd/>
              <a:tailEnd/>
            </a:ln>
            <a:effectLst>
              <a:innerShdw blurRad="88900" dist="50800" dir="13500000">
                <a:prstClr val="black">
                  <a:alpha val="29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720DD6-384E-55A8-1A8B-702633046947}"/>
                </a:ext>
              </a:extLst>
            </p:cNvPr>
            <p:cNvSpPr txBox="1"/>
            <p:nvPr/>
          </p:nvSpPr>
          <p:spPr>
            <a:xfrm>
              <a:off x="4514563" y="2800870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04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61B029-A7FB-3651-E41C-CFB5BF54AF25}"/>
              </a:ext>
            </a:extLst>
          </p:cNvPr>
          <p:cNvGrpSpPr/>
          <p:nvPr/>
        </p:nvGrpSpPr>
        <p:grpSpPr>
          <a:xfrm>
            <a:off x="4325086" y="1841476"/>
            <a:ext cx="2153160" cy="1413381"/>
            <a:chOff x="4325086" y="1248345"/>
            <a:chExt cx="2153160" cy="1413381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525DAF3E-B98E-2BE1-EA58-FC8BA50389EA}"/>
                </a:ext>
              </a:extLst>
            </p:cNvPr>
            <p:cNvSpPr>
              <a:spLocks/>
            </p:cNvSpPr>
            <p:nvPr/>
          </p:nvSpPr>
          <p:spPr bwMode="auto">
            <a:xfrm rot="2252051">
              <a:off x="4325086" y="1248345"/>
              <a:ext cx="2153160" cy="1413381"/>
            </a:xfrm>
            <a:custGeom>
              <a:avLst/>
              <a:gdLst>
                <a:gd name="T0" fmla="*/ 704 w 704"/>
                <a:gd name="T1" fmla="*/ 431 h 463"/>
                <a:gd name="T2" fmla="*/ 697 w 704"/>
                <a:gd name="T3" fmla="*/ 434 h 463"/>
                <a:gd name="T4" fmla="*/ 643 w 704"/>
                <a:gd name="T5" fmla="*/ 453 h 463"/>
                <a:gd name="T6" fmla="*/ 565 w 704"/>
                <a:gd name="T7" fmla="*/ 463 h 463"/>
                <a:gd name="T8" fmla="*/ 506 w 704"/>
                <a:gd name="T9" fmla="*/ 457 h 463"/>
                <a:gd name="T10" fmla="*/ 336 w 704"/>
                <a:gd name="T11" fmla="*/ 363 h 463"/>
                <a:gd name="T12" fmla="*/ 327 w 704"/>
                <a:gd name="T13" fmla="*/ 353 h 463"/>
                <a:gd name="T14" fmla="*/ 307 w 704"/>
                <a:gd name="T15" fmla="*/ 328 h 463"/>
                <a:gd name="T16" fmla="*/ 200 w 704"/>
                <a:gd name="T17" fmla="*/ 247 h 463"/>
                <a:gd name="T18" fmla="*/ 21 w 704"/>
                <a:gd name="T19" fmla="*/ 64 h 463"/>
                <a:gd name="T20" fmla="*/ 278 w 704"/>
                <a:gd name="T21" fmla="*/ 21 h 463"/>
                <a:gd name="T22" fmla="*/ 384 w 704"/>
                <a:gd name="T23" fmla="*/ 22 h 463"/>
                <a:gd name="T24" fmla="*/ 454 w 704"/>
                <a:gd name="T25" fmla="*/ 1 h 463"/>
                <a:gd name="T26" fmla="*/ 458 w 704"/>
                <a:gd name="T27" fmla="*/ 0 h 463"/>
                <a:gd name="T28" fmla="*/ 419 w 704"/>
                <a:gd name="T29" fmla="*/ 152 h 463"/>
                <a:gd name="T30" fmla="*/ 422 w 704"/>
                <a:gd name="T31" fmla="*/ 197 h 463"/>
                <a:gd name="T32" fmla="*/ 473 w 704"/>
                <a:gd name="T33" fmla="*/ 328 h 463"/>
                <a:gd name="T34" fmla="*/ 519 w 704"/>
                <a:gd name="T35" fmla="*/ 382 h 463"/>
                <a:gd name="T36" fmla="*/ 587 w 704"/>
                <a:gd name="T37" fmla="*/ 430 h 463"/>
                <a:gd name="T38" fmla="*/ 574 w 704"/>
                <a:gd name="T39" fmla="*/ 422 h 463"/>
                <a:gd name="T40" fmla="*/ 588 w 704"/>
                <a:gd name="T41" fmla="*/ 429 h 463"/>
                <a:gd name="T42" fmla="*/ 649 w 704"/>
                <a:gd name="T43" fmla="*/ 440 h 463"/>
                <a:gd name="T44" fmla="*/ 698 w 704"/>
                <a:gd name="T45" fmla="*/ 433 h 463"/>
                <a:gd name="T46" fmla="*/ 704 w 704"/>
                <a:gd name="T47" fmla="*/ 431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4" h="463">
                  <a:moveTo>
                    <a:pt x="704" y="431"/>
                  </a:moveTo>
                  <a:cubicBezTo>
                    <a:pt x="702" y="432"/>
                    <a:pt x="699" y="433"/>
                    <a:pt x="697" y="434"/>
                  </a:cubicBezTo>
                  <a:cubicBezTo>
                    <a:pt x="680" y="442"/>
                    <a:pt x="662" y="448"/>
                    <a:pt x="643" y="453"/>
                  </a:cubicBezTo>
                  <a:cubicBezTo>
                    <a:pt x="618" y="459"/>
                    <a:pt x="592" y="463"/>
                    <a:pt x="565" y="463"/>
                  </a:cubicBezTo>
                  <a:cubicBezTo>
                    <a:pt x="545" y="463"/>
                    <a:pt x="525" y="461"/>
                    <a:pt x="506" y="457"/>
                  </a:cubicBezTo>
                  <a:cubicBezTo>
                    <a:pt x="439" y="444"/>
                    <a:pt x="380" y="411"/>
                    <a:pt x="336" y="363"/>
                  </a:cubicBezTo>
                  <a:cubicBezTo>
                    <a:pt x="333" y="360"/>
                    <a:pt x="330" y="357"/>
                    <a:pt x="327" y="353"/>
                  </a:cubicBezTo>
                  <a:cubicBezTo>
                    <a:pt x="322" y="345"/>
                    <a:pt x="315" y="336"/>
                    <a:pt x="307" y="328"/>
                  </a:cubicBezTo>
                  <a:cubicBezTo>
                    <a:pt x="281" y="301"/>
                    <a:pt x="242" y="274"/>
                    <a:pt x="200" y="247"/>
                  </a:cubicBezTo>
                  <a:cubicBezTo>
                    <a:pt x="105" y="186"/>
                    <a:pt x="0" y="126"/>
                    <a:pt x="21" y="64"/>
                  </a:cubicBezTo>
                  <a:cubicBezTo>
                    <a:pt x="41" y="0"/>
                    <a:pt x="164" y="15"/>
                    <a:pt x="278" y="21"/>
                  </a:cubicBezTo>
                  <a:cubicBezTo>
                    <a:pt x="316" y="23"/>
                    <a:pt x="352" y="24"/>
                    <a:pt x="384" y="22"/>
                  </a:cubicBezTo>
                  <a:cubicBezTo>
                    <a:pt x="413" y="19"/>
                    <a:pt x="437" y="13"/>
                    <a:pt x="454" y="1"/>
                  </a:cubicBezTo>
                  <a:cubicBezTo>
                    <a:pt x="455" y="1"/>
                    <a:pt x="457" y="0"/>
                    <a:pt x="458" y="0"/>
                  </a:cubicBezTo>
                  <a:cubicBezTo>
                    <a:pt x="433" y="45"/>
                    <a:pt x="419" y="97"/>
                    <a:pt x="419" y="152"/>
                  </a:cubicBezTo>
                  <a:cubicBezTo>
                    <a:pt x="419" y="167"/>
                    <a:pt x="420" y="182"/>
                    <a:pt x="422" y="197"/>
                  </a:cubicBezTo>
                  <a:cubicBezTo>
                    <a:pt x="429" y="245"/>
                    <a:pt x="447" y="289"/>
                    <a:pt x="473" y="328"/>
                  </a:cubicBezTo>
                  <a:cubicBezTo>
                    <a:pt x="486" y="347"/>
                    <a:pt x="502" y="365"/>
                    <a:pt x="519" y="382"/>
                  </a:cubicBezTo>
                  <a:cubicBezTo>
                    <a:pt x="537" y="403"/>
                    <a:pt x="561" y="420"/>
                    <a:pt x="587" y="430"/>
                  </a:cubicBezTo>
                  <a:cubicBezTo>
                    <a:pt x="583" y="428"/>
                    <a:pt x="578" y="425"/>
                    <a:pt x="574" y="422"/>
                  </a:cubicBezTo>
                  <a:cubicBezTo>
                    <a:pt x="578" y="425"/>
                    <a:pt x="583" y="427"/>
                    <a:pt x="588" y="429"/>
                  </a:cubicBezTo>
                  <a:cubicBezTo>
                    <a:pt x="607" y="436"/>
                    <a:pt x="627" y="440"/>
                    <a:pt x="649" y="440"/>
                  </a:cubicBezTo>
                  <a:cubicBezTo>
                    <a:pt x="666" y="440"/>
                    <a:pt x="682" y="437"/>
                    <a:pt x="698" y="433"/>
                  </a:cubicBezTo>
                  <a:cubicBezTo>
                    <a:pt x="700" y="432"/>
                    <a:pt x="702" y="431"/>
                    <a:pt x="704" y="43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 lim="800000"/>
              <a:headEnd/>
              <a:tailEnd/>
            </a:ln>
            <a:effectLst>
              <a:innerShdw blurRad="88900" dist="50800" dir="13500000">
                <a:prstClr val="black">
                  <a:alpha val="29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D29EC7-B573-94E9-3248-2CDB64BA35BA}"/>
                </a:ext>
              </a:extLst>
            </p:cNvPr>
            <p:cNvSpPr txBox="1"/>
            <p:nvPr/>
          </p:nvSpPr>
          <p:spPr>
            <a:xfrm>
              <a:off x="5037997" y="1302456"/>
              <a:ext cx="4860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Lora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78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F8AE1E1-2D04-689F-2E57-A4EED15CD451}"/>
              </a:ext>
            </a:extLst>
          </p:cNvPr>
          <p:cNvSpPr txBox="1"/>
          <p:nvPr/>
        </p:nvSpPr>
        <p:spPr>
          <a:xfrm>
            <a:off x="834397" y="2562793"/>
            <a:ext cx="3214749" cy="95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>
              <a:spcBef>
                <a:spcPts val="6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 is a color of passion, aggression, and importance.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1F55FE-EBD6-CB33-CBBF-D61706594E2D}"/>
              </a:ext>
            </a:extLst>
          </p:cNvPr>
          <p:cNvSpPr txBox="1"/>
          <p:nvPr/>
        </p:nvSpPr>
        <p:spPr>
          <a:xfrm>
            <a:off x="834397" y="4384855"/>
            <a:ext cx="3214749" cy="95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>
              <a:spcBef>
                <a:spcPts val="6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Green is a color of nature, stability, and prosperity.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FD0C2AF-A433-9F48-60E6-1210117B3BB8}"/>
              </a:ext>
            </a:extLst>
          </p:cNvPr>
          <p:cNvGrpSpPr/>
          <p:nvPr/>
        </p:nvGrpSpPr>
        <p:grpSpPr>
          <a:xfrm>
            <a:off x="4628592" y="2153649"/>
            <a:ext cx="1844623" cy="1776611"/>
            <a:chOff x="4689085" y="2336791"/>
            <a:chExt cx="1688402" cy="162615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F5B4961-7372-6105-1FD3-B354AB13F513}"/>
                </a:ext>
              </a:extLst>
            </p:cNvPr>
            <p:cNvGrpSpPr/>
            <p:nvPr/>
          </p:nvGrpSpPr>
          <p:grpSpPr>
            <a:xfrm>
              <a:off x="4749909" y="2336791"/>
              <a:ext cx="1627578" cy="1626150"/>
              <a:chOff x="4749909" y="2336791"/>
              <a:chExt cx="1627578" cy="1626150"/>
            </a:xfrm>
          </p:grpSpPr>
          <p:sp>
            <p:nvSpPr>
              <p:cNvPr id="4" name="Freeform 6">
                <a:extLst>
                  <a:ext uri="{FF2B5EF4-FFF2-40B4-BE49-F238E27FC236}">
                    <a16:creationId xmlns:a16="http://schemas.microsoft.com/office/drawing/2014/main" id="{DB33103F-94DD-DDF9-CF88-6A3D2E6AC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909" y="2336791"/>
                <a:ext cx="1627578" cy="1626150"/>
              </a:xfrm>
              <a:custGeom>
                <a:avLst/>
                <a:gdLst>
                  <a:gd name="T0" fmla="*/ 1140 w 1140"/>
                  <a:gd name="T1" fmla="*/ 570 h 1139"/>
                  <a:gd name="T2" fmla="*/ 570 w 1140"/>
                  <a:gd name="T3" fmla="*/ 1139 h 1139"/>
                  <a:gd name="T4" fmla="*/ 0 w 1140"/>
                  <a:gd name="T5" fmla="*/ 570 h 1139"/>
                  <a:gd name="T6" fmla="*/ 570 w 1140"/>
                  <a:gd name="T7" fmla="*/ 0 h 1139"/>
                  <a:gd name="T8" fmla="*/ 1140 w 1140"/>
                  <a:gd name="T9" fmla="*/ 570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0" h="1139">
                    <a:moveTo>
                      <a:pt x="1140" y="570"/>
                    </a:moveTo>
                    <a:lnTo>
                      <a:pt x="570" y="1139"/>
                    </a:lnTo>
                    <a:lnTo>
                      <a:pt x="0" y="570"/>
                    </a:lnTo>
                    <a:lnTo>
                      <a:pt x="570" y="0"/>
                    </a:lnTo>
                    <a:lnTo>
                      <a:pt x="1140" y="57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D353A3AA-008C-75B0-CE79-77C13D2DAB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79830" y="2466712"/>
                <a:ext cx="1367737" cy="1366309"/>
              </a:xfrm>
              <a:custGeom>
                <a:avLst/>
                <a:gdLst>
                  <a:gd name="T0" fmla="*/ 479 w 958"/>
                  <a:gd name="T1" fmla="*/ 0 h 957"/>
                  <a:gd name="T2" fmla="*/ 0 w 958"/>
                  <a:gd name="T3" fmla="*/ 479 h 957"/>
                  <a:gd name="T4" fmla="*/ 479 w 958"/>
                  <a:gd name="T5" fmla="*/ 957 h 957"/>
                  <a:gd name="T6" fmla="*/ 958 w 958"/>
                  <a:gd name="T7" fmla="*/ 479 h 957"/>
                  <a:gd name="T8" fmla="*/ 479 w 958"/>
                  <a:gd name="T9" fmla="*/ 0 h 957"/>
                  <a:gd name="T10" fmla="*/ 87 w 958"/>
                  <a:gd name="T11" fmla="*/ 479 h 957"/>
                  <a:gd name="T12" fmla="*/ 479 w 958"/>
                  <a:gd name="T13" fmla="*/ 87 h 957"/>
                  <a:gd name="T14" fmla="*/ 870 w 958"/>
                  <a:gd name="T15" fmla="*/ 479 h 957"/>
                  <a:gd name="T16" fmla="*/ 479 w 958"/>
                  <a:gd name="T17" fmla="*/ 870 h 957"/>
                  <a:gd name="T18" fmla="*/ 87 w 958"/>
                  <a:gd name="T19" fmla="*/ 479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8" h="957">
                    <a:moveTo>
                      <a:pt x="479" y="0"/>
                    </a:moveTo>
                    <a:lnTo>
                      <a:pt x="0" y="479"/>
                    </a:lnTo>
                    <a:lnTo>
                      <a:pt x="479" y="957"/>
                    </a:lnTo>
                    <a:lnTo>
                      <a:pt x="958" y="479"/>
                    </a:lnTo>
                    <a:lnTo>
                      <a:pt x="479" y="0"/>
                    </a:lnTo>
                    <a:close/>
                    <a:moveTo>
                      <a:pt x="87" y="479"/>
                    </a:moveTo>
                    <a:lnTo>
                      <a:pt x="479" y="87"/>
                    </a:lnTo>
                    <a:lnTo>
                      <a:pt x="870" y="479"/>
                    </a:lnTo>
                    <a:lnTo>
                      <a:pt x="479" y="870"/>
                    </a:lnTo>
                    <a:lnTo>
                      <a:pt x="87" y="47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innerShdw blurRad="114300">
                  <a:prstClr val="black">
                    <a:alpha val="53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006BF1-4BAF-17D8-0111-07464E5AD0D0}"/>
                </a:ext>
              </a:extLst>
            </p:cNvPr>
            <p:cNvGrpSpPr/>
            <p:nvPr/>
          </p:nvGrpSpPr>
          <p:grpSpPr>
            <a:xfrm>
              <a:off x="4689085" y="2689017"/>
              <a:ext cx="1110479" cy="921698"/>
              <a:chOff x="4367683" y="2726553"/>
              <a:chExt cx="999390" cy="829494"/>
            </a:xfrm>
          </p:grpSpPr>
          <p:sp>
            <p:nvSpPr>
              <p:cNvPr id="3" name="Freeform 5">
                <a:extLst>
                  <a:ext uri="{FF2B5EF4-FFF2-40B4-BE49-F238E27FC236}">
                    <a16:creationId xmlns:a16="http://schemas.microsoft.com/office/drawing/2014/main" id="{714B8D2B-5514-C9C1-E1EE-60FBF1CC8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683" y="2819354"/>
                <a:ext cx="652459" cy="651031"/>
              </a:xfrm>
              <a:custGeom>
                <a:avLst/>
                <a:gdLst>
                  <a:gd name="T0" fmla="*/ 457 w 457"/>
                  <a:gd name="T1" fmla="*/ 228 h 456"/>
                  <a:gd name="T2" fmla="*/ 229 w 457"/>
                  <a:gd name="T3" fmla="*/ 456 h 456"/>
                  <a:gd name="T4" fmla="*/ 0 w 457"/>
                  <a:gd name="T5" fmla="*/ 228 h 456"/>
                  <a:gd name="T6" fmla="*/ 229 w 457"/>
                  <a:gd name="T7" fmla="*/ 0 h 456"/>
                  <a:gd name="T8" fmla="*/ 457 w 457"/>
                  <a:gd name="T9" fmla="*/ 22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7" h="456">
                    <a:moveTo>
                      <a:pt x="457" y="228"/>
                    </a:moveTo>
                    <a:lnTo>
                      <a:pt x="229" y="456"/>
                    </a:lnTo>
                    <a:lnTo>
                      <a:pt x="0" y="228"/>
                    </a:lnTo>
                    <a:lnTo>
                      <a:pt x="229" y="0"/>
                    </a:lnTo>
                    <a:lnTo>
                      <a:pt x="457" y="22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CBFC2B3C-281E-6C3B-CBC2-14BA6C561C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6152" y="2726553"/>
                <a:ext cx="830921" cy="829494"/>
              </a:xfrm>
              <a:custGeom>
                <a:avLst/>
                <a:gdLst>
                  <a:gd name="T0" fmla="*/ 582 w 582"/>
                  <a:gd name="T1" fmla="*/ 291 h 581"/>
                  <a:gd name="T2" fmla="*/ 291 w 582"/>
                  <a:gd name="T3" fmla="*/ 581 h 581"/>
                  <a:gd name="T4" fmla="*/ 0 w 582"/>
                  <a:gd name="T5" fmla="*/ 291 h 581"/>
                  <a:gd name="T6" fmla="*/ 291 w 582"/>
                  <a:gd name="T7" fmla="*/ 0 h 581"/>
                  <a:gd name="T8" fmla="*/ 582 w 582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2" h="581">
                    <a:moveTo>
                      <a:pt x="582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2" y="2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2D13F964-A7C6-49AD-3C9B-73D557A6C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905" y="2726553"/>
                <a:ext cx="829494" cy="829494"/>
              </a:xfrm>
              <a:custGeom>
                <a:avLst/>
                <a:gdLst>
                  <a:gd name="T0" fmla="*/ 581 w 581"/>
                  <a:gd name="T1" fmla="*/ 291 h 581"/>
                  <a:gd name="T2" fmla="*/ 291 w 581"/>
                  <a:gd name="T3" fmla="*/ 581 h 581"/>
                  <a:gd name="T4" fmla="*/ 0 w 581"/>
                  <a:gd name="T5" fmla="*/ 291 h 581"/>
                  <a:gd name="T6" fmla="*/ 291 w 581"/>
                  <a:gd name="T7" fmla="*/ 0 h 581"/>
                  <a:gd name="T8" fmla="*/ 581 w 581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581">
                    <a:moveTo>
                      <a:pt x="581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1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28BF9D-0746-996F-68D9-BD4C08EE0F79}"/>
                  </a:ext>
                </a:extLst>
              </p:cNvPr>
              <p:cNvSpPr txBox="1"/>
              <p:nvPr/>
            </p:nvSpPr>
            <p:spPr>
              <a:xfrm>
                <a:off x="4558040" y="2941245"/>
                <a:ext cx="6572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02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CEA73CF-2B77-A4DD-D08C-BC7C324F0374}"/>
              </a:ext>
            </a:extLst>
          </p:cNvPr>
          <p:cNvGrpSpPr/>
          <p:nvPr/>
        </p:nvGrpSpPr>
        <p:grpSpPr>
          <a:xfrm>
            <a:off x="5691650" y="3063473"/>
            <a:ext cx="1871758" cy="1776611"/>
            <a:chOff x="5662113" y="3169563"/>
            <a:chExt cx="1713239" cy="162615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E60A8F6-86D1-107C-884F-F68CAF5C090E}"/>
                </a:ext>
              </a:extLst>
            </p:cNvPr>
            <p:cNvGrpSpPr/>
            <p:nvPr/>
          </p:nvGrpSpPr>
          <p:grpSpPr>
            <a:xfrm>
              <a:off x="5662113" y="3169563"/>
              <a:ext cx="1627578" cy="1626150"/>
              <a:chOff x="5662113" y="3169563"/>
              <a:chExt cx="1627578" cy="1626150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6F4215A9-B094-4A26-7088-62512D24E01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662113" y="3169563"/>
                <a:ext cx="1627578" cy="1626150"/>
              </a:xfrm>
              <a:custGeom>
                <a:avLst/>
                <a:gdLst>
                  <a:gd name="T0" fmla="*/ 1140 w 1140"/>
                  <a:gd name="T1" fmla="*/ 570 h 1139"/>
                  <a:gd name="T2" fmla="*/ 570 w 1140"/>
                  <a:gd name="T3" fmla="*/ 1139 h 1139"/>
                  <a:gd name="T4" fmla="*/ 0 w 1140"/>
                  <a:gd name="T5" fmla="*/ 570 h 1139"/>
                  <a:gd name="T6" fmla="*/ 570 w 1140"/>
                  <a:gd name="T7" fmla="*/ 0 h 1139"/>
                  <a:gd name="T8" fmla="*/ 1140 w 1140"/>
                  <a:gd name="T9" fmla="*/ 570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0" h="1139">
                    <a:moveTo>
                      <a:pt x="1140" y="570"/>
                    </a:moveTo>
                    <a:lnTo>
                      <a:pt x="570" y="1139"/>
                    </a:lnTo>
                    <a:lnTo>
                      <a:pt x="0" y="570"/>
                    </a:lnTo>
                    <a:lnTo>
                      <a:pt x="570" y="0"/>
                    </a:lnTo>
                    <a:lnTo>
                      <a:pt x="1140" y="5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6B7FBDD7-50DD-05D2-BF8A-1C3D375F19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792034" y="3299484"/>
                <a:ext cx="1367737" cy="1366309"/>
              </a:xfrm>
              <a:custGeom>
                <a:avLst/>
                <a:gdLst>
                  <a:gd name="T0" fmla="*/ 479 w 958"/>
                  <a:gd name="T1" fmla="*/ 0 h 957"/>
                  <a:gd name="T2" fmla="*/ 0 w 958"/>
                  <a:gd name="T3" fmla="*/ 479 h 957"/>
                  <a:gd name="T4" fmla="*/ 479 w 958"/>
                  <a:gd name="T5" fmla="*/ 957 h 957"/>
                  <a:gd name="T6" fmla="*/ 958 w 958"/>
                  <a:gd name="T7" fmla="*/ 479 h 957"/>
                  <a:gd name="T8" fmla="*/ 479 w 958"/>
                  <a:gd name="T9" fmla="*/ 0 h 957"/>
                  <a:gd name="T10" fmla="*/ 87 w 958"/>
                  <a:gd name="T11" fmla="*/ 479 h 957"/>
                  <a:gd name="T12" fmla="*/ 479 w 958"/>
                  <a:gd name="T13" fmla="*/ 87 h 957"/>
                  <a:gd name="T14" fmla="*/ 870 w 958"/>
                  <a:gd name="T15" fmla="*/ 479 h 957"/>
                  <a:gd name="T16" fmla="*/ 479 w 958"/>
                  <a:gd name="T17" fmla="*/ 870 h 957"/>
                  <a:gd name="T18" fmla="*/ 87 w 958"/>
                  <a:gd name="T19" fmla="*/ 479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8" h="957">
                    <a:moveTo>
                      <a:pt x="479" y="0"/>
                    </a:moveTo>
                    <a:lnTo>
                      <a:pt x="0" y="479"/>
                    </a:lnTo>
                    <a:lnTo>
                      <a:pt x="479" y="957"/>
                    </a:lnTo>
                    <a:lnTo>
                      <a:pt x="958" y="479"/>
                    </a:lnTo>
                    <a:lnTo>
                      <a:pt x="479" y="0"/>
                    </a:lnTo>
                    <a:close/>
                    <a:moveTo>
                      <a:pt x="87" y="479"/>
                    </a:moveTo>
                    <a:lnTo>
                      <a:pt x="479" y="87"/>
                    </a:lnTo>
                    <a:lnTo>
                      <a:pt x="870" y="479"/>
                    </a:lnTo>
                    <a:lnTo>
                      <a:pt x="479" y="870"/>
                    </a:lnTo>
                    <a:lnTo>
                      <a:pt x="87" y="4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innerShdw blurRad="114300">
                  <a:prstClr val="black">
                    <a:alpha val="53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C3C6A79-9B0A-D5A9-FBA4-B5650B9601EA}"/>
                </a:ext>
              </a:extLst>
            </p:cNvPr>
            <p:cNvGrpSpPr/>
            <p:nvPr/>
          </p:nvGrpSpPr>
          <p:grpSpPr>
            <a:xfrm>
              <a:off x="6264873" y="3521789"/>
              <a:ext cx="1110479" cy="921698"/>
              <a:chOff x="6672527" y="3559325"/>
              <a:chExt cx="999390" cy="829494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CD097BC1-04E9-A427-37AE-554CA19DC81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019458" y="3652126"/>
                <a:ext cx="652459" cy="651031"/>
              </a:xfrm>
              <a:custGeom>
                <a:avLst/>
                <a:gdLst>
                  <a:gd name="T0" fmla="*/ 457 w 457"/>
                  <a:gd name="T1" fmla="*/ 228 h 456"/>
                  <a:gd name="T2" fmla="*/ 229 w 457"/>
                  <a:gd name="T3" fmla="*/ 456 h 456"/>
                  <a:gd name="T4" fmla="*/ 0 w 457"/>
                  <a:gd name="T5" fmla="*/ 228 h 456"/>
                  <a:gd name="T6" fmla="*/ 229 w 457"/>
                  <a:gd name="T7" fmla="*/ 0 h 456"/>
                  <a:gd name="T8" fmla="*/ 457 w 457"/>
                  <a:gd name="T9" fmla="*/ 22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7" h="456">
                    <a:moveTo>
                      <a:pt x="457" y="228"/>
                    </a:moveTo>
                    <a:lnTo>
                      <a:pt x="229" y="456"/>
                    </a:lnTo>
                    <a:lnTo>
                      <a:pt x="0" y="228"/>
                    </a:lnTo>
                    <a:lnTo>
                      <a:pt x="229" y="0"/>
                    </a:lnTo>
                    <a:lnTo>
                      <a:pt x="457" y="22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A11E9D3A-735E-5BCA-CBF6-DB05552B5C9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672527" y="3559325"/>
                <a:ext cx="830921" cy="829494"/>
              </a:xfrm>
              <a:custGeom>
                <a:avLst/>
                <a:gdLst>
                  <a:gd name="T0" fmla="*/ 582 w 582"/>
                  <a:gd name="T1" fmla="*/ 291 h 581"/>
                  <a:gd name="T2" fmla="*/ 291 w 582"/>
                  <a:gd name="T3" fmla="*/ 581 h 581"/>
                  <a:gd name="T4" fmla="*/ 0 w 582"/>
                  <a:gd name="T5" fmla="*/ 291 h 581"/>
                  <a:gd name="T6" fmla="*/ 291 w 582"/>
                  <a:gd name="T7" fmla="*/ 0 h 581"/>
                  <a:gd name="T8" fmla="*/ 582 w 582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2" h="581">
                    <a:moveTo>
                      <a:pt x="582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2" y="2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9">
                <a:extLst>
                  <a:ext uri="{FF2B5EF4-FFF2-40B4-BE49-F238E27FC236}">
                    <a16:creationId xmlns:a16="http://schemas.microsoft.com/office/drawing/2014/main" id="{5007F38A-9953-B37A-E868-34F1FCEB0F3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738201" y="3559325"/>
                <a:ext cx="829494" cy="829494"/>
              </a:xfrm>
              <a:custGeom>
                <a:avLst/>
                <a:gdLst>
                  <a:gd name="T0" fmla="*/ 581 w 581"/>
                  <a:gd name="T1" fmla="*/ 291 h 581"/>
                  <a:gd name="T2" fmla="*/ 291 w 581"/>
                  <a:gd name="T3" fmla="*/ 581 h 581"/>
                  <a:gd name="T4" fmla="*/ 0 w 581"/>
                  <a:gd name="T5" fmla="*/ 291 h 581"/>
                  <a:gd name="T6" fmla="*/ 291 w 581"/>
                  <a:gd name="T7" fmla="*/ 0 h 581"/>
                  <a:gd name="T8" fmla="*/ 581 w 581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581">
                    <a:moveTo>
                      <a:pt x="581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1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B47208C-5C47-7F6A-DEBA-F01C32D0D4DD}"/>
                  </a:ext>
                </a:extLst>
              </p:cNvPr>
              <p:cNvSpPr txBox="1"/>
              <p:nvPr/>
            </p:nvSpPr>
            <p:spPr>
              <a:xfrm>
                <a:off x="6824336" y="3774017"/>
                <a:ext cx="6572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03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5FA5409-B2A2-BFD9-6820-E2B209AADB04}"/>
              </a:ext>
            </a:extLst>
          </p:cNvPr>
          <p:cNvGrpSpPr/>
          <p:nvPr/>
        </p:nvGrpSpPr>
        <p:grpSpPr>
          <a:xfrm>
            <a:off x="4628592" y="3975711"/>
            <a:ext cx="1844623" cy="1776611"/>
            <a:chOff x="4689085" y="4004543"/>
            <a:chExt cx="1688402" cy="162615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D74AE21-43C7-95D3-85E9-EB6654751BF8}"/>
                </a:ext>
              </a:extLst>
            </p:cNvPr>
            <p:cNvGrpSpPr/>
            <p:nvPr/>
          </p:nvGrpSpPr>
          <p:grpSpPr>
            <a:xfrm>
              <a:off x="4749909" y="4004543"/>
              <a:ext cx="1627578" cy="1626150"/>
              <a:chOff x="4749909" y="4004543"/>
              <a:chExt cx="1627578" cy="1626150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A09ECD9E-3CCD-FFE2-954C-72626D5B7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909" y="4004543"/>
                <a:ext cx="1627578" cy="1626150"/>
              </a:xfrm>
              <a:custGeom>
                <a:avLst/>
                <a:gdLst>
                  <a:gd name="T0" fmla="*/ 1140 w 1140"/>
                  <a:gd name="T1" fmla="*/ 570 h 1139"/>
                  <a:gd name="T2" fmla="*/ 570 w 1140"/>
                  <a:gd name="T3" fmla="*/ 1139 h 1139"/>
                  <a:gd name="T4" fmla="*/ 0 w 1140"/>
                  <a:gd name="T5" fmla="*/ 570 h 1139"/>
                  <a:gd name="T6" fmla="*/ 570 w 1140"/>
                  <a:gd name="T7" fmla="*/ 0 h 1139"/>
                  <a:gd name="T8" fmla="*/ 1140 w 1140"/>
                  <a:gd name="T9" fmla="*/ 570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0" h="1139">
                    <a:moveTo>
                      <a:pt x="1140" y="570"/>
                    </a:moveTo>
                    <a:lnTo>
                      <a:pt x="570" y="1139"/>
                    </a:lnTo>
                    <a:lnTo>
                      <a:pt x="0" y="570"/>
                    </a:lnTo>
                    <a:lnTo>
                      <a:pt x="570" y="0"/>
                    </a:lnTo>
                    <a:lnTo>
                      <a:pt x="1140" y="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64BA8E32-0E08-125E-3C72-AE9040E65AC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7473" y="4146821"/>
                <a:ext cx="1367737" cy="1366309"/>
              </a:xfrm>
              <a:custGeom>
                <a:avLst/>
                <a:gdLst>
                  <a:gd name="T0" fmla="*/ 479 w 958"/>
                  <a:gd name="T1" fmla="*/ 0 h 957"/>
                  <a:gd name="T2" fmla="*/ 0 w 958"/>
                  <a:gd name="T3" fmla="*/ 479 h 957"/>
                  <a:gd name="T4" fmla="*/ 479 w 958"/>
                  <a:gd name="T5" fmla="*/ 957 h 957"/>
                  <a:gd name="T6" fmla="*/ 958 w 958"/>
                  <a:gd name="T7" fmla="*/ 479 h 957"/>
                  <a:gd name="T8" fmla="*/ 479 w 958"/>
                  <a:gd name="T9" fmla="*/ 0 h 957"/>
                  <a:gd name="T10" fmla="*/ 87 w 958"/>
                  <a:gd name="T11" fmla="*/ 479 h 957"/>
                  <a:gd name="T12" fmla="*/ 479 w 958"/>
                  <a:gd name="T13" fmla="*/ 87 h 957"/>
                  <a:gd name="T14" fmla="*/ 870 w 958"/>
                  <a:gd name="T15" fmla="*/ 479 h 957"/>
                  <a:gd name="T16" fmla="*/ 479 w 958"/>
                  <a:gd name="T17" fmla="*/ 870 h 957"/>
                  <a:gd name="T18" fmla="*/ 87 w 958"/>
                  <a:gd name="T19" fmla="*/ 479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8" h="957">
                    <a:moveTo>
                      <a:pt x="479" y="0"/>
                    </a:moveTo>
                    <a:lnTo>
                      <a:pt x="0" y="479"/>
                    </a:lnTo>
                    <a:lnTo>
                      <a:pt x="479" y="957"/>
                    </a:lnTo>
                    <a:lnTo>
                      <a:pt x="958" y="479"/>
                    </a:lnTo>
                    <a:lnTo>
                      <a:pt x="479" y="0"/>
                    </a:lnTo>
                    <a:close/>
                    <a:moveTo>
                      <a:pt x="87" y="479"/>
                    </a:moveTo>
                    <a:lnTo>
                      <a:pt x="479" y="87"/>
                    </a:lnTo>
                    <a:lnTo>
                      <a:pt x="870" y="479"/>
                    </a:lnTo>
                    <a:lnTo>
                      <a:pt x="479" y="870"/>
                    </a:lnTo>
                    <a:lnTo>
                      <a:pt x="87" y="4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innerShdw blurRad="114300">
                  <a:prstClr val="black">
                    <a:alpha val="53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0929DD0-B73E-F4FD-5D8D-2575B89119F0}"/>
                </a:ext>
              </a:extLst>
            </p:cNvPr>
            <p:cNvGrpSpPr/>
            <p:nvPr/>
          </p:nvGrpSpPr>
          <p:grpSpPr>
            <a:xfrm>
              <a:off x="4689085" y="4356769"/>
              <a:ext cx="1110479" cy="921698"/>
              <a:chOff x="4367683" y="4394305"/>
              <a:chExt cx="999390" cy="829494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CC5E6FB5-29CC-6CFC-E515-DE05B3075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683" y="4487106"/>
                <a:ext cx="652459" cy="651031"/>
              </a:xfrm>
              <a:custGeom>
                <a:avLst/>
                <a:gdLst>
                  <a:gd name="T0" fmla="*/ 457 w 457"/>
                  <a:gd name="T1" fmla="*/ 228 h 456"/>
                  <a:gd name="T2" fmla="*/ 229 w 457"/>
                  <a:gd name="T3" fmla="*/ 456 h 456"/>
                  <a:gd name="T4" fmla="*/ 0 w 457"/>
                  <a:gd name="T5" fmla="*/ 228 h 456"/>
                  <a:gd name="T6" fmla="*/ 229 w 457"/>
                  <a:gd name="T7" fmla="*/ 0 h 456"/>
                  <a:gd name="T8" fmla="*/ 457 w 457"/>
                  <a:gd name="T9" fmla="*/ 22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7" h="456">
                    <a:moveTo>
                      <a:pt x="457" y="228"/>
                    </a:moveTo>
                    <a:lnTo>
                      <a:pt x="229" y="456"/>
                    </a:lnTo>
                    <a:lnTo>
                      <a:pt x="0" y="228"/>
                    </a:lnTo>
                    <a:lnTo>
                      <a:pt x="229" y="0"/>
                    </a:lnTo>
                    <a:lnTo>
                      <a:pt x="457" y="2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F74D716A-31CF-4252-A28E-8167290BD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6152" y="4394305"/>
                <a:ext cx="830921" cy="829494"/>
              </a:xfrm>
              <a:custGeom>
                <a:avLst/>
                <a:gdLst>
                  <a:gd name="T0" fmla="*/ 582 w 582"/>
                  <a:gd name="T1" fmla="*/ 291 h 581"/>
                  <a:gd name="T2" fmla="*/ 291 w 582"/>
                  <a:gd name="T3" fmla="*/ 581 h 581"/>
                  <a:gd name="T4" fmla="*/ 0 w 582"/>
                  <a:gd name="T5" fmla="*/ 291 h 581"/>
                  <a:gd name="T6" fmla="*/ 291 w 582"/>
                  <a:gd name="T7" fmla="*/ 0 h 581"/>
                  <a:gd name="T8" fmla="*/ 582 w 582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2" h="581">
                    <a:moveTo>
                      <a:pt x="582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2" y="2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9BAFC95C-6E87-31F9-7618-2247182BD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905" y="4394305"/>
                <a:ext cx="829494" cy="829494"/>
              </a:xfrm>
              <a:custGeom>
                <a:avLst/>
                <a:gdLst>
                  <a:gd name="T0" fmla="*/ 581 w 581"/>
                  <a:gd name="T1" fmla="*/ 291 h 581"/>
                  <a:gd name="T2" fmla="*/ 291 w 581"/>
                  <a:gd name="T3" fmla="*/ 581 h 581"/>
                  <a:gd name="T4" fmla="*/ 0 w 581"/>
                  <a:gd name="T5" fmla="*/ 291 h 581"/>
                  <a:gd name="T6" fmla="*/ 291 w 581"/>
                  <a:gd name="T7" fmla="*/ 0 h 581"/>
                  <a:gd name="T8" fmla="*/ 581 w 581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581">
                    <a:moveTo>
                      <a:pt x="581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1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2D6CE0-43BC-8B01-EBCD-CCFE474B233D}"/>
                  </a:ext>
                </a:extLst>
              </p:cNvPr>
              <p:cNvSpPr txBox="1"/>
              <p:nvPr/>
            </p:nvSpPr>
            <p:spPr>
              <a:xfrm>
                <a:off x="4558040" y="4608997"/>
                <a:ext cx="6572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04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3858FD0-C983-8990-5470-D86F37C07A7E}"/>
              </a:ext>
            </a:extLst>
          </p:cNvPr>
          <p:cNvGrpSpPr/>
          <p:nvPr/>
        </p:nvGrpSpPr>
        <p:grpSpPr>
          <a:xfrm>
            <a:off x="5691650" y="4888364"/>
            <a:ext cx="1871758" cy="1776611"/>
            <a:chOff x="5662113" y="4839904"/>
            <a:chExt cx="1713239" cy="162615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2C9A4FB-B206-E656-2705-4E3A61D3170B}"/>
                </a:ext>
              </a:extLst>
            </p:cNvPr>
            <p:cNvGrpSpPr/>
            <p:nvPr/>
          </p:nvGrpSpPr>
          <p:grpSpPr>
            <a:xfrm>
              <a:off x="5662113" y="4839904"/>
              <a:ext cx="1627578" cy="1626150"/>
              <a:chOff x="5662113" y="4839904"/>
              <a:chExt cx="1627578" cy="1626150"/>
            </a:xfrm>
          </p:grpSpPr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C74D935F-CE41-6DA2-24CF-FB0F9A8233D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662113" y="4839904"/>
                <a:ext cx="1627578" cy="1626150"/>
              </a:xfrm>
              <a:custGeom>
                <a:avLst/>
                <a:gdLst>
                  <a:gd name="T0" fmla="*/ 1140 w 1140"/>
                  <a:gd name="T1" fmla="*/ 570 h 1139"/>
                  <a:gd name="T2" fmla="*/ 570 w 1140"/>
                  <a:gd name="T3" fmla="*/ 1139 h 1139"/>
                  <a:gd name="T4" fmla="*/ 0 w 1140"/>
                  <a:gd name="T5" fmla="*/ 570 h 1139"/>
                  <a:gd name="T6" fmla="*/ 570 w 1140"/>
                  <a:gd name="T7" fmla="*/ 0 h 1139"/>
                  <a:gd name="T8" fmla="*/ 1140 w 1140"/>
                  <a:gd name="T9" fmla="*/ 570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0" h="1139">
                    <a:moveTo>
                      <a:pt x="1140" y="570"/>
                    </a:moveTo>
                    <a:lnTo>
                      <a:pt x="570" y="1139"/>
                    </a:lnTo>
                    <a:lnTo>
                      <a:pt x="0" y="570"/>
                    </a:lnTo>
                    <a:lnTo>
                      <a:pt x="570" y="0"/>
                    </a:lnTo>
                    <a:lnTo>
                      <a:pt x="1140" y="57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DAB685E4-0B66-D19A-876E-4C2A269D3B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792034" y="4969825"/>
                <a:ext cx="1367737" cy="1366309"/>
              </a:xfrm>
              <a:custGeom>
                <a:avLst/>
                <a:gdLst>
                  <a:gd name="T0" fmla="*/ 479 w 958"/>
                  <a:gd name="T1" fmla="*/ 0 h 957"/>
                  <a:gd name="T2" fmla="*/ 0 w 958"/>
                  <a:gd name="T3" fmla="*/ 479 h 957"/>
                  <a:gd name="T4" fmla="*/ 479 w 958"/>
                  <a:gd name="T5" fmla="*/ 957 h 957"/>
                  <a:gd name="T6" fmla="*/ 958 w 958"/>
                  <a:gd name="T7" fmla="*/ 479 h 957"/>
                  <a:gd name="T8" fmla="*/ 479 w 958"/>
                  <a:gd name="T9" fmla="*/ 0 h 957"/>
                  <a:gd name="T10" fmla="*/ 87 w 958"/>
                  <a:gd name="T11" fmla="*/ 479 h 957"/>
                  <a:gd name="T12" fmla="*/ 479 w 958"/>
                  <a:gd name="T13" fmla="*/ 87 h 957"/>
                  <a:gd name="T14" fmla="*/ 870 w 958"/>
                  <a:gd name="T15" fmla="*/ 479 h 957"/>
                  <a:gd name="T16" fmla="*/ 479 w 958"/>
                  <a:gd name="T17" fmla="*/ 870 h 957"/>
                  <a:gd name="T18" fmla="*/ 87 w 958"/>
                  <a:gd name="T19" fmla="*/ 479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8" h="957">
                    <a:moveTo>
                      <a:pt x="479" y="0"/>
                    </a:moveTo>
                    <a:lnTo>
                      <a:pt x="0" y="479"/>
                    </a:lnTo>
                    <a:lnTo>
                      <a:pt x="479" y="957"/>
                    </a:lnTo>
                    <a:lnTo>
                      <a:pt x="958" y="479"/>
                    </a:lnTo>
                    <a:lnTo>
                      <a:pt x="479" y="0"/>
                    </a:lnTo>
                    <a:close/>
                    <a:moveTo>
                      <a:pt x="87" y="479"/>
                    </a:moveTo>
                    <a:lnTo>
                      <a:pt x="479" y="87"/>
                    </a:lnTo>
                    <a:lnTo>
                      <a:pt x="870" y="479"/>
                    </a:lnTo>
                    <a:lnTo>
                      <a:pt x="479" y="870"/>
                    </a:lnTo>
                    <a:lnTo>
                      <a:pt x="87" y="47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innerShdw blurRad="114300">
                  <a:prstClr val="black">
                    <a:alpha val="53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4053B88-1F00-5E3B-740B-39356930D859}"/>
                </a:ext>
              </a:extLst>
            </p:cNvPr>
            <p:cNvGrpSpPr/>
            <p:nvPr/>
          </p:nvGrpSpPr>
          <p:grpSpPr>
            <a:xfrm>
              <a:off x="6264873" y="5192130"/>
              <a:ext cx="1110479" cy="921698"/>
              <a:chOff x="6672527" y="5229666"/>
              <a:chExt cx="999390" cy="829494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E004F37-4666-ED58-A9C7-BE9D437093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019458" y="5322467"/>
                <a:ext cx="652459" cy="651031"/>
              </a:xfrm>
              <a:custGeom>
                <a:avLst/>
                <a:gdLst>
                  <a:gd name="T0" fmla="*/ 457 w 457"/>
                  <a:gd name="T1" fmla="*/ 228 h 456"/>
                  <a:gd name="T2" fmla="*/ 229 w 457"/>
                  <a:gd name="T3" fmla="*/ 456 h 456"/>
                  <a:gd name="T4" fmla="*/ 0 w 457"/>
                  <a:gd name="T5" fmla="*/ 228 h 456"/>
                  <a:gd name="T6" fmla="*/ 229 w 457"/>
                  <a:gd name="T7" fmla="*/ 0 h 456"/>
                  <a:gd name="T8" fmla="*/ 457 w 457"/>
                  <a:gd name="T9" fmla="*/ 22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7" h="456">
                    <a:moveTo>
                      <a:pt x="457" y="228"/>
                    </a:moveTo>
                    <a:lnTo>
                      <a:pt x="229" y="456"/>
                    </a:lnTo>
                    <a:lnTo>
                      <a:pt x="0" y="228"/>
                    </a:lnTo>
                    <a:lnTo>
                      <a:pt x="229" y="0"/>
                    </a:lnTo>
                    <a:lnTo>
                      <a:pt x="457" y="22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1262046A-3BC5-47F3-2793-DCE50E84ECF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672527" y="5229666"/>
                <a:ext cx="830921" cy="829494"/>
              </a:xfrm>
              <a:custGeom>
                <a:avLst/>
                <a:gdLst>
                  <a:gd name="T0" fmla="*/ 582 w 582"/>
                  <a:gd name="T1" fmla="*/ 291 h 581"/>
                  <a:gd name="T2" fmla="*/ 291 w 582"/>
                  <a:gd name="T3" fmla="*/ 581 h 581"/>
                  <a:gd name="T4" fmla="*/ 0 w 582"/>
                  <a:gd name="T5" fmla="*/ 291 h 581"/>
                  <a:gd name="T6" fmla="*/ 291 w 582"/>
                  <a:gd name="T7" fmla="*/ 0 h 581"/>
                  <a:gd name="T8" fmla="*/ 582 w 582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2" h="581">
                    <a:moveTo>
                      <a:pt x="582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2" y="2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11450430-6FBE-E27B-E24E-A6A430216B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738201" y="5229666"/>
                <a:ext cx="829494" cy="829494"/>
              </a:xfrm>
              <a:custGeom>
                <a:avLst/>
                <a:gdLst>
                  <a:gd name="T0" fmla="*/ 581 w 581"/>
                  <a:gd name="T1" fmla="*/ 291 h 581"/>
                  <a:gd name="T2" fmla="*/ 291 w 581"/>
                  <a:gd name="T3" fmla="*/ 581 h 581"/>
                  <a:gd name="T4" fmla="*/ 0 w 581"/>
                  <a:gd name="T5" fmla="*/ 291 h 581"/>
                  <a:gd name="T6" fmla="*/ 291 w 581"/>
                  <a:gd name="T7" fmla="*/ 0 h 581"/>
                  <a:gd name="T8" fmla="*/ 581 w 581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581">
                    <a:moveTo>
                      <a:pt x="581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1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1976889-49D0-E593-3301-BB68DA0DF431}"/>
                  </a:ext>
                </a:extLst>
              </p:cNvPr>
              <p:cNvSpPr txBox="1"/>
              <p:nvPr/>
            </p:nvSpPr>
            <p:spPr>
              <a:xfrm>
                <a:off x="6824336" y="5444358"/>
                <a:ext cx="6572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05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5BBC9E6-2159-B8BB-4267-54F0C039F2D9}"/>
              </a:ext>
            </a:extLst>
          </p:cNvPr>
          <p:cNvSpPr txBox="1"/>
          <p:nvPr/>
        </p:nvSpPr>
        <p:spPr>
          <a:xfrm>
            <a:off x="8142855" y="3455805"/>
            <a:ext cx="3214749" cy="99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Orange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Orange is a color of playfulness and energy.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1B1AD1A-A24A-99E5-4575-C7B326EB7300}"/>
              </a:ext>
            </a:extLst>
          </p:cNvPr>
          <p:cNvGrpSpPr/>
          <p:nvPr/>
        </p:nvGrpSpPr>
        <p:grpSpPr>
          <a:xfrm>
            <a:off x="5691650" y="1231005"/>
            <a:ext cx="1871758" cy="1776611"/>
            <a:chOff x="5662113" y="1492286"/>
            <a:chExt cx="1713239" cy="162615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B57BBB1-7CF8-C8BA-39C9-F0E527503843}"/>
                </a:ext>
              </a:extLst>
            </p:cNvPr>
            <p:cNvGrpSpPr/>
            <p:nvPr/>
          </p:nvGrpSpPr>
          <p:grpSpPr>
            <a:xfrm>
              <a:off x="5662113" y="1492286"/>
              <a:ext cx="1627578" cy="1626150"/>
              <a:chOff x="5662113" y="1492286"/>
              <a:chExt cx="1627578" cy="1626150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217CE449-7C16-6AD3-2049-664A224A04E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662113" y="1492286"/>
                <a:ext cx="1627578" cy="1626150"/>
              </a:xfrm>
              <a:custGeom>
                <a:avLst/>
                <a:gdLst>
                  <a:gd name="T0" fmla="*/ 1140 w 1140"/>
                  <a:gd name="T1" fmla="*/ 570 h 1139"/>
                  <a:gd name="T2" fmla="*/ 570 w 1140"/>
                  <a:gd name="T3" fmla="*/ 1139 h 1139"/>
                  <a:gd name="T4" fmla="*/ 0 w 1140"/>
                  <a:gd name="T5" fmla="*/ 570 h 1139"/>
                  <a:gd name="T6" fmla="*/ 570 w 1140"/>
                  <a:gd name="T7" fmla="*/ 0 h 1139"/>
                  <a:gd name="T8" fmla="*/ 1140 w 1140"/>
                  <a:gd name="T9" fmla="*/ 570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0" h="1139">
                    <a:moveTo>
                      <a:pt x="1140" y="570"/>
                    </a:moveTo>
                    <a:lnTo>
                      <a:pt x="570" y="1139"/>
                    </a:lnTo>
                    <a:lnTo>
                      <a:pt x="0" y="570"/>
                    </a:lnTo>
                    <a:lnTo>
                      <a:pt x="570" y="0"/>
                    </a:lnTo>
                    <a:lnTo>
                      <a:pt x="1140" y="57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C59F49DC-C86E-E8C2-A827-857837D692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>
                <a:off x="5792034" y="1622207"/>
                <a:ext cx="1367737" cy="1366309"/>
              </a:xfrm>
              <a:custGeom>
                <a:avLst/>
                <a:gdLst>
                  <a:gd name="T0" fmla="*/ 479 w 958"/>
                  <a:gd name="T1" fmla="*/ 0 h 957"/>
                  <a:gd name="T2" fmla="*/ 0 w 958"/>
                  <a:gd name="T3" fmla="*/ 479 h 957"/>
                  <a:gd name="T4" fmla="*/ 479 w 958"/>
                  <a:gd name="T5" fmla="*/ 957 h 957"/>
                  <a:gd name="T6" fmla="*/ 958 w 958"/>
                  <a:gd name="T7" fmla="*/ 479 h 957"/>
                  <a:gd name="T8" fmla="*/ 479 w 958"/>
                  <a:gd name="T9" fmla="*/ 0 h 957"/>
                  <a:gd name="T10" fmla="*/ 87 w 958"/>
                  <a:gd name="T11" fmla="*/ 479 h 957"/>
                  <a:gd name="T12" fmla="*/ 479 w 958"/>
                  <a:gd name="T13" fmla="*/ 87 h 957"/>
                  <a:gd name="T14" fmla="*/ 870 w 958"/>
                  <a:gd name="T15" fmla="*/ 479 h 957"/>
                  <a:gd name="T16" fmla="*/ 479 w 958"/>
                  <a:gd name="T17" fmla="*/ 870 h 957"/>
                  <a:gd name="T18" fmla="*/ 87 w 958"/>
                  <a:gd name="T19" fmla="*/ 479 h 9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8" h="957">
                    <a:moveTo>
                      <a:pt x="479" y="0"/>
                    </a:moveTo>
                    <a:lnTo>
                      <a:pt x="0" y="479"/>
                    </a:lnTo>
                    <a:lnTo>
                      <a:pt x="479" y="957"/>
                    </a:lnTo>
                    <a:lnTo>
                      <a:pt x="958" y="479"/>
                    </a:lnTo>
                    <a:lnTo>
                      <a:pt x="479" y="0"/>
                    </a:lnTo>
                    <a:close/>
                    <a:moveTo>
                      <a:pt x="87" y="479"/>
                    </a:moveTo>
                    <a:lnTo>
                      <a:pt x="479" y="87"/>
                    </a:lnTo>
                    <a:lnTo>
                      <a:pt x="870" y="479"/>
                    </a:lnTo>
                    <a:lnTo>
                      <a:pt x="479" y="870"/>
                    </a:lnTo>
                    <a:lnTo>
                      <a:pt x="87" y="4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innerShdw blurRad="114300">
                  <a:prstClr val="black">
                    <a:alpha val="53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4028B89-DDDA-5F7A-25BD-262E605ED97B}"/>
                </a:ext>
              </a:extLst>
            </p:cNvPr>
            <p:cNvGrpSpPr/>
            <p:nvPr/>
          </p:nvGrpSpPr>
          <p:grpSpPr>
            <a:xfrm>
              <a:off x="6264873" y="1844512"/>
              <a:ext cx="1110479" cy="921698"/>
              <a:chOff x="6672527" y="1882048"/>
              <a:chExt cx="999390" cy="829494"/>
            </a:xfrm>
          </p:grpSpPr>
          <p:sp>
            <p:nvSpPr>
              <p:cNvPr id="13" name="Freeform 5">
                <a:extLst>
                  <a:ext uri="{FF2B5EF4-FFF2-40B4-BE49-F238E27FC236}">
                    <a16:creationId xmlns:a16="http://schemas.microsoft.com/office/drawing/2014/main" id="{414EE840-073D-2ABC-7D60-AC8903C05B3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019458" y="1974849"/>
                <a:ext cx="652459" cy="651031"/>
              </a:xfrm>
              <a:custGeom>
                <a:avLst/>
                <a:gdLst>
                  <a:gd name="T0" fmla="*/ 457 w 457"/>
                  <a:gd name="T1" fmla="*/ 228 h 456"/>
                  <a:gd name="T2" fmla="*/ 229 w 457"/>
                  <a:gd name="T3" fmla="*/ 456 h 456"/>
                  <a:gd name="T4" fmla="*/ 0 w 457"/>
                  <a:gd name="T5" fmla="*/ 228 h 456"/>
                  <a:gd name="T6" fmla="*/ 229 w 457"/>
                  <a:gd name="T7" fmla="*/ 0 h 456"/>
                  <a:gd name="T8" fmla="*/ 457 w 457"/>
                  <a:gd name="T9" fmla="*/ 228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7" h="456">
                    <a:moveTo>
                      <a:pt x="457" y="228"/>
                    </a:moveTo>
                    <a:lnTo>
                      <a:pt x="229" y="456"/>
                    </a:lnTo>
                    <a:lnTo>
                      <a:pt x="0" y="228"/>
                    </a:lnTo>
                    <a:lnTo>
                      <a:pt x="229" y="0"/>
                    </a:lnTo>
                    <a:lnTo>
                      <a:pt x="457" y="2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8">
                <a:extLst>
                  <a:ext uri="{FF2B5EF4-FFF2-40B4-BE49-F238E27FC236}">
                    <a16:creationId xmlns:a16="http://schemas.microsoft.com/office/drawing/2014/main" id="{27C94F2B-297E-FF50-E719-81F4E110509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672527" y="1882048"/>
                <a:ext cx="830921" cy="829494"/>
              </a:xfrm>
              <a:custGeom>
                <a:avLst/>
                <a:gdLst>
                  <a:gd name="T0" fmla="*/ 582 w 582"/>
                  <a:gd name="T1" fmla="*/ 291 h 581"/>
                  <a:gd name="T2" fmla="*/ 291 w 582"/>
                  <a:gd name="T3" fmla="*/ 581 h 581"/>
                  <a:gd name="T4" fmla="*/ 0 w 582"/>
                  <a:gd name="T5" fmla="*/ 291 h 581"/>
                  <a:gd name="T6" fmla="*/ 291 w 582"/>
                  <a:gd name="T7" fmla="*/ 0 h 581"/>
                  <a:gd name="T8" fmla="*/ 582 w 582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2" h="581">
                    <a:moveTo>
                      <a:pt x="582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2" y="2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33FC8857-6499-5456-3D9E-E76DCD3105F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738201" y="1882048"/>
                <a:ext cx="829494" cy="829494"/>
              </a:xfrm>
              <a:custGeom>
                <a:avLst/>
                <a:gdLst>
                  <a:gd name="T0" fmla="*/ 581 w 581"/>
                  <a:gd name="T1" fmla="*/ 291 h 581"/>
                  <a:gd name="T2" fmla="*/ 291 w 581"/>
                  <a:gd name="T3" fmla="*/ 581 h 581"/>
                  <a:gd name="T4" fmla="*/ 0 w 581"/>
                  <a:gd name="T5" fmla="*/ 291 h 581"/>
                  <a:gd name="T6" fmla="*/ 291 w 581"/>
                  <a:gd name="T7" fmla="*/ 0 h 581"/>
                  <a:gd name="T8" fmla="*/ 581 w 581"/>
                  <a:gd name="T9" fmla="*/ 291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581">
                    <a:moveTo>
                      <a:pt x="581" y="291"/>
                    </a:moveTo>
                    <a:lnTo>
                      <a:pt x="291" y="581"/>
                    </a:lnTo>
                    <a:lnTo>
                      <a:pt x="0" y="291"/>
                    </a:lnTo>
                    <a:lnTo>
                      <a:pt x="291" y="0"/>
                    </a:lnTo>
                    <a:lnTo>
                      <a:pt x="581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AE999-D3A8-CBAB-2685-7B52E30DBA88}"/>
                  </a:ext>
                </a:extLst>
              </p:cNvPr>
              <p:cNvSpPr txBox="1"/>
              <p:nvPr/>
            </p:nvSpPr>
            <p:spPr>
              <a:xfrm>
                <a:off x="6824336" y="2096740"/>
                <a:ext cx="6572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01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438A99F-E70A-5DE6-9A81-C66822C854AF}"/>
              </a:ext>
            </a:extLst>
          </p:cNvPr>
          <p:cNvSpPr txBox="1"/>
          <p:nvPr/>
        </p:nvSpPr>
        <p:spPr>
          <a:xfrm>
            <a:off x="8142855" y="1640149"/>
            <a:ext cx="3214749" cy="958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Yellow is a color of happiness, friendliness, and warning.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458E39-69D2-4999-92E2-08194D82BACD}"/>
              </a:ext>
            </a:extLst>
          </p:cNvPr>
          <p:cNvSpPr txBox="1"/>
          <p:nvPr/>
        </p:nvSpPr>
        <p:spPr>
          <a:xfrm>
            <a:off x="8142855" y="5280696"/>
            <a:ext cx="3214749" cy="99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 is a color of serenity, trustworthiness, and welcome. </a:t>
            </a:r>
          </a:p>
        </p:txBody>
      </p:sp>
    </p:spTree>
    <p:extLst>
      <p:ext uri="{BB962C8B-B14F-4D97-AF65-F5344CB8AC3E}">
        <p14:creationId xmlns:p14="http://schemas.microsoft.com/office/powerpoint/2010/main" val="141029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  <p:bldP spid="44" grpId="0"/>
      <p:bldP spid="45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35CB9A6E-064F-7451-99B0-99531B99264F}"/>
              </a:ext>
            </a:extLst>
          </p:cNvPr>
          <p:cNvGrpSpPr/>
          <p:nvPr/>
        </p:nvGrpSpPr>
        <p:grpSpPr>
          <a:xfrm>
            <a:off x="216588" y="2050048"/>
            <a:ext cx="2905775" cy="3646837"/>
            <a:chOff x="216588" y="1802917"/>
            <a:chExt cx="3062790" cy="3843896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DFC691-D9D4-34DC-DAB4-BBF50693C16B}"/>
                </a:ext>
              </a:extLst>
            </p:cNvPr>
            <p:cNvSpPr/>
            <p:nvPr/>
          </p:nvSpPr>
          <p:spPr>
            <a:xfrm>
              <a:off x="216588" y="2627997"/>
              <a:ext cx="3062790" cy="3018816"/>
            </a:xfrm>
            <a:prstGeom prst="ellipse">
              <a:avLst/>
            </a:prstGeom>
            <a:gradFill>
              <a:gsLst>
                <a:gs pos="5000">
                  <a:schemeClr val="accent1"/>
                </a:gs>
                <a:gs pos="77000">
                  <a:schemeClr val="accent1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26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D09D238-6E15-F8AC-A40C-526C9FD61516}"/>
                </a:ext>
              </a:extLst>
            </p:cNvPr>
            <p:cNvSpPr/>
            <p:nvPr/>
          </p:nvSpPr>
          <p:spPr>
            <a:xfrm>
              <a:off x="806875" y="1802917"/>
              <a:ext cx="1882217" cy="426559"/>
            </a:xfrm>
            <a:custGeom>
              <a:avLst/>
              <a:gdLst>
                <a:gd name="connsiteX0" fmla="*/ 1881897 w 1882217"/>
                <a:gd name="connsiteY0" fmla="*/ 426000 h 426559"/>
                <a:gd name="connsiteX1" fmla="*/ 940812 w 1882217"/>
                <a:gd name="connsiteY1" fmla="*/ -560 h 426559"/>
                <a:gd name="connsiteX2" fmla="*/ -320 w 1882217"/>
                <a:gd name="connsiteY2" fmla="*/ 426000 h 426559"/>
                <a:gd name="connsiteX3" fmla="*/ 1881897 w 1882217"/>
                <a:gd name="connsiteY3" fmla="*/ 426000 h 42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2217" h="426559">
                  <a:moveTo>
                    <a:pt x="1881897" y="426000"/>
                  </a:moveTo>
                  <a:cubicBezTo>
                    <a:pt x="1666200" y="166747"/>
                    <a:pt x="1324952" y="-560"/>
                    <a:pt x="940812" y="-560"/>
                  </a:cubicBezTo>
                  <a:cubicBezTo>
                    <a:pt x="556672" y="-560"/>
                    <a:pt x="215377" y="166889"/>
                    <a:pt x="-320" y="426000"/>
                  </a:cubicBezTo>
                  <a:lnTo>
                    <a:pt x="1881897" y="426000"/>
                  </a:lnTo>
                  <a:close/>
                </a:path>
              </a:pathLst>
            </a:custGeom>
            <a:gradFill>
              <a:gsLst>
                <a:gs pos="5000">
                  <a:schemeClr val="accent1"/>
                </a:gs>
                <a:gs pos="77000">
                  <a:schemeClr val="accent1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3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BD7C708-62E0-95EC-7C7D-916F9ED31A64}"/>
              </a:ext>
            </a:extLst>
          </p:cNvPr>
          <p:cNvGrpSpPr/>
          <p:nvPr/>
        </p:nvGrpSpPr>
        <p:grpSpPr>
          <a:xfrm>
            <a:off x="566864" y="2561919"/>
            <a:ext cx="2241137" cy="2845642"/>
            <a:chOff x="472691" y="2314788"/>
            <a:chExt cx="2362238" cy="299940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5A9947E-45D1-E56F-9B75-E847245EDE15}"/>
                </a:ext>
              </a:extLst>
            </p:cNvPr>
            <p:cNvSpPr txBox="1"/>
            <p:nvPr/>
          </p:nvSpPr>
          <p:spPr>
            <a:xfrm>
              <a:off x="658326" y="4483199"/>
              <a:ext cx="2009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Yellow is a color of happiness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and friendliness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.</a:t>
              </a:r>
              <a:endParaRPr lang="en-US" sz="1600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D82154B-45A1-A280-2278-F949E51462C1}"/>
                </a:ext>
              </a:extLst>
            </p:cNvPr>
            <p:cNvGrpSpPr/>
            <p:nvPr/>
          </p:nvGrpSpPr>
          <p:grpSpPr>
            <a:xfrm>
              <a:off x="472691" y="2314788"/>
              <a:ext cx="2362238" cy="1989473"/>
              <a:chOff x="472691" y="2314788"/>
              <a:chExt cx="2362238" cy="1989473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5BAECEB-F4F7-F276-C6E1-DFE55A4F0C0E}"/>
                  </a:ext>
                </a:extLst>
              </p:cNvPr>
              <p:cNvSpPr/>
              <p:nvPr/>
            </p:nvSpPr>
            <p:spPr>
              <a:xfrm>
                <a:off x="472691" y="2314788"/>
                <a:ext cx="2362238" cy="1989473"/>
              </a:xfrm>
              <a:custGeom>
                <a:avLst/>
                <a:gdLst>
                  <a:gd name="connsiteX0" fmla="*/ 2361918 w 2362238"/>
                  <a:gd name="connsiteY0" fmla="*/ 650986 h 1989473"/>
                  <a:gd name="connsiteX1" fmla="*/ 2121908 w 2362238"/>
                  <a:gd name="connsiteY1" fmla="*/ -560 h 1989473"/>
                  <a:gd name="connsiteX2" fmla="*/ 239690 w 2362238"/>
                  <a:gd name="connsiteY2" fmla="*/ -560 h 1989473"/>
                  <a:gd name="connsiteX3" fmla="*/ -320 w 2362238"/>
                  <a:gd name="connsiteY3" fmla="*/ 650986 h 1989473"/>
                  <a:gd name="connsiteX4" fmla="*/ 1010483 w 2362238"/>
                  <a:gd name="connsiteY4" fmla="*/ 1718001 h 1989473"/>
                  <a:gd name="connsiteX5" fmla="*/ 1180775 w 2362238"/>
                  <a:gd name="connsiteY5" fmla="*/ 1988914 h 1989473"/>
                  <a:gd name="connsiteX6" fmla="*/ 1351067 w 2362238"/>
                  <a:gd name="connsiteY6" fmla="*/ 1718001 h 1989473"/>
                  <a:gd name="connsiteX7" fmla="*/ 2361918 w 2362238"/>
                  <a:gd name="connsiteY7" fmla="*/ 650986 h 198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238" h="1989473">
                    <a:moveTo>
                      <a:pt x="2361918" y="650986"/>
                    </a:moveTo>
                    <a:cubicBezTo>
                      <a:pt x="2361918" y="406141"/>
                      <a:pt x="2272483" y="180444"/>
                      <a:pt x="2121908" y="-560"/>
                    </a:cubicBezTo>
                    <a:lnTo>
                      <a:pt x="239690" y="-560"/>
                    </a:lnTo>
                    <a:cubicBezTo>
                      <a:pt x="89115" y="180444"/>
                      <a:pt x="-320" y="406141"/>
                      <a:pt x="-320" y="650986"/>
                    </a:cubicBezTo>
                    <a:cubicBezTo>
                      <a:pt x="-320" y="1193665"/>
                      <a:pt x="438894" y="1642642"/>
                      <a:pt x="1010483" y="1718001"/>
                    </a:cubicBezTo>
                    <a:lnTo>
                      <a:pt x="1180775" y="1988914"/>
                    </a:lnTo>
                    <a:lnTo>
                      <a:pt x="1351067" y="1718001"/>
                    </a:lnTo>
                    <a:cubicBezTo>
                      <a:pt x="1922752" y="1642642"/>
                      <a:pt x="2361918" y="1193665"/>
                      <a:pt x="2361918" y="650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38" cap="flat">
                <a:noFill/>
                <a:prstDash val="solid"/>
                <a:miter/>
              </a:ln>
              <a:effectLst>
                <a:outerShdw blurRad="1397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2400" b="1" dirty="0">
                  <a:latin typeface="Lora" pitchFamily="2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31EC321-EE66-2B4E-46E8-5166045D3B92}"/>
                  </a:ext>
                </a:extLst>
              </p:cNvPr>
              <p:cNvSpPr txBox="1"/>
              <p:nvPr/>
            </p:nvSpPr>
            <p:spPr>
              <a:xfrm>
                <a:off x="864101" y="2872684"/>
                <a:ext cx="15794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Yellow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C18C355-C590-662C-F87E-117E471EFEB4}"/>
              </a:ext>
            </a:extLst>
          </p:cNvPr>
          <p:cNvGrpSpPr/>
          <p:nvPr/>
        </p:nvGrpSpPr>
        <p:grpSpPr>
          <a:xfrm>
            <a:off x="3276516" y="2050048"/>
            <a:ext cx="2809639" cy="3646839"/>
            <a:chOff x="3239445" y="1802917"/>
            <a:chExt cx="2961459" cy="384389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E94EDDC-30F5-844F-E9DF-EB99CAE4AA61}"/>
                </a:ext>
              </a:extLst>
            </p:cNvPr>
            <p:cNvSpPr/>
            <p:nvPr/>
          </p:nvSpPr>
          <p:spPr>
            <a:xfrm>
              <a:off x="3239445" y="2627997"/>
              <a:ext cx="2961459" cy="301881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88000">
                  <a:schemeClr val="accent2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26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78EEBC-5B65-1DBF-A4FA-6D5AE2BF9F5B}"/>
                </a:ext>
              </a:extLst>
            </p:cNvPr>
            <p:cNvSpPr/>
            <p:nvPr/>
          </p:nvSpPr>
          <p:spPr>
            <a:xfrm>
              <a:off x="3779066" y="1802917"/>
              <a:ext cx="1882217" cy="426559"/>
            </a:xfrm>
            <a:custGeom>
              <a:avLst/>
              <a:gdLst>
                <a:gd name="connsiteX0" fmla="*/ 1881897 w 1882217"/>
                <a:gd name="connsiteY0" fmla="*/ 426000 h 426559"/>
                <a:gd name="connsiteX1" fmla="*/ 940812 w 1882217"/>
                <a:gd name="connsiteY1" fmla="*/ -560 h 426559"/>
                <a:gd name="connsiteX2" fmla="*/ -320 w 1882217"/>
                <a:gd name="connsiteY2" fmla="*/ 426000 h 426559"/>
                <a:gd name="connsiteX3" fmla="*/ 1881897 w 1882217"/>
                <a:gd name="connsiteY3" fmla="*/ 426000 h 42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2217" h="426559">
                  <a:moveTo>
                    <a:pt x="1881897" y="426000"/>
                  </a:moveTo>
                  <a:cubicBezTo>
                    <a:pt x="1666200" y="166747"/>
                    <a:pt x="1324952" y="-560"/>
                    <a:pt x="940812" y="-560"/>
                  </a:cubicBezTo>
                  <a:cubicBezTo>
                    <a:pt x="556672" y="-560"/>
                    <a:pt x="215377" y="166889"/>
                    <a:pt x="-320" y="426000"/>
                  </a:cubicBezTo>
                  <a:lnTo>
                    <a:pt x="1881897" y="4260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8000">
                  <a:schemeClr val="accent2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3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FBA3A72-E413-5F9A-F91A-6520407EEC0D}"/>
              </a:ext>
            </a:extLst>
          </p:cNvPr>
          <p:cNvGrpSpPr/>
          <p:nvPr/>
        </p:nvGrpSpPr>
        <p:grpSpPr>
          <a:xfrm>
            <a:off x="3576126" y="2561919"/>
            <a:ext cx="2241137" cy="2888242"/>
            <a:chOff x="3434151" y="2314788"/>
            <a:chExt cx="2362238" cy="30443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7FFCFE-962D-B7BE-2B26-50784F8C5EAD}"/>
                </a:ext>
              </a:extLst>
            </p:cNvPr>
            <p:cNvSpPr txBox="1"/>
            <p:nvPr/>
          </p:nvSpPr>
          <p:spPr>
            <a:xfrm>
              <a:off x="3509900" y="4483198"/>
              <a:ext cx="2210738" cy="87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Red is a color of aggression, and importance</a:t>
              </a:r>
              <a:endParaRPr lang="en-US" sz="1600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A9CF708-B859-5D41-C731-28DF7BE39E8A}"/>
                </a:ext>
              </a:extLst>
            </p:cNvPr>
            <p:cNvGrpSpPr/>
            <p:nvPr/>
          </p:nvGrpSpPr>
          <p:grpSpPr>
            <a:xfrm>
              <a:off x="3434151" y="2314788"/>
              <a:ext cx="2362238" cy="1989473"/>
              <a:chOff x="3434151" y="2314788"/>
              <a:chExt cx="2362238" cy="1989473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15832D1-14D0-7585-95C8-85F09BA96BC7}"/>
                  </a:ext>
                </a:extLst>
              </p:cNvPr>
              <p:cNvSpPr/>
              <p:nvPr/>
            </p:nvSpPr>
            <p:spPr>
              <a:xfrm>
                <a:off x="3434151" y="2314788"/>
                <a:ext cx="2362238" cy="1989473"/>
              </a:xfrm>
              <a:custGeom>
                <a:avLst/>
                <a:gdLst>
                  <a:gd name="connsiteX0" fmla="*/ 2361918 w 2362238"/>
                  <a:gd name="connsiteY0" fmla="*/ 650986 h 1989473"/>
                  <a:gd name="connsiteX1" fmla="*/ 2121908 w 2362238"/>
                  <a:gd name="connsiteY1" fmla="*/ -560 h 1989473"/>
                  <a:gd name="connsiteX2" fmla="*/ 239690 w 2362238"/>
                  <a:gd name="connsiteY2" fmla="*/ -560 h 1989473"/>
                  <a:gd name="connsiteX3" fmla="*/ -320 w 2362238"/>
                  <a:gd name="connsiteY3" fmla="*/ 650986 h 1989473"/>
                  <a:gd name="connsiteX4" fmla="*/ 1010483 w 2362238"/>
                  <a:gd name="connsiteY4" fmla="*/ 1718001 h 1989473"/>
                  <a:gd name="connsiteX5" fmla="*/ 1180775 w 2362238"/>
                  <a:gd name="connsiteY5" fmla="*/ 1988914 h 1989473"/>
                  <a:gd name="connsiteX6" fmla="*/ 1351067 w 2362238"/>
                  <a:gd name="connsiteY6" fmla="*/ 1718001 h 1989473"/>
                  <a:gd name="connsiteX7" fmla="*/ 2361918 w 2362238"/>
                  <a:gd name="connsiteY7" fmla="*/ 650986 h 198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238" h="1989473">
                    <a:moveTo>
                      <a:pt x="2361918" y="650986"/>
                    </a:moveTo>
                    <a:cubicBezTo>
                      <a:pt x="2361918" y="406141"/>
                      <a:pt x="2272483" y="180444"/>
                      <a:pt x="2121908" y="-560"/>
                    </a:cubicBezTo>
                    <a:lnTo>
                      <a:pt x="239690" y="-560"/>
                    </a:lnTo>
                    <a:cubicBezTo>
                      <a:pt x="89115" y="180444"/>
                      <a:pt x="-320" y="406141"/>
                      <a:pt x="-320" y="650986"/>
                    </a:cubicBezTo>
                    <a:cubicBezTo>
                      <a:pt x="-320" y="1193665"/>
                      <a:pt x="438894" y="1642642"/>
                      <a:pt x="1010483" y="1718001"/>
                    </a:cubicBezTo>
                    <a:lnTo>
                      <a:pt x="1180775" y="1988914"/>
                    </a:lnTo>
                    <a:lnTo>
                      <a:pt x="1351067" y="1718001"/>
                    </a:lnTo>
                    <a:cubicBezTo>
                      <a:pt x="1922752" y="1642642"/>
                      <a:pt x="2361918" y="1193665"/>
                      <a:pt x="2361918" y="650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38" cap="flat">
                <a:noFill/>
                <a:prstDash val="solid"/>
                <a:miter/>
              </a:ln>
              <a:effectLst>
                <a:outerShdw blurRad="1397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A2BF04-AC23-25B4-A7C7-6ECDF7429D90}"/>
                  </a:ext>
                </a:extLst>
              </p:cNvPr>
              <p:cNvSpPr txBox="1"/>
              <p:nvPr/>
            </p:nvSpPr>
            <p:spPr>
              <a:xfrm>
                <a:off x="3825561" y="2872684"/>
                <a:ext cx="1579418" cy="486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Red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544975-3806-974F-4CA1-4A84C27DF192}"/>
              </a:ext>
            </a:extLst>
          </p:cNvPr>
          <p:cNvGrpSpPr/>
          <p:nvPr/>
        </p:nvGrpSpPr>
        <p:grpSpPr>
          <a:xfrm>
            <a:off x="6234370" y="2050048"/>
            <a:ext cx="2809639" cy="3646839"/>
            <a:chOff x="6135514" y="1802917"/>
            <a:chExt cx="2961459" cy="384389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ED58D23-CC82-6DFF-4264-BA6B5E0D7E00}"/>
                </a:ext>
              </a:extLst>
            </p:cNvPr>
            <p:cNvSpPr/>
            <p:nvPr/>
          </p:nvSpPr>
          <p:spPr>
            <a:xfrm>
              <a:off x="6135514" y="2627997"/>
              <a:ext cx="2961459" cy="3018817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81000">
                  <a:schemeClr val="accent3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26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B035184-461F-E5B7-7DF0-2ABC452A387A}"/>
                </a:ext>
              </a:extLst>
            </p:cNvPr>
            <p:cNvSpPr/>
            <p:nvPr/>
          </p:nvSpPr>
          <p:spPr>
            <a:xfrm>
              <a:off x="6675135" y="1802917"/>
              <a:ext cx="1882217" cy="426559"/>
            </a:xfrm>
            <a:custGeom>
              <a:avLst/>
              <a:gdLst>
                <a:gd name="connsiteX0" fmla="*/ 1881897 w 1882217"/>
                <a:gd name="connsiteY0" fmla="*/ 426000 h 426559"/>
                <a:gd name="connsiteX1" fmla="*/ 940812 w 1882217"/>
                <a:gd name="connsiteY1" fmla="*/ -560 h 426559"/>
                <a:gd name="connsiteX2" fmla="*/ -320 w 1882217"/>
                <a:gd name="connsiteY2" fmla="*/ 426000 h 426559"/>
                <a:gd name="connsiteX3" fmla="*/ 1881897 w 1882217"/>
                <a:gd name="connsiteY3" fmla="*/ 426000 h 42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2217" h="426559">
                  <a:moveTo>
                    <a:pt x="1881897" y="426000"/>
                  </a:moveTo>
                  <a:cubicBezTo>
                    <a:pt x="1666200" y="166747"/>
                    <a:pt x="1324952" y="-560"/>
                    <a:pt x="940812" y="-560"/>
                  </a:cubicBezTo>
                  <a:cubicBezTo>
                    <a:pt x="556672" y="-560"/>
                    <a:pt x="215377" y="166889"/>
                    <a:pt x="-320" y="426000"/>
                  </a:cubicBezTo>
                  <a:lnTo>
                    <a:pt x="1881897" y="426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1000">
                  <a:schemeClr val="accent3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3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15F43E-91BC-8454-C469-D5BB05135355}"/>
              </a:ext>
            </a:extLst>
          </p:cNvPr>
          <p:cNvGrpSpPr/>
          <p:nvPr/>
        </p:nvGrpSpPr>
        <p:grpSpPr>
          <a:xfrm>
            <a:off x="6533980" y="2561919"/>
            <a:ext cx="2241137" cy="2888241"/>
            <a:chOff x="6395611" y="2314788"/>
            <a:chExt cx="2362238" cy="30443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4FF4A2-EA60-5E69-F8BC-EF6A5ED99645}"/>
                </a:ext>
              </a:extLst>
            </p:cNvPr>
            <p:cNvSpPr txBox="1"/>
            <p:nvPr/>
          </p:nvSpPr>
          <p:spPr>
            <a:xfrm>
              <a:off x="6571849" y="4483197"/>
              <a:ext cx="2009762" cy="87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Lora" pitchFamily="2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Orange is a color of playfulness and energy.</a:t>
              </a:r>
              <a:endParaRPr lang="en-US" sz="1600" dirty="0">
                <a:solidFill>
                  <a:schemeClr val="bg1"/>
                </a:solidFill>
                <a:effectLst/>
                <a:latin typeface="Lora" pitchFamily="2" charset="0"/>
                <a:ea typeface="Times New Roman" panose="02020603050405020304" pitchFamily="18" charset="0"/>
                <a:cs typeface="Leelawadee" panose="020B0502040204020203" pitchFamily="34" charset="-34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871C9E8-77B2-8075-5E7C-864D70430CDA}"/>
                </a:ext>
              </a:extLst>
            </p:cNvPr>
            <p:cNvGrpSpPr/>
            <p:nvPr/>
          </p:nvGrpSpPr>
          <p:grpSpPr>
            <a:xfrm>
              <a:off x="6395611" y="2314788"/>
              <a:ext cx="2362238" cy="1989473"/>
              <a:chOff x="6395611" y="2314788"/>
              <a:chExt cx="2362238" cy="198947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AD90570-8F1F-06B4-E8B6-9EEADC583572}"/>
                  </a:ext>
                </a:extLst>
              </p:cNvPr>
              <p:cNvSpPr/>
              <p:nvPr/>
            </p:nvSpPr>
            <p:spPr>
              <a:xfrm>
                <a:off x="6395611" y="2314788"/>
                <a:ext cx="2362238" cy="1989473"/>
              </a:xfrm>
              <a:custGeom>
                <a:avLst/>
                <a:gdLst>
                  <a:gd name="connsiteX0" fmla="*/ 2361918 w 2362238"/>
                  <a:gd name="connsiteY0" fmla="*/ 650986 h 1989473"/>
                  <a:gd name="connsiteX1" fmla="*/ 2121908 w 2362238"/>
                  <a:gd name="connsiteY1" fmla="*/ -560 h 1989473"/>
                  <a:gd name="connsiteX2" fmla="*/ 239690 w 2362238"/>
                  <a:gd name="connsiteY2" fmla="*/ -560 h 1989473"/>
                  <a:gd name="connsiteX3" fmla="*/ -320 w 2362238"/>
                  <a:gd name="connsiteY3" fmla="*/ 650986 h 1989473"/>
                  <a:gd name="connsiteX4" fmla="*/ 1010483 w 2362238"/>
                  <a:gd name="connsiteY4" fmla="*/ 1718001 h 1989473"/>
                  <a:gd name="connsiteX5" fmla="*/ 1180775 w 2362238"/>
                  <a:gd name="connsiteY5" fmla="*/ 1988914 h 1989473"/>
                  <a:gd name="connsiteX6" fmla="*/ 1351067 w 2362238"/>
                  <a:gd name="connsiteY6" fmla="*/ 1718001 h 1989473"/>
                  <a:gd name="connsiteX7" fmla="*/ 2361918 w 2362238"/>
                  <a:gd name="connsiteY7" fmla="*/ 650986 h 198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238" h="1989473">
                    <a:moveTo>
                      <a:pt x="2361918" y="650986"/>
                    </a:moveTo>
                    <a:cubicBezTo>
                      <a:pt x="2361918" y="406141"/>
                      <a:pt x="2272483" y="180444"/>
                      <a:pt x="2121908" y="-560"/>
                    </a:cubicBezTo>
                    <a:lnTo>
                      <a:pt x="239690" y="-560"/>
                    </a:lnTo>
                    <a:cubicBezTo>
                      <a:pt x="89115" y="180444"/>
                      <a:pt x="-320" y="406141"/>
                      <a:pt x="-320" y="650986"/>
                    </a:cubicBezTo>
                    <a:cubicBezTo>
                      <a:pt x="-320" y="1193665"/>
                      <a:pt x="438894" y="1642642"/>
                      <a:pt x="1010483" y="1718001"/>
                    </a:cubicBezTo>
                    <a:lnTo>
                      <a:pt x="1180775" y="1988914"/>
                    </a:lnTo>
                    <a:lnTo>
                      <a:pt x="1351067" y="1718001"/>
                    </a:lnTo>
                    <a:cubicBezTo>
                      <a:pt x="1922752" y="1642642"/>
                      <a:pt x="2361918" y="1193665"/>
                      <a:pt x="2361918" y="650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38" cap="flat">
                <a:noFill/>
                <a:prstDash val="solid"/>
                <a:miter/>
              </a:ln>
              <a:effectLst>
                <a:outerShdw blurRad="1397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9E74027-A6CA-C1B6-868D-0E88FB6742BA}"/>
                  </a:ext>
                </a:extLst>
              </p:cNvPr>
              <p:cNvSpPr txBox="1"/>
              <p:nvPr/>
            </p:nvSpPr>
            <p:spPr>
              <a:xfrm>
                <a:off x="6787021" y="2872684"/>
                <a:ext cx="1579418" cy="486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Orange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F82BA7-9795-7B3A-DCE6-8EA7A50FCC5A}"/>
              </a:ext>
            </a:extLst>
          </p:cNvPr>
          <p:cNvGrpSpPr/>
          <p:nvPr/>
        </p:nvGrpSpPr>
        <p:grpSpPr>
          <a:xfrm>
            <a:off x="9188772" y="2050048"/>
            <a:ext cx="2809639" cy="3646839"/>
            <a:chOff x="9188772" y="1802917"/>
            <a:chExt cx="2961459" cy="3843897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53CA6C8-8CE3-19EB-0126-3FF7B715AE99}"/>
                </a:ext>
              </a:extLst>
            </p:cNvPr>
            <p:cNvSpPr/>
            <p:nvPr/>
          </p:nvSpPr>
          <p:spPr>
            <a:xfrm>
              <a:off x="9188772" y="2627997"/>
              <a:ext cx="2961459" cy="3018817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90000">
                  <a:schemeClr val="accent4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26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3BF3DD-6CD6-BE44-35BE-6C6158C662D2}"/>
                </a:ext>
              </a:extLst>
            </p:cNvPr>
            <p:cNvSpPr/>
            <p:nvPr/>
          </p:nvSpPr>
          <p:spPr>
            <a:xfrm>
              <a:off x="9728393" y="1802917"/>
              <a:ext cx="1882217" cy="426559"/>
            </a:xfrm>
            <a:custGeom>
              <a:avLst/>
              <a:gdLst>
                <a:gd name="connsiteX0" fmla="*/ 1881897 w 1882217"/>
                <a:gd name="connsiteY0" fmla="*/ 426000 h 426559"/>
                <a:gd name="connsiteX1" fmla="*/ 940812 w 1882217"/>
                <a:gd name="connsiteY1" fmla="*/ -560 h 426559"/>
                <a:gd name="connsiteX2" fmla="*/ -320 w 1882217"/>
                <a:gd name="connsiteY2" fmla="*/ 426000 h 426559"/>
                <a:gd name="connsiteX3" fmla="*/ 1881897 w 1882217"/>
                <a:gd name="connsiteY3" fmla="*/ 426000 h 42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2217" h="426559">
                  <a:moveTo>
                    <a:pt x="1881897" y="426000"/>
                  </a:moveTo>
                  <a:cubicBezTo>
                    <a:pt x="1666200" y="166747"/>
                    <a:pt x="1324952" y="-560"/>
                    <a:pt x="940812" y="-560"/>
                  </a:cubicBezTo>
                  <a:cubicBezTo>
                    <a:pt x="556672" y="-560"/>
                    <a:pt x="215377" y="166889"/>
                    <a:pt x="-320" y="426000"/>
                  </a:cubicBezTo>
                  <a:lnTo>
                    <a:pt x="1881897" y="42600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0000">
                  <a:schemeClr val="accent4">
                    <a:lumMod val="75000"/>
                  </a:schemeClr>
                </a:gs>
              </a:gsLst>
              <a:lin ang="5400000" scaled="1"/>
            </a:gradFill>
            <a:ln w="14529" cap="flat">
              <a:noFill/>
              <a:prstDash val="solid"/>
              <a:miter/>
            </a:ln>
            <a:effectLst>
              <a:outerShdw blurRad="127000" dist="38100" dir="16200000" rotWithShape="0">
                <a:prstClr val="black">
                  <a:alpha val="3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F0C6D76-AFAB-5DE9-DF2C-5AC5048513B3}"/>
              </a:ext>
            </a:extLst>
          </p:cNvPr>
          <p:cNvGrpSpPr/>
          <p:nvPr/>
        </p:nvGrpSpPr>
        <p:grpSpPr>
          <a:xfrm>
            <a:off x="9488382" y="2561919"/>
            <a:ext cx="2241137" cy="2888241"/>
            <a:chOff x="9357071" y="2314788"/>
            <a:chExt cx="2362238" cy="304430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4F2230A-1A27-CF00-B3FA-9C6FB6E5264E}"/>
                </a:ext>
              </a:extLst>
            </p:cNvPr>
            <p:cNvSpPr txBox="1"/>
            <p:nvPr/>
          </p:nvSpPr>
          <p:spPr>
            <a:xfrm>
              <a:off x="9432820" y="4483197"/>
              <a:ext cx="2210738" cy="87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rPr>
                <a:t>Green is a color of nature, stability, and prosperity.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E7DC6A7-8992-A539-7B4B-8A9B9E561B68}"/>
                </a:ext>
              </a:extLst>
            </p:cNvPr>
            <p:cNvGrpSpPr/>
            <p:nvPr/>
          </p:nvGrpSpPr>
          <p:grpSpPr>
            <a:xfrm>
              <a:off x="9357071" y="2314788"/>
              <a:ext cx="2362238" cy="1989473"/>
              <a:chOff x="9357071" y="2314788"/>
              <a:chExt cx="2362238" cy="1989473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008E264-16E9-21AD-0C5F-01696FED21A6}"/>
                  </a:ext>
                </a:extLst>
              </p:cNvPr>
              <p:cNvSpPr/>
              <p:nvPr/>
            </p:nvSpPr>
            <p:spPr>
              <a:xfrm>
                <a:off x="9357071" y="2314788"/>
                <a:ext cx="2362238" cy="1989473"/>
              </a:xfrm>
              <a:custGeom>
                <a:avLst/>
                <a:gdLst>
                  <a:gd name="connsiteX0" fmla="*/ 2361918 w 2362238"/>
                  <a:gd name="connsiteY0" fmla="*/ 650986 h 1989473"/>
                  <a:gd name="connsiteX1" fmla="*/ 2121908 w 2362238"/>
                  <a:gd name="connsiteY1" fmla="*/ -560 h 1989473"/>
                  <a:gd name="connsiteX2" fmla="*/ 239690 w 2362238"/>
                  <a:gd name="connsiteY2" fmla="*/ -560 h 1989473"/>
                  <a:gd name="connsiteX3" fmla="*/ -320 w 2362238"/>
                  <a:gd name="connsiteY3" fmla="*/ 650986 h 1989473"/>
                  <a:gd name="connsiteX4" fmla="*/ 1010483 w 2362238"/>
                  <a:gd name="connsiteY4" fmla="*/ 1718001 h 1989473"/>
                  <a:gd name="connsiteX5" fmla="*/ 1180775 w 2362238"/>
                  <a:gd name="connsiteY5" fmla="*/ 1988914 h 1989473"/>
                  <a:gd name="connsiteX6" fmla="*/ 1351067 w 2362238"/>
                  <a:gd name="connsiteY6" fmla="*/ 1718001 h 1989473"/>
                  <a:gd name="connsiteX7" fmla="*/ 2361918 w 2362238"/>
                  <a:gd name="connsiteY7" fmla="*/ 650986 h 1989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2238" h="1989473">
                    <a:moveTo>
                      <a:pt x="2361918" y="650986"/>
                    </a:moveTo>
                    <a:cubicBezTo>
                      <a:pt x="2361918" y="406141"/>
                      <a:pt x="2272483" y="180444"/>
                      <a:pt x="2121908" y="-560"/>
                    </a:cubicBezTo>
                    <a:lnTo>
                      <a:pt x="239690" y="-560"/>
                    </a:lnTo>
                    <a:cubicBezTo>
                      <a:pt x="89115" y="180444"/>
                      <a:pt x="-320" y="406141"/>
                      <a:pt x="-320" y="650986"/>
                    </a:cubicBezTo>
                    <a:cubicBezTo>
                      <a:pt x="-320" y="1193665"/>
                      <a:pt x="438894" y="1642642"/>
                      <a:pt x="1010483" y="1718001"/>
                    </a:cubicBezTo>
                    <a:lnTo>
                      <a:pt x="1180775" y="1988914"/>
                    </a:lnTo>
                    <a:lnTo>
                      <a:pt x="1351067" y="1718001"/>
                    </a:lnTo>
                    <a:cubicBezTo>
                      <a:pt x="1922752" y="1642642"/>
                      <a:pt x="2361918" y="1193665"/>
                      <a:pt x="2361918" y="650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38" cap="flat">
                <a:noFill/>
                <a:prstDash val="solid"/>
                <a:miter/>
              </a:ln>
              <a:effectLst>
                <a:outerShdw blurRad="1397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6621FA-0746-27C3-3D5E-A222F9DAFE07}"/>
                  </a:ext>
                </a:extLst>
              </p:cNvPr>
              <p:cNvSpPr txBox="1"/>
              <p:nvPr/>
            </p:nvSpPr>
            <p:spPr>
              <a:xfrm>
                <a:off x="9748481" y="2872684"/>
                <a:ext cx="1579418" cy="486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Green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47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78B44E4-C1DA-547E-7F19-51D00A329784}"/>
              </a:ext>
            </a:extLst>
          </p:cNvPr>
          <p:cNvSpPr/>
          <p:nvPr/>
        </p:nvSpPr>
        <p:spPr>
          <a:xfrm>
            <a:off x="-37071" y="2486835"/>
            <a:ext cx="12307330" cy="3336953"/>
          </a:xfrm>
          <a:custGeom>
            <a:avLst/>
            <a:gdLst>
              <a:gd name="connsiteX0" fmla="*/ 10897061 w 10897060"/>
              <a:gd name="connsiteY0" fmla="*/ 0 h 3151601"/>
              <a:gd name="connsiteX1" fmla="*/ 0 w 10897060"/>
              <a:gd name="connsiteY1" fmla="*/ 1306241 h 3151601"/>
              <a:gd name="connsiteX2" fmla="*/ 0 w 10897060"/>
              <a:gd name="connsiteY2" fmla="*/ 3151601 h 3151601"/>
              <a:gd name="connsiteX3" fmla="*/ 10897061 w 10897060"/>
              <a:gd name="connsiteY3" fmla="*/ 1845361 h 3151601"/>
              <a:gd name="connsiteX4" fmla="*/ 10897061 w 10897060"/>
              <a:gd name="connsiteY4" fmla="*/ 0 h 3151601"/>
              <a:gd name="connsiteX0" fmla="*/ 10919150 w 10919150"/>
              <a:gd name="connsiteY0" fmla="*/ 0 h 3225742"/>
              <a:gd name="connsiteX1" fmla="*/ 22089 w 10919150"/>
              <a:gd name="connsiteY1" fmla="*/ 1306241 h 3225742"/>
              <a:gd name="connsiteX2" fmla="*/ 0 w 10919150"/>
              <a:gd name="connsiteY2" fmla="*/ 3225742 h 3225742"/>
              <a:gd name="connsiteX3" fmla="*/ 10919150 w 10919150"/>
              <a:gd name="connsiteY3" fmla="*/ 1845361 h 3225742"/>
              <a:gd name="connsiteX4" fmla="*/ 10919150 w 10919150"/>
              <a:gd name="connsiteY4" fmla="*/ 0 h 3225742"/>
              <a:gd name="connsiteX0" fmla="*/ 10908105 w 10919150"/>
              <a:gd name="connsiteY0" fmla="*/ 0 h 3336953"/>
              <a:gd name="connsiteX1" fmla="*/ 22089 w 10919150"/>
              <a:gd name="connsiteY1" fmla="*/ 1417452 h 3336953"/>
              <a:gd name="connsiteX2" fmla="*/ 0 w 10919150"/>
              <a:gd name="connsiteY2" fmla="*/ 3336953 h 3336953"/>
              <a:gd name="connsiteX3" fmla="*/ 10919150 w 10919150"/>
              <a:gd name="connsiteY3" fmla="*/ 1956572 h 3336953"/>
              <a:gd name="connsiteX4" fmla="*/ 10908105 w 10919150"/>
              <a:gd name="connsiteY4" fmla="*/ 0 h 3336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19150" h="3336953">
                <a:moveTo>
                  <a:pt x="10908105" y="0"/>
                </a:moveTo>
                <a:lnTo>
                  <a:pt x="22089" y="1417452"/>
                </a:lnTo>
                <a:lnTo>
                  <a:pt x="0" y="3336953"/>
                </a:lnTo>
                <a:lnTo>
                  <a:pt x="10919150" y="1956572"/>
                </a:lnTo>
                <a:cubicBezTo>
                  <a:pt x="10915468" y="1304381"/>
                  <a:pt x="10911787" y="652191"/>
                  <a:pt x="10908105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</a:schemeClr>
              </a:gs>
              <a:gs pos="70000">
                <a:schemeClr val="bg1">
                  <a:lumMod val="85000"/>
                </a:schemeClr>
              </a:gs>
            </a:gsLst>
            <a:lin ang="5400000" scaled="1"/>
          </a:gradFill>
          <a:ln w="145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4E489E3-5AB0-83A0-E8EA-166B614F1DB6}"/>
              </a:ext>
            </a:extLst>
          </p:cNvPr>
          <p:cNvGrpSpPr/>
          <p:nvPr/>
        </p:nvGrpSpPr>
        <p:grpSpPr>
          <a:xfrm>
            <a:off x="1041542" y="2066337"/>
            <a:ext cx="2947915" cy="4394340"/>
            <a:chOff x="1041542" y="2066337"/>
            <a:chExt cx="2947915" cy="43943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CF56DA4-1BF5-E411-BD1E-8EFE60ED47D6}"/>
                </a:ext>
              </a:extLst>
            </p:cNvPr>
            <p:cNvGrpSpPr/>
            <p:nvPr/>
          </p:nvGrpSpPr>
          <p:grpSpPr>
            <a:xfrm>
              <a:off x="1041542" y="2718170"/>
              <a:ext cx="2947915" cy="3742507"/>
              <a:chOff x="1041542" y="2718170"/>
              <a:chExt cx="2947915" cy="3742507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491AECE-720E-7F9C-E4ED-CC97BC9BD9BD}"/>
                  </a:ext>
                </a:extLst>
              </p:cNvPr>
              <p:cNvSpPr/>
              <p:nvPr/>
            </p:nvSpPr>
            <p:spPr>
              <a:xfrm>
                <a:off x="1041542" y="5585296"/>
                <a:ext cx="863997" cy="875381"/>
              </a:xfrm>
              <a:custGeom>
                <a:avLst/>
                <a:gdLst>
                  <a:gd name="connsiteX0" fmla="*/ 868115 w 868114"/>
                  <a:gd name="connsiteY0" fmla="*/ 0 h 875380"/>
                  <a:gd name="connsiteX1" fmla="*/ 565423 w 868114"/>
                  <a:gd name="connsiteY1" fmla="*/ 875381 h 875380"/>
                  <a:gd name="connsiteX2" fmla="*/ 0 w 868114"/>
                  <a:gd name="connsiteY2" fmla="*/ 104046 h 875380"/>
                  <a:gd name="connsiteX3" fmla="*/ 868115 w 868114"/>
                  <a:gd name="connsiteY3" fmla="*/ 0 h 875380"/>
                  <a:gd name="connsiteX0" fmla="*/ 863997 w 863997"/>
                  <a:gd name="connsiteY0" fmla="*/ 0 h 875381"/>
                  <a:gd name="connsiteX1" fmla="*/ 561305 w 863997"/>
                  <a:gd name="connsiteY1" fmla="*/ 875381 h 875381"/>
                  <a:gd name="connsiteX2" fmla="*/ 0 w 863997"/>
                  <a:gd name="connsiteY2" fmla="*/ 120522 h 875381"/>
                  <a:gd name="connsiteX3" fmla="*/ 863997 w 863997"/>
                  <a:gd name="connsiteY3" fmla="*/ 0 h 875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3997" h="875381">
                    <a:moveTo>
                      <a:pt x="863997" y="0"/>
                    </a:moveTo>
                    <a:lnTo>
                      <a:pt x="561305" y="875381"/>
                    </a:lnTo>
                    <a:lnTo>
                      <a:pt x="0" y="120522"/>
                    </a:lnTo>
                    <a:lnTo>
                      <a:pt x="863997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/>
                  </a:gs>
                  <a:gs pos="12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9ACB3AA2-5E04-005D-632E-110A1212E826}"/>
                  </a:ext>
                </a:extLst>
              </p:cNvPr>
              <p:cNvSpPr/>
              <p:nvPr/>
            </p:nvSpPr>
            <p:spPr>
              <a:xfrm>
                <a:off x="3129579" y="2718170"/>
                <a:ext cx="859878" cy="875380"/>
              </a:xfrm>
              <a:custGeom>
                <a:avLst/>
                <a:gdLst>
                  <a:gd name="connsiteX0" fmla="*/ 0 w 868114"/>
                  <a:gd name="connsiteY0" fmla="*/ 875380 h 875380"/>
                  <a:gd name="connsiteX1" fmla="*/ 302692 w 868114"/>
                  <a:gd name="connsiteY1" fmla="*/ 0 h 875380"/>
                  <a:gd name="connsiteX2" fmla="*/ 868115 w 868114"/>
                  <a:gd name="connsiteY2" fmla="*/ 771334 h 875380"/>
                  <a:gd name="connsiteX3" fmla="*/ 0 w 868114"/>
                  <a:gd name="connsiteY3" fmla="*/ 875380 h 875380"/>
                  <a:gd name="connsiteX0" fmla="*/ 0 w 859878"/>
                  <a:gd name="connsiteY0" fmla="*/ 875380 h 875380"/>
                  <a:gd name="connsiteX1" fmla="*/ 302692 w 859878"/>
                  <a:gd name="connsiteY1" fmla="*/ 0 h 875380"/>
                  <a:gd name="connsiteX2" fmla="*/ 859878 w 859878"/>
                  <a:gd name="connsiteY2" fmla="*/ 738383 h 875380"/>
                  <a:gd name="connsiteX3" fmla="*/ 0 w 859878"/>
                  <a:gd name="connsiteY3" fmla="*/ 875380 h 87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9878" h="875380">
                    <a:moveTo>
                      <a:pt x="0" y="875380"/>
                    </a:moveTo>
                    <a:lnTo>
                      <a:pt x="302692" y="0"/>
                    </a:lnTo>
                    <a:lnTo>
                      <a:pt x="859878" y="738383"/>
                    </a:lnTo>
                    <a:lnTo>
                      <a:pt x="0" y="875380"/>
                    </a:lnTo>
                    <a:close/>
                  </a:path>
                </a:pathLst>
              </a:custGeom>
              <a:gradFill>
                <a:gsLst>
                  <a:gs pos="5000">
                    <a:schemeClr val="accent1"/>
                  </a:gs>
                  <a:gs pos="87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29426A9-248D-42B9-2477-70953E23676E}"/>
                  </a:ext>
                </a:extLst>
              </p:cNvPr>
              <p:cNvSpPr/>
              <p:nvPr/>
            </p:nvSpPr>
            <p:spPr>
              <a:xfrm>
                <a:off x="1606344" y="2718222"/>
                <a:ext cx="1825452" cy="3742454"/>
              </a:xfrm>
              <a:custGeom>
                <a:avLst/>
                <a:gdLst>
                  <a:gd name="connsiteX0" fmla="*/ 1825453 w 1825452"/>
                  <a:gd name="connsiteY0" fmla="*/ 0 h 3742454"/>
                  <a:gd name="connsiteX1" fmla="*/ 1825453 w 1825452"/>
                  <a:gd name="connsiteY1" fmla="*/ 3523609 h 3742454"/>
                  <a:gd name="connsiteX2" fmla="*/ 0 w 1825452"/>
                  <a:gd name="connsiteY2" fmla="*/ 3742454 h 3742454"/>
                  <a:gd name="connsiteX3" fmla="*/ 0 w 1825452"/>
                  <a:gd name="connsiteY3" fmla="*/ 218845 h 3742454"/>
                  <a:gd name="connsiteX4" fmla="*/ 1825453 w 1825452"/>
                  <a:gd name="connsiteY4" fmla="*/ 0 h 3742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452" h="3742454">
                    <a:moveTo>
                      <a:pt x="1825453" y="0"/>
                    </a:moveTo>
                    <a:lnTo>
                      <a:pt x="1825453" y="3523609"/>
                    </a:lnTo>
                    <a:lnTo>
                      <a:pt x="0" y="3742454"/>
                    </a:lnTo>
                    <a:lnTo>
                      <a:pt x="0" y="218845"/>
                    </a:lnTo>
                    <a:lnTo>
                      <a:pt x="1825453" y="0"/>
                    </a:lnTo>
                    <a:close/>
                  </a:path>
                </a:pathLst>
              </a:custGeom>
              <a:gradFill>
                <a:gsLst>
                  <a:gs pos="5000">
                    <a:schemeClr val="accent1"/>
                  </a:gs>
                  <a:gs pos="76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BCF484F-3607-EE44-A084-8FB7B42889D6}"/>
                  </a:ext>
                </a:extLst>
              </p:cNvPr>
              <p:cNvSpPr txBox="1"/>
              <p:nvPr/>
            </p:nvSpPr>
            <p:spPr>
              <a:xfrm>
                <a:off x="1591221" y="4027757"/>
                <a:ext cx="1855698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Yellow</a:t>
                </a:r>
                <a:r>
                  <a:rPr lang="en-US" sz="16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Yellow is a color of happiness</a:t>
                </a: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and friendliness</a:t>
                </a: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.</a:t>
                </a:r>
                <a:endParaRPr lang="en-US" sz="14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6FA926C-7D56-7DE9-9A15-CD212F270E34}"/>
                </a:ext>
              </a:extLst>
            </p:cNvPr>
            <p:cNvGrpSpPr/>
            <p:nvPr/>
          </p:nvGrpSpPr>
          <p:grpSpPr>
            <a:xfrm>
              <a:off x="1871535" y="2066337"/>
              <a:ext cx="1288076" cy="1288076"/>
              <a:chOff x="1871535" y="2066337"/>
              <a:chExt cx="1288076" cy="1288076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6ADF8F9-389C-AAF2-BD88-47FFF11F89A9}"/>
                  </a:ext>
                </a:extLst>
              </p:cNvPr>
              <p:cNvSpPr/>
              <p:nvPr/>
            </p:nvSpPr>
            <p:spPr>
              <a:xfrm>
                <a:off x="1871535" y="2066337"/>
                <a:ext cx="1288076" cy="1288076"/>
              </a:xfrm>
              <a:custGeom>
                <a:avLst/>
                <a:gdLst>
                  <a:gd name="connsiteX0" fmla="*/ 1288076 w 1288076"/>
                  <a:gd name="connsiteY0" fmla="*/ 644038 h 1288076"/>
                  <a:gd name="connsiteX1" fmla="*/ 644038 w 1288076"/>
                  <a:gd name="connsiteY1" fmla="*/ 1288076 h 1288076"/>
                  <a:gd name="connsiteX2" fmla="*/ 0 w 1288076"/>
                  <a:gd name="connsiteY2" fmla="*/ 644038 h 1288076"/>
                  <a:gd name="connsiteX3" fmla="*/ 644038 w 1288076"/>
                  <a:gd name="connsiteY3" fmla="*/ 0 h 1288076"/>
                  <a:gd name="connsiteX4" fmla="*/ 1288076 w 1288076"/>
                  <a:gd name="connsiteY4" fmla="*/ 644038 h 1288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8076" h="1288076">
                    <a:moveTo>
                      <a:pt x="1288076" y="644038"/>
                    </a:moveTo>
                    <a:cubicBezTo>
                      <a:pt x="1288076" y="999730"/>
                      <a:pt x="999730" y="1288076"/>
                      <a:pt x="644038" y="1288076"/>
                    </a:cubicBezTo>
                    <a:cubicBezTo>
                      <a:pt x="288346" y="1288076"/>
                      <a:pt x="0" y="999730"/>
                      <a:pt x="0" y="644038"/>
                    </a:cubicBezTo>
                    <a:cubicBezTo>
                      <a:pt x="0" y="288346"/>
                      <a:pt x="288346" y="0"/>
                      <a:pt x="644038" y="0"/>
                    </a:cubicBezTo>
                    <a:cubicBezTo>
                      <a:pt x="999730" y="0"/>
                      <a:pt x="1288076" y="288346"/>
                      <a:pt x="1288076" y="644038"/>
                    </a:cubicBezTo>
                    <a:close/>
                  </a:path>
                </a:pathLst>
              </a:custGeom>
              <a:solidFill>
                <a:schemeClr val="bg1"/>
              </a:solidFill>
              <a:ln w="14529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EAEB330-83DC-C76A-AB40-D0FD7C1F2B7F}"/>
                  </a:ext>
                </a:extLst>
              </p:cNvPr>
              <p:cNvSpPr/>
              <p:nvPr/>
            </p:nvSpPr>
            <p:spPr>
              <a:xfrm>
                <a:off x="2169577" y="2364379"/>
                <a:ext cx="691992" cy="691992"/>
              </a:xfrm>
              <a:custGeom>
                <a:avLst/>
                <a:gdLst>
                  <a:gd name="connsiteX0" fmla="*/ 691992 w 691992"/>
                  <a:gd name="connsiteY0" fmla="*/ 345996 h 691992"/>
                  <a:gd name="connsiteX1" fmla="*/ 345996 w 691992"/>
                  <a:gd name="connsiteY1" fmla="*/ 691992 h 691992"/>
                  <a:gd name="connsiteX2" fmla="*/ 0 w 691992"/>
                  <a:gd name="connsiteY2" fmla="*/ 345996 h 691992"/>
                  <a:gd name="connsiteX3" fmla="*/ 345996 w 691992"/>
                  <a:gd name="connsiteY3" fmla="*/ 0 h 691992"/>
                  <a:gd name="connsiteX4" fmla="*/ 691992 w 691992"/>
                  <a:gd name="connsiteY4" fmla="*/ 345996 h 691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992" h="691992">
                    <a:moveTo>
                      <a:pt x="691992" y="345996"/>
                    </a:moveTo>
                    <a:cubicBezTo>
                      <a:pt x="691992" y="537084"/>
                      <a:pt x="537085" y="691992"/>
                      <a:pt x="345996" y="691992"/>
                    </a:cubicBezTo>
                    <a:cubicBezTo>
                      <a:pt x="154908" y="691992"/>
                      <a:pt x="0" y="537084"/>
                      <a:pt x="0" y="345996"/>
                    </a:cubicBezTo>
                    <a:cubicBezTo>
                      <a:pt x="0" y="154908"/>
                      <a:pt x="154908" y="0"/>
                      <a:pt x="345996" y="0"/>
                    </a:cubicBezTo>
                    <a:cubicBezTo>
                      <a:pt x="537085" y="0"/>
                      <a:pt x="691992" y="154908"/>
                      <a:pt x="691992" y="345996"/>
                    </a:cubicBezTo>
                    <a:close/>
                  </a:path>
                </a:pathLst>
              </a:custGeom>
              <a:gradFill>
                <a:gsLst>
                  <a:gs pos="5000">
                    <a:schemeClr val="accent1"/>
                  </a:gs>
                  <a:gs pos="87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01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63852C-5A06-A3A5-E748-BDCCF11F26BD}"/>
              </a:ext>
            </a:extLst>
          </p:cNvPr>
          <p:cNvGrpSpPr/>
          <p:nvPr/>
        </p:nvGrpSpPr>
        <p:grpSpPr>
          <a:xfrm>
            <a:off x="5828732" y="1513412"/>
            <a:ext cx="2950022" cy="4374140"/>
            <a:chOff x="5828732" y="1513412"/>
            <a:chExt cx="2950022" cy="437414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702E0DE-23BE-7247-364B-8E5D58B92126}"/>
                </a:ext>
              </a:extLst>
            </p:cNvPr>
            <p:cNvGrpSpPr/>
            <p:nvPr/>
          </p:nvGrpSpPr>
          <p:grpSpPr>
            <a:xfrm>
              <a:off x="5828732" y="2145098"/>
              <a:ext cx="2950022" cy="3742454"/>
              <a:chOff x="5828732" y="2145098"/>
              <a:chExt cx="2950022" cy="3742454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A4E7153-F8F3-7C33-AA3E-27958A7AB7D4}"/>
                  </a:ext>
                </a:extLst>
              </p:cNvPr>
              <p:cNvSpPr/>
              <p:nvPr/>
            </p:nvSpPr>
            <p:spPr>
              <a:xfrm>
                <a:off x="5828732" y="5011507"/>
                <a:ext cx="872233" cy="875381"/>
              </a:xfrm>
              <a:custGeom>
                <a:avLst/>
                <a:gdLst>
                  <a:gd name="connsiteX0" fmla="*/ 868114 w 868114"/>
                  <a:gd name="connsiteY0" fmla="*/ 0 h 875380"/>
                  <a:gd name="connsiteX1" fmla="*/ 565423 w 868114"/>
                  <a:gd name="connsiteY1" fmla="*/ 875381 h 875380"/>
                  <a:gd name="connsiteX2" fmla="*/ 0 w 868114"/>
                  <a:gd name="connsiteY2" fmla="*/ 104046 h 875380"/>
                  <a:gd name="connsiteX3" fmla="*/ 868114 w 868114"/>
                  <a:gd name="connsiteY3" fmla="*/ 0 h 875380"/>
                  <a:gd name="connsiteX0" fmla="*/ 872233 w 872233"/>
                  <a:gd name="connsiteY0" fmla="*/ 0 h 875381"/>
                  <a:gd name="connsiteX1" fmla="*/ 569542 w 872233"/>
                  <a:gd name="connsiteY1" fmla="*/ 875381 h 875381"/>
                  <a:gd name="connsiteX2" fmla="*/ 0 w 872233"/>
                  <a:gd name="connsiteY2" fmla="*/ 157592 h 875381"/>
                  <a:gd name="connsiteX3" fmla="*/ 872233 w 872233"/>
                  <a:gd name="connsiteY3" fmla="*/ 0 h 875381"/>
                  <a:gd name="connsiteX0" fmla="*/ 872233 w 872233"/>
                  <a:gd name="connsiteY0" fmla="*/ 0 h 875381"/>
                  <a:gd name="connsiteX1" fmla="*/ 569542 w 872233"/>
                  <a:gd name="connsiteY1" fmla="*/ 875381 h 875381"/>
                  <a:gd name="connsiteX2" fmla="*/ 0 w 872233"/>
                  <a:gd name="connsiteY2" fmla="*/ 153473 h 875381"/>
                  <a:gd name="connsiteX3" fmla="*/ 872233 w 872233"/>
                  <a:gd name="connsiteY3" fmla="*/ 0 h 875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233" h="875381">
                    <a:moveTo>
                      <a:pt x="872233" y="0"/>
                    </a:moveTo>
                    <a:lnTo>
                      <a:pt x="569542" y="875381"/>
                    </a:lnTo>
                    <a:lnTo>
                      <a:pt x="0" y="153473"/>
                    </a:lnTo>
                    <a:lnTo>
                      <a:pt x="872233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15000">
                    <a:schemeClr val="accent3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77C79FB-4787-AABE-C234-2E4A3F9C396D}"/>
                  </a:ext>
                </a:extLst>
              </p:cNvPr>
              <p:cNvSpPr/>
              <p:nvPr/>
            </p:nvSpPr>
            <p:spPr>
              <a:xfrm>
                <a:off x="7922996" y="2145099"/>
                <a:ext cx="855758" cy="875526"/>
              </a:xfrm>
              <a:custGeom>
                <a:avLst/>
                <a:gdLst>
                  <a:gd name="connsiteX0" fmla="*/ 0 w 868114"/>
                  <a:gd name="connsiteY0" fmla="*/ 875526 h 875525"/>
                  <a:gd name="connsiteX1" fmla="*/ 302692 w 868114"/>
                  <a:gd name="connsiteY1" fmla="*/ 0 h 875525"/>
                  <a:gd name="connsiteX2" fmla="*/ 868115 w 868114"/>
                  <a:gd name="connsiteY2" fmla="*/ 771480 h 875525"/>
                  <a:gd name="connsiteX3" fmla="*/ 0 w 868114"/>
                  <a:gd name="connsiteY3" fmla="*/ 875526 h 875525"/>
                  <a:gd name="connsiteX0" fmla="*/ 0 w 863996"/>
                  <a:gd name="connsiteY0" fmla="*/ 875526 h 875526"/>
                  <a:gd name="connsiteX1" fmla="*/ 302692 w 863996"/>
                  <a:gd name="connsiteY1" fmla="*/ 0 h 875526"/>
                  <a:gd name="connsiteX2" fmla="*/ 863996 w 863996"/>
                  <a:gd name="connsiteY2" fmla="*/ 759123 h 875526"/>
                  <a:gd name="connsiteX3" fmla="*/ 0 w 863996"/>
                  <a:gd name="connsiteY3" fmla="*/ 875526 h 875526"/>
                  <a:gd name="connsiteX0" fmla="*/ 0 w 855758"/>
                  <a:gd name="connsiteY0" fmla="*/ 875526 h 875526"/>
                  <a:gd name="connsiteX1" fmla="*/ 302692 w 855758"/>
                  <a:gd name="connsiteY1" fmla="*/ 0 h 875526"/>
                  <a:gd name="connsiteX2" fmla="*/ 855758 w 855758"/>
                  <a:gd name="connsiteY2" fmla="*/ 755004 h 875526"/>
                  <a:gd name="connsiteX3" fmla="*/ 0 w 855758"/>
                  <a:gd name="connsiteY3" fmla="*/ 875526 h 875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5758" h="875526">
                    <a:moveTo>
                      <a:pt x="0" y="875526"/>
                    </a:moveTo>
                    <a:lnTo>
                      <a:pt x="302692" y="0"/>
                    </a:lnTo>
                    <a:lnTo>
                      <a:pt x="855758" y="755004"/>
                    </a:lnTo>
                    <a:lnTo>
                      <a:pt x="0" y="87552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81000">
                    <a:schemeClr val="accent3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6F18CEF-CC60-2C91-BCF8-FBE310765D48}"/>
                  </a:ext>
                </a:extLst>
              </p:cNvPr>
              <p:cNvSpPr/>
              <p:nvPr/>
            </p:nvSpPr>
            <p:spPr>
              <a:xfrm>
                <a:off x="6398983" y="2145098"/>
                <a:ext cx="1825452" cy="3742454"/>
              </a:xfrm>
              <a:custGeom>
                <a:avLst/>
                <a:gdLst>
                  <a:gd name="connsiteX0" fmla="*/ 1825452 w 1825452"/>
                  <a:gd name="connsiteY0" fmla="*/ 0 h 3742454"/>
                  <a:gd name="connsiteX1" fmla="*/ 1825452 w 1825452"/>
                  <a:gd name="connsiteY1" fmla="*/ 3523609 h 3742454"/>
                  <a:gd name="connsiteX2" fmla="*/ 0 w 1825452"/>
                  <a:gd name="connsiteY2" fmla="*/ 3742454 h 3742454"/>
                  <a:gd name="connsiteX3" fmla="*/ 0 w 1825452"/>
                  <a:gd name="connsiteY3" fmla="*/ 218700 h 3742454"/>
                  <a:gd name="connsiteX4" fmla="*/ 1825452 w 1825452"/>
                  <a:gd name="connsiteY4" fmla="*/ 0 h 3742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452" h="3742454">
                    <a:moveTo>
                      <a:pt x="1825452" y="0"/>
                    </a:moveTo>
                    <a:lnTo>
                      <a:pt x="1825452" y="3523609"/>
                    </a:lnTo>
                    <a:lnTo>
                      <a:pt x="0" y="3742454"/>
                    </a:lnTo>
                    <a:lnTo>
                      <a:pt x="0" y="218700"/>
                    </a:lnTo>
                    <a:lnTo>
                      <a:pt x="182545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81000">
                    <a:schemeClr val="accent3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D31CAD-EA2A-FBA5-BE19-BCA8CBBAD0BD}"/>
                  </a:ext>
                </a:extLst>
              </p:cNvPr>
              <p:cNvSpPr txBox="1"/>
              <p:nvPr/>
            </p:nvSpPr>
            <p:spPr>
              <a:xfrm>
                <a:off x="6306828" y="3454633"/>
                <a:ext cx="2009762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Orange</a:t>
                </a:r>
                <a:endParaRPr lang="en-US" sz="1600" b="1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4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 </a:t>
                </a: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Orange is a color of playfulness and energy.</a:t>
                </a:r>
                <a:endParaRPr lang="en-US" sz="14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A2C4108-6289-CFCA-9DED-8BC4D62CFEB4}"/>
                </a:ext>
              </a:extLst>
            </p:cNvPr>
            <p:cNvGrpSpPr/>
            <p:nvPr/>
          </p:nvGrpSpPr>
          <p:grpSpPr>
            <a:xfrm>
              <a:off x="6711847" y="1513412"/>
              <a:ext cx="1199724" cy="1199724"/>
              <a:chOff x="6711847" y="1513412"/>
              <a:chExt cx="1199724" cy="1199724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126304F-25D4-A35F-474A-9D0CA11F3810}"/>
                  </a:ext>
                </a:extLst>
              </p:cNvPr>
              <p:cNvSpPr/>
              <p:nvPr/>
            </p:nvSpPr>
            <p:spPr>
              <a:xfrm>
                <a:off x="6711847" y="1513412"/>
                <a:ext cx="1199724" cy="1199724"/>
              </a:xfrm>
              <a:custGeom>
                <a:avLst/>
                <a:gdLst>
                  <a:gd name="connsiteX0" fmla="*/ 1199724 w 1199724"/>
                  <a:gd name="connsiteY0" fmla="*/ 599862 h 1199724"/>
                  <a:gd name="connsiteX1" fmla="*/ 599862 w 1199724"/>
                  <a:gd name="connsiteY1" fmla="*/ 1199724 h 1199724"/>
                  <a:gd name="connsiteX2" fmla="*/ 0 w 1199724"/>
                  <a:gd name="connsiteY2" fmla="*/ 599862 h 1199724"/>
                  <a:gd name="connsiteX3" fmla="*/ 599862 w 1199724"/>
                  <a:gd name="connsiteY3" fmla="*/ 0 h 1199724"/>
                  <a:gd name="connsiteX4" fmla="*/ 1199724 w 1199724"/>
                  <a:gd name="connsiteY4" fmla="*/ 599862 h 119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9724" h="1199724">
                    <a:moveTo>
                      <a:pt x="1199724" y="599862"/>
                    </a:moveTo>
                    <a:cubicBezTo>
                      <a:pt x="1199724" y="931157"/>
                      <a:pt x="931157" y="1199724"/>
                      <a:pt x="599862" y="1199724"/>
                    </a:cubicBezTo>
                    <a:cubicBezTo>
                      <a:pt x="268568" y="1199724"/>
                      <a:pt x="0" y="931157"/>
                      <a:pt x="0" y="599862"/>
                    </a:cubicBezTo>
                    <a:cubicBezTo>
                      <a:pt x="0" y="268568"/>
                      <a:pt x="268568" y="0"/>
                      <a:pt x="599862" y="0"/>
                    </a:cubicBezTo>
                    <a:cubicBezTo>
                      <a:pt x="931157" y="0"/>
                      <a:pt x="1199724" y="268567"/>
                      <a:pt x="1199724" y="599862"/>
                    </a:cubicBezTo>
                    <a:close/>
                  </a:path>
                </a:pathLst>
              </a:custGeom>
              <a:solidFill>
                <a:schemeClr val="bg1"/>
              </a:solidFill>
              <a:ln w="14529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0149152-2F4C-FB9D-ACCD-D005753D0DD5}"/>
                  </a:ext>
                </a:extLst>
              </p:cNvPr>
              <p:cNvSpPr/>
              <p:nvPr/>
            </p:nvSpPr>
            <p:spPr>
              <a:xfrm>
                <a:off x="6965713" y="1767278"/>
                <a:ext cx="691992" cy="691992"/>
              </a:xfrm>
              <a:custGeom>
                <a:avLst/>
                <a:gdLst>
                  <a:gd name="connsiteX0" fmla="*/ 691992 w 691992"/>
                  <a:gd name="connsiteY0" fmla="*/ 345996 h 691992"/>
                  <a:gd name="connsiteX1" fmla="*/ 345996 w 691992"/>
                  <a:gd name="connsiteY1" fmla="*/ 691992 h 691992"/>
                  <a:gd name="connsiteX2" fmla="*/ 0 w 691992"/>
                  <a:gd name="connsiteY2" fmla="*/ 345996 h 691992"/>
                  <a:gd name="connsiteX3" fmla="*/ 345996 w 691992"/>
                  <a:gd name="connsiteY3" fmla="*/ 0 h 691992"/>
                  <a:gd name="connsiteX4" fmla="*/ 691992 w 691992"/>
                  <a:gd name="connsiteY4" fmla="*/ 345996 h 691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992" h="691992">
                    <a:moveTo>
                      <a:pt x="691992" y="345996"/>
                    </a:moveTo>
                    <a:cubicBezTo>
                      <a:pt x="691992" y="537084"/>
                      <a:pt x="537085" y="691992"/>
                      <a:pt x="345996" y="691992"/>
                    </a:cubicBezTo>
                    <a:cubicBezTo>
                      <a:pt x="154908" y="691992"/>
                      <a:pt x="0" y="537084"/>
                      <a:pt x="0" y="345996"/>
                    </a:cubicBezTo>
                    <a:cubicBezTo>
                      <a:pt x="0" y="154908"/>
                      <a:pt x="154908" y="0"/>
                      <a:pt x="345996" y="0"/>
                    </a:cubicBezTo>
                    <a:cubicBezTo>
                      <a:pt x="537085" y="0"/>
                      <a:pt x="691992" y="154908"/>
                      <a:pt x="691992" y="34599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81000">
                    <a:schemeClr val="accent3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03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2B57C95-0943-6D27-0049-07D2F8C0B35A}"/>
              </a:ext>
            </a:extLst>
          </p:cNvPr>
          <p:cNvGrpSpPr/>
          <p:nvPr/>
        </p:nvGrpSpPr>
        <p:grpSpPr>
          <a:xfrm>
            <a:off x="3428299" y="1797981"/>
            <a:ext cx="2961023" cy="4376134"/>
            <a:chOff x="3428299" y="1797981"/>
            <a:chExt cx="2961023" cy="437613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75E4FAF-A0D8-79D3-6B49-EC9AC3F5B459}"/>
                </a:ext>
              </a:extLst>
            </p:cNvPr>
            <p:cNvGrpSpPr/>
            <p:nvPr/>
          </p:nvGrpSpPr>
          <p:grpSpPr>
            <a:xfrm>
              <a:off x="3428299" y="2431660"/>
              <a:ext cx="2961023" cy="3742455"/>
              <a:chOff x="3428299" y="2431660"/>
              <a:chExt cx="2961023" cy="374245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8E00C62-47C2-F404-98CE-86BA392901D9}"/>
                  </a:ext>
                </a:extLst>
              </p:cNvPr>
              <p:cNvSpPr/>
              <p:nvPr/>
            </p:nvSpPr>
            <p:spPr>
              <a:xfrm>
                <a:off x="3428299" y="5298734"/>
                <a:ext cx="868115" cy="875381"/>
              </a:xfrm>
              <a:custGeom>
                <a:avLst/>
                <a:gdLst>
                  <a:gd name="connsiteX0" fmla="*/ 868115 w 868114"/>
                  <a:gd name="connsiteY0" fmla="*/ 0 h 875380"/>
                  <a:gd name="connsiteX1" fmla="*/ 565277 w 868114"/>
                  <a:gd name="connsiteY1" fmla="*/ 875381 h 875380"/>
                  <a:gd name="connsiteX2" fmla="*/ 0 w 868114"/>
                  <a:gd name="connsiteY2" fmla="*/ 104046 h 875380"/>
                  <a:gd name="connsiteX3" fmla="*/ 868115 w 868114"/>
                  <a:gd name="connsiteY3" fmla="*/ 0 h 875380"/>
                  <a:gd name="connsiteX0" fmla="*/ 868115 w 868115"/>
                  <a:gd name="connsiteY0" fmla="*/ 0 h 875381"/>
                  <a:gd name="connsiteX1" fmla="*/ 565277 w 868115"/>
                  <a:gd name="connsiteY1" fmla="*/ 875381 h 875381"/>
                  <a:gd name="connsiteX2" fmla="*/ 0 w 868115"/>
                  <a:gd name="connsiteY2" fmla="*/ 132878 h 875381"/>
                  <a:gd name="connsiteX3" fmla="*/ 868115 w 868115"/>
                  <a:gd name="connsiteY3" fmla="*/ 0 h 875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115" h="875381">
                    <a:moveTo>
                      <a:pt x="868115" y="0"/>
                    </a:moveTo>
                    <a:lnTo>
                      <a:pt x="565277" y="875381"/>
                    </a:lnTo>
                    <a:lnTo>
                      <a:pt x="0" y="132878"/>
                    </a:lnTo>
                    <a:lnTo>
                      <a:pt x="868115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13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D88F239-B696-E3B5-3C3D-6C7EB2FC4DBA}"/>
                  </a:ext>
                </a:extLst>
              </p:cNvPr>
              <p:cNvSpPr/>
              <p:nvPr/>
            </p:nvSpPr>
            <p:spPr>
              <a:xfrm>
                <a:off x="5512970" y="2431660"/>
                <a:ext cx="876352" cy="875526"/>
              </a:xfrm>
              <a:custGeom>
                <a:avLst/>
                <a:gdLst>
                  <a:gd name="connsiteX0" fmla="*/ 0 w 868114"/>
                  <a:gd name="connsiteY0" fmla="*/ 875526 h 875525"/>
                  <a:gd name="connsiteX1" fmla="*/ 302837 w 868114"/>
                  <a:gd name="connsiteY1" fmla="*/ 0 h 875525"/>
                  <a:gd name="connsiteX2" fmla="*/ 868114 w 868114"/>
                  <a:gd name="connsiteY2" fmla="*/ 771480 h 875525"/>
                  <a:gd name="connsiteX3" fmla="*/ 0 w 868114"/>
                  <a:gd name="connsiteY3" fmla="*/ 875526 h 875525"/>
                  <a:gd name="connsiteX0" fmla="*/ 0 w 876352"/>
                  <a:gd name="connsiteY0" fmla="*/ 875526 h 875526"/>
                  <a:gd name="connsiteX1" fmla="*/ 302837 w 876352"/>
                  <a:gd name="connsiteY1" fmla="*/ 0 h 875526"/>
                  <a:gd name="connsiteX2" fmla="*/ 876352 w 876352"/>
                  <a:gd name="connsiteY2" fmla="*/ 746767 h 875526"/>
                  <a:gd name="connsiteX3" fmla="*/ 0 w 876352"/>
                  <a:gd name="connsiteY3" fmla="*/ 875526 h 875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6352" h="875526">
                    <a:moveTo>
                      <a:pt x="0" y="875526"/>
                    </a:moveTo>
                    <a:lnTo>
                      <a:pt x="302837" y="0"/>
                    </a:lnTo>
                    <a:lnTo>
                      <a:pt x="876352" y="746767"/>
                    </a:lnTo>
                    <a:lnTo>
                      <a:pt x="0" y="87552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88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0F6548F-B6CB-F8E5-CD60-58185BC6E3FC}"/>
                  </a:ext>
                </a:extLst>
              </p:cNvPr>
              <p:cNvSpPr/>
              <p:nvPr/>
            </p:nvSpPr>
            <p:spPr>
              <a:xfrm>
                <a:off x="3990958" y="2431660"/>
                <a:ext cx="1825452" cy="3742454"/>
              </a:xfrm>
              <a:custGeom>
                <a:avLst/>
                <a:gdLst>
                  <a:gd name="connsiteX0" fmla="*/ 1825453 w 1825452"/>
                  <a:gd name="connsiteY0" fmla="*/ 0 h 3742454"/>
                  <a:gd name="connsiteX1" fmla="*/ 1825453 w 1825452"/>
                  <a:gd name="connsiteY1" fmla="*/ 3523609 h 3742454"/>
                  <a:gd name="connsiteX2" fmla="*/ 0 w 1825452"/>
                  <a:gd name="connsiteY2" fmla="*/ 3742454 h 3742454"/>
                  <a:gd name="connsiteX3" fmla="*/ 0 w 1825452"/>
                  <a:gd name="connsiteY3" fmla="*/ 218845 h 3742454"/>
                  <a:gd name="connsiteX4" fmla="*/ 1825453 w 1825452"/>
                  <a:gd name="connsiteY4" fmla="*/ 0 h 3742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452" h="3742454">
                    <a:moveTo>
                      <a:pt x="1825453" y="0"/>
                    </a:moveTo>
                    <a:lnTo>
                      <a:pt x="1825453" y="3523609"/>
                    </a:lnTo>
                    <a:lnTo>
                      <a:pt x="0" y="3742454"/>
                    </a:lnTo>
                    <a:lnTo>
                      <a:pt x="0" y="218845"/>
                    </a:lnTo>
                    <a:lnTo>
                      <a:pt x="182545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88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D777C5-1C28-C1E2-327B-735BD0E3B2EA}"/>
                  </a:ext>
                </a:extLst>
              </p:cNvPr>
              <p:cNvSpPr txBox="1"/>
              <p:nvPr/>
            </p:nvSpPr>
            <p:spPr>
              <a:xfrm>
                <a:off x="3898803" y="3741195"/>
                <a:ext cx="2009762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Red</a:t>
                </a:r>
                <a:r>
                  <a:rPr lang="en-US" sz="16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latin typeface="Lora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Red is a color of aggression, and importance</a:t>
                </a:r>
                <a:endParaRPr lang="en-US" sz="1400" dirty="0">
                  <a:solidFill>
                    <a:schemeClr val="bg1"/>
                  </a:solidFill>
                  <a:effectLst/>
                  <a:latin typeface="Lora" pitchFamily="2" charset="0"/>
                  <a:ea typeface="Times New Roman" panose="02020603050405020304" pitchFamily="18" charset="0"/>
                  <a:cs typeface="Leelawadee" panose="020B0502040204020203" pitchFamily="34" charset="-34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285DA39-596D-1F29-760A-CD09E9528455}"/>
                </a:ext>
              </a:extLst>
            </p:cNvPr>
            <p:cNvGrpSpPr/>
            <p:nvPr/>
          </p:nvGrpSpPr>
          <p:grpSpPr>
            <a:xfrm>
              <a:off x="4321176" y="1797981"/>
              <a:ext cx="1199723" cy="1199723"/>
              <a:chOff x="4321176" y="1797981"/>
              <a:chExt cx="1199723" cy="1199723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51F2B42-4BB2-3123-38F5-DC313E98AAAF}"/>
                  </a:ext>
                </a:extLst>
              </p:cNvPr>
              <p:cNvSpPr/>
              <p:nvPr/>
            </p:nvSpPr>
            <p:spPr>
              <a:xfrm>
                <a:off x="4321176" y="1797981"/>
                <a:ext cx="1199723" cy="1199723"/>
              </a:xfrm>
              <a:custGeom>
                <a:avLst/>
                <a:gdLst>
                  <a:gd name="connsiteX0" fmla="*/ 1199724 w 1199723"/>
                  <a:gd name="connsiteY0" fmla="*/ 599769 h 1199723"/>
                  <a:gd name="connsiteX1" fmla="*/ 599862 w 1199723"/>
                  <a:gd name="connsiteY1" fmla="*/ 1199631 h 1199723"/>
                  <a:gd name="connsiteX2" fmla="*/ 0 w 1199723"/>
                  <a:gd name="connsiteY2" fmla="*/ 599769 h 1199723"/>
                  <a:gd name="connsiteX3" fmla="*/ 599862 w 1199723"/>
                  <a:gd name="connsiteY3" fmla="*/ -93 h 1199723"/>
                  <a:gd name="connsiteX4" fmla="*/ 1199724 w 1199723"/>
                  <a:gd name="connsiteY4" fmla="*/ 599769 h 119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9723" h="1199723">
                    <a:moveTo>
                      <a:pt x="1199724" y="599769"/>
                    </a:moveTo>
                    <a:cubicBezTo>
                      <a:pt x="1199724" y="931064"/>
                      <a:pt x="931156" y="1199631"/>
                      <a:pt x="599862" y="1199631"/>
                    </a:cubicBezTo>
                    <a:cubicBezTo>
                      <a:pt x="268567" y="1199631"/>
                      <a:pt x="0" y="931064"/>
                      <a:pt x="0" y="599769"/>
                    </a:cubicBezTo>
                    <a:cubicBezTo>
                      <a:pt x="0" y="268475"/>
                      <a:pt x="268567" y="-93"/>
                      <a:pt x="599862" y="-93"/>
                    </a:cubicBezTo>
                    <a:cubicBezTo>
                      <a:pt x="931156" y="-93"/>
                      <a:pt x="1199724" y="268475"/>
                      <a:pt x="1199724" y="599769"/>
                    </a:cubicBezTo>
                    <a:close/>
                  </a:path>
                </a:pathLst>
              </a:custGeom>
              <a:solidFill>
                <a:schemeClr val="bg1"/>
              </a:solidFill>
              <a:ln w="14529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4C21A6-F216-6841-00B0-D741A128F299}"/>
                  </a:ext>
                </a:extLst>
              </p:cNvPr>
              <p:cNvSpPr/>
              <p:nvPr/>
            </p:nvSpPr>
            <p:spPr>
              <a:xfrm>
                <a:off x="4572848" y="2040812"/>
                <a:ext cx="691472" cy="691472"/>
              </a:xfrm>
              <a:custGeom>
                <a:avLst/>
                <a:gdLst>
                  <a:gd name="connsiteX0" fmla="*/ 691473 w 691472"/>
                  <a:gd name="connsiteY0" fmla="*/ 345643 h 691472"/>
                  <a:gd name="connsiteX1" fmla="*/ 345736 w 691472"/>
                  <a:gd name="connsiteY1" fmla="*/ 691379 h 691472"/>
                  <a:gd name="connsiteX2" fmla="*/ 0 w 691472"/>
                  <a:gd name="connsiteY2" fmla="*/ 345643 h 691472"/>
                  <a:gd name="connsiteX3" fmla="*/ 345736 w 691472"/>
                  <a:gd name="connsiteY3" fmla="*/ -94 h 691472"/>
                  <a:gd name="connsiteX4" fmla="*/ 691473 w 691472"/>
                  <a:gd name="connsiteY4" fmla="*/ 345643 h 691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472" h="691472">
                    <a:moveTo>
                      <a:pt x="691473" y="345643"/>
                    </a:moveTo>
                    <a:cubicBezTo>
                      <a:pt x="691473" y="536588"/>
                      <a:pt x="536681" y="691379"/>
                      <a:pt x="345736" y="691379"/>
                    </a:cubicBezTo>
                    <a:cubicBezTo>
                      <a:pt x="154791" y="691379"/>
                      <a:pt x="0" y="536588"/>
                      <a:pt x="0" y="345643"/>
                    </a:cubicBezTo>
                    <a:cubicBezTo>
                      <a:pt x="0" y="154698"/>
                      <a:pt x="154791" y="-94"/>
                      <a:pt x="345736" y="-94"/>
                    </a:cubicBezTo>
                    <a:cubicBezTo>
                      <a:pt x="536681" y="-94"/>
                      <a:pt x="691473" y="154698"/>
                      <a:pt x="691473" y="3456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88000">
                    <a:schemeClr val="accent2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02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15AD3E-148B-1205-260A-83F982348EBD}"/>
              </a:ext>
            </a:extLst>
          </p:cNvPr>
          <p:cNvGrpSpPr/>
          <p:nvPr/>
        </p:nvGrpSpPr>
        <p:grpSpPr>
          <a:xfrm>
            <a:off x="8246974" y="1251553"/>
            <a:ext cx="2921073" cy="4349438"/>
            <a:chOff x="8246974" y="1251553"/>
            <a:chExt cx="2921073" cy="434943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70BE7C5-0090-DBDC-A5E0-0AD8796A768E}"/>
                </a:ext>
              </a:extLst>
            </p:cNvPr>
            <p:cNvGrpSpPr/>
            <p:nvPr/>
          </p:nvGrpSpPr>
          <p:grpSpPr>
            <a:xfrm>
              <a:off x="8246974" y="1856012"/>
              <a:ext cx="2921073" cy="3744979"/>
              <a:chOff x="8246974" y="1856012"/>
              <a:chExt cx="2921073" cy="3744979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16932AF-2D53-8416-24D1-48B3CE0A0C52}"/>
                  </a:ext>
                </a:extLst>
              </p:cNvPr>
              <p:cNvSpPr/>
              <p:nvPr/>
            </p:nvSpPr>
            <p:spPr>
              <a:xfrm>
                <a:off x="8246974" y="4725465"/>
                <a:ext cx="831045" cy="875526"/>
              </a:xfrm>
              <a:custGeom>
                <a:avLst/>
                <a:gdLst>
                  <a:gd name="connsiteX0" fmla="*/ 868115 w 868115"/>
                  <a:gd name="connsiteY0" fmla="*/ 0 h 875525"/>
                  <a:gd name="connsiteX1" fmla="*/ 565423 w 868115"/>
                  <a:gd name="connsiteY1" fmla="*/ 875526 h 875525"/>
                  <a:gd name="connsiteX2" fmla="*/ 0 w 868115"/>
                  <a:gd name="connsiteY2" fmla="*/ 104191 h 875525"/>
                  <a:gd name="connsiteX3" fmla="*/ 868115 w 868115"/>
                  <a:gd name="connsiteY3" fmla="*/ 0 h 875525"/>
                  <a:gd name="connsiteX0" fmla="*/ 831045 w 831045"/>
                  <a:gd name="connsiteY0" fmla="*/ 0 h 875526"/>
                  <a:gd name="connsiteX1" fmla="*/ 528353 w 831045"/>
                  <a:gd name="connsiteY1" fmla="*/ 875526 h 875526"/>
                  <a:gd name="connsiteX2" fmla="*/ 0 w 831045"/>
                  <a:gd name="connsiteY2" fmla="*/ 170094 h 875526"/>
                  <a:gd name="connsiteX3" fmla="*/ 831045 w 831045"/>
                  <a:gd name="connsiteY3" fmla="*/ 0 h 875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045" h="875526">
                    <a:moveTo>
                      <a:pt x="831045" y="0"/>
                    </a:moveTo>
                    <a:lnTo>
                      <a:pt x="528353" y="875526"/>
                    </a:lnTo>
                    <a:lnTo>
                      <a:pt x="0" y="170094"/>
                    </a:lnTo>
                    <a:lnTo>
                      <a:pt x="831045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4"/>
                  </a:gs>
                  <a:gs pos="17000">
                    <a:schemeClr val="accent4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1A2A56-A93F-13E6-195F-EA65D94E1586}"/>
                  </a:ext>
                </a:extLst>
              </p:cNvPr>
              <p:cNvSpPr/>
              <p:nvPr/>
            </p:nvSpPr>
            <p:spPr>
              <a:xfrm>
                <a:off x="10299933" y="1856012"/>
                <a:ext cx="868114" cy="875525"/>
              </a:xfrm>
              <a:custGeom>
                <a:avLst/>
                <a:gdLst>
                  <a:gd name="connsiteX0" fmla="*/ 0 w 868114"/>
                  <a:gd name="connsiteY0" fmla="*/ 875526 h 875525"/>
                  <a:gd name="connsiteX1" fmla="*/ 302692 w 868114"/>
                  <a:gd name="connsiteY1" fmla="*/ 0 h 875525"/>
                  <a:gd name="connsiteX2" fmla="*/ 868114 w 868114"/>
                  <a:gd name="connsiteY2" fmla="*/ 771334 h 875525"/>
                  <a:gd name="connsiteX3" fmla="*/ 0 w 868114"/>
                  <a:gd name="connsiteY3" fmla="*/ 875526 h 875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114" h="875525">
                    <a:moveTo>
                      <a:pt x="0" y="875526"/>
                    </a:moveTo>
                    <a:lnTo>
                      <a:pt x="302692" y="0"/>
                    </a:lnTo>
                    <a:lnTo>
                      <a:pt x="868114" y="771334"/>
                    </a:lnTo>
                    <a:lnTo>
                      <a:pt x="0" y="87552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83000">
                    <a:schemeClr val="accent4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188B92-D6DA-18BC-26ED-B66AE7F76B99}"/>
                  </a:ext>
                </a:extLst>
              </p:cNvPr>
              <p:cNvSpPr/>
              <p:nvPr/>
            </p:nvSpPr>
            <p:spPr>
              <a:xfrm>
                <a:off x="8775327" y="1858536"/>
                <a:ext cx="1825452" cy="3742453"/>
              </a:xfrm>
              <a:custGeom>
                <a:avLst/>
                <a:gdLst>
                  <a:gd name="connsiteX0" fmla="*/ 1825453 w 1825452"/>
                  <a:gd name="connsiteY0" fmla="*/ 0 h 3742453"/>
                  <a:gd name="connsiteX1" fmla="*/ 1825453 w 1825452"/>
                  <a:gd name="connsiteY1" fmla="*/ 3523609 h 3742453"/>
                  <a:gd name="connsiteX2" fmla="*/ 0 w 1825452"/>
                  <a:gd name="connsiteY2" fmla="*/ 3742454 h 3742453"/>
                  <a:gd name="connsiteX3" fmla="*/ 0 w 1825452"/>
                  <a:gd name="connsiteY3" fmla="*/ 218700 h 3742453"/>
                  <a:gd name="connsiteX4" fmla="*/ 1825453 w 1825452"/>
                  <a:gd name="connsiteY4" fmla="*/ 0 h 3742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452" h="3742453">
                    <a:moveTo>
                      <a:pt x="1825453" y="0"/>
                    </a:moveTo>
                    <a:lnTo>
                      <a:pt x="1825453" y="3523609"/>
                    </a:lnTo>
                    <a:lnTo>
                      <a:pt x="0" y="3742454"/>
                    </a:lnTo>
                    <a:lnTo>
                      <a:pt x="0" y="218700"/>
                    </a:lnTo>
                    <a:lnTo>
                      <a:pt x="182545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0000">
                    <a:schemeClr val="accent4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  <a:effectLst>
                <a:outerShdw blurRad="127000" dist="50800" dir="5400000" sx="102000" sy="102000" algn="c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A55AC3-1DE6-EDA3-2A27-1EC3B663646A}"/>
                  </a:ext>
                </a:extLst>
              </p:cNvPr>
              <p:cNvSpPr txBox="1"/>
              <p:nvPr/>
            </p:nvSpPr>
            <p:spPr>
              <a:xfrm>
                <a:off x="8683172" y="3168070"/>
                <a:ext cx="2009762" cy="1123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Green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/>
                    </a:solidFill>
                    <a:effectLst/>
                    <a:latin typeface="Lora" pitchFamily="2" charset="0"/>
                    <a:ea typeface="Times New Roman" panose="02020603050405020304" pitchFamily="18" charset="0"/>
                    <a:cs typeface="Leelawadee" panose="020B0502040204020203" pitchFamily="34" charset="-34"/>
                  </a:rPr>
                  <a:t>Green is a color of nature, stability, and prosperity.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B1DD109-C0AC-6EA9-6D72-F5EA623BC424}"/>
                </a:ext>
              </a:extLst>
            </p:cNvPr>
            <p:cNvGrpSpPr/>
            <p:nvPr/>
          </p:nvGrpSpPr>
          <p:grpSpPr>
            <a:xfrm>
              <a:off x="9117254" y="1251553"/>
              <a:ext cx="1199724" cy="1199724"/>
              <a:chOff x="9117254" y="1251553"/>
              <a:chExt cx="1199724" cy="1199724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72F328A-9A66-6111-2184-80C4B10FEA9D}"/>
                  </a:ext>
                </a:extLst>
              </p:cNvPr>
              <p:cNvSpPr/>
              <p:nvPr/>
            </p:nvSpPr>
            <p:spPr>
              <a:xfrm>
                <a:off x="9117254" y="1251553"/>
                <a:ext cx="1199724" cy="1199724"/>
              </a:xfrm>
              <a:custGeom>
                <a:avLst/>
                <a:gdLst>
                  <a:gd name="connsiteX0" fmla="*/ 1199724 w 1199724"/>
                  <a:gd name="connsiteY0" fmla="*/ 599862 h 1199724"/>
                  <a:gd name="connsiteX1" fmla="*/ 599861 w 1199724"/>
                  <a:gd name="connsiteY1" fmla="*/ 1199724 h 1199724"/>
                  <a:gd name="connsiteX2" fmla="*/ -1 w 1199724"/>
                  <a:gd name="connsiteY2" fmla="*/ 599862 h 1199724"/>
                  <a:gd name="connsiteX3" fmla="*/ 599861 w 1199724"/>
                  <a:gd name="connsiteY3" fmla="*/ 0 h 1199724"/>
                  <a:gd name="connsiteX4" fmla="*/ 1199724 w 1199724"/>
                  <a:gd name="connsiteY4" fmla="*/ 599862 h 119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9724" h="1199724">
                    <a:moveTo>
                      <a:pt x="1199724" y="599862"/>
                    </a:moveTo>
                    <a:cubicBezTo>
                      <a:pt x="1199724" y="931157"/>
                      <a:pt x="931156" y="1199724"/>
                      <a:pt x="599861" y="1199724"/>
                    </a:cubicBezTo>
                    <a:cubicBezTo>
                      <a:pt x="268566" y="1199724"/>
                      <a:pt x="-1" y="931157"/>
                      <a:pt x="-1" y="599862"/>
                    </a:cubicBezTo>
                    <a:cubicBezTo>
                      <a:pt x="-1" y="268567"/>
                      <a:pt x="268566" y="0"/>
                      <a:pt x="599861" y="0"/>
                    </a:cubicBezTo>
                    <a:cubicBezTo>
                      <a:pt x="931156" y="0"/>
                      <a:pt x="1199724" y="268567"/>
                      <a:pt x="1199724" y="599862"/>
                    </a:cubicBezTo>
                    <a:close/>
                  </a:path>
                </a:pathLst>
              </a:custGeom>
              <a:solidFill>
                <a:schemeClr val="bg1"/>
              </a:solidFill>
              <a:ln w="14529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69D2DDC-A18A-1B98-CA23-BB470D9B1E0F}"/>
                  </a:ext>
                </a:extLst>
              </p:cNvPr>
              <p:cNvSpPr/>
              <p:nvPr/>
            </p:nvSpPr>
            <p:spPr>
              <a:xfrm>
                <a:off x="9371120" y="1505419"/>
                <a:ext cx="691992" cy="691992"/>
              </a:xfrm>
              <a:custGeom>
                <a:avLst/>
                <a:gdLst>
                  <a:gd name="connsiteX0" fmla="*/ 691992 w 691992"/>
                  <a:gd name="connsiteY0" fmla="*/ 345996 h 691992"/>
                  <a:gd name="connsiteX1" fmla="*/ 345996 w 691992"/>
                  <a:gd name="connsiteY1" fmla="*/ 691992 h 691992"/>
                  <a:gd name="connsiteX2" fmla="*/ 0 w 691992"/>
                  <a:gd name="connsiteY2" fmla="*/ 345996 h 691992"/>
                  <a:gd name="connsiteX3" fmla="*/ 345996 w 691992"/>
                  <a:gd name="connsiteY3" fmla="*/ 0 h 691992"/>
                  <a:gd name="connsiteX4" fmla="*/ 691992 w 691992"/>
                  <a:gd name="connsiteY4" fmla="*/ 345996 h 691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992" h="691992">
                    <a:moveTo>
                      <a:pt x="691992" y="345996"/>
                    </a:moveTo>
                    <a:cubicBezTo>
                      <a:pt x="691992" y="537084"/>
                      <a:pt x="537085" y="691992"/>
                      <a:pt x="345996" y="691992"/>
                    </a:cubicBezTo>
                    <a:cubicBezTo>
                      <a:pt x="154908" y="691992"/>
                      <a:pt x="0" y="537084"/>
                      <a:pt x="0" y="345996"/>
                    </a:cubicBezTo>
                    <a:cubicBezTo>
                      <a:pt x="0" y="154908"/>
                      <a:pt x="154908" y="0"/>
                      <a:pt x="345996" y="0"/>
                    </a:cubicBezTo>
                    <a:cubicBezTo>
                      <a:pt x="537085" y="0"/>
                      <a:pt x="691992" y="154908"/>
                      <a:pt x="691992" y="34599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0000">
                    <a:schemeClr val="accent4">
                      <a:lumMod val="75000"/>
                    </a:schemeClr>
                  </a:gs>
                </a:gsLst>
                <a:lin ang="5400000" scaled="1"/>
              </a:gradFill>
              <a:ln w="1452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04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788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98763 0.20139 L -1.47451E-17 -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297" y="-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88F7C6-B775-DA86-36F2-09AD733E0602}"/>
              </a:ext>
            </a:extLst>
          </p:cNvPr>
          <p:cNvGrpSpPr/>
          <p:nvPr/>
        </p:nvGrpSpPr>
        <p:grpSpPr>
          <a:xfrm>
            <a:off x="402162" y="1482969"/>
            <a:ext cx="11387676" cy="4481103"/>
            <a:chOff x="763919" y="1376091"/>
            <a:chExt cx="10664162" cy="4196397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0B38EB-F45E-5A3F-6FA6-D8D68FB2FC16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17669" name="Google Shape;9147;p73">
                <a:extLst>
                  <a:ext uri="{FF2B5EF4-FFF2-40B4-BE49-F238E27FC236}">
                    <a16:creationId xmlns:a16="http://schemas.microsoft.com/office/drawing/2014/main" id="{62ACFF62-C108-172D-D498-C8475087D389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17830" name="Google Shape;9148;p73">
                  <a:extLst>
                    <a:ext uri="{FF2B5EF4-FFF2-40B4-BE49-F238E27FC236}">
                      <a16:creationId xmlns:a16="http://schemas.microsoft.com/office/drawing/2014/main" id="{AA7285D6-92D3-19A1-7C47-B9CDE7B007ED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31" name="Google Shape;9149;p73">
                  <a:extLst>
                    <a:ext uri="{FF2B5EF4-FFF2-40B4-BE49-F238E27FC236}">
                      <a16:creationId xmlns:a16="http://schemas.microsoft.com/office/drawing/2014/main" id="{5452C3CE-0956-4E03-108F-CB018DAAB9F3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2" name="Google Shape;9150;p73">
                  <a:extLst>
                    <a:ext uri="{FF2B5EF4-FFF2-40B4-BE49-F238E27FC236}">
                      <a16:creationId xmlns:a16="http://schemas.microsoft.com/office/drawing/2014/main" id="{C2F94820-3E5F-0394-AB83-73638F8458CB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3" name="Google Shape;9151;p73">
                  <a:extLst>
                    <a:ext uri="{FF2B5EF4-FFF2-40B4-BE49-F238E27FC236}">
                      <a16:creationId xmlns:a16="http://schemas.microsoft.com/office/drawing/2014/main" id="{8888BEF0-B93C-5A46-556B-3EAE5316A40B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0" name="Google Shape;9152;p73">
                <a:extLst>
                  <a:ext uri="{FF2B5EF4-FFF2-40B4-BE49-F238E27FC236}">
                    <a16:creationId xmlns:a16="http://schemas.microsoft.com/office/drawing/2014/main" id="{ADA50E07-873D-09F5-21FC-D586B60D4AED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17827" name="Google Shape;9153;p73">
                  <a:extLst>
                    <a:ext uri="{FF2B5EF4-FFF2-40B4-BE49-F238E27FC236}">
                      <a16:creationId xmlns:a16="http://schemas.microsoft.com/office/drawing/2014/main" id="{AD08CB27-897B-278E-9D9B-B4DBB48462B0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8" name="Google Shape;9154;p73">
                  <a:extLst>
                    <a:ext uri="{FF2B5EF4-FFF2-40B4-BE49-F238E27FC236}">
                      <a16:creationId xmlns:a16="http://schemas.microsoft.com/office/drawing/2014/main" id="{99EC79BC-A273-F927-1147-7EB9EE9A04D2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9" name="Google Shape;9155;p73">
                  <a:extLst>
                    <a:ext uri="{FF2B5EF4-FFF2-40B4-BE49-F238E27FC236}">
                      <a16:creationId xmlns:a16="http://schemas.microsoft.com/office/drawing/2014/main" id="{A481F08F-CBBE-2F0B-8722-AF2111AD10A4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1" name="Google Shape;9156;p73">
                <a:extLst>
                  <a:ext uri="{FF2B5EF4-FFF2-40B4-BE49-F238E27FC236}">
                    <a16:creationId xmlns:a16="http://schemas.microsoft.com/office/drawing/2014/main" id="{5F11252F-8BD4-926D-0585-A932B4A66C7D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2" name="Google Shape;9157;p73">
                <a:extLst>
                  <a:ext uri="{FF2B5EF4-FFF2-40B4-BE49-F238E27FC236}">
                    <a16:creationId xmlns:a16="http://schemas.microsoft.com/office/drawing/2014/main" id="{363F3E0D-5C97-F223-E256-2E3FB6F70ECE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17825" name="Google Shape;9158;p73">
                  <a:extLst>
                    <a:ext uri="{FF2B5EF4-FFF2-40B4-BE49-F238E27FC236}">
                      <a16:creationId xmlns:a16="http://schemas.microsoft.com/office/drawing/2014/main" id="{58E6720D-2442-CD14-5A3C-60A1FEDBD4BA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6" name="Google Shape;9159;p73">
                  <a:extLst>
                    <a:ext uri="{FF2B5EF4-FFF2-40B4-BE49-F238E27FC236}">
                      <a16:creationId xmlns:a16="http://schemas.microsoft.com/office/drawing/2014/main" id="{56B41E84-E4AC-AC4E-59E4-598515AB9BE8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3" name="Google Shape;9160;p73">
                <a:extLst>
                  <a:ext uri="{FF2B5EF4-FFF2-40B4-BE49-F238E27FC236}">
                    <a16:creationId xmlns:a16="http://schemas.microsoft.com/office/drawing/2014/main" id="{DDDEC3AB-4DD6-28DD-5E1B-2FBA6C86583C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17823" name="Google Shape;9161;p73">
                  <a:extLst>
                    <a:ext uri="{FF2B5EF4-FFF2-40B4-BE49-F238E27FC236}">
                      <a16:creationId xmlns:a16="http://schemas.microsoft.com/office/drawing/2014/main" id="{50128753-877F-2990-CD62-366FD6C43D40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4" name="Google Shape;9162;p73">
                  <a:extLst>
                    <a:ext uri="{FF2B5EF4-FFF2-40B4-BE49-F238E27FC236}">
                      <a16:creationId xmlns:a16="http://schemas.microsoft.com/office/drawing/2014/main" id="{199DD43B-4983-B300-3852-0F14FD959B25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4" name="Google Shape;9163;p73">
                <a:extLst>
                  <a:ext uri="{FF2B5EF4-FFF2-40B4-BE49-F238E27FC236}">
                    <a16:creationId xmlns:a16="http://schemas.microsoft.com/office/drawing/2014/main" id="{6CF9E815-79F8-4616-9D5D-FE86B76A0383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5" name="Google Shape;9164;p73">
                <a:extLst>
                  <a:ext uri="{FF2B5EF4-FFF2-40B4-BE49-F238E27FC236}">
                    <a16:creationId xmlns:a16="http://schemas.microsoft.com/office/drawing/2014/main" id="{632955CF-48E1-3C12-4D6E-5C181D5F83E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17820" name="Google Shape;9165;p73">
                  <a:extLst>
                    <a:ext uri="{FF2B5EF4-FFF2-40B4-BE49-F238E27FC236}">
                      <a16:creationId xmlns:a16="http://schemas.microsoft.com/office/drawing/2014/main" id="{FDE9F7E7-11D2-6171-07EF-1340AC89381B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1" name="Google Shape;9166;p73">
                  <a:extLst>
                    <a:ext uri="{FF2B5EF4-FFF2-40B4-BE49-F238E27FC236}">
                      <a16:creationId xmlns:a16="http://schemas.microsoft.com/office/drawing/2014/main" id="{60BC8646-A153-8FE6-985B-35ACB313EDEE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2" name="Google Shape;9167;p73">
                  <a:extLst>
                    <a:ext uri="{FF2B5EF4-FFF2-40B4-BE49-F238E27FC236}">
                      <a16:creationId xmlns:a16="http://schemas.microsoft.com/office/drawing/2014/main" id="{3C2FAD50-9CFB-C4B6-20FE-FD02ECED10CA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6" name="Google Shape;9168;p73">
                <a:extLst>
                  <a:ext uri="{FF2B5EF4-FFF2-40B4-BE49-F238E27FC236}">
                    <a16:creationId xmlns:a16="http://schemas.microsoft.com/office/drawing/2014/main" id="{C4B78967-F10C-A41C-3A2B-D0F2DA6C15D9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7" name="Google Shape;9169;p73">
                <a:extLst>
                  <a:ext uri="{FF2B5EF4-FFF2-40B4-BE49-F238E27FC236}">
                    <a16:creationId xmlns:a16="http://schemas.microsoft.com/office/drawing/2014/main" id="{538D2A0E-FF94-8C60-10F3-247ED579D427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8" name="Google Shape;9170;p73">
                <a:extLst>
                  <a:ext uri="{FF2B5EF4-FFF2-40B4-BE49-F238E27FC236}">
                    <a16:creationId xmlns:a16="http://schemas.microsoft.com/office/drawing/2014/main" id="{49180716-CEA7-5E21-1801-E8F8985F956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9" name="Google Shape;9171;p73">
                <a:extLst>
                  <a:ext uri="{FF2B5EF4-FFF2-40B4-BE49-F238E27FC236}">
                    <a16:creationId xmlns:a16="http://schemas.microsoft.com/office/drawing/2014/main" id="{B7562C5E-05F1-AD25-6E20-B52B235BAF7B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0" name="Google Shape;9172;p73">
                <a:extLst>
                  <a:ext uri="{FF2B5EF4-FFF2-40B4-BE49-F238E27FC236}">
                    <a16:creationId xmlns:a16="http://schemas.microsoft.com/office/drawing/2014/main" id="{E7B7509D-C007-E594-CC03-2DC5EC58C591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17816" name="Google Shape;9173;p73">
                  <a:extLst>
                    <a:ext uri="{FF2B5EF4-FFF2-40B4-BE49-F238E27FC236}">
                      <a16:creationId xmlns:a16="http://schemas.microsoft.com/office/drawing/2014/main" id="{D066B87F-BBD1-EEB8-4446-D6F701508A7F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7" name="Google Shape;9174;p73">
                  <a:extLst>
                    <a:ext uri="{FF2B5EF4-FFF2-40B4-BE49-F238E27FC236}">
                      <a16:creationId xmlns:a16="http://schemas.microsoft.com/office/drawing/2014/main" id="{9203B9CD-1F02-0C94-3E71-A1D56C5921EF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8" name="Google Shape;9175;p73">
                  <a:extLst>
                    <a:ext uri="{FF2B5EF4-FFF2-40B4-BE49-F238E27FC236}">
                      <a16:creationId xmlns:a16="http://schemas.microsoft.com/office/drawing/2014/main" id="{58D810BE-4F5C-28AB-E4B9-536B0F92AF8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9" name="Google Shape;9176;p73">
                  <a:extLst>
                    <a:ext uri="{FF2B5EF4-FFF2-40B4-BE49-F238E27FC236}">
                      <a16:creationId xmlns:a16="http://schemas.microsoft.com/office/drawing/2014/main" id="{3E84E2D0-0638-5A88-98BE-CC51082D20C2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1" name="Google Shape;9177;p73">
                <a:extLst>
                  <a:ext uri="{FF2B5EF4-FFF2-40B4-BE49-F238E27FC236}">
                    <a16:creationId xmlns:a16="http://schemas.microsoft.com/office/drawing/2014/main" id="{9C392A5D-EDE3-F460-F38B-C2E0AC6A9B3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17814" name="Google Shape;9178;p73">
                  <a:extLst>
                    <a:ext uri="{FF2B5EF4-FFF2-40B4-BE49-F238E27FC236}">
                      <a16:creationId xmlns:a16="http://schemas.microsoft.com/office/drawing/2014/main" id="{22B28EC9-05C7-90F7-A476-E7AA62E66B4D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5" name="Google Shape;9179;p73">
                  <a:extLst>
                    <a:ext uri="{FF2B5EF4-FFF2-40B4-BE49-F238E27FC236}">
                      <a16:creationId xmlns:a16="http://schemas.microsoft.com/office/drawing/2014/main" id="{B50A64B9-8F4B-3A90-7B66-9878D6902722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2" name="Google Shape;9180;p73">
                <a:extLst>
                  <a:ext uri="{FF2B5EF4-FFF2-40B4-BE49-F238E27FC236}">
                    <a16:creationId xmlns:a16="http://schemas.microsoft.com/office/drawing/2014/main" id="{85825ABF-39E7-2034-3F46-2C6FC8EB5729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17811" name="Google Shape;9181;p73">
                  <a:extLst>
                    <a:ext uri="{FF2B5EF4-FFF2-40B4-BE49-F238E27FC236}">
                      <a16:creationId xmlns:a16="http://schemas.microsoft.com/office/drawing/2014/main" id="{A6D438DA-2628-C80C-D206-3B12A4B68E5C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2" name="Google Shape;9182;p73">
                  <a:extLst>
                    <a:ext uri="{FF2B5EF4-FFF2-40B4-BE49-F238E27FC236}">
                      <a16:creationId xmlns:a16="http://schemas.microsoft.com/office/drawing/2014/main" id="{FE446367-D440-7C9D-8075-2ECD5390FA34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3" name="Google Shape;9183;p73">
                  <a:extLst>
                    <a:ext uri="{FF2B5EF4-FFF2-40B4-BE49-F238E27FC236}">
                      <a16:creationId xmlns:a16="http://schemas.microsoft.com/office/drawing/2014/main" id="{69A071B6-F865-959F-5756-9AAB03734A7D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3" name="Google Shape;9184;p73">
                <a:extLst>
                  <a:ext uri="{FF2B5EF4-FFF2-40B4-BE49-F238E27FC236}">
                    <a16:creationId xmlns:a16="http://schemas.microsoft.com/office/drawing/2014/main" id="{C8A50F2D-CF9F-8DB4-9678-E646D6A0D2D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17809" name="Google Shape;9185;p73">
                  <a:extLst>
                    <a:ext uri="{FF2B5EF4-FFF2-40B4-BE49-F238E27FC236}">
                      <a16:creationId xmlns:a16="http://schemas.microsoft.com/office/drawing/2014/main" id="{C421F685-F7E0-67EC-8F97-62B8C8D430A1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0" name="Google Shape;9186;p73">
                  <a:extLst>
                    <a:ext uri="{FF2B5EF4-FFF2-40B4-BE49-F238E27FC236}">
                      <a16:creationId xmlns:a16="http://schemas.microsoft.com/office/drawing/2014/main" id="{3C1663A0-D951-719B-BE2F-6A83A8E09B7A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4" name="Google Shape;9187;p73">
                <a:extLst>
                  <a:ext uri="{FF2B5EF4-FFF2-40B4-BE49-F238E27FC236}">
                    <a16:creationId xmlns:a16="http://schemas.microsoft.com/office/drawing/2014/main" id="{B3F317AC-55C1-DCA2-31E6-87062C0E776E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5" name="Google Shape;9188;p73">
                <a:extLst>
                  <a:ext uri="{FF2B5EF4-FFF2-40B4-BE49-F238E27FC236}">
                    <a16:creationId xmlns:a16="http://schemas.microsoft.com/office/drawing/2014/main" id="{4A041CA6-466D-A5DC-F156-8A1F69E6C097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17804" name="Google Shape;9189;p73">
                  <a:extLst>
                    <a:ext uri="{FF2B5EF4-FFF2-40B4-BE49-F238E27FC236}">
                      <a16:creationId xmlns:a16="http://schemas.microsoft.com/office/drawing/2014/main" id="{23869CD7-5EBE-147C-B3BC-7015A85CA95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5" name="Google Shape;9190;p73">
                  <a:extLst>
                    <a:ext uri="{FF2B5EF4-FFF2-40B4-BE49-F238E27FC236}">
                      <a16:creationId xmlns:a16="http://schemas.microsoft.com/office/drawing/2014/main" id="{C0F8D9FE-21D7-7D40-EE5D-830D24E1C3BC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6" name="Google Shape;9191;p73">
                  <a:extLst>
                    <a:ext uri="{FF2B5EF4-FFF2-40B4-BE49-F238E27FC236}">
                      <a16:creationId xmlns:a16="http://schemas.microsoft.com/office/drawing/2014/main" id="{DB8F0F58-24B7-E672-140B-C976BD876E0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7" name="Google Shape;9192;p73">
                  <a:extLst>
                    <a:ext uri="{FF2B5EF4-FFF2-40B4-BE49-F238E27FC236}">
                      <a16:creationId xmlns:a16="http://schemas.microsoft.com/office/drawing/2014/main" id="{D365CA78-01DE-0539-6937-068C281E9DBD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8" name="Google Shape;9193;p73">
                  <a:extLst>
                    <a:ext uri="{FF2B5EF4-FFF2-40B4-BE49-F238E27FC236}">
                      <a16:creationId xmlns:a16="http://schemas.microsoft.com/office/drawing/2014/main" id="{92CAAA88-FAB1-0F47-8C02-5701AF71B020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6" name="Google Shape;9194;p73">
                <a:extLst>
                  <a:ext uri="{FF2B5EF4-FFF2-40B4-BE49-F238E27FC236}">
                    <a16:creationId xmlns:a16="http://schemas.microsoft.com/office/drawing/2014/main" id="{30B65611-99EA-10D9-D997-4C48DC3F10C2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87" name="Google Shape;9195;p73">
                <a:extLst>
                  <a:ext uri="{FF2B5EF4-FFF2-40B4-BE49-F238E27FC236}">
                    <a16:creationId xmlns:a16="http://schemas.microsoft.com/office/drawing/2014/main" id="{0913EBB4-4091-56EB-E986-AFCB8B39DE20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8" name="Google Shape;9196;p73">
                <a:extLst>
                  <a:ext uri="{FF2B5EF4-FFF2-40B4-BE49-F238E27FC236}">
                    <a16:creationId xmlns:a16="http://schemas.microsoft.com/office/drawing/2014/main" id="{7A830820-7BB6-0E77-AF78-ACCCEC6B3CE7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17800" name="Google Shape;9197;p73">
                  <a:extLst>
                    <a:ext uri="{FF2B5EF4-FFF2-40B4-BE49-F238E27FC236}">
                      <a16:creationId xmlns:a16="http://schemas.microsoft.com/office/drawing/2014/main" id="{D605DBE8-2D91-4C05-148F-3BB361487085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1" name="Google Shape;9198;p73">
                  <a:extLst>
                    <a:ext uri="{FF2B5EF4-FFF2-40B4-BE49-F238E27FC236}">
                      <a16:creationId xmlns:a16="http://schemas.microsoft.com/office/drawing/2014/main" id="{9D0919B2-F457-A7D1-B1E8-885BFC2D8245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2" name="Google Shape;9199;p73">
                  <a:extLst>
                    <a:ext uri="{FF2B5EF4-FFF2-40B4-BE49-F238E27FC236}">
                      <a16:creationId xmlns:a16="http://schemas.microsoft.com/office/drawing/2014/main" id="{8401C5CE-1D05-4067-3756-C02C95CEACF3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3" name="Google Shape;9200;p73">
                  <a:extLst>
                    <a:ext uri="{FF2B5EF4-FFF2-40B4-BE49-F238E27FC236}">
                      <a16:creationId xmlns:a16="http://schemas.microsoft.com/office/drawing/2014/main" id="{857908A3-309F-6083-EC61-E82E8EE4DDE8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9" name="Google Shape;9201;p73">
                <a:extLst>
                  <a:ext uri="{FF2B5EF4-FFF2-40B4-BE49-F238E27FC236}">
                    <a16:creationId xmlns:a16="http://schemas.microsoft.com/office/drawing/2014/main" id="{1387A87B-73CA-352A-F258-948A7F29DBE4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17798" name="Google Shape;9202;p73">
                  <a:extLst>
                    <a:ext uri="{FF2B5EF4-FFF2-40B4-BE49-F238E27FC236}">
                      <a16:creationId xmlns:a16="http://schemas.microsoft.com/office/drawing/2014/main" id="{F7E0F87E-81C1-811A-8898-60478222D4AA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9" name="Google Shape;9203;p73">
                  <a:extLst>
                    <a:ext uri="{FF2B5EF4-FFF2-40B4-BE49-F238E27FC236}">
                      <a16:creationId xmlns:a16="http://schemas.microsoft.com/office/drawing/2014/main" id="{C96C9B9A-ABD3-5E2A-FF8B-7DDB43400319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0" name="Google Shape;9204;p73">
                <a:extLst>
                  <a:ext uri="{FF2B5EF4-FFF2-40B4-BE49-F238E27FC236}">
                    <a16:creationId xmlns:a16="http://schemas.microsoft.com/office/drawing/2014/main" id="{900A24A2-F68C-BF82-E986-CDC53962C43F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1" name="Google Shape;9205;p73">
                <a:extLst>
                  <a:ext uri="{FF2B5EF4-FFF2-40B4-BE49-F238E27FC236}">
                    <a16:creationId xmlns:a16="http://schemas.microsoft.com/office/drawing/2014/main" id="{7A9BFFDA-D51E-F8D4-97E6-6A807C82888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17794" name="Google Shape;9206;p73">
                  <a:extLst>
                    <a:ext uri="{FF2B5EF4-FFF2-40B4-BE49-F238E27FC236}">
                      <a16:creationId xmlns:a16="http://schemas.microsoft.com/office/drawing/2014/main" id="{FB528597-CE47-7CA6-F636-974363AA2717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5" name="Google Shape;9207;p73">
                  <a:extLst>
                    <a:ext uri="{FF2B5EF4-FFF2-40B4-BE49-F238E27FC236}">
                      <a16:creationId xmlns:a16="http://schemas.microsoft.com/office/drawing/2014/main" id="{41385DAC-2DB4-C9AA-D23A-E6C253E3C427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6" name="Google Shape;9208;p73">
                  <a:extLst>
                    <a:ext uri="{FF2B5EF4-FFF2-40B4-BE49-F238E27FC236}">
                      <a16:creationId xmlns:a16="http://schemas.microsoft.com/office/drawing/2014/main" id="{3C6F1576-E814-BBB8-3992-0505242023DB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7" name="Google Shape;9209;p73">
                  <a:extLst>
                    <a:ext uri="{FF2B5EF4-FFF2-40B4-BE49-F238E27FC236}">
                      <a16:creationId xmlns:a16="http://schemas.microsoft.com/office/drawing/2014/main" id="{794AF971-0298-C130-061E-275B0A1AA8D0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2" name="Google Shape;9210;p73">
                <a:extLst>
                  <a:ext uri="{FF2B5EF4-FFF2-40B4-BE49-F238E27FC236}">
                    <a16:creationId xmlns:a16="http://schemas.microsoft.com/office/drawing/2014/main" id="{3F6D89FD-0118-8D9F-74A9-072A424462B8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3" name="Google Shape;9211;p73">
                <a:extLst>
                  <a:ext uri="{FF2B5EF4-FFF2-40B4-BE49-F238E27FC236}">
                    <a16:creationId xmlns:a16="http://schemas.microsoft.com/office/drawing/2014/main" id="{4EBE5D62-1497-D1AC-526E-899658F9B69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4" name="Google Shape;9212;p73">
                <a:extLst>
                  <a:ext uri="{FF2B5EF4-FFF2-40B4-BE49-F238E27FC236}">
                    <a16:creationId xmlns:a16="http://schemas.microsoft.com/office/drawing/2014/main" id="{524BC655-5E30-FCAE-1E34-BDA836814A01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5" name="Google Shape;9213;p73">
                <a:extLst>
                  <a:ext uri="{FF2B5EF4-FFF2-40B4-BE49-F238E27FC236}">
                    <a16:creationId xmlns:a16="http://schemas.microsoft.com/office/drawing/2014/main" id="{0243FFC9-CC18-B7DE-07DE-B491A56C279B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17792" name="Google Shape;9214;p73">
                  <a:extLst>
                    <a:ext uri="{FF2B5EF4-FFF2-40B4-BE49-F238E27FC236}">
                      <a16:creationId xmlns:a16="http://schemas.microsoft.com/office/drawing/2014/main" id="{3FAD330A-6EE5-5E17-24EB-B786D0D4B586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3" name="Google Shape;9215;p73">
                  <a:extLst>
                    <a:ext uri="{FF2B5EF4-FFF2-40B4-BE49-F238E27FC236}">
                      <a16:creationId xmlns:a16="http://schemas.microsoft.com/office/drawing/2014/main" id="{2647FD92-DCFF-A44E-E1FF-2BC65BA07B82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6" name="Google Shape;9216;p73">
                <a:extLst>
                  <a:ext uri="{FF2B5EF4-FFF2-40B4-BE49-F238E27FC236}">
                    <a16:creationId xmlns:a16="http://schemas.microsoft.com/office/drawing/2014/main" id="{2184BBC2-2E66-6800-1BE1-FBF5736FA4B6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17789" name="Google Shape;9217;p73">
                  <a:extLst>
                    <a:ext uri="{FF2B5EF4-FFF2-40B4-BE49-F238E27FC236}">
                      <a16:creationId xmlns:a16="http://schemas.microsoft.com/office/drawing/2014/main" id="{B1BF8EF9-FB2E-786F-6B92-7399F010ECF2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0" name="Google Shape;9218;p73">
                  <a:extLst>
                    <a:ext uri="{FF2B5EF4-FFF2-40B4-BE49-F238E27FC236}">
                      <a16:creationId xmlns:a16="http://schemas.microsoft.com/office/drawing/2014/main" id="{209F29CC-AE7A-391F-A207-4A8564AA2EEA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1" name="Google Shape;9219;p73">
                  <a:extLst>
                    <a:ext uri="{FF2B5EF4-FFF2-40B4-BE49-F238E27FC236}">
                      <a16:creationId xmlns:a16="http://schemas.microsoft.com/office/drawing/2014/main" id="{BCDDE940-E93A-A393-A9DC-370D88DA5847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7" name="Google Shape;9220;p73">
                <a:extLst>
                  <a:ext uri="{FF2B5EF4-FFF2-40B4-BE49-F238E27FC236}">
                    <a16:creationId xmlns:a16="http://schemas.microsoft.com/office/drawing/2014/main" id="{66E34820-7D1C-59F4-8B7B-47275F5EFEF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8" name="Google Shape;9221;p73">
                <a:extLst>
                  <a:ext uri="{FF2B5EF4-FFF2-40B4-BE49-F238E27FC236}">
                    <a16:creationId xmlns:a16="http://schemas.microsoft.com/office/drawing/2014/main" id="{7037DE14-B328-BABE-31B2-568C5F277739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17784" name="Google Shape;9222;p73">
                  <a:extLst>
                    <a:ext uri="{FF2B5EF4-FFF2-40B4-BE49-F238E27FC236}">
                      <a16:creationId xmlns:a16="http://schemas.microsoft.com/office/drawing/2014/main" id="{AC2146FD-05DC-B353-F937-3D358EBD334C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5" name="Google Shape;9223;p73">
                  <a:extLst>
                    <a:ext uri="{FF2B5EF4-FFF2-40B4-BE49-F238E27FC236}">
                      <a16:creationId xmlns:a16="http://schemas.microsoft.com/office/drawing/2014/main" id="{3E57F1F5-90DD-9D3E-405A-62D3C9E5218C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6" name="Google Shape;9224;p73">
                  <a:extLst>
                    <a:ext uri="{FF2B5EF4-FFF2-40B4-BE49-F238E27FC236}">
                      <a16:creationId xmlns:a16="http://schemas.microsoft.com/office/drawing/2014/main" id="{BD647321-D9DF-0DFF-136C-5D433F42D45C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7" name="Google Shape;9225;p73">
                  <a:extLst>
                    <a:ext uri="{FF2B5EF4-FFF2-40B4-BE49-F238E27FC236}">
                      <a16:creationId xmlns:a16="http://schemas.microsoft.com/office/drawing/2014/main" id="{A9D91F3E-19A6-3941-85F3-65CFEEAD2E6D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4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8" name="Google Shape;9226;p73">
                  <a:extLst>
                    <a:ext uri="{FF2B5EF4-FFF2-40B4-BE49-F238E27FC236}">
                      <a16:creationId xmlns:a16="http://schemas.microsoft.com/office/drawing/2014/main" id="{19448EAF-840E-6962-70CC-96EAEE1F72A5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9" name="Google Shape;9227;p73">
                <a:extLst>
                  <a:ext uri="{FF2B5EF4-FFF2-40B4-BE49-F238E27FC236}">
                    <a16:creationId xmlns:a16="http://schemas.microsoft.com/office/drawing/2014/main" id="{73F0655E-6EDA-C5D1-ACDF-3DA89251BBEB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17780" name="Google Shape;9228;p73">
                  <a:extLst>
                    <a:ext uri="{FF2B5EF4-FFF2-40B4-BE49-F238E27FC236}">
                      <a16:creationId xmlns:a16="http://schemas.microsoft.com/office/drawing/2014/main" id="{CE81207F-18F6-8D53-9E05-4E7BDD16ACA5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1" name="Google Shape;9229;p73">
                  <a:extLst>
                    <a:ext uri="{FF2B5EF4-FFF2-40B4-BE49-F238E27FC236}">
                      <a16:creationId xmlns:a16="http://schemas.microsoft.com/office/drawing/2014/main" id="{5A169894-ACAA-AADE-BEA3-3C3509894546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5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2" name="Google Shape;9230;p73">
                  <a:extLst>
                    <a:ext uri="{FF2B5EF4-FFF2-40B4-BE49-F238E27FC236}">
                      <a16:creationId xmlns:a16="http://schemas.microsoft.com/office/drawing/2014/main" id="{AAE829AE-78C8-64CC-997E-FB4516E9986B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3" name="Google Shape;9231;p73">
                  <a:extLst>
                    <a:ext uri="{FF2B5EF4-FFF2-40B4-BE49-F238E27FC236}">
                      <a16:creationId xmlns:a16="http://schemas.microsoft.com/office/drawing/2014/main" id="{8A9C0DB5-C053-0BDD-E88A-3242214C12A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0" name="Google Shape;9232;p73">
                <a:extLst>
                  <a:ext uri="{FF2B5EF4-FFF2-40B4-BE49-F238E27FC236}">
                    <a16:creationId xmlns:a16="http://schemas.microsoft.com/office/drawing/2014/main" id="{BDDE475B-D6AD-2E2A-1710-20CF825C5067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17778" name="Google Shape;9233;p73">
                  <a:extLst>
                    <a:ext uri="{FF2B5EF4-FFF2-40B4-BE49-F238E27FC236}">
                      <a16:creationId xmlns:a16="http://schemas.microsoft.com/office/drawing/2014/main" id="{FEA3D7CA-E8BF-5679-B13C-69BC8FF8B4AE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9" name="Google Shape;9234;p73">
                  <a:extLst>
                    <a:ext uri="{FF2B5EF4-FFF2-40B4-BE49-F238E27FC236}">
                      <a16:creationId xmlns:a16="http://schemas.microsoft.com/office/drawing/2014/main" id="{FFC9D3A1-5BD2-0EE4-B3EB-E01412A5B47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1" name="Google Shape;9235;p73">
                <a:extLst>
                  <a:ext uri="{FF2B5EF4-FFF2-40B4-BE49-F238E27FC236}">
                    <a16:creationId xmlns:a16="http://schemas.microsoft.com/office/drawing/2014/main" id="{32CA1CD2-9C53-A202-BAE4-8AC7C6E1B30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2" name="Google Shape;9236;p73">
                <a:extLst>
                  <a:ext uri="{FF2B5EF4-FFF2-40B4-BE49-F238E27FC236}">
                    <a16:creationId xmlns:a16="http://schemas.microsoft.com/office/drawing/2014/main" id="{79098A00-3278-121A-53EE-CC7E00CEAC5B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17775" name="Google Shape;9237;p73">
                  <a:extLst>
                    <a:ext uri="{FF2B5EF4-FFF2-40B4-BE49-F238E27FC236}">
                      <a16:creationId xmlns:a16="http://schemas.microsoft.com/office/drawing/2014/main" id="{984888A6-E6EF-CDCD-8CCB-4BFC800278C5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6" name="Google Shape;9238;p73">
                  <a:extLst>
                    <a:ext uri="{FF2B5EF4-FFF2-40B4-BE49-F238E27FC236}">
                      <a16:creationId xmlns:a16="http://schemas.microsoft.com/office/drawing/2014/main" id="{17FB0CFF-E1A7-478C-C7CF-C2D860788CF7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7" name="Google Shape;9239;p73">
                  <a:extLst>
                    <a:ext uri="{FF2B5EF4-FFF2-40B4-BE49-F238E27FC236}">
                      <a16:creationId xmlns:a16="http://schemas.microsoft.com/office/drawing/2014/main" id="{FD3DB83D-EDA0-0BD2-9C35-AC434AE155E4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3" name="Google Shape;9240;p73">
                <a:extLst>
                  <a:ext uri="{FF2B5EF4-FFF2-40B4-BE49-F238E27FC236}">
                    <a16:creationId xmlns:a16="http://schemas.microsoft.com/office/drawing/2014/main" id="{EB6EF0CD-931A-4332-62C2-619A7F7340F1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17773" name="Google Shape;9241;p73">
                  <a:extLst>
                    <a:ext uri="{FF2B5EF4-FFF2-40B4-BE49-F238E27FC236}">
                      <a16:creationId xmlns:a16="http://schemas.microsoft.com/office/drawing/2014/main" id="{986A50F0-1798-3DBE-3930-C771EA53FDBB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4" name="Google Shape;9242;p73">
                  <a:extLst>
                    <a:ext uri="{FF2B5EF4-FFF2-40B4-BE49-F238E27FC236}">
                      <a16:creationId xmlns:a16="http://schemas.microsoft.com/office/drawing/2014/main" id="{1772D930-7849-D50A-5D1B-87E8F315D01A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4" name="Google Shape;9243;p73">
                <a:extLst>
                  <a:ext uri="{FF2B5EF4-FFF2-40B4-BE49-F238E27FC236}">
                    <a16:creationId xmlns:a16="http://schemas.microsoft.com/office/drawing/2014/main" id="{22256679-40BE-57CF-B73E-9DCB28F8B071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5" name="Google Shape;9244;p73">
                <a:extLst>
                  <a:ext uri="{FF2B5EF4-FFF2-40B4-BE49-F238E27FC236}">
                    <a16:creationId xmlns:a16="http://schemas.microsoft.com/office/drawing/2014/main" id="{7489D1CA-71B9-1897-D273-7DDAA29158ED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17765" name="Google Shape;9245;p73">
                  <a:extLst>
                    <a:ext uri="{FF2B5EF4-FFF2-40B4-BE49-F238E27FC236}">
                      <a16:creationId xmlns:a16="http://schemas.microsoft.com/office/drawing/2014/main" id="{D31036E0-1490-215E-8B44-B2E8868F380C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6" name="Google Shape;9246;p73">
                  <a:extLst>
                    <a:ext uri="{FF2B5EF4-FFF2-40B4-BE49-F238E27FC236}">
                      <a16:creationId xmlns:a16="http://schemas.microsoft.com/office/drawing/2014/main" id="{529547DA-5E2B-FBB2-CDCC-B88F596E6303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7" name="Google Shape;9247;p73">
                  <a:extLst>
                    <a:ext uri="{FF2B5EF4-FFF2-40B4-BE49-F238E27FC236}">
                      <a16:creationId xmlns:a16="http://schemas.microsoft.com/office/drawing/2014/main" id="{A5E7FF3E-8926-4DCD-E327-952FE3F5566B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8" name="Google Shape;9248;p73">
                  <a:extLst>
                    <a:ext uri="{FF2B5EF4-FFF2-40B4-BE49-F238E27FC236}">
                      <a16:creationId xmlns:a16="http://schemas.microsoft.com/office/drawing/2014/main" id="{D17C568C-B18F-58B6-1D98-3AC6331E427C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9" name="Google Shape;9249;p73">
                  <a:extLst>
                    <a:ext uri="{FF2B5EF4-FFF2-40B4-BE49-F238E27FC236}">
                      <a16:creationId xmlns:a16="http://schemas.microsoft.com/office/drawing/2014/main" id="{3EBAAEE1-7168-D0DC-21F4-954BB0707B02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0" name="Google Shape;9250;p73">
                  <a:extLst>
                    <a:ext uri="{FF2B5EF4-FFF2-40B4-BE49-F238E27FC236}">
                      <a16:creationId xmlns:a16="http://schemas.microsoft.com/office/drawing/2014/main" id="{C1B3B1FF-2D1E-9DC5-EBF8-C8501F144730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1" name="Google Shape;9251;p73">
                  <a:extLst>
                    <a:ext uri="{FF2B5EF4-FFF2-40B4-BE49-F238E27FC236}">
                      <a16:creationId xmlns:a16="http://schemas.microsoft.com/office/drawing/2014/main" id="{EF670C8F-1918-0F24-4D0D-4660144E0182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2" name="Google Shape;9252;p73">
                  <a:extLst>
                    <a:ext uri="{FF2B5EF4-FFF2-40B4-BE49-F238E27FC236}">
                      <a16:creationId xmlns:a16="http://schemas.microsoft.com/office/drawing/2014/main" id="{0E01833B-3147-6802-176B-441DBCCFF6C5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6" name="Google Shape;9253;p73">
                <a:extLst>
                  <a:ext uri="{FF2B5EF4-FFF2-40B4-BE49-F238E27FC236}">
                    <a16:creationId xmlns:a16="http://schemas.microsoft.com/office/drawing/2014/main" id="{77A18426-313E-DF63-9AD8-CC0C67C8C16D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7" name="Google Shape;9254;p73">
                <a:extLst>
                  <a:ext uri="{FF2B5EF4-FFF2-40B4-BE49-F238E27FC236}">
                    <a16:creationId xmlns:a16="http://schemas.microsoft.com/office/drawing/2014/main" id="{72FB360D-7A90-9A4A-2A7E-E887E021CE9E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17763" name="Google Shape;9255;p73">
                  <a:extLst>
                    <a:ext uri="{FF2B5EF4-FFF2-40B4-BE49-F238E27FC236}">
                      <a16:creationId xmlns:a16="http://schemas.microsoft.com/office/drawing/2014/main" id="{DE98A84E-4A61-74D3-3E50-57DF3490DC39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4" name="Google Shape;9256;p73">
                  <a:extLst>
                    <a:ext uri="{FF2B5EF4-FFF2-40B4-BE49-F238E27FC236}">
                      <a16:creationId xmlns:a16="http://schemas.microsoft.com/office/drawing/2014/main" id="{EE281632-F59E-F87D-52DA-DCC1C76AB9F0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8" name="Google Shape;9257;p73">
                <a:extLst>
                  <a:ext uri="{FF2B5EF4-FFF2-40B4-BE49-F238E27FC236}">
                    <a16:creationId xmlns:a16="http://schemas.microsoft.com/office/drawing/2014/main" id="{1CA83ABB-181B-17EB-9EA7-21E74327B3D4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17759" name="Google Shape;9258;p73">
                  <a:extLst>
                    <a:ext uri="{FF2B5EF4-FFF2-40B4-BE49-F238E27FC236}">
                      <a16:creationId xmlns:a16="http://schemas.microsoft.com/office/drawing/2014/main" id="{A372C818-0BAD-158E-77D6-30389AF1480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0" name="Google Shape;9259;p73">
                  <a:extLst>
                    <a:ext uri="{FF2B5EF4-FFF2-40B4-BE49-F238E27FC236}">
                      <a16:creationId xmlns:a16="http://schemas.microsoft.com/office/drawing/2014/main" id="{90920DEE-E4A8-CAF0-2EEA-C98DCFB5EDB4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3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1" name="Google Shape;9260;p73">
                  <a:extLst>
                    <a:ext uri="{FF2B5EF4-FFF2-40B4-BE49-F238E27FC236}">
                      <a16:creationId xmlns:a16="http://schemas.microsoft.com/office/drawing/2014/main" id="{CCFE58FF-ACD3-1192-0C89-93F58F12DD2B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2" name="Google Shape;9261;p73">
                  <a:extLst>
                    <a:ext uri="{FF2B5EF4-FFF2-40B4-BE49-F238E27FC236}">
                      <a16:creationId xmlns:a16="http://schemas.microsoft.com/office/drawing/2014/main" id="{DC0BB392-B6DC-7178-AE8B-E387F5ED17AC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9" name="Google Shape;9262;p73">
                <a:extLst>
                  <a:ext uri="{FF2B5EF4-FFF2-40B4-BE49-F238E27FC236}">
                    <a16:creationId xmlns:a16="http://schemas.microsoft.com/office/drawing/2014/main" id="{6BD0F023-DD6B-A666-8B65-A225D03CB8EC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17755" name="Google Shape;9263;p73">
                  <a:extLst>
                    <a:ext uri="{FF2B5EF4-FFF2-40B4-BE49-F238E27FC236}">
                      <a16:creationId xmlns:a16="http://schemas.microsoft.com/office/drawing/2014/main" id="{5328BBAA-A125-F557-1A66-5E8C1FC3D36B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6" name="Google Shape;9264;p73">
                  <a:extLst>
                    <a:ext uri="{FF2B5EF4-FFF2-40B4-BE49-F238E27FC236}">
                      <a16:creationId xmlns:a16="http://schemas.microsoft.com/office/drawing/2014/main" id="{1A35B23E-30AC-7946-9E8D-F940732B8872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7" name="Google Shape;9265;p73">
                  <a:extLst>
                    <a:ext uri="{FF2B5EF4-FFF2-40B4-BE49-F238E27FC236}">
                      <a16:creationId xmlns:a16="http://schemas.microsoft.com/office/drawing/2014/main" id="{9CF27558-4ADD-1F3D-B2CA-BAF77FA09771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8" name="Google Shape;9266;p73">
                  <a:extLst>
                    <a:ext uri="{FF2B5EF4-FFF2-40B4-BE49-F238E27FC236}">
                      <a16:creationId xmlns:a16="http://schemas.microsoft.com/office/drawing/2014/main" id="{6804D34A-7F1D-4842-EFBA-D0E0D2E11F67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0" name="Google Shape;9267;p73">
                <a:extLst>
                  <a:ext uri="{FF2B5EF4-FFF2-40B4-BE49-F238E27FC236}">
                    <a16:creationId xmlns:a16="http://schemas.microsoft.com/office/drawing/2014/main" id="{DFD2809D-8EAD-C73F-9AF6-99BA631EFE8C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17753" name="Google Shape;9268;p73">
                  <a:extLst>
                    <a:ext uri="{FF2B5EF4-FFF2-40B4-BE49-F238E27FC236}">
                      <a16:creationId xmlns:a16="http://schemas.microsoft.com/office/drawing/2014/main" id="{DB099571-9C97-27F3-E76F-70ADB5AF3A52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4" name="Google Shape;9269;p73">
                  <a:extLst>
                    <a:ext uri="{FF2B5EF4-FFF2-40B4-BE49-F238E27FC236}">
                      <a16:creationId xmlns:a16="http://schemas.microsoft.com/office/drawing/2014/main" id="{453F360D-9884-6CA0-B763-21D11776D236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1" name="Google Shape;9270;p73">
                <a:extLst>
                  <a:ext uri="{FF2B5EF4-FFF2-40B4-BE49-F238E27FC236}">
                    <a16:creationId xmlns:a16="http://schemas.microsoft.com/office/drawing/2014/main" id="{DB19A429-F021-5856-E522-33967F3996B5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17749" name="Google Shape;9271;p73">
                  <a:extLst>
                    <a:ext uri="{FF2B5EF4-FFF2-40B4-BE49-F238E27FC236}">
                      <a16:creationId xmlns:a16="http://schemas.microsoft.com/office/drawing/2014/main" id="{CCA5FED2-7B32-27FB-737F-3DAE115C630B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0" name="Google Shape;9272;p73">
                  <a:extLst>
                    <a:ext uri="{FF2B5EF4-FFF2-40B4-BE49-F238E27FC236}">
                      <a16:creationId xmlns:a16="http://schemas.microsoft.com/office/drawing/2014/main" id="{FCE80E55-FB11-118F-CA88-AE654B298279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1" name="Google Shape;9273;p73">
                  <a:extLst>
                    <a:ext uri="{FF2B5EF4-FFF2-40B4-BE49-F238E27FC236}">
                      <a16:creationId xmlns:a16="http://schemas.microsoft.com/office/drawing/2014/main" id="{3473AA95-5743-6B43-1034-8CA9163B34AC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2" name="Google Shape;9274;p73">
                  <a:extLst>
                    <a:ext uri="{FF2B5EF4-FFF2-40B4-BE49-F238E27FC236}">
                      <a16:creationId xmlns:a16="http://schemas.microsoft.com/office/drawing/2014/main" id="{930EE990-9113-5D81-EF39-B4CA9E8DAAAA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2" name="Google Shape;9275;p73">
                <a:extLst>
                  <a:ext uri="{FF2B5EF4-FFF2-40B4-BE49-F238E27FC236}">
                    <a16:creationId xmlns:a16="http://schemas.microsoft.com/office/drawing/2014/main" id="{9992E002-32B7-0E30-6174-A4B5C360A5AD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17745" name="Google Shape;9276;p73">
                  <a:extLst>
                    <a:ext uri="{FF2B5EF4-FFF2-40B4-BE49-F238E27FC236}">
                      <a16:creationId xmlns:a16="http://schemas.microsoft.com/office/drawing/2014/main" id="{9A6BE43D-6526-2C57-8AE3-491E6B04F39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6" name="Google Shape;9277;p73">
                  <a:extLst>
                    <a:ext uri="{FF2B5EF4-FFF2-40B4-BE49-F238E27FC236}">
                      <a16:creationId xmlns:a16="http://schemas.microsoft.com/office/drawing/2014/main" id="{236248FC-F985-6163-39F8-110A0FE78691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7" name="Google Shape;9278;p73">
                  <a:extLst>
                    <a:ext uri="{FF2B5EF4-FFF2-40B4-BE49-F238E27FC236}">
                      <a16:creationId xmlns:a16="http://schemas.microsoft.com/office/drawing/2014/main" id="{62771EB1-DF7A-AD96-9E55-49EE46E628E6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8" name="Google Shape;9279;p73">
                  <a:extLst>
                    <a:ext uri="{FF2B5EF4-FFF2-40B4-BE49-F238E27FC236}">
                      <a16:creationId xmlns:a16="http://schemas.microsoft.com/office/drawing/2014/main" id="{985E1139-1F37-473A-CE4D-6E92EBFD3D6E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3" name="Google Shape;9280;p73">
                <a:extLst>
                  <a:ext uri="{FF2B5EF4-FFF2-40B4-BE49-F238E27FC236}">
                    <a16:creationId xmlns:a16="http://schemas.microsoft.com/office/drawing/2014/main" id="{09BBC2A9-E7C4-93C2-F40E-AA512C8C5D79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17729" name="Google Shape;9281;p73">
                  <a:extLst>
                    <a:ext uri="{FF2B5EF4-FFF2-40B4-BE49-F238E27FC236}">
                      <a16:creationId xmlns:a16="http://schemas.microsoft.com/office/drawing/2014/main" id="{4ACFAD76-47BB-4318-2B20-CB9E8240F179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0" name="Google Shape;9282;p73">
                  <a:extLst>
                    <a:ext uri="{FF2B5EF4-FFF2-40B4-BE49-F238E27FC236}">
                      <a16:creationId xmlns:a16="http://schemas.microsoft.com/office/drawing/2014/main" id="{F915654A-EB5E-1504-971D-A2EFD0EB4374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1" name="Google Shape;9283;p73">
                  <a:extLst>
                    <a:ext uri="{FF2B5EF4-FFF2-40B4-BE49-F238E27FC236}">
                      <a16:creationId xmlns:a16="http://schemas.microsoft.com/office/drawing/2014/main" id="{D9CCDAD3-7ACC-8A2B-DBD8-8794DBE7B00E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2" name="Google Shape;9284;p73">
                  <a:extLst>
                    <a:ext uri="{FF2B5EF4-FFF2-40B4-BE49-F238E27FC236}">
                      <a16:creationId xmlns:a16="http://schemas.microsoft.com/office/drawing/2014/main" id="{DC98ADCD-F984-75D7-0D34-4DCE5E9E2DE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3" name="Google Shape;9285;p73">
                  <a:extLst>
                    <a:ext uri="{FF2B5EF4-FFF2-40B4-BE49-F238E27FC236}">
                      <a16:creationId xmlns:a16="http://schemas.microsoft.com/office/drawing/2014/main" id="{5F57DC27-1768-468A-FCC6-DA7377ED975D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4" name="Google Shape;9286;p73">
                  <a:extLst>
                    <a:ext uri="{FF2B5EF4-FFF2-40B4-BE49-F238E27FC236}">
                      <a16:creationId xmlns:a16="http://schemas.microsoft.com/office/drawing/2014/main" id="{0307012C-8DD4-A8EA-C7D9-C43E51FF320C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5" name="Google Shape;9287;p73">
                  <a:extLst>
                    <a:ext uri="{FF2B5EF4-FFF2-40B4-BE49-F238E27FC236}">
                      <a16:creationId xmlns:a16="http://schemas.microsoft.com/office/drawing/2014/main" id="{9887EE4A-DCD2-8B46-86C5-BBC99CCAF27A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6" name="Google Shape;9288;p73">
                  <a:extLst>
                    <a:ext uri="{FF2B5EF4-FFF2-40B4-BE49-F238E27FC236}">
                      <a16:creationId xmlns:a16="http://schemas.microsoft.com/office/drawing/2014/main" id="{3EEE8EC4-6573-BE9A-8865-5AB0A4395BBB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7" name="Google Shape;9289;p73">
                  <a:extLst>
                    <a:ext uri="{FF2B5EF4-FFF2-40B4-BE49-F238E27FC236}">
                      <a16:creationId xmlns:a16="http://schemas.microsoft.com/office/drawing/2014/main" id="{E6A5328B-40C2-2107-F03A-C4E239F7D64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8" name="Google Shape;9290;p73">
                  <a:extLst>
                    <a:ext uri="{FF2B5EF4-FFF2-40B4-BE49-F238E27FC236}">
                      <a16:creationId xmlns:a16="http://schemas.microsoft.com/office/drawing/2014/main" id="{355276FD-ACB4-C4C3-8D86-553E6FC500D0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9" name="Google Shape;9291;p73">
                  <a:extLst>
                    <a:ext uri="{FF2B5EF4-FFF2-40B4-BE49-F238E27FC236}">
                      <a16:creationId xmlns:a16="http://schemas.microsoft.com/office/drawing/2014/main" id="{C78FFD35-DDAA-E582-B6AE-38ABEFE8A455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0" name="Google Shape;9292;p73">
                  <a:extLst>
                    <a:ext uri="{FF2B5EF4-FFF2-40B4-BE49-F238E27FC236}">
                      <a16:creationId xmlns:a16="http://schemas.microsoft.com/office/drawing/2014/main" id="{D2D28103-AC5B-C98D-CA3B-E0F28D5366CC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1" name="Google Shape;9293;p73">
                  <a:extLst>
                    <a:ext uri="{FF2B5EF4-FFF2-40B4-BE49-F238E27FC236}">
                      <a16:creationId xmlns:a16="http://schemas.microsoft.com/office/drawing/2014/main" id="{14C4D3AF-FC19-D52A-6760-5AAB3A0334B8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2" name="Google Shape;9294;p73">
                  <a:extLst>
                    <a:ext uri="{FF2B5EF4-FFF2-40B4-BE49-F238E27FC236}">
                      <a16:creationId xmlns:a16="http://schemas.microsoft.com/office/drawing/2014/main" id="{7DF28D38-DBFC-EE2C-8B35-57748802FA17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3" name="Google Shape;9295;p73">
                  <a:extLst>
                    <a:ext uri="{FF2B5EF4-FFF2-40B4-BE49-F238E27FC236}">
                      <a16:creationId xmlns:a16="http://schemas.microsoft.com/office/drawing/2014/main" id="{B5582F63-8634-6F41-9AD0-701188A1D81B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4" name="Google Shape;9296;p73">
                  <a:extLst>
                    <a:ext uri="{FF2B5EF4-FFF2-40B4-BE49-F238E27FC236}">
                      <a16:creationId xmlns:a16="http://schemas.microsoft.com/office/drawing/2014/main" id="{F88CDD5B-38C4-74C6-E1F5-11424EE71FA1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4" name="Google Shape;9297;p73">
                <a:extLst>
                  <a:ext uri="{FF2B5EF4-FFF2-40B4-BE49-F238E27FC236}">
                    <a16:creationId xmlns:a16="http://schemas.microsoft.com/office/drawing/2014/main" id="{ADBBCCCF-F539-E234-B372-BEF7E91BE309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17726" name="Google Shape;9298;p73">
                  <a:extLst>
                    <a:ext uri="{FF2B5EF4-FFF2-40B4-BE49-F238E27FC236}">
                      <a16:creationId xmlns:a16="http://schemas.microsoft.com/office/drawing/2014/main" id="{333D9696-6FDE-A3C6-FE69-0381D9019E8C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7" name="Google Shape;9299;p73">
                  <a:extLst>
                    <a:ext uri="{FF2B5EF4-FFF2-40B4-BE49-F238E27FC236}">
                      <a16:creationId xmlns:a16="http://schemas.microsoft.com/office/drawing/2014/main" id="{BD19671C-DEC7-A68F-2540-4184CC9D4166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8" name="Google Shape;9300;p73">
                  <a:extLst>
                    <a:ext uri="{FF2B5EF4-FFF2-40B4-BE49-F238E27FC236}">
                      <a16:creationId xmlns:a16="http://schemas.microsoft.com/office/drawing/2014/main" id="{FD1271EC-2AFC-FB89-6820-C759C1A3226B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5" name="Google Shape;9301;p73">
                <a:extLst>
                  <a:ext uri="{FF2B5EF4-FFF2-40B4-BE49-F238E27FC236}">
                    <a16:creationId xmlns:a16="http://schemas.microsoft.com/office/drawing/2014/main" id="{14DA1911-5FD4-7075-5C5A-8EB22ADBC316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6" name="Google Shape;9302;p73">
                <a:extLst>
                  <a:ext uri="{FF2B5EF4-FFF2-40B4-BE49-F238E27FC236}">
                    <a16:creationId xmlns:a16="http://schemas.microsoft.com/office/drawing/2014/main" id="{60881AC9-BD18-E5F0-7B17-5FB02523783E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17721" name="Google Shape;9303;p73">
                  <a:extLst>
                    <a:ext uri="{FF2B5EF4-FFF2-40B4-BE49-F238E27FC236}">
                      <a16:creationId xmlns:a16="http://schemas.microsoft.com/office/drawing/2014/main" id="{C315BE69-2D51-3986-520F-2B3F46A5DBCE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2" name="Google Shape;9304;p73">
                  <a:extLst>
                    <a:ext uri="{FF2B5EF4-FFF2-40B4-BE49-F238E27FC236}">
                      <a16:creationId xmlns:a16="http://schemas.microsoft.com/office/drawing/2014/main" id="{8EA4FAFB-6124-ADED-0FCB-5127B8608600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3" name="Google Shape;9305;p73">
                  <a:extLst>
                    <a:ext uri="{FF2B5EF4-FFF2-40B4-BE49-F238E27FC236}">
                      <a16:creationId xmlns:a16="http://schemas.microsoft.com/office/drawing/2014/main" id="{969F07C5-887C-FB3F-279F-7867412849D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4" name="Google Shape;9306;p73">
                  <a:extLst>
                    <a:ext uri="{FF2B5EF4-FFF2-40B4-BE49-F238E27FC236}">
                      <a16:creationId xmlns:a16="http://schemas.microsoft.com/office/drawing/2014/main" id="{52646B94-04D6-D82D-2DEA-F89E0F52965E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5" name="Google Shape;9307;p73">
                  <a:extLst>
                    <a:ext uri="{FF2B5EF4-FFF2-40B4-BE49-F238E27FC236}">
                      <a16:creationId xmlns:a16="http://schemas.microsoft.com/office/drawing/2014/main" id="{278BE2AC-7EB9-3087-0EA6-0582E9A943CB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7" name="Google Shape;9308;p73">
                <a:extLst>
                  <a:ext uri="{FF2B5EF4-FFF2-40B4-BE49-F238E27FC236}">
                    <a16:creationId xmlns:a16="http://schemas.microsoft.com/office/drawing/2014/main" id="{C7B4293F-CFA1-CC0E-B1A1-63DF61C0214C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17719" name="Google Shape;9309;p73">
                  <a:extLst>
                    <a:ext uri="{FF2B5EF4-FFF2-40B4-BE49-F238E27FC236}">
                      <a16:creationId xmlns:a16="http://schemas.microsoft.com/office/drawing/2014/main" id="{10C723F2-4B1A-FD8C-E163-53E7CFB1607D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0" name="Google Shape;9310;p73">
                  <a:extLst>
                    <a:ext uri="{FF2B5EF4-FFF2-40B4-BE49-F238E27FC236}">
                      <a16:creationId xmlns:a16="http://schemas.microsoft.com/office/drawing/2014/main" id="{B05CCFA3-48D8-7480-099E-A806562AF8A5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8" name="Google Shape;9311;p73">
                <a:extLst>
                  <a:ext uri="{FF2B5EF4-FFF2-40B4-BE49-F238E27FC236}">
                    <a16:creationId xmlns:a16="http://schemas.microsoft.com/office/drawing/2014/main" id="{BC503502-1B9A-5BE9-42B4-C1A2596CDF50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BF28B2E-3C06-80D2-FDAE-323E72DBF284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9" name="Google Shape;9312;p73">
                <a:extLst>
                  <a:ext uri="{FF2B5EF4-FFF2-40B4-BE49-F238E27FC236}">
                    <a16:creationId xmlns:a16="http://schemas.microsoft.com/office/drawing/2014/main" id="{9035EDF4-7054-B053-C953-078502A09BD0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17666" name="Google Shape;9313;p73">
                  <a:extLst>
                    <a:ext uri="{FF2B5EF4-FFF2-40B4-BE49-F238E27FC236}">
                      <a16:creationId xmlns:a16="http://schemas.microsoft.com/office/drawing/2014/main" id="{2CA11248-D975-92CE-A611-6FAFDD9CBDC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7" name="Google Shape;9314;p73">
                  <a:extLst>
                    <a:ext uri="{FF2B5EF4-FFF2-40B4-BE49-F238E27FC236}">
                      <a16:creationId xmlns:a16="http://schemas.microsoft.com/office/drawing/2014/main" id="{FDDB7711-8E0C-269C-CB8E-DDDBCA66BCB2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8" name="Google Shape;9315;p73">
                  <a:extLst>
                    <a:ext uri="{FF2B5EF4-FFF2-40B4-BE49-F238E27FC236}">
                      <a16:creationId xmlns:a16="http://schemas.microsoft.com/office/drawing/2014/main" id="{7D707936-5BC9-22F5-1282-A8C468BF59CA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16;p73">
                <a:extLst>
                  <a:ext uri="{FF2B5EF4-FFF2-40B4-BE49-F238E27FC236}">
                    <a16:creationId xmlns:a16="http://schemas.microsoft.com/office/drawing/2014/main" id="{7D74966E-DF2B-B27A-60D5-0189C948950E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17661" name="Google Shape;9317;p73">
                  <a:extLst>
                    <a:ext uri="{FF2B5EF4-FFF2-40B4-BE49-F238E27FC236}">
                      <a16:creationId xmlns:a16="http://schemas.microsoft.com/office/drawing/2014/main" id="{E130AB4B-8B5C-1FF4-FD60-3CC058A591DB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2" name="Google Shape;9318;p73">
                  <a:extLst>
                    <a:ext uri="{FF2B5EF4-FFF2-40B4-BE49-F238E27FC236}">
                      <a16:creationId xmlns:a16="http://schemas.microsoft.com/office/drawing/2014/main" id="{CE12A510-C724-2A3A-36F1-4744E5E3B14E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3" name="Google Shape;9319;p73">
                  <a:extLst>
                    <a:ext uri="{FF2B5EF4-FFF2-40B4-BE49-F238E27FC236}">
                      <a16:creationId xmlns:a16="http://schemas.microsoft.com/office/drawing/2014/main" id="{678751C9-2789-5C90-187B-71940DAB10EC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4" name="Google Shape;9320;p73">
                  <a:extLst>
                    <a:ext uri="{FF2B5EF4-FFF2-40B4-BE49-F238E27FC236}">
                      <a16:creationId xmlns:a16="http://schemas.microsoft.com/office/drawing/2014/main" id="{DC2A95C0-1839-374A-E941-E2C887988CD5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5" name="Google Shape;9321;p73">
                  <a:extLst>
                    <a:ext uri="{FF2B5EF4-FFF2-40B4-BE49-F238E27FC236}">
                      <a16:creationId xmlns:a16="http://schemas.microsoft.com/office/drawing/2014/main" id="{0C969AFF-B2C6-B1DD-B57D-5339A8C908B3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22;p73">
                <a:extLst>
                  <a:ext uri="{FF2B5EF4-FFF2-40B4-BE49-F238E27FC236}">
                    <a16:creationId xmlns:a16="http://schemas.microsoft.com/office/drawing/2014/main" id="{1689C636-6C28-A6ED-1600-69FF0CC1F4F9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17654" name="Google Shape;9323;p73">
                  <a:extLst>
                    <a:ext uri="{FF2B5EF4-FFF2-40B4-BE49-F238E27FC236}">
                      <a16:creationId xmlns:a16="http://schemas.microsoft.com/office/drawing/2014/main" id="{2AF59FAA-0209-FA52-2946-1A97203F5BFD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5" name="Google Shape;9324;p73">
                  <a:extLst>
                    <a:ext uri="{FF2B5EF4-FFF2-40B4-BE49-F238E27FC236}">
                      <a16:creationId xmlns:a16="http://schemas.microsoft.com/office/drawing/2014/main" id="{1B144750-1306-6D0C-CAD0-D27A9E4A5767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6" name="Google Shape;9325;p73">
                  <a:extLst>
                    <a:ext uri="{FF2B5EF4-FFF2-40B4-BE49-F238E27FC236}">
                      <a16:creationId xmlns:a16="http://schemas.microsoft.com/office/drawing/2014/main" id="{AE2C3548-ACD7-0A79-080F-5011F755BC4C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7" name="Google Shape;9326;p73">
                  <a:extLst>
                    <a:ext uri="{FF2B5EF4-FFF2-40B4-BE49-F238E27FC236}">
                      <a16:creationId xmlns:a16="http://schemas.microsoft.com/office/drawing/2014/main" id="{13519CD9-B131-CEB8-CE71-A95FF7CAC066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8" name="Google Shape;9327;p73">
                  <a:extLst>
                    <a:ext uri="{FF2B5EF4-FFF2-40B4-BE49-F238E27FC236}">
                      <a16:creationId xmlns:a16="http://schemas.microsoft.com/office/drawing/2014/main" id="{0E8EFEC1-A68B-DFC5-5161-DC656701322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9" name="Google Shape;9328;p73">
                  <a:extLst>
                    <a:ext uri="{FF2B5EF4-FFF2-40B4-BE49-F238E27FC236}">
                      <a16:creationId xmlns:a16="http://schemas.microsoft.com/office/drawing/2014/main" id="{8EA19CB0-C2AE-0790-79DF-C901CC7F51EE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0" name="Google Shape;9329;p73">
                  <a:extLst>
                    <a:ext uri="{FF2B5EF4-FFF2-40B4-BE49-F238E27FC236}">
                      <a16:creationId xmlns:a16="http://schemas.microsoft.com/office/drawing/2014/main" id="{5FA1CDDF-800D-CB1F-8DFA-60DD2EB7A61B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30;p73">
                <a:extLst>
                  <a:ext uri="{FF2B5EF4-FFF2-40B4-BE49-F238E27FC236}">
                    <a16:creationId xmlns:a16="http://schemas.microsoft.com/office/drawing/2014/main" id="{0BCA5616-6E47-9969-49A4-1BDA2713DBAB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17651" name="Google Shape;9331;p73">
                  <a:extLst>
                    <a:ext uri="{FF2B5EF4-FFF2-40B4-BE49-F238E27FC236}">
                      <a16:creationId xmlns:a16="http://schemas.microsoft.com/office/drawing/2014/main" id="{2C2355A4-7BD5-7AB9-74F7-0D05B76C2799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2" name="Google Shape;9332;p73">
                  <a:extLst>
                    <a:ext uri="{FF2B5EF4-FFF2-40B4-BE49-F238E27FC236}">
                      <a16:creationId xmlns:a16="http://schemas.microsoft.com/office/drawing/2014/main" id="{57A65809-F218-F655-C8BA-EDF9A84E947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3" name="Google Shape;9333;p73">
                  <a:extLst>
                    <a:ext uri="{FF2B5EF4-FFF2-40B4-BE49-F238E27FC236}">
                      <a16:creationId xmlns:a16="http://schemas.microsoft.com/office/drawing/2014/main" id="{BF3DD045-A38E-DAE3-21F2-AB8B208CF132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34;p73">
                <a:extLst>
                  <a:ext uri="{FF2B5EF4-FFF2-40B4-BE49-F238E27FC236}">
                    <a16:creationId xmlns:a16="http://schemas.microsoft.com/office/drawing/2014/main" id="{2880A604-157A-D2BE-E633-08B27D768D98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17648" name="Google Shape;9335;p73">
                  <a:extLst>
                    <a:ext uri="{FF2B5EF4-FFF2-40B4-BE49-F238E27FC236}">
                      <a16:creationId xmlns:a16="http://schemas.microsoft.com/office/drawing/2014/main" id="{D09A70D7-2CFC-6D99-B488-A9634603AF50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9" name="Google Shape;9336;p73">
                  <a:extLst>
                    <a:ext uri="{FF2B5EF4-FFF2-40B4-BE49-F238E27FC236}">
                      <a16:creationId xmlns:a16="http://schemas.microsoft.com/office/drawing/2014/main" id="{202861C0-0EB3-E3E7-C963-6010B6B6E0C4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0" name="Google Shape;9337;p73">
                  <a:extLst>
                    <a:ext uri="{FF2B5EF4-FFF2-40B4-BE49-F238E27FC236}">
                      <a16:creationId xmlns:a16="http://schemas.microsoft.com/office/drawing/2014/main" id="{0E484778-C7DC-3D31-B612-1C510BFD146C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38;p73">
                <a:extLst>
                  <a:ext uri="{FF2B5EF4-FFF2-40B4-BE49-F238E27FC236}">
                    <a16:creationId xmlns:a16="http://schemas.microsoft.com/office/drawing/2014/main" id="{7BEE8D3E-02A2-68D1-2230-55E4906C95B5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17644" name="Google Shape;9339;p73">
                  <a:extLst>
                    <a:ext uri="{FF2B5EF4-FFF2-40B4-BE49-F238E27FC236}">
                      <a16:creationId xmlns:a16="http://schemas.microsoft.com/office/drawing/2014/main" id="{7B9C8547-914E-9A98-EB96-6C42E0364FA0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5" name="Google Shape;9340;p73">
                  <a:extLst>
                    <a:ext uri="{FF2B5EF4-FFF2-40B4-BE49-F238E27FC236}">
                      <a16:creationId xmlns:a16="http://schemas.microsoft.com/office/drawing/2014/main" id="{79D32FA3-5FD1-3027-BD13-D4D05A9234C5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6" name="Google Shape;9341;p73">
                  <a:extLst>
                    <a:ext uri="{FF2B5EF4-FFF2-40B4-BE49-F238E27FC236}">
                      <a16:creationId xmlns:a16="http://schemas.microsoft.com/office/drawing/2014/main" id="{6B2F5F68-A0A0-31D1-E294-653B0079809A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7" name="Google Shape;9342;p73">
                  <a:extLst>
                    <a:ext uri="{FF2B5EF4-FFF2-40B4-BE49-F238E27FC236}">
                      <a16:creationId xmlns:a16="http://schemas.microsoft.com/office/drawing/2014/main" id="{6B852E53-75A7-33CD-1665-5411490CE9EA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43;p73">
                <a:extLst>
                  <a:ext uri="{FF2B5EF4-FFF2-40B4-BE49-F238E27FC236}">
                    <a16:creationId xmlns:a16="http://schemas.microsoft.com/office/drawing/2014/main" id="{B5BF2ADC-839E-859A-C448-DAAA4EF9317B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17639" name="Google Shape;9344;p73">
                  <a:extLst>
                    <a:ext uri="{FF2B5EF4-FFF2-40B4-BE49-F238E27FC236}">
                      <a16:creationId xmlns:a16="http://schemas.microsoft.com/office/drawing/2014/main" id="{C098E9C2-2384-1C97-B71B-3100C39912D0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0" name="Google Shape;9345;p73">
                  <a:extLst>
                    <a:ext uri="{FF2B5EF4-FFF2-40B4-BE49-F238E27FC236}">
                      <a16:creationId xmlns:a16="http://schemas.microsoft.com/office/drawing/2014/main" id="{806C3D01-27A4-6593-73B8-50B2AFB9FA1B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1" name="Google Shape;9346;p73">
                  <a:extLst>
                    <a:ext uri="{FF2B5EF4-FFF2-40B4-BE49-F238E27FC236}">
                      <a16:creationId xmlns:a16="http://schemas.microsoft.com/office/drawing/2014/main" id="{ACE04FB1-65EA-9D42-2EF6-F8F709F30A90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2" name="Google Shape;9347;p73">
                  <a:extLst>
                    <a:ext uri="{FF2B5EF4-FFF2-40B4-BE49-F238E27FC236}">
                      <a16:creationId xmlns:a16="http://schemas.microsoft.com/office/drawing/2014/main" id="{16E9D48B-FC26-F9F5-E912-FD5AE52A0D7A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3" name="Google Shape;9348;p73">
                  <a:extLst>
                    <a:ext uri="{FF2B5EF4-FFF2-40B4-BE49-F238E27FC236}">
                      <a16:creationId xmlns:a16="http://schemas.microsoft.com/office/drawing/2014/main" id="{E440A9DE-CB79-60A4-5A04-6C73795B3CA8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49;p73">
                <a:extLst>
                  <a:ext uri="{FF2B5EF4-FFF2-40B4-BE49-F238E27FC236}">
                    <a16:creationId xmlns:a16="http://schemas.microsoft.com/office/drawing/2014/main" id="{A53DB0AD-C77F-C0A0-D8FD-E6EA4C56A750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17637" name="Google Shape;9350;p73">
                  <a:extLst>
                    <a:ext uri="{FF2B5EF4-FFF2-40B4-BE49-F238E27FC236}">
                      <a16:creationId xmlns:a16="http://schemas.microsoft.com/office/drawing/2014/main" id="{FD628F08-F74C-1A1B-DCB9-FE4CF1CC98CC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8" name="Google Shape;9351;p73">
                  <a:extLst>
                    <a:ext uri="{FF2B5EF4-FFF2-40B4-BE49-F238E27FC236}">
                      <a16:creationId xmlns:a16="http://schemas.microsoft.com/office/drawing/2014/main" id="{FBB0ACE1-D13C-F133-FF0A-0467C8ECF9B6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52;p73">
                <a:extLst>
                  <a:ext uri="{FF2B5EF4-FFF2-40B4-BE49-F238E27FC236}">
                    <a16:creationId xmlns:a16="http://schemas.microsoft.com/office/drawing/2014/main" id="{22DF14BE-FCA8-5FE1-9C8D-7BCBAC18854B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17630" name="Google Shape;9353;p73">
                  <a:extLst>
                    <a:ext uri="{FF2B5EF4-FFF2-40B4-BE49-F238E27FC236}">
                      <a16:creationId xmlns:a16="http://schemas.microsoft.com/office/drawing/2014/main" id="{CE12B7CC-42EB-7CD7-50F9-BCBDC197DC73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1" name="Google Shape;9354;p73">
                  <a:extLst>
                    <a:ext uri="{FF2B5EF4-FFF2-40B4-BE49-F238E27FC236}">
                      <a16:creationId xmlns:a16="http://schemas.microsoft.com/office/drawing/2014/main" id="{E85AE841-DF29-78CB-4CC8-EE8AA27A4051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2" name="Google Shape;9355;p73">
                  <a:extLst>
                    <a:ext uri="{FF2B5EF4-FFF2-40B4-BE49-F238E27FC236}">
                      <a16:creationId xmlns:a16="http://schemas.microsoft.com/office/drawing/2014/main" id="{EB6206C5-A6C6-D760-65F6-62EBC383F674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3" name="Google Shape;9356;p73">
                  <a:extLst>
                    <a:ext uri="{FF2B5EF4-FFF2-40B4-BE49-F238E27FC236}">
                      <a16:creationId xmlns:a16="http://schemas.microsoft.com/office/drawing/2014/main" id="{9493EE88-A472-9356-B7BC-4FD4EAB1D03A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4" name="Google Shape;9357;p73">
                  <a:extLst>
                    <a:ext uri="{FF2B5EF4-FFF2-40B4-BE49-F238E27FC236}">
                      <a16:creationId xmlns:a16="http://schemas.microsoft.com/office/drawing/2014/main" id="{C45D9313-DB7C-C43D-1E9B-5CEF847A27F7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5" name="Google Shape;9358;p73">
                  <a:extLst>
                    <a:ext uri="{FF2B5EF4-FFF2-40B4-BE49-F238E27FC236}">
                      <a16:creationId xmlns:a16="http://schemas.microsoft.com/office/drawing/2014/main" id="{D4F3474D-C890-1A83-3A70-23E7A8C3A172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6" name="Google Shape;9359;p73">
                  <a:extLst>
                    <a:ext uri="{FF2B5EF4-FFF2-40B4-BE49-F238E27FC236}">
                      <a16:creationId xmlns:a16="http://schemas.microsoft.com/office/drawing/2014/main" id="{38E58DFF-7F27-C4DB-0ECD-1C449449B39F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oogle Shape;9360;p73">
                <a:extLst>
                  <a:ext uri="{FF2B5EF4-FFF2-40B4-BE49-F238E27FC236}">
                    <a16:creationId xmlns:a16="http://schemas.microsoft.com/office/drawing/2014/main" id="{7B3C8F50-FCC3-ADDB-7ECE-B8D21341563A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17623" name="Google Shape;9361;p73">
                  <a:extLst>
                    <a:ext uri="{FF2B5EF4-FFF2-40B4-BE49-F238E27FC236}">
                      <a16:creationId xmlns:a16="http://schemas.microsoft.com/office/drawing/2014/main" id="{E9B61830-08E5-DBDB-1FB0-AEF6ED29F1F2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4" name="Google Shape;9362;p73">
                  <a:extLst>
                    <a:ext uri="{FF2B5EF4-FFF2-40B4-BE49-F238E27FC236}">
                      <a16:creationId xmlns:a16="http://schemas.microsoft.com/office/drawing/2014/main" id="{95896AB9-CC59-DC51-453D-78FA0CEAA96D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5" name="Google Shape;9363;p73">
                  <a:extLst>
                    <a:ext uri="{FF2B5EF4-FFF2-40B4-BE49-F238E27FC236}">
                      <a16:creationId xmlns:a16="http://schemas.microsoft.com/office/drawing/2014/main" id="{6EA11231-E77C-AD7E-9223-F899A608E0DB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6" name="Google Shape;9364;p73">
                  <a:extLst>
                    <a:ext uri="{FF2B5EF4-FFF2-40B4-BE49-F238E27FC236}">
                      <a16:creationId xmlns:a16="http://schemas.microsoft.com/office/drawing/2014/main" id="{946A751B-3071-CC6E-49A6-3DD0C666A8BC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7" name="Google Shape;9365;p73">
                  <a:extLst>
                    <a:ext uri="{FF2B5EF4-FFF2-40B4-BE49-F238E27FC236}">
                      <a16:creationId xmlns:a16="http://schemas.microsoft.com/office/drawing/2014/main" id="{11E705B1-8D0F-BD1A-15CD-FFBD5794FB6E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8" name="Google Shape;9366;p73">
                  <a:extLst>
                    <a:ext uri="{FF2B5EF4-FFF2-40B4-BE49-F238E27FC236}">
                      <a16:creationId xmlns:a16="http://schemas.microsoft.com/office/drawing/2014/main" id="{5040498E-F63D-9A14-3B46-15A6F3C9E136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9" name="Google Shape;9367;p73">
                  <a:extLst>
                    <a:ext uri="{FF2B5EF4-FFF2-40B4-BE49-F238E27FC236}">
                      <a16:creationId xmlns:a16="http://schemas.microsoft.com/office/drawing/2014/main" id="{B0858F6B-8EA1-D6F3-8AB3-76CB95FEC2BB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oogle Shape;9368;p73">
                <a:extLst>
                  <a:ext uri="{FF2B5EF4-FFF2-40B4-BE49-F238E27FC236}">
                    <a16:creationId xmlns:a16="http://schemas.microsoft.com/office/drawing/2014/main" id="{0C918AD8-61B4-7C99-3D2C-56F7D691927D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17618" name="Google Shape;9369;p73">
                  <a:extLst>
                    <a:ext uri="{FF2B5EF4-FFF2-40B4-BE49-F238E27FC236}">
                      <a16:creationId xmlns:a16="http://schemas.microsoft.com/office/drawing/2014/main" id="{C0258E95-0A8B-A7BB-0640-2F7405AA407C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9" name="Google Shape;9370;p73">
                  <a:extLst>
                    <a:ext uri="{FF2B5EF4-FFF2-40B4-BE49-F238E27FC236}">
                      <a16:creationId xmlns:a16="http://schemas.microsoft.com/office/drawing/2014/main" id="{6E757580-B190-2DF0-F306-FB822FC0E757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0" name="Google Shape;9371;p73">
                  <a:extLst>
                    <a:ext uri="{FF2B5EF4-FFF2-40B4-BE49-F238E27FC236}">
                      <a16:creationId xmlns:a16="http://schemas.microsoft.com/office/drawing/2014/main" id="{8CD3E4A4-C9B3-A0CB-953C-9407F4A292EC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1" name="Google Shape;9372;p73">
                  <a:extLst>
                    <a:ext uri="{FF2B5EF4-FFF2-40B4-BE49-F238E27FC236}">
                      <a16:creationId xmlns:a16="http://schemas.microsoft.com/office/drawing/2014/main" id="{1B0E7B84-A2B2-6B55-1E71-555BC7FC988A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2" name="Google Shape;9373;p73">
                  <a:extLst>
                    <a:ext uri="{FF2B5EF4-FFF2-40B4-BE49-F238E27FC236}">
                      <a16:creationId xmlns:a16="http://schemas.microsoft.com/office/drawing/2014/main" id="{B19C946F-EA76-57F6-9342-93A30F1212A4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3560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374;p73">
                <a:extLst>
                  <a:ext uri="{FF2B5EF4-FFF2-40B4-BE49-F238E27FC236}">
                    <a16:creationId xmlns:a16="http://schemas.microsoft.com/office/drawing/2014/main" id="{A03939B5-1B4F-4864-0285-63A00761A0B9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17612" name="Google Shape;9375;p73">
                  <a:extLst>
                    <a:ext uri="{FF2B5EF4-FFF2-40B4-BE49-F238E27FC236}">
                      <a16:creationId xmlns:a16="http://schemas.microsoft.com/office/drawing/2014/main" id="{DF81B1FE-4969-2C09-1103-CAC977211DC5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3" name="Google Shape;9376;p73">
                  <a:extLst>
                    <a:ext uri="{FF2B5EF4-FFF2-40B4-BE49-F238E27FC236}">
                      <a16:creationId xmlns:a16="http://schemas.microsoft.com/office/drawing/2014/main" id="{CC3C7FFD-6BF5-B164-D73C-D00A23485A25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4" name="Google Shape;9377;p73">
                  <a:extLst>
                    <a:ext uri="{FF2B5EF4-FFF2-40B4-BE49-F238E27FC236}">
                      <a16:creationId xmlns:a16="http://schemas.microsoft.com/office/drawing/2014/main" id="{B36E0BAF-1EDF-1BA7-3065-8BEE528F7CEC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5" name="Google Shape;9378;p73">
                  <a:extLst>
                    <a:ext uri="{FF2B5EF4-FFF2-40B4-BE49-F238E27FC236}">
                      <a16:creationId xmlns:a16="http://schemas.microsoft.com/office/drawing/2014/main" id="{E8CA8052-313A-8A34-92D2-0AB933167262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6" name="Google Shape;9379;p73">
                  <a:extLst>
                    <a:ext uri="{FF2B5EF4-FFF2-40B4-BE49-F238E27FC236}">
                      <a16:creationId xmlns:a16="http://schemas.microsoft.com/office/drawing/2014/main" id="{D986B056-DD1D-89B2-11CD-A01E3EAC1C1C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7" name="Google Shape;9380;p73">
                  <a:extLst>
                    <a:ext uri="{FF2B5EF4-FFF2-40B4-BE49-F238E27FC236}">
                      <a16:creationId xmlns:a16="http://schemas.microsoft.com/office/drawing/2014/main" id="{2C44968C-6333-A6AE-6195-14AEA754B52E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8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oogle Shape;9381;p73">
                <a:extLst>
                  <a:ext uri="{FF2B5EF4-FFF2-40B4-BE49-F238E27FC236}">
                    <a16:creationId xmlns:a16="http://schemas.microsoft.com/office/drawing/2014/main" id="{F9DECB90-2218-E40A-BE04-87EB3188DC7A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17608" name="Google Shape;9382;p73">
                  <a:extLst>
                    <a:ext uri="{FF2B5EF4-FFF2-40B4-BE49-F238E27FC236}">
                      <a16:creationId xmlns:a16="http://schemas.microsoft.com/office/drawing/2014/main" id="{7508D665-116A-984D-276A-36FD9F3B525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9" name="Google Shape;9383;p73">
                  <a:extLst>
                    <a:ext uri="{FF2B5EF4-FFF2-40B4-BE49-F238E27FC236}">
                      <a16:creationId xmlns:a16="http://schemas.microsoft.com/office/drawing/2014/main" id="{CBA4BCF6-63F3-DA4F-043B-CF5F4536F3CD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0" name="Google Shape;9384;p73">
                  <a:extLst>
                    <a:ext uri="{FF2B5EF4-FFF2-40B4-BE49-F238E27FC236}">
                      <a16:creationId xmlns:a16="http://schemas.microsoft.com/office/drawing/2014/main" id="{A0574817-49EC-2C65-AA3C-FE304C3D3326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1" name="Google Shape;9385;p73">
                  <a:extLst>
                    <a:ext uri="{FF2B5EF4-FFF2-40B4-BE49-F238E27FC236}">
                      <a16:creationId xmlns:a16="http://schemas.microsoft.com/office/drawing/2014/main" id="{63866283-49A4-0652-5C75-5CC7A3C66A0A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oogle Shape;9386;p73">
                <a:extLst>
                  <a:ext uri="{FF2B5EF4-FFF2-40B4-BE49-F238E27FC236}">
                    <a16:creationId xmlns:a16="http://schemas.microsoft.com/office/drawing/2014/main" id="{DD4E5B80-BE1D-3240-D036-CCC909225059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17600" name="Google Shape;9387;p73">
                  <a:extLst>
                    <a:ext uri="{FF2B5EF4-FFF2-40B4-BE49-F238E27FC236}">
                      <a16:creationId xmlns:a16="http://schemas.microsoft.com/office/drawing/2014/main" id="{4C192508-E7BA-BDE2-4BEC-BD0927BF2510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1" name="Google Shape;9388;p73">
                  <a:extLst>
                    <a:ext uri="{FF2B5EF4-FFF2-40B4-BE49-F238E27FC236}">
                      <a16:creationId xmlns:a16="http://schemas.microsoft.com/office/drawing/2014/main" id="{0C125F1A-7402-2231-A962-D783CA8FCCEE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2" name="Google Shape;9389;p73">
                  <a:extLst>
                    <a:ext uri="{FF2B5EF4-FFF2-40B4-BE49-F238E27FC236}">
                      <a16:creationId xmlns:a16="http://schemas.microsoft.com/office/drawing/2014/main" id="{E3DA08F3-5B84-0CFF-61F6-403C08F562F8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3" name="Google Shape;9390;p73">
                  <a:extLst>
                    <a:ext uri="{FF2B5EF4-FFF2-40B4-BE49-F238E27FC236}">
                      <a16:creationId xmlns:a16="http://schemas.microsoft.com/office/drawing/2014/main" id="{EDCFA089-47CD-1CDD-1F70-5CD1C61B9D00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4" name="Google Shape;9391;p73">
                  <a:extLst>
                    <a:ext uri="{FF2B5EF4-FFF2-40B4-BE49-F238E27FC236}">
                      <a16:creationId xmlns:a16="http://schemas.microsoft.com/office/drawing/2014/main" id="{1F3993A8-8454-FA3C-383F-20AA654A5404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5" name="Google Shape;9392;p73">
                  <a:extLst>
                    <a:ext uri="{FF2B5EF4-FFF2-40B4-BE49-F238E27FC236}">
                      <a16:creationId xmlns:a16="http://schemas.microsoft.com/office/drawing/2014/main" id="{5C0C3367-1663-4813-95EF-1375E78C43E4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6" name="Google Shape;9393;p73">
                  <a:extLst>
                    <a:ext uri="{FF2B5EF4-FFF2-40B4-BE49-F238E27FC236}">
                      <a16:creationId xmlns:a16="http://schemas.microsoft.com/office/drawing/2014/main" id="{EF780235-DC18-F184-BFBB-1E7298C2B9CD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7" name="Google Shape;9394;p73">
                  <a:extLst>
                    <a:ext uri="{FF2B5EF4-FFF2-40B4-BE49-F238E27FC236}">
                      <a16:creationId xmlns:a16="http://schemas.microsoft.com/office/drawing/2014/main" id="{16D4B60E-6AAA-ACD7-DB26-1C25322CDCCA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395;p73">
                <a:extLst>
                  <a:ext uri="{FF2B5EF4-FFF2-40B4-BE49-F238E27FC236}">
                    <a16:creationId xmlns:a16="http://schemas.microsoft.com/office/drawing/2014/main" id="{F346F73C-1795-248D-E992-B9A64255D805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17595" name="Google Shape;9396;p73">
                  <a:extLst>
                    <a:ext uri="{FF2B5EF4-FFF2-40B4-BE49-F238E27FC236}">
                      <a16:creationId xmlns:a16="http://schemas.microsoft.com/office/drawing/2014/main" id="{717086EE-6990-BDF1-80C9-4B3600534B73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6" name="Google Shape;9397;p73">
                  <a:extLst>
                    <a:ext uri="{FF2B5EF4-FFF2-40B4-BE49-F238E27FC236}">
                      <a16:creationId xmlns:a16="http://schemas.microsoft.com/office/drawing/2014/main" id="{773F2217-EB6E-692F-9502-83192E232BF4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7" name="Google Shape;9398;p73">
                  <a:extLst>
                    <a:ext uri="{FF2B5EF4-FFF2-40B4-BE49-F238E27FC236}">
                      <a16:creationId xmlns:a16="http://schemas.microsoft.com/office/drawing/2014/main" id="{EB995277-A4E1-AF15-F0B6-F0320F9BB8CF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8" name="Google Shape;9399;p73">
                  <a:extLst>
                    <a:ext uri="{FF2B5EF4-FFF2-40B4-BE49-F238E27FC236}">
                      <a16:creationId xmlns:a16="http://schemas.microsoft.com/office/drawing/2014/main" id="{51E1ADE3-774A-EB1D-F26E-65F4112AB88B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9" name="Google Shape;9400;p73">
                  <a:extLst>
                    <a:ext uri="{FF2B5EF4-FFF2-40B4-BE49-F238E27FC236}">
                      <a16:creationId xmlns:a16="http://schemas.microsoft.com/office/drawing/2014/main" id="{3728BF86-F4F5-6308-6AFA-16841B562390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8" name="Google Shape;9401;p73">
                <a:extLst>
                  <a:ext uri="{FF2B5EF4-FFF2-40B4-BE49-F238E27FC236}">
                    <a16:creationId xmlns:a16="http://schemas.microsoft.com/office/drawing/2014/main" id="{69B8C2F5-ECBA-5843-7856-6BE40B0E80F3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17591" name="Google Shape;9402;p73">
                  <a:extLst>
                    <a:ext uri="{FF2B5EF4-FFF2-40B4-BE49-F238E27FC236}">
                      <a16:creationId xmlns:a16="http://schemas.microsoft.com/office/drawing/2014/main" id="{C7CCD5FC-6155-BEB5-8785-AE18A0FD0887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2" name="Google Shape;9403;p73">
                  <a:extLst>
                    <a:ext uri="{FF2B5EF4-FFF2-40B4-BE49-F238E27FC236}">
                      <a16:creationId xmlns:a16="http://schemas.microsoft.com/office/drawing/2014/main" id="{B0A99FA1-8B8D-6B48-113B-FB133EF1581C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3" name="Google Shape;9404;p73">
                  <a:extLst>
                    <a:ext uri="{FF2B5EF4-FFF2-40B4-BE49-F238E27FC236}">
                      <a16:creationId xmlns:a16="http://schemas.microsoft.com/office/drawing/2014/main" id="{CA318002-F839-B056-947C-BADBE9621506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4" name="Google Shape;9405;p73">
                  <a:extLst>
                    <a:ext uri="{FF2B5EF4-FFF2-40B4-BE49-F238E27FC236}">
                      <a16:creationId xmlns:a16="http://schemas.microsoft.com/office/drawing/2014/main" id="{0E5F19B2-8574-9229-DF45-19720659BCC7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9" name="Google Shape;9406;p73">
                <a:extLst>
                  <a:ext uri="{FF2B5EF4-FFF2-40B4-BE49-F238E27FC236}">
                    <a16:creationId xmlns:a16="http://schemas.microsoft.com/office/drawing/2014/main" id="{871CBE50-1A22-E037-B246-0BAF9DD1F9F4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17586" name="Google Shape;9407;p73">
                  <a:extLst>
                    <a:ext uri="{FF2B5EF4-FFF2-40B4-BE49-F238E27FC236}">
                      <a16:creationId xmlns:a16="http://schemas.microsoft.com/office/drawing/2014/main" id="{3543AA37-583C-0CF0-4B49-AC685A3CC28C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7" name="Google Shape;9408;p73">
                  <a:extLst>
                    <a:ext uri="{FF2B5EF4-FFF2-40B4-BE49-F238E27FC236}">
                      <a16:creationId xmlns:a16="http://schemas.microsoft.com/office/drawing/2014/main" id="{751A7304-FB16-696C-88BB-2D8E7F01FC3D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8" name="Google Shape;9409;p73">
                  <a:extLst>
                    <a:ext uri="{FF2B5EF4-FFF2-40B4-BE49-F238E27FC236}">
                      <a16:creationId xmlns:a16="http://schemas.microsoft.com/office/drawing/2014/main" id="{3EEBF074-F609-A403-0A01-40E4FE895FE8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9" name="Google Shape;9410;p73">
                  <a:extLst>
                    <a:ext uri="{FF2B5EF4-FFF2-40B4-BE49-F238E27FC236}">
                      <a16:creationId xmlns:a16="http://schemas.microsoft.com/office/drawing/2014/main" id="{45E78B23-702F-30BF-1F0D-A3726ACCB546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0" name="Google Shape;9411;p73">
                  <a:extLst>
                    <a:ext uri="{FF2B5EF4-FFF2-40B4-BE49-F238E27FC236}">
                      <a16:creationId xmlns:a16="http://schemas.microsoft.com/office/drawing/2014/main" id="{2F08716E-9465-D9F8-06A9-F0AA8252315A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2" name="Google Shape;9412;p73">
                <a:extLst>
                  <a:ext uri="{FF2B5EF4-FFF2-40B4-BE49-F238E27FC236}">
                    <a16:creationId xmlns:a16="http://schemas.microsoft.com/office/drawing/2014/main" id="{365451BA-E846-9934-BED2-8228672F590F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17574" name="Google Shape;9413;p73">
                  <a:extLst>
                    <a:ext uri="{FF2B5EF4-FFF2-40B4-BE49-F238E27FC236}">
                      <a16:creationId xmlns:a16="http://schemas.microsoft.com/office/drawing/2014/main" id="{209BAE0A-2C99-93E4-3BD4-78C91E52276B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5" name="Google Shape;9414;p73">
                  <a:extLst>
                    <a:ext uri="{FF2B5EF4-FFF2-40B4-BE49-F238E27FC236}">
                      <a16:creationId xmlns:a16="http://schemas.microsoft.com/office/drawing/2014/main" id="{C68C2759-A659-4F2D-04E7-DE9720FDE9AF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6" name="Google Shape;9415;p73">
                  <a:extLst>
                    <a:ext uri="{FF2B5EF4-FFF2-40B4-BE49-F238E27FC236}">
                      <a16:creationId xmlns:a16="http://schemas.microsoft.com/office/drawing/2014/main" id="{6DAE875E-C6A8-5179-C47B-B695A9E52B48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7" name="Google Shape;9416;p73">
                  <a:extLst>
                    <a:ext uri="{FF2B5EF4-FFF2-40B4-BE49-F238E27FC236}">
                      <a16:creationId xmlns:a16="http://schemas.microsoft.com/office/drawing/2014/main" id="{75816142-384D-F899-058F-963DF4A3D6C1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8" name="Google Shape;9417;p73">
                  <a:extLst>
                    <a:ext uri="{FF2B5EF4-FFF2-40B4-BE49-F238E27FC236}">
                      <a16:creationId xmlns:a16="http://schemas.microsoft.com/office/drawing/2014/main" id="{D3CB09C9-13C5-5968-C301-FB8A0C8A3AEE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9" name="Google Shape;9418;p73">
                  <a:extLst>
                    <a:ext uri="{FF2B5EF4-FFF2-40B4-BE49-F238E27FC236}">
                      <a16:creationId xmlns:a16="http://schemas.microsoft.com/office/drawing/2014/main" id="{4C408F22-2649-AD07-00AF-474CA64AC285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0" name="Google Shape;9419;p73">
                  <a:extLst>
                    <a:ext uri="{FF2B5EF4-FFF2-40B4-BE49-F238E27FC236}">
                      <a16:creationId xmlns:a16="http://schemas.microsoft.com/office/drawing/2014/main" id="{A909F068-FEB1-2DBB-58A4-1086B7FC9F2C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1" name="Google Shape;9420;p73">
                  <a:extLst>
                    <a:ext uri="{FF2B5EF4-FFF2-40B4-BE49-F238E27FC236}">
                      <a16:creationId xmlns:a16="http://schemas.microsoft.com/office/drawing/2014/main" id="{1D3BFB6C-70A8-2CC5-E779-C2F5F4C63D4C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2" name="Google Shape;9421;p73">
                  <a:extLst>
                    <a:ext uri="{FF2B5EF4-FFF2-40B4-BE49-F238E27FC236}">
                      <a16:creationId xmlns:a16="http://schemas.microsoft.com/office/drawing/2014/main" id="{A658E1BC-9DE2-27B8-C83F-B1706847E3E8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3" name="Google Shape;9422;p73">
                  <a:extLst>
                    <a:ext uri="{FF2B5EF4-FFF2-40B4-BE49-F238E27FC236}">
                      <a16:creationId xmlns:a16="http://schemas.microsoft.com/office/drawing/2014/main" id="{846A7FF2-ACB0-D400-1E5E-CC355664392D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4" name="Google Shape;9423;p73">
                  <a:extLst>
                    <a:ext uri="{FF2B5EF4-FFF2-40B4-BE49-F238E27FC236}">
                      <a16:creationId xmlns:a16="http://schemas.microsoft.com/office/drawing/2014/main" id="{E6DDD124-976D-1F6C-AF77-F6AF72684250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5" name="Google Shape;9424;p73">
                  <a:extLst>
                    <a:ext uri="{FF2B5EF4-FFF2-40B4-BE49-F238E27FC236}">
                      <a16:creationId xmlns:a16="http://schemas.microsoft.com/office/drawing/2014/main" id="{9882AE84-2CF9-3B86-5939-D3B4F16BC5C7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3" name="Google Shape;9425;p73">
                <a:extLst>
                  <a:ext uri="{FF2B5EF4-FFF2-40B4-BE49-F238E27FC236}">
                    <a16:creationId xmlns:a16="http://schemas.microsoft.com/office/drawing/2014/main" id="{CA9FF8C8-5FD8-CD69-D904-CB5DD56DA91D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17568" name="Google Shape;9426;p73">
                  <a:extLst>
                    <a:ext uri="{FF2B5EF4-FFF2-40B4-BE49-F238E27FC236}">
                      <a16:creationId xmlns:a16="http://schemas.microsoft.com/office/drawing/2014/main" id="{5FCC2BB8-FE8E-D49F-6844-9563A945476D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9" name="Google Shape;9427;p73">
                  <a:extLst>
                    <a:ext uri="{FF2B5EF4-FFF2-40B4-BE49-F238E27FC236}">
                      <a16:creationId xmlns:a16="http://schemas.microsoft.com/office/drawing/2014/main" id="{909913F7-7A29-381D-BE3F-C7A8D813922E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0" name="Google Shape;9428;p73">
                  <a:extLst>
                    <a:ext uri="{FF2B5EF4-FFF2-40B4-BE49-F238E27FC236}">
                      <a16:creationId xmlns:a16="http://schemas.microsoft.com/office/drawing/2014/main" id="{51A808E4-A639-DA3D-A654-F23829E9B70F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1" name="Google Shape;9429;p73">
                  <a:extLst>
                    <a:ext uri="{FF2B5EF4-FFF2-40B4-BE49-F238E27FC236}">
                      <a16:creationId xmlns:a16="http://schemas.microsoft.com/office/drawing/2014/main" id="{AAD9F809-EFB2-F088-BBEC-277661503745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2" name="Google Shape;9430;p73">
                  <a:extLst>
                    <a:ext uri="{FF2B5EF4-FFF2-40B4-BE49-F238E27FC236}">
                      <a16:creationId xmlns:a16="http://schemas.microsoft.com/office/drawing/2014/main" id="{F20FE083-6335-F04E-0FA3-3CA3D403483A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3" name="Google Shape;9431;p73">
                  <a:extLst>
                    <a:ext uri="{FF2B5EF4-FFF2-40B4-BE49-F238E27FC236}">
                      <a16:creationId xmlns:a16="http://schemas.microsoft.com/office/drawing/2014/main" id="{B74C58FC-8B62-A93C-3B11-AB80C294B175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4" name="Google Shape;9432;p73">
                <a:extLst>
                  <a:ext uri="{FF2B5EF4-FFF2-40B4-BE49-F238E27FC236}">
                    <a16:creationId xmlns:a16="http://schemas.microsoft.com/office/drawing/2014/main" id="{8FE7A288-1F55-37A0-DD67-99C1A7C90108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7561" name="Google Shape;9433;p73">
                  <a:extLst>
                    <a:ext uri="{FF2B5EF4-FFF2-40B4-BE49-F238E27FC236}">
                      <a16:creationId xmlns:a16="http://schemas.microsoft.com/office/drawing/2014/main" id="{72C0D6E0-2DCB-AD7E-B5CD-3E07FE38565A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2" name="Google Shape;9434;p73">
                  <a:extLst>
                    <a:ext uri="{FF2B5EF4-FFF2-40B4-BE49-F238E27FC236}">
                      <a16:creationId xmlns:a16="http://schemas.microsoft.com/office/drawing/2014/main" id="{33655F89-2388-42FB-2BFA-166A3AB855B4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3" name="Google Shape;9435;p73">
                  <a:extLst>
                    <a:ext uri="{FF2B5EF4-FFF2-40B4-BE49-F238E27FC236}">
                      <a16:creationId xmlns:a16="http://schemas.microsoft.com/office/drawing/2014/main" id="{52E6953E-BDCD-8431-F6DC-D7931CA3022E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4" name="Google Shape;9436;p73">
                  <a:extLst>
                    <a:ext uri="{FF2B5EF4-FFF2-40B4-BE49-F238E27FC236}">
                      <a16:creationId xmlns:a16="http://schemas.microsoft.com/office/drawing/2014/main" id="{AC78BBB0-39F8-99D3-9EDB-1DDC9DD4C409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5" name="Google Shape;9437;p73">
                  <a:extLst>
                    <a:ext uri="{FF2B5EF4-FFF2-40B4-BE49-F238E27FC236}">
                      <a16:creationId xmlns:a16="http://schemas.microsoft.com/office/drawing/2014/main" id="{F8B21E28-2094-9FE4-C580-E5A286240D67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6" name="Google Shape;9438;p73">
                  <a:extLst>
                    <a:ext uri="{FF2B5EF4-FFF2-40B4-BE49-F238E27FC236}">
                      <a16:creationId xmlns:a16="http://schemas.microsoft.com/office/drawing/2014/main" id="{D11781E8-C313-914B-E0E1-FA7EFC88CDE5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7" name="Google Shape;9439;p73">
                  <a:extLst>
                    <a:ext uri="{FF2B5EF4-FFF2-40B4-BE49-F238E27FC236}">
                      <a16:creationId xmlns:a16="http://schemas.microsoft.com/office/drawing/2014/main" id="{68D33169-8CDB-5828-08EF-4F808ADA2296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5" name="Google Shape;9440;p73">
                <a:extLst>
                  <a:ext uri="{FF2B5EF4-FFF2-40B4-BE49-F238E27FC236}">
                    <a16:creationId xmlns:a16="http://schemas.microsoft.com/office/drawing/2014/main" id="{50CDE981-A05B-4B9A-9C03-91FA6F089CE8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7558" name="Google Shape;9441;p73">
                  <a:extLst>
                    <a:ext uri="{FF2B5EF4-FFF2-40B4-BE49-F238E27FC236}">
                      <a16:creationId xmlns:a16="http://schemas.microsoft.com/office/drawing/2014/main" id="{7E72AA58-F23E-9C2F-6B4E-BDEAD3037002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9" name="Google Shape;9442;p73">
                  <a:extLst>
                    <a:ext uri="{FF2B5EF4-FFF2-40B4-BE49-F238E27FC236}">
                      <a16:creationId xmlns:a16="http://schemas.microsoft.com/office/drawing/2014/main" id="{62F007EA-4447-7922-F36F-841929C02451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0" name="Google Shape;9443;p73">
                  <a:extLst>
                    <a:ext uri="{FF2B5EF4-FFF2-40B4-BE49-F238E27FC236}">
                      <a16:creationId xmlns:a16="http://schemas.microsoft.com/office/drawing/2014/main" id="{5DC2AB05-1B56-FEA0-8BC0-B10CC05CCE4B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6" name="Google Shape;9444;p73">
                <a:extLst>
                  <a:ext uri="{FF2B5EF4-FFF2-40B4-BE49-F238E27FC236}">
                    <a16:creationId xmlns:a16="http://schemas.microsoft.com/office/drawing/2014/main" id="{1640DDD4-D4D4-E6DF-6B37-4329B975E335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17" name="Google Shape;9445;p73">
                <a:extLst>
                  <a:ext uri="{FF2B5EF4-FFF2-40B4-BE49-F238E27FC236}">
                    <a16:creationId xmlns:a16="http://schemas.microsoft.com/office/drawing/2014/main" id="{50062B59-8207-7100-5398-7543C221B95D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7554" name="Google Shape;9446;p73">
                  <a:extLst>
                    <a:ext uri="{FF2B5EF4-FFF2-40B4-BE49-F238E27FC236}">
                      <a16:creationId xmlns:a16="http://schemas.microsoft.com/office/drawing/2014/main" id="{E7989AFD-6E6A-2002-19AD-1B821B152171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5" name="Google Shape;9447;p73">
                  <a:extLst>
                    <a:ext uri="{FF2B5EF4-FFF2-40B4-BE49-F238E27FC236}">
                      <a16:creationId xmlns:a16="http://schemas.microsoft.com/office/drawing/2014/main" id="{CBAC00B8-657D-2FF1-9E18-D2419B1B075B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6" name="Google Shape;9448;p73">
                  <a:extLst>
                    <a:ext uri="{FF2B5EF4-FFF2-40B4-BE49-F238E27FC236}">
                      <a16:creationId xmlns:a16="http://schemas.microsoft.com/office/drawing/2014/main" id="{6BD7CC99-76BE-6C4A-87DB-A2447996DEAA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7" name="Google Shape;9449;p73">
                  <a:extLst>
                    <a:ext uri="{FF2B5EF4-FFF2-40B4-BE49-F238E27FC236}">
                      <a16:creationId xmlns:a16="http://schemas.microsoft.com/office/drawing/2014/main" id="{B49C7A6F-2437-888F-C977-AF9853C45148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8" name="Google Shape;9450;p73">
                <a:extLst>
                  <a:ext uri="{FF2B5EF4-FFF2-40B4-BE49-F238E27FC236}">
                    <a16:creationId xmlns:a16="http://schemas.microsoft.com/office/drawing/2014/main" id="{D524502A-B9FE-2776-E963-98D23817776B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7549" name="Google Shape;9451;p73">
                  <a:extLst>
                    <a:ext uri="{FF2B5EF4-FFF2-40B4-BE49-F238E27FC236}">
                      <a16:creationId xmlns:a16="http://schemas.microsoft.com/office/drawing/2014/main" id="{F296B486-AC8B-58E9-8B10-FBB208094B5E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0" name="Google Shape;9452;p73">
                  <a:extLst>
                    <a:ext uri="{FF2B5EF4-FFF2-40B4-BE49-F238E27FC236}">
                      <a16:creationId xmlns:a16="http://schemas.microsoft.com/office/drawing/2014/main" id="{4746372A-60C7-AD2F-D91D-1CC5BEB13867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1" name="Google Shape;9453;p73">
                  <a:extLst>
                    <a:ext uri="{FF2B5EF4-FFF2-40B4-BE49-F238E27FC236}">
                      <a16:creationId xmlns:a16="http://schemas.microsoft.com/office/drawing/2014/main" id="{B85A67F4-8864-3121-8401-D992B08F1AD2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2" name="Google Shape;9454;p73">
                  <a:extLst>
                    <a:ext uri="{FF2B5EF4-FFF2-40B4-BE49-F238E27FC236}">
                      <a16:creationId xmlns:a16="http://schemas.microsoft.com/office/drawing/2014/main" id="{5C8CC359-1B65-A7BA-5653-0F741F706387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3" name="Google Shape;9455;p73">
                  <a:extLst>
                    <a:ext uri="{FF2B5EF4-FFF2-40B4-BE49-F238E27FC236}">
                      <a16:creationId xmlns:a16="http://schemas.microsoft.com/office/drawing/2014/main" id="{CAB09941-E853-A04C-D3FC-E41125E5E887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9" name="Google Shape;9456;p73">
                <a:extLst>
                  <a:ext uri="{FF2B5EF4-FFF2-40B4-BE49-F238E27FC236}">
                    <a16:creationId xmlns:a16="http://schemas.microsoft.com/office/drawing/2014/main" id="{F69B2378-0AE2-BC3E-FD29-2E716F623885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20" name="Google Shape;9457;p73">
                <a:extLst>
                  <a:ext uri="{FF2B5EF4-FFF2-40B4-BE49-F238E27FC236}">
                    <a16:creationId xmlns:a16="http://schemas.microsoft.com/office/drawing/2014/main" id="{28EC3719-B00B-AB18-1E7C-ADD81100BFEC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7546" name="Google Shape;9458;p73">
                  <a:extLst>
                    <a:ext uri="{FF2B5EF4-FFF2-40B4-BE49-F238E27FC236}">
                      <a16:creationId xmlns:a16="http://schemas.microsoft.com/office/drawing/2014/main" id="{43F2E8D9-6484-438A-8499-ED54D76C78ED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7" name="Google Shape;9459;p73">
                  <a:extLst>
                    <a:ext uri="{FF2B5EF4-FFF2-40B4-BE49-F238E27FC236}">
                      <a16:creationId xmlns:a16="http://schemas.microsoft.com/office/drawing/2014/main" id="{EBE77CC2-A888-677D-BEC0-1663DE4E183A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8" name="Google Shape;9460;p73">
                  <a:extLst>
                    <a:ext uri="{FF2B5EF4-FFF2-40B4-BE49-F238E27FC236}">
                      <a16:creationId xmlns:a16="http://schemas.microsoft.com/office/drawing/2014/main" id="{6D55C2A5-D71B-64CF-5DAA-8DA768213113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1" name="Google Shape;9461;p73">
                <a:extLst>
                  <a:ext uri="{FF2B5EF4-FFF2-40B4-BE49-F238E27FC236}">
                    <a16:creationId xmlns:a16="http://schemas.microsoft.com/office/drawing/2014/main" id="{D13DAC0F-61B5-DB93-3052-24C5C14B1760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540" name="Google Shape;9462;p73">
                  <a:extLst>
                    <a:ext uri="{FF2B5EF4-FFF2-40B4-BE49-F238E27FC236}">
                      <a16:creationId xmlns:a16="http://schemas.microsoft.com/office/drawing/2014/main" id="{FA1209A9-0681-8DCA-EC5A-2FD8230C67AE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1" name="Google Shape;9463;p73">
                  <a:extLst>
                    <a:ext uri="{FF2B5EF4-FFF2-40B4-BE49-F238E27FC236}">
                      <a16:creationId xmlns:a16="http://schemas.microsoft.com/office/drawing/2014/main" id="{CAE176C9-D707-E52B-8DC2-417C3E521E77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2" name="Google Shape;9464;p73">
                  <a:extLst>
                    <a:ext uri="{FF2B5EF4-FFF2-40B4-BE49-F238E27FC236}">
                      <a16:creationId xmlns:a16="http://schemas.microsoft.com/office/drawing/2014/main" id="{27CB0D91-0D94-618E-94BF-AA43EB6157C5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3" name="Google Shape;9465;p73">
                  <a:extLst>
                    <a:ext uri="{FF2B5EF4-FFF2-40B4-BE49-F238E27FC236}">
                      <a16:creationId xmlns:a16="http://schemas.microsoft.com/office/drawing/2014/main" id="{0D53A7C0-8EB3-F416-922A-85FE6C9CC01B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4" name="Google Shape;9466;p73">
                  <a:extLst>
                    <a:ext uri="{FF2B5EF4-FFF2-40B4-BE49-F238E27FC236}">
                      <a16:creationId xmlns:a16="http://schemas.microsoft.com/office/drawing/2014/main" id="{0B59C257-B4EA-91F5-73A4-7A0716566738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2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5" name="Google Shape;9467;p73">
                  <a:extLst>
                    <a:ext uri="{FF2B5EF4-FFF2-40B4-BE49-F238E27FC236}">
                      <a16:creationId xmlns:a16="http://schemas.microsoft.com/office/drawing/2014/main" id="{9AA0EFC0-A8C3-22AD-6E7F-CBA320C805CD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2" h="3492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2" name="Google Shape;9468;p73">
                <a:extLst>
                  <a:ext uri="{FF2B5EF4-FFF2-40B4-BE49-F238E27FC236}">
                    <a16:creationId xmlns:a16="http://schemas.microsoft.com/office/drawing/2014/main" id="{2FA5463A-55CF-6803-BA84-49302C464277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533" name="Google Shape;9469;p73">
                  <a:extLst>
                    <a:ext uri="{FF2B5EF4-FFF2-40B4-BE49-F238E27FC236}">
                      <a16:creationId xmlns:a16="http://schemas.microsoft.com/office/drawing/2014/main" id="{BB304AF2-3EBC-1407-AA68-FE2E54AF26B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4" name="Google Shape;9470;p73">
                  <a:extLst>
                    <a:ext uri="{FF2B5EF4-FFF2-40B4-BE49-F238E27FC236}">
                      <a16:creationId xmlns:a16="http://schemas.microsoft.com/office/drawing/2014/main" id="{A1C0B796-F903-E2CD-1D5F-E60446A8788D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5" name="Google Shape;9471;p73">
                  <a:extLst>
                    <a:ext uri="{FF2B5EF4-FFF2-40B4-BE49-F238E27FC236}">
                      <a16:creationId xmlns:a16="http://schemas.microsoft.com/office/drawing/2014/main" id="{C3BAFDCF-90EA-8860-F823-024FA6EEB4F1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6" name="Google Shape;9472;p73">
                  <a:extLst>
                    <a:ext uri="{FF2B5EF4-FFF2-40B4-BE49-F238E27FC236}">
                      <a16:creationId xmlns:a16="http://schemas.microsoft.com/office/drawing/2014/main" id="{F703C58E-4DF3-42AD-DBAE-BF269AA1AC58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7" name="Google Shape;9473;p73">
                  <a:extLst>
                    <a:ext uri="{FF2B5EF4-FFF2-40B4-BE49-F238E27FC236}">
                      <a16:creationId xmlns:a16="http://schemas.microsoft.com/office/drawing/2014/main" id="{447A0F95-F988-D0A0-8EA3-3D58AECB06F2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8" name="Google Shape;9474;p73">
                  <a:extLst>
                    <a:ext uri="{FF2B5EF4-FFF2-40B4-BE49-F238E27FC236}">
                      <a16:creationId xmlns:a16="http://schemas.microsoft.com/office/drawing/2014/main" id="{5CED08A7-3C4C-D188-9420-82A5C777118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9" name="Google Shape;9475;p73">
                  <a:extLst>
                    <a:ext uri="{FF2B5EF4-FFF2-40B4-BE49-F238E27FC236}">
                      <a16:creationId xmlns:a16="http://schemas.microsoft.com/office/drawing/2014/main" id="{0908F6F4-4246-4B67-D2AB-EC1090E59764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3" name="Google Shape;9476;p73">
                <a:extLst>
                  <a:ext uri="{FF2B5EF4-FFF2-40B4-BE49-F238E27FC236}">
                    <a16:creationId xmlns:a16="http://schemas.microsoft.com/office/drawing/2014/main" id="{FF6104C2-A367-8005-02BF-2AFF6A8EF15B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7530" name="Google Shape;9477;p73">
                  <a:extLst>
                    <a:ext uri="{FF2B5EF4-FFF2-40B4-BE49-F238E27FC236}">
                      <a16:creationId xmlns:a16="http://schemas.microsoft.com/office/drawing/2014/main" id="{688AF427-559B-E661-E9C7-D1CA13233767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1" name="Google Shape;9478;p73">
                  <a:extLst>
                    <a:ext uri="{FF2B5EF4-FFF2-40B4-BE49-F238E27FC236}">
                      <a16:creationId xmlns:a16="http://schemas.microsoft.com/office/drawing/2014/main" id="{593E3FDA-AA80-3250-DF9A-3537C40B5209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2" name="Google Shape;9479;p73">
                  <a:extLst>
                    <a:ext uri="{FF2B5EF4-FFF2-40B4-BE49-F238E27FC236}">
                      <a16:creationId xmlns:a16="http://schemas.microsoft.com/office/drawing/2014/main" id="{A46D2A10-89D4-150E-65D3-371AF4E221AD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4" name="Google Shape;9480;p73">
                <a:extLst>
                  <a:ext uri="{FF2B5EF4-FFF2-40B4-BE49-F238E27FC236}">
                    <a16:creationId xmlns:a16="http://schemas.microsoft.com/office/drawing/2014/main" id="{8D5600BF-DB30-E42D-278A-BB94544FEE08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7524" name="Google Shape;9481;p73">
                  <a:extLst>
                    <a:ext uri="{FF2B5EF4-FFF2-40B4-BE49-F238E27FC236}">
                      <a16:creationId xmlns:a16="http://schemas.microsoft.com/office/drawing/2014/main" id="{65260F20-2E42-F47D-4AE8-4FDD93D748B3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5" name="Google Shape;9482;p73">
                  <a:extLst>
                    <a:ext uri="{FF2B5EF4-FFF2-40B4-BE49-F238E27FC236}">
                      <a16:creationId xmlns:a16="http://schemas.microsoft.com/office/drawing/2014/main" id="{A0E1C9B5-0197-54AC-39AE-095DF44FEC6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6" name="Google Shape;9483;p73">
                  <a:extLst>
                    <a:ext uri="{FF2B5EF4-FFF2-40B4-BE49-F238E27FC236}">
                      <a16:creationId xmlns:a16="http://schemas.microsoft.com/office/drawing/2014/main" id="{B77F4A19-49C5-4AD5-707A-C786BEC553E5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7" name="Google Shape;9484;p73">
                  <a:extLst>
                    <a:ext uri="{FF2B5EF4-FFF2-40B4-BE49-F238E27FC236}">
                      <a16:creationId xmlns:a16="http://schemas.microsoft.com/office/drawing/2014/main" id="{582176A7-AEEB-A44B-3FF7-3210D446C8C2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8" name="Google Shape;9485;p73">
                  <a:extLst>
                    <a:ext uri="{FF2B5EF4-FFF2-40B4-BE49-F238E27FC236}">
                      <a16:creationId xmlns:a16="http://schemas.microsoft.com/office/drawing/2014/main" id="{CD4C2751-EBCA-9A2F-5644-5E492CF532AB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9" name="Google Shape;9486;p73">
                  <a:extLst>
                    <a:ext uri="{FF2B5EF4-FFF2-40B4-BE49-F238E27FC236}">
                      <a16:creationId xmlns:a16="http://schemas.microsoft.com/office/drawing/2014/main" id="{05717B48-6B56-6992-F7A8-08F6BEEB34AB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733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5" name="Google Shape;9487;p73">
                <a:extLst>
                  <a:ext uri="{FF2B5EF4-FFF2-40B4-BE49-F238E27FC236}">
                    <a16:creationId xmlns:a16="http://schemas.microsoft.com/office/drawing/2014/main" id="{9F44E99C-D019-D8B6-E4B4-E09107D9B320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7521" name="Google Shape;9488;p73">
                  <a:extLst>
                    <a:ext uri="{FF2B5EF4-FFF2-40B4-BE49-F238E27FC236}">
                      <a16:creationId xmlns:a16="http://schemas.microsoft.com/office/drawing/2014/main" id="{C57E509E-4496-A7FF-25E6-B183A4F7F4DE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2" name="Google Shape;9489;p73">
                  <a:extLst>
                    <a:ext uri="{FF2B5EF4-FFF2-40B4-BE49-F238E27FC236}">
                      <a16:creationId xmlns:a16="http://schemas.microsoft.com/office/drawing/2014/main" id="{8D18D4B7-8499-97E3-00CE-C6875FDEC7F5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3" name="Google Shape;9490;p73">
                  <a:extLst>
                    <a:ext uri="{FF2B5EF4-FFF2-40B4-BE49-F238E27FC236}">
                      <a16:creationId xmlns:a16="http://schemas.microsoft.com/office/drawing/2014/main" id="{B1962EF9-D19C-CDA8-7FAB-178C9CB11481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6" name="Google Shape;9491;p73">
                <a:extLst>
                  <a:ext uri="{FF2B5EF4-FFF2-40B4-BE49-F238E27FC236}">
                    <a16:creationId xmlns:a16="http://schemas.microsoft.com/office/drawing/2014/main" id="{47A1DA6D-4F63-2B3F-5626-F2234BE8A939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7518" name="Google Shape;9492;p73">
                  <a:extLst>
                    <a:ext uri="{FF2B5EF4-FFF2-40B4-BE49-F238E27FC236}">
                      <a16:creationId xmlns:a16="http://schemas.microsoft.com/office/drawing/2014/main" id="{451A25F2-EF0D-3687-9653-2AB76E08CD3A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9" name="Google Shape;9493;p73">
                  <a:extLst>
                    <a:ext uri="{FF2B5EF4-FFF2-40B4-BE49-F238E27FC236}">
                      <a16:creationId xmlns:a16="http://schemas.microsoft.com/office/drawing/2014/main" id="{9A9972FA-CBEB-F756-2685-146EC73A2F1D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0" name="Google Shape;9494;p73">
                  <a:extLst>
                    <a:ext uri="{FF2B5EF4-FFF2-40B4-BE49-F238E27FC236}">
                      <a16:creationId xmlns:a16="http://schemas.microsoft.com/office/drawing/2014/main" id="{86067495-3292-BCEF-DB86-71BD3E3E8F02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7" name="Google Shape;9495;p73">
                <a:extLst>
                  <a:ext uri="{FF2B5EF4-FFF2-40B4-BE49-F238E27FC236}">
                    <a16:creationId xmlns:a16="http://schemas.microsoft.com/office/drawing/2014/main" id="{4FC3B9D1-B26B-E965-F516-EA282A618DB9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7515" name="Google Shape;9496;p73">
                  <a:extLst>
                    <a:ext uri="{FF2B5EF4-FFF2-40B4-BE49-F238E27FC236}">
                      <a16:creationId xmlns:a16="http://schemas.microsoft.com/office/drawing/2014/main" id="{A57F6FF9-F506-2DC3-EE4E-421A62FE7DF9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6" name="Google Shape;9497;p73">
                  <a:extLst>
                    <a:ext uri="{FF2B5EF4-FFF2-40B4-BE49-F238E27FC236}">
                      <a16:creationId xmlns:a16="http://schemas.microsoft.com/office/drawing/2014/main" id="{8D7DEA06-BEED-F1D7-495F-A8B719208197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7" name="Google Shape;9498;p73">
                  <a:extLst>
                    <a:ext uri="{FF2B5EF4-FFF2-40B4-BE49-F238E27FC236}">
                      <a16:creationId xmlns:a16="http://schemas.microsoft.com/office/drawing/2014/main" id="{5918EB2F-4EFF-F352-0A98-975B96563D55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8" name="Google Shape;9499;p73">
                <a:extLst>
                  <a:ext uri="{FF2B5EF4-FFF2-40B4-BE49-F238E27FC236}">
                    <a16:creationId xmlns:a16="http://schemas.microsoft.com/office/drawing/2014/main" id="{DDA52221-A32D-FA1D-9807-E9C663230BFA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7507" name="Google Shape;9500;p73">
                  <a:extLst>
                    <a:ext uri="{FF2B5EF4-FFF2-40B4-BE49-F238E27FC236}">
                      <a16:creationId xmlns:a16="http://schemas.microsoft.com/office/drawing/2014/main" id="{1CAAA0AA-3C6B-A4F7-3ACC-F95C78F093CC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8" name="Google Shape;9501;p73">
                  <a:extLst>
                    <a:ext uri="{FF2B5EF4-FFF2-40B4-BE49-F238E27FC236}">
                      <a16:creationId xmlns:a16="http://schemas.microsoft.com/office/drawing/2014/main" id="{8491F67D-D392-14C3-6D28-87D86C44C220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9" name="Google Shape;9502;p73">
                  <a:extLst>
                    <a:ext uri="{FF2B5EF4-FFF2-40B4-BE49-F238E27FC236}">
                      <a16:creationId xmlns:a16="http://schemas.microsoft.com/office/drawing/2014/main" id="{A2504DC1-A72F-CE83-C2FA-8A3CC92443FF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0" name="Google Shape;9503;p73">
                  <a:extLst>
                    <a:ext uri="{FF2B5EF4-FFF2-40B4-BE49-F238E27FC236}">
                      <a16:creationId xmlns:a16="http://schemas.microsoft.com/office/drawing/2014/main" id="{0F19ECEE-2FB0-87AE-4172-EC20D5D2F848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0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1" name="Google Shape;9504;p73">
                  <a:extLst>
                    <a:ext uri="{FF2B5EF4-FFF2-40B4-BE49-F238E27FC236}">
                      <a16:creationId xmlns:a16="http://schemas.microsoft.com/office/drawing/2014/main" id="{5047A9C7-A5B0-785F-3534-F259F2320EBD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2" name="Google Shape;9505;p73">
                  <a:extLst>
                    <a:ext uri="{FF2B5EF4-FFF2-40B4-BE49-F238E27FC236}">
                      <a16:creationId xmlns:a16="http://schemas.microsoft.com/office/drawing/2014/main" id="{4A78EB67-75E1-B9D1-E13E-1510A20387FD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3" name="Google Shape;9506;p73">
                  <a:extLst>
                    <a:ext uri="{FF2B5EF4-FFF2-40B4-BE49-F238E27FC236}">
                      <a16:creationId xmlns:a16="http://schemas.microsoft.com/office/drawing/2014/main" id="{015AC72E-F1AD-3B17-2486-6CD024C2D4A0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4" name="Google Shape;9507;p73">
                  <a:extLst>
                    <a:ext uri="{FF2B5EF4-FFF2-40B4-BE49-F238E27FC236}">
                      <a16:creationId xmlns:a16="http://schemas.microsoft.com/office/drawing/2014/main" id="{2D8F5426-AF9B-4D79-C735-B05C665F295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9" name="Google Shape;9508;p73">
                <a:extLst>
                  <a:ext uri="{FF2B5EF4-FFF2-40B4-BE49-F238E27FC236}">
                    <a16:creationId xmlns:a16="http://schemas.microsoft.com/office/drawing/2014/main" id="{9DB71135-D972-9020-A8EF-072B2846D87E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7499" name="Google Shape;9509;p73">
                  <a:extLst>
                    <a:ext uri="{FF2B5EF4-FFF2-40B4-BE49-F238E27FC236}">
                      <a16:creationId xmlns:a16="http://schemas.microsoft.com/office/drawing/2014/main" id="{634323F7-7D43-5B42-B393-99BFDCF777A8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0" name="Google Shape;9510;p73">
                  <a:extLst>
                    <a:ext uri="{FF2B5EF4-FFF2-40B4-BE49-F238E27FC236}">
                      <a16:creationId xmlns:a16="http://schemas.microsoft.com/office/drawing/2014/main" id="{0A2FC356-6031-07F2-BD15-81EEDB628629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1" name="Google Shape;9511;p73">
                  <a:extLst>
                    <a:ext uri="{FF2B5EF4-FFF2-40B4-BE49-F238E27FC236}">
                      <a16:creationId xmlns:a16="http://schemas.microsoft.com/office/drawing/2014/main" id="{78C605D1-AEC1-DD92-DEAA-79A00451B536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2" name="Google Shape;9512;p73">
                  <a:extLst>
                    <a:ext uri="{FF2B5EF4-FFF2-40B4-BE49-F238E27FC236}">
                      <a16:creationId xmlns:a16="http://schemas.microsoft.com/office/drawing/2014/main" id="{07DEA9B0-BECD-8315-1769-40C286544FBA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3" name="Google Shape;9513;p73">
                  <a:extLst>
                    <a:ext uri="{FF2B5EF4-FFF2-40B4-BE49-F238E27FC236}">
                      <a16:creationId xmlns:a16="http://schemas.microsoft.com/office/drawing/2014/main" id="{B894CE8F-F3D3-7EC9-6528-8AD73289A65F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4" name="Google Shape;9514;p73">
                  <a:extLst>
                    <a:ext uri="{FF2B5EF4-FFF2-40B4-BE49-F238E27FC236}">
                      <a16:creationId xmlns:a16="http://schemas.microsoft.com/office/drawing/2014/main" id="{920AE97A-4BDA-BDA4-DB2C-4F7B8CDC49A0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5" name="Google Shape;9515;p73">
                  <a:extLst>
                    <a:ext uri="{FF2B5EF4-FFF2-40B4-BE49-F238E27FC236}">
                      <a16:creationId xmlns:a16="http://schemas.microsoft.com/office/drawing/2014/main" id="{C89225CF-9960-3868-64C8-6ABF87220F7E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6" name="Google Shape;9516;p73">
                  <a:extLst>
                    <a:ext uri="{FF2B5EF4-FFF2-40B4-BE49-F238E27FC236}">
                      <a16:creationId xmlns:a16="http://schemas.microsoft.com/office/drawing/2014/main" id="{2C5B7D3C-8614-E2CB-347F-650453A9C3AA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0" name="Google Shape;9517;p73">
                <a:extLst>
                  <a:ext uri="{FF2B5EF4-FFF2-40B4-BE49-F238E27FC236}">
                    <a16:creationId xmlns:a16="http://schemas.microsoft.com/office/drawing/2014/main" id="{F4EB06D3-45ED-D6A7-9F38-3485AA046CDA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7496" name="Google Shape;9518;p73">
                  <a:extLst>
                    <a:ext uri="{FF2B5EF4-FFF2-40B4-BE49-F238E27FC236}">
                      <a16:creationId xmlns:a16="http://schemas.microsoft.com/office/drawing/2014/main" id="{FF747517-6097-2376-34AE-B0493D829692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7" name="Google Shape;9519;p73">
                  <a:extLst>
                    <a:ext uri="{FF2B5EF4-FFF2-40B4-BE49-F238E27FC236}">
                      <a16:creationId xmlns:a16="http://schemas.microsoft.com/office/drawing/2014/main" id="{12873A53-F89B-2ECB-7440-1C7EF450A8C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8" name="Google Shape;9520;p73">
                  <a:extLst>
                    <a:ext uri="{FF2B5EF4-FFF2-40B4-BE49-F238E27FC236}">
                      <a16:creationId xmlns:a16="http://schemas.microsoft.com/office/drawing/2014/main" id="{22EE14F0-35AA-1A41-BE13-8671F6C28C53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1" name="Google Shape;9521;p73">
                <a:extLst>
                  <a:ext uri="{FF2B5EF4-FFF2-40B4-BE49-F238E27FC236}">
                    <a16:creationId xmlns:a16="http://schemas.microsoft.com/office/drawing/2014/main" id="{73A575D0-257E-2905-187B-D13CBBC13E4D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7488" name="Google Shape;9522;p73">
                  <a:extLst>
                    <a:ext uri="{FF2B5EF4-FFF2-40B4-BE49-F238E27FC236}">
                      <a16:creationId xmlns:a16="http://schemas.microsoft.com/office/drawing/2014/main" id="{00229278-29D9-19EB-985D-CCBC792623D6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9" name="Google Shape;9523;p73">
                  <a:extLst>
                    <a:ext uri="{FF2B5EF4-FFF2-40B4-BE49-F238E27FC236}">
                      <a16:creationId xmlns:a16="http://schemas.microsoft.com/office/drawing/2014/main" id="{8CCF3E55-AFD5-91D5-F492-749BB8B848F4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0" name="Google Shape;9524;p73">
                  <a:extLst>
                    <a:ext uri="{FF2B5EF4-FFF2-40B4-BE49-F238E27FC236}">
                      <a16:creationId xmlns:a16="http://schemas.microsoft.com/office/drawing/2014/main" id="{ABCFAA90-4A0E-0EC3-31D1-AD46447146E3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1" name="Google Shape;9525;p73">
                  <a:extLst>
                    <a:ext uri="{FF2B5EF4-FFF2-40B4-BE49-F238E27FC236}">
                      <a16:creationId xmlns:a16="http://schemas.microsoft.com/office/drawing/2014/main" id="{E590DB8D-DB1C-1B85-B6D6-1EB9CBDDEF40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2" name="Google Shape;9526;p73">
                  <a:extLst>
                    <a:ext uri="{FF2B5EF4-FFF2-40B4-BE49-F238E27FC236}">
                      <a16:creationId xmlns:a16="http://schemas.microsoft.com/office/drawing/2014/main" id="{B69103C3-6AFF-14F7-A94B-EC42C82E389B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3" name="Google Shape;9527;p73">
                  <a:extLst>
                    <a:ext uri="{FF2B5EF4-FFF2-40B4-BE49-F238E27FC236}">
                      <a16:creationId xmlns:a16="http://schemas.microsoft.com/office/drawing/2014/main" id="{001BCC18-196C-83E6-FC6E-CFC3EA6FE4A9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4" name="Google Shape;9528;p73">
                  <a:extLst>
                    <a:ext uri="{FF2B5EF4-FFF2-40B4-BE49-F238E27FC236}">
                      <a16:creationId xmlns:a16="http://schemas.microsoft.com/office/drawing/2014/main" id="{B07CFAC4-005B-862A-EC79-60CCF55479FF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5" name="Google Shape;9529;p73">
                  <a:extLst>
                    <a:ext uri="{FF2B5EF4-FFF2-40B4-BE49-F238E27FC236}">
                      <a16:creationId xmlns:a16="http://schemas.microsoft.com/office/drawing/2014/main" id="{555126F2-2E06-B5F7-5930-0BF08843CBBD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2" name="Google Shape;9530;p73">
                <a:extLst>
                  <a:ext uri="{FF2B5EF4-FFF2-40B4-BE49-F238E27FC236}">
                    <a16:creationId xmlns:a16="http://schemas.microsoft.com/office/drawing/2014/main" id="{EB755826-DE75-0DCC-BA96-072E6026329C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7480" name="Google Shape;9531;p73">
                  <a:extLst>
                    <a:ext uri="{FF2B5EF4-FFF2-40B4-BE49-F238E27FC236}">
                      <a16:creationId xmlns:a16="http://schemas.microsoft.com/office/drawing/2014/main" id="{F64B3056-6846-7381-B32A-B599761CE6FD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1" name="Google Shape;9532;p73">
                  <a:extLst>
                    <a:ext uri="{FF2B5EF4-FFF2-40B4-BE49-F238E27FC236}">
                      <a16:creationId xmlns:a16="http://schemas.microsoft.com/office/drawing/2014/main" id="{66D6C507-B557-347E-EA7A-1AB26B087FF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2" name="Google Shape;9533;p73">
                  <a:extLst>
                    <a:ext uri="{FF2B5EF4-FFF2-40B4-BE49-F238E27FC236}">
                      <a16:creationId xmlns:a16="http://schemas.microsoft.com/office/drawing/2014/main" id="{BFE75B35-31D0-854C-5AD2-ABC5DCDD5234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3" name="Google Shape;9534;p73">
                  <a:extLst>
                    <a:ext uri="{FF2B5EF4-FFF2-40B4-BE49-F238E27FC236}">
                      <a16:creationId xmlns:a16="http://schemas.microsoft.com/office/drawing/2014/main" id="{29D64B38-2A2A-7C4D-D1EB-F92AEA1B0586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4" name="Google Shape;9535;p73">
                  <a:extLst>
                    <a:ext uri="{FF2B5EF4-FFF2-40B4-BE49-F238E27FC236}">
                      <a16:creationId xmlns:a16="http://schemas.microsoft.com/office/drawing/2014/main" id="{5F71A9A7-8222-980F-66ED-9D28D5C1342B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5" name="Google Shape;9536;p73">
                  <a:extLst>
                    <a:ext uri="{FF2B5EF4-FFF2-40B4-BE49-F238E27FC236}">
                      <a16:creationId xmlns:a16="http://schemas.microsoft.com/office/drawing/2014/main" id="{8A23AE87-6772-DD39-C411-1F192C25F6A3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6" name="Google Shape;9537;p73">
                  <a:extLst>
                    <a:ext uri="{FF2B5EF4-FFF2-40B4-BE49-F238E27FC236}">
                      <a16:creationId xmlns:a16="http://schemas.microsoft.com/office/drawing/2014/main" id="{94D19844-16B6-5671-ACB6-0619EA8C3A5D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7" name="Google Shape;9538;p73">
                  <a:extLst>
                    <a:ext uri="{FF2B5EF4-FFF2-40B4-BE49-F238E27FC236}">
                      <a16:creationId xmlns:a16="http://schemas.microsoft.com/office/drawing/2014/main" id="{126CF029-8DB6-FE2F-3BAE-E6FEE73B0D32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3" name="Google Shape;9539;p73">
                <a:extLst>
                  <a:ext uri="{FF2B5EF4-FFF2-40B4-BE49-F238E27FC236}">
                    <a16:creationId xmlns:a16="http://schemas.microsoft.com/office/drawing/2014/main" id="{14AE3BFC-5EF6-E87C-F12B-EC33C97F0A6D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7476" name="Google Shape;9540;p73">
                  <a:extLst>
                    <a:ext uri="{FF2B5EF4-FFF2-40B4-BE49-F238E27FC236}">
                      <a16:creationId xmlns:a16="http://schemas.microsoft.com/office/drawing/2014/main" id="{B8D6CD4E-C137-DDB1-6ABC-CD43C5CEE72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0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7" name="Google Shape;9541;p73">
                  <a:extLst>
                    <a:ext uri="{FF2B5EF4-FFF2-40B4-BE49-F238E27FC236}">
                      <a16:creationId xmlns:a16="http://schemas.microsoft.com/office/drawing/2014/main" id="{D9B8DF72-94E6-A7D2-D455-EB85149DD990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8" name="Google Shape;9542;p73">
                  <a:extLst>
                    <a:ext uri="{FF2B5EF4-FFF2-40B4-BE49-F238E27FC236}">
                      <a16:creationId xmlns:a16="http://schemas.microsoft.com/office/drawing/2014/main" id="{C7CA6ED4-1775-4585-8C79-E572F251E2A3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9" name="Google Shape;9543;p73">
                  <a:extLst>
                    <a:ext uri="{FF2B5EF4-FFF2-40B4-BE49-F238E27FC236}">
                      <a16:creationId xmlns:a16="http://schemas.microsoft.com/office/drawing/2014/main" id="{BB33B190-9521-5B10-AB55-FB76C3B93646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4" name="Google Shape;9544;p73">
                <a:extLst>
                  <a:ext uri="{FF2B5EF4-FFF2-40B4-BE49-F238E27FC236}">
                    <a16:creationId xmlns:a16="http://schemas.microsoft.com/office/drawing/2014/main" id="{665AAED6-833C-731D-D50D-74C2A8844AC7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7469" name="Google Shape;9545;p73">
                  <a:extLst>
                    <a:ext uri="{FF2B5EF4-FFF2-40B4-BE49-F238E27FC236}">
                      <a16:creationId xmlns:a16="http://schemas.microsoft.com/office/drawing/2014/main" id="{D1294509-78D0-25FD-593D-AE21FC70257A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3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0" name="Google Shape;9546;p73">
                  <a:extLst>
                    <a:ext uri="{FF2B5EF4-FFF2-40B4-BE49-F238E27FC236}">
                      <a16:creationId xmlns:a16="http://schemas.microsoft.com/office/drawing/2014/main" id="{763D7B27-A542-CC10-1BB2-8CE806ED118A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1" name="Google Shape;9547;p73">
                  <a:extLst>
                    <a:ext uri="{FF2B5EF4-FFF2-40B4-BE49-F238E27FC236}">
                      <a16:creationId xmlns:a16="http://schemas.microsoft.com/office/drawing/2014/main" id="{FD6A1A1D-1FF6-B37A-F516-A62ADBC181E2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2" name="Google Shape;9548;p73">
                  <a:extLst>
                    <a:ext uri="{FF2B5EF4-FFF2-40B4-BE49-F238E27FC236}">
                      <a16:creationId xmlns:a16="http://schemas.microsoft.com/office/drawing/2014/main" id="{EC0F4606-DAE9-C8EE-008C-FC3EDFE133D2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3" name="Google Shape;9549;p73">
                  <a:extLst>
                    <a:ext uri="{FF2B5EF4-FFF2-40B4-BE49-F238E27FC236}">
                      <a16:creationId xmlns:a16="http://schemas.microsoft.com/office/drawing/2014/main" id="{2AEFAD47-58B3-88A2-96F5-205E66C2452B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4" name="Google Shape;9550;p73">
                  <a:extLst>
                    <a:ext uri="{FF2B5EF4-FFF2-40B4-BE49-F238E27FC236}">
                      <a16:creationId xmlns:a16="http://schemas.microsoft.com/office/drawing/2014/main" id="{6D4654E2-F4E5-CD24-0713-BFC3E46F842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5" name="Google Shape;9551;p73">
                  <a:extLst>
                    <a:ext uri="{FF2B5EF4-FFF2-40B4-BE49-F238E27FC236}">
                      <a16:creationId xmlns:a16="http://schemas.microsoft.com/office/drawing/2014/main" id="{62879B1B-DC23-B1BF-03FA-154A93FA85F3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5" name="Google Shape;9552;p73">
                <a:extLst>
                  <a:ext uri="{FF2B5EF4-FFF2-40B4-BE49-F238E27FC236}">
                    <a16:creationId xmlns:a16="http://schemas.microsoft.com/office/drawing/2014/main" id="{57F7C9B7-8DA0-F527-CD79-0637F672945A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7463" name="Google Shape;9553;p73">
                  <a:extLst>
                    <a:ext uri="{FF2B5EF4-FFF2-40B4-BE49-F238E27FC236}">
                      <a16:creationId xmlns:a16="http://schemas.microsoft.com/office/drawing/2014/main" id="{F99EACE2-7DD4-4B40-E928-B5B99286D3A9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4" name="Google Shape;9554;p73">
                  <a:extLst>
                    <a:ext uri="{FF2B5EF4-FFF2-40B4-BE49-F238E27FC236}">
                      <a16:creationId xmlns:a16="http://schemas.microsoft.com/office/drawing/2014/main" id="{5D326F3D-1BB7-55A9-5863-E880E0CC2073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5" name="Google Shape;9555;p73">
                  <a:extLst>
                    <a:ext uri="{FF2B5EF4-FFF2-40B4-BE49-F238E27FC236}">
                      <a16:creationId xmlns:a16="http://schemas.microsoft.com/office/drawing/2014/main" id="{072A0DF2-4AFB-9B8E-16CD-1D80157D8056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6" name="Google Shape;9556;p73">
                  <a:extLst>
                    <a:ext uri="{FF2B5EF4-FFF2-40B4-BE49-F238E27FC236}">
                      <a16:creationId xmlns:a16="http://schemas.microsoft.com/office/drawing/2014/main" id="{2AD32963-C187-68D6-3899-41E5ACE91964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7" name="Google Shape;9557;p73">
                  <a:extLst>
                    <a:ext uri="{FF2B5EF4-FFF2-40B4-BE49-F238E27FC236}">
                      <a16:creationId xmlns:a16="http://schemas.microsoft.com/office/drawing/2014/main" id="{F2A4E036-0C5D-7093-E277-3B068CCE3CAB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8" name="Google Shape;9558;p73">
                  <a:extLst>
                    <a:ext uri="{FF2B5EF4-FFF2-40B4-BE49-F238E27FC236}">
                      <a16:creationId xmlns:a16="http://schemas.microsoft.com/office/drawing/2014/main" id="{937D84EA-9877-17AB-DD5E-301596134914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6" name="Google Shape;9559;p73">
                <a:extLst>
                  <a:ext uri="{FF2B5EF4-FFF2-40B4-BE49-F238E27FC236}">
                    <a16:creationId xmlns:a16="http://schemas.microsoft.com/office/drawing/2014/main" id="{9ECD6877-D30E-5202-B5D5-3C9EE57A4F7C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17458" name="Google Shape;9560;p73">
                  <a:extLst>
                    <a:ext uri="{FF2B5EF4-FFF2-40B4-BE49-F238E27FC236}">
                      <a16:creationId xmlns:a16="http://schemas.microsoft.com/office/drawing/2014/main" id="{D0617B81-5C55-5FCA-12A7-AE607CDAEE4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9" name="Google Shape;9561;p73">
                  <a:extLst>
                    <a:ext uri="{FF2B5EF4-FFF2-40B4-BE49-F238E27FC236}">
                      <a16:creationId xmlns:a16="http://schemas.microsoft.com/office/drawing/2014/main" id="{54A047F6-0585-117E-A0A2-21E5090C6C30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0" name="Google Shape;9562;p73">
                  <a:extLst>
                    <a:ext uri="{FF2B5EF4-FFF2-40B4-BE49-F238E27FC236}">
                      <a16:creationId xmlns:a16="http://schemas.microsoft.com/office/drawing/2014/main" id="{61B0AE6B-4A87-4211-4348-EE6ED2AA9C54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1" name="Google Shape;9563;p73">
                  <a:extLst>
                    <a:ext uri="{FF2B5EF4-FFF2-40B4-BE49-F238E27FC236}">
                      <a16:creationId xmlns:a16="http://schemas.microsoft.com/office/drawing/2014/main" id="{78BD484B-A381-DBFC-8BB0-D9ECD5728E3E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2" name="Google Shape;9564;p73">
                  <a:extLst>
                    <a:ext uri="{FF2B5EF4-FFF2-40B4-BE49-F238E27FC236}">
                      <a16:creationId xmlns:a16="http://schemas.microsoft.com/office/drawing/2014/main" id="{FAF4D61E-BA44-87B5-E41C-35E430BCBECB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7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7" name="Google Shape;9565;p73">
                <a:extLst>
                  <a:ext uri="{FF2B5EF4-FFF2-40B4-BE49-F238E27FC236}">
                    <a16:creationId xmlns:a16="http://schemas.microsoft.com/office/drawing/2014/main" id="{0109F354-0D06-C008-0C34-864EAA5EAF99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17455" name="Google Shape;9566;p73">
                  <a:extLst>
                    <a:ext uri="{FF2B5EF4-FFF2-40B4-BE49-F238E27FC236}">
                      <a16:creationId xmlns:a16="http://schemas.microsoft.com/office/drawing/2014/main" id="{28F6CB92-27F4-4EB3-4503-1648087F0F2D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6" name="Google Shape;9567;p73">
                  <a:extLst>
                    <a:ext uri="{FF2B5EF4-FFF2-40B4-BE49-F238E27FC236}">
                      <a16:creationId xmlns:a16="http://schemas.microsoft.com/office/drawing/2014/main" id="{166F6111-CA9B-6034-1FDF-30D9C1B86579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7" name="Google Shape;9568;p73">
                  <a:extLst>
                    <a:ext uri="{FF2B5EF4-FFF2-40B4-BE49-F238E27FC236}">
                      <a16:creationId xmlns:a16="http://schemas.microsoft.com/office/drawing/2014/main" id="{C5C1D95E-0E14-C661-CA48-995F05F96852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8" name="Google Shape;9569;p73">
                <a:extLst>
                  <a:ext uri="{FF2B5EF4-FFF2-40B4-BE49-F238E27FC236}">
                    <a16:creationId xmlns:a16="http://schemas.microsoft.com/office/drawing/2014/main" id="{610D5E38-84E4-6C6A-0F20-DDB486D6E518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17448" name="Google Shape;9570;p73">
                  <a:extLst>
                    <a:ext uri="{FF2B5EF4-FFF2-40B4-BE49-F238E27FC236}">
                      <a16:creationId xmlns:a16="http://schemas.microsoft.com/office/drawing/2014/main" id="{45344967-0142-7115-F751-1D2E946B8CAD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9" name="Google Shape;9571;p73">
                  <a:extLst>
                    <a:ext uri="{FF2B5EF4-FFF2-40B4-BE49-F238E27FC236}">
                      <a16:creationId xmlns:a16="http://schemas.microsoft.com/office/drawing/2014/main" id="{D6B912F4-DFE5-7B9E-A2D9-AA3CBE7E9298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0" name="Google Shape;9572;p73">
                  <a:extLst>
                    <a:ext uri="{FF2B5EF4-FFF2-40B4-BE49-F238E27FC236}">
                      <a16:creationId xmlns:a16="http://schemas.microsoft.com/office/drawing/2014/main" id="{C67F2188-C1FB-2D4F-EE81-96302D56C860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1" name="Google Shape;9573;p73">
                  <a:extLst>
                    <a:ext uri="{FF2B5EF4-FFF2-40B4-BE49-F238E27FC236}">
                      <a16:creationId xmlns:a16="http://schemas.microsoft.com/office/drawing/2014/main" id="{0FB29202-4928-8EA2-7543-83E2FBAB019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2" name="Google Shape;9574;p73">
                  <a:extLst>
                    <a:ext uri="{FF2B5EF4-FFF2-40B4-BE49-F238E27FC236}">
                      <a16:creationId xmlns:a16="http://schemas.microsoft.com/office/drawing/2014/main" id="{2168A58E-D6BA-859C-2544-C6BDCCA9AD30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3" name="Google Shape;9575;p73">
                  <a:extLst>
                    <a:ext uri="{FF2B5EF4-FFF2-40B4-BE49-F238E27FC236}">
                      <a16:creationId xmlns:a16="http://schemas.microsoft.com/office/drawing/2014/main" id="{1D360885-D1D6-FC61-E975-648F2E5AAC34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4" name="Google Shape;9576;p73">
                  <a:extLst>
                    <a:ext uri="{FF2B5EF4-FFF2-40B4-BE49-F238E27FC236}">
                      <a16:creationId xmlns:a16="http://schemas.microsoft.com/office/drawing/2014/main" id="{268F06D4-C9DA-61B7-C10B-7CB91E9160D6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9" name="Google Shape;9577;p73">
                <a:extLst>
                  <a:ext uri="{FF2B5EF4-FFF2-40B4-BE49-F238E27FC236}">
                    <a16:creationId xmlns:a16="http://schemas.microsoft.com/office/drawing/2014/main" id="{B7CBB925-F9A1-BCB8-0DEE-AB3259A0A411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17445" name="Google Shape;9578;p73">
                  <a:extLst>
                    <a:ext uri="{FF2B5EF4-FFF2-40B4-BE49-F238E27FC236}">
                      <a16:creationId xmlns:a16="http://schemas.microsoft.com/office/drawing/2014/main" id="{B6600A9F-561D-C193-7A31-026EAB7F7B36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6" name="Google Shape;9579;p73">
                  <a:extLst>
                    <a:ext uri="{FF2B5EF4-FFF2-40B4-BE49-F238E27FC236}">
                      <a16:creationId xmlns:a16="http://schemas.microsoft.com/office/drawing/2014/main" id="{BDA409DC-B596-0B04-18C7-F52246FF36AC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7" name="Google Shape;9580;p73">
                  <a:extLst>
                    <a:ext uri="{FF2B5EF4-FFF2-40B4-BE49-F238E27FC236}">
                      <a16:creationId xmlns:a16="http://schemas.microsoft.com/office/drawing/2014/main" id="{9770E3E5-3B9F-8360-D5D6-ED802A133C2E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9581;p73">
                <a:extLst>
                  <a:ext uri="{FF2B5EF4-FFF2-40B4-BE49-F238E27FC236}">
                    <a16:creationId xmlns:a16="http://schemas.microsoft.com/office/drawing/2014/main" id="{84C74058-7D7B-F0F2-B002-23BD0C89892A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17440" name="Google Shape;9582;p73">
                  <a:extLst>
                    <a:ext uri="{FF2B5EF4-FFF2-40B4-BE49-F238E27FC236}">
                      <a16:creationId xmlns:a16="http://schemas.microsoft.com/office/drawing/2014/main" id="{8010354F-F06D-F9A0-E9C6-E856951E1278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1" name="Google Shape;9583;p73">
                  <a:extLst>
                    <a:ext uri="{FF2B5EF4-FFF2-40B4-BE49-F238E27FC236}">
                      <a16:creationId xmlns:a16="http://schemas.microsoft.com/office/drawing/2014/main" id="{58401B3C-739C-EA76-4908-5F9A15B270E2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2" name="Google Shape;9584;p73">
                  <a:extLst>
                    <a:ext uri="{FF2B5EF4-FFF2-40B4-BE49-F238E27FC236}">
                      <a16:creationId xmlns:a16="http://schemas.microsoft.com/office/drawing/2014/main" id="{742BDA9C-ACDE-70AD-7C82-595AB1231A81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3" name="Google Shape;9585;p73">
                  <a:extLst>
                    <a:ext uri="{FF2B5EF4-FFF2-40B4-BE49-F238E27FC236}">
                      <a16:creationId xmlns:a16="http://schemas.microsoft.com/office/drawing/2014/main" id="{832070B4-D6BC-4EB2-AF33-6DD95B2A9EA4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4" name="Google Shape;9586;p73">
                  <a:extLst>
                    <a:ext uri="{FF2B5EF4-FFF2-40B4-BE49-F238E27FC236}">
                      <a16:creationId xmlns:a16="http://schemas.microsoft.com/office/drawing/2014/main" id="{2BADB560-B07B-56AC-C1D4-E9E6B253426C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9587;p73">
                <a:extLst>
                  <a:ext uri="{FF2B5EF4-FFF2-40B4-BE49-F238E27FC236}">
                    <a16:creationId xmlns:a16="http://schemas.microsoft.com/office/drawing/2014/main" id="{3C7CB3A3-FD9E-D005-DCC3-EBD9B5B1D1AC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220" name="Google Shape;9588;p73">
                  <a:extLst>
                    <a:ext uri="{FF2B5EF4-FFF2-40B4-BE49-F238E27FC236}">
                      <a16:creationId xmlns:a16="http://schemas.microsoft.com/office/drawing/2014/main" id="{2C30F6E9-CCA4-D61F-855F-5582737EF866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589;p73">
                  <a:extLst>
                    <a:ext uri="{FF2B5EF4-FFF2-40B4-BE49-F238E27FC236}">
                      <a16:creationId xmlns:a16="http://schemas.microsoft.com/office/drawing/2014/main" id="{9D874D8C-7231-BEF0-5509-B69C71948FAE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590;p73">
                  <a:extLst>
                    <a:ext uri="{FF2B5EF4-FFF2-40B4-BE49-F238E27FC236}">
                      <a16:creationId xmlns:a16="http://schemas.microsoft.com/office/drawing/2014/main" id="{5779D0CB-FA23-772B-2228-2176DC1605EB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9591;p73">
                  <a:extLst>
                    <a:ext uri="{FF2B5EF4-FFF2-40B4-BE49-F238E27FC236}">
                      <a16:creationId xmlns:a16="http://schemas.microsoft.com/office/drawing/2014/main" id="{1C4B7C79-889F-BCBD-0AAD-E8635E196AA7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9592;p73">
                <a:extLst>
                  <a:ext uri="{FF2B5EF4-FFF2-40B4-BE49-F238E27FC236}">
                    <a16:creationId xmlns:a16="http://schemas.microsoft.com/office/drawing/2014/main" id="{590310F4-29A2-59CF-3A64-3E276F7426F8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210" name="Google Shape;9593;p73">
                  <a:extLst>
                    <a:ext uri="{FF2B5EF4-FFF2-40B4-BE49-F238E27FC236}">
                      <a16:creationId xmlns:a16="http://schemas.microsoft.com/office/drawing/2014/main" id="{AB0207E7-B2D5-8098-FDEF-A06A220B1A0E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9594;p73">
                  <a:extLst>
                    <a:ext uri="{FF2B5EF4-FFF2-40B4-BE49-F238E27FC236}">
                      <a16:creationId xmlns:a16="http://schemas.microsoft.com/office/drawing/2014/main" id="{B590856B-17CD-396A-D9B1-CF93A07427AE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595;p73">
                  <a:extLst>
                    <a:ext uri="{FF2B5EF4-FFF2-40B4-BE49-F238E27FC236}">
                      <a16:creationId xmlns:a16="http://schemas.microsoft.com/office/drawing/2014/main" id="{43FE57BD-8CE7-B5DC-E815-1B5F3A45B769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596;p73">
                  <a:extLst>
                    <a:ext uri="{FF2B5EF4-FFF2-40B4-BE49-F238E27FC236}">
                      <a16:creationId xmlns:a16="http://schemas.microsoft.com/office/drawing/2014/main" id="{A2B58CDB-2D8D-FF16-5713-F82BA0F9EDA3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597;p73">
                  <a:extLst>
                    <a:ext uri="{FF2B5EF4-FFF2-40B4-BE49-F238E27FC236}">
                      <a16:creationId xmlns:a16="http://schemas.microsoft.com/office/drawing/2014/main" id="{4EB9D4F8-0744-A53B-D6E4-8AE94788929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9598;p73">
                <a:extLst>
                  <a:ext uri="{FF2B5EF4-FFF2-40B4-BE49-F238E27FC236}">
                    <a16:creationId xmlns:a16="http://schemas.microsoft.com/office/drawing/2014/main" id="{1F99D43B-E1EF-2C58-D360-579A70FCCB0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203" name="Google Shape;9599;p73">
                  <a:extLst>
                    <a:ext uri="{FF2B5EF4-FFF2-40B4-BE49-F238E27FC236}">
                      <a16:creationId xmlns:a16="http://schemas.microsoft.com/office/drawing/2014/main" id="{CC95C0FD-2CAA-7F60-589B-587719179ADA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600;p73">
                  <a:extLst>
                    <a:ext uri="{FF2B5EF4-FFF2-40B4-BE49-F238E27FC236}">
                      <a16:creationId xmlns:a16="http://schemas.microsoft.com/office/drawing/2014/main" id="{CEF62F2E-10EB-5C97-BEE3-C783CC595881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9601;p73">
                  <a:extLst>
                    <a:ext uri="{FF2B5EF4-FFF2-40B4-BE49-F238E27FC236}">
                      <a16:creationId xmlns:a16="http://schemas.microsoft.com/office/drawing/2014/main" id="{94FE924A-2ECE-D624-A911-060E5BB28546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602;p73">
                  <a:extLst>
                    <a:ext uri="{FF2B5EF4-FFF2-40B4-BE49-F238E27FC236}">
                      <a16:creationId xmlns:a16="http://schemas.microsoft.com/office/drawing/2014/main" id="{DA08378F-0ADB-BAC9-BC87-3D27A44AEA57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603;p73">
                  <a:extLst>
                    <a:ext uri="{FF2B5EF4-FFF2-40B4-BE49-F238E27FC236}">
                      <a16:creationId xmlns:a16="http://schemas.microsoft.com/office/drawing/2014/main" id="{D06A2799-E6C2-FBB5-A3F7-3ECA9C28DCC2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604;p73">
                  <a:extLst>
                    <a:ext uri="{FF2B5EF4-FFF2-40B4-BE49-F238E27FC236}">
                      <a16:creationId xmlns:a16="http://schemas.microsoft.com/office/drawing/2014/main" id="{302F0DFC-1AA1-954A-7951-1E49902C16AF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605;p73">
                  <a:extLst>
                    <a:ext uri="{FF2B5EF4-FFF2-40B4-BE49-F238E27FC236}">
                      <a16:creationId xmlns:a16="http://schemas.microsoft.com/office/drawing/2014/main" id="{D4A1F93D-ACD3-017C-59C9-D041D3E0B53E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oogle Shape;9606;p73">
                <a:extLst>
                  <a:ext uri="{FF2B5EF4-FFF2-40B4-BE49-F238E27FC236}">
                    <a16:creationId xmlns:a16="http://schemas.microsoft.com/office/drawing/2014/main" id="{CAD86A38-7B71-79A1-8332-07AD365E77B3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197" name="Google Shape;9607;p73">
                  <a:extLst>
                    <a:ext uri="{FF2B5EF4-FFF2-40B4-BE49-F238E27FC236}">
                      <a16:creationId xmlns:a16="http://schemas.microsoft.com/office/drawing/2014/main" id="{1733F7A6-6FCD-F5F5-47FC-051C6B69EE21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Google Shape;9608;p73">
                  <a:extLst>
                    <a:ext uri="{FF2B5EF4-FFF2-40B4-BE49-F238E27FC236}">
                      <a16:creationId xmlns:a16="http://schemas.microsoft.com/office/drawing/2014/main" id="{0B1A0D9C-6DC1-E7B4-3048-2E6F8C741E4C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609;p73">
                  <a:extLst>
                    <a:ext uri="{FF2B5EF4-FFF2-40B4-BE49-F238E27FC236}">
                      <a16:creationId xmlns:a16="http://schemas.microsoft.com/office/drawing/2014/main" id="{0B1165AD-2D3D-5173-601A-0859F79D0659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610;p73">
                  <a:extLst>
                    <a:ext uri="{FF2B5EF4-FFF2-40B4-BE49-F238E27FC236}">
                      <a16:creationId xmlns:a16="http://schemas.microsoft.com/office/drawing/2014/main" id="{1949162F-FA86-A66F-A5F1-71DE55439AA9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611;p73">
                  <a:extLst>
                    <a:ext uri="{FF2B5EF4-FFF2-40B4-BE49-F238E27FC236}">
                      <a16:creationId xmlns:a16="http://schemas.microsoft.com/office/drawing/2014/main" id="{E5EA8356-CF01-6645-B9EC-DD0A793EEF50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612;p73">
                  <a:extLst>
                    <a:ext uri="{FF2B5EF4-FFF2-40B4-BE49-F238E27FC236}">
                      <a16:creationId xmlns:a16="http://schemas.microsoft.com/office/drawing/2014/main" id="{5A40A9B1-4C2F-3FE3-F31D-6155E10222B3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68101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E0D878-C180-3421-6E4C-EC4403F50108}"/>
              </a:ext>
            </a:extLst>
          </p:cNvPr>
          <p:cNvGrpSpPr/>
          <p:nvPr/>
        </p:nvGrpSpPr>
        <p:grpSpPr>
          <a:xfrm>
            <a:off x="397192" y="1476392"/>
            <a:ext cx="11397616" cy="4614289"/>
            <a:chOff x="397192" y="1548962"/>
            <a:chExt cx="11397616" cy="461428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2BF839-C42C-F9C7-25E5-5E23EB9145DD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004" name="Google Shape;12426;p89">
                <a:extLst>
                  <a:ext uri="{FF2B5EF4-FFF2-40B4-BE49-F238E27FC236}">
                    <a16:creationId xmlns:a16="http://schemas.microsoft.com/office/drawing/2014/main" id="{FBAD5839-800F-CD81-60D8-F557E27D74B8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05" name="Google Shape;12431;p89">
                <a:extLst>
                  <a:ext uri="{FF2B5EF4-FFF2-40B4-BE49-F238E27FC236}">
                    <a16:creationId xmlns:a16="http://schemas.microsoft.com/office/drawing/2014/main" id="{9A10DD3B-8A4D-509F-3013-8E9D74CCF30A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18060" name="Google Shape;12432;p89">
                  <a:extLst>
                    <a:ext uri="{FF2B5EF4-FFF2-40B4-BE49-F238E27FC236}">
                      <a16:creationId xmlns:a16="http://schemas.microsoft.com/office/drawing/2014/main" id="{3C460379-0A0F-3010-87EF-518B9514B6AC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61" name="Google Shape;12433;p89">
                  <a:extLst>
                    <a:ext uri="{FF2B5EF4-FFF2-40B4-BE49-F238E27FC236}">
                      <a16:creationId xmlns:a16="http://schemas.microsoft.com/office/drawing/2014/main" id="{57172864-8473-2BA2-5B77-C3C364C81FE7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6" name="Google Shape;12444;p89">
                <a:extLst>
                  <a:ext uri="{FF2B5EF4-FFF2-40B4-BE49-F238E27FC236}">
                    <a16:creationId xmlns:a16="http://schemas.microsoft.com/office/drawing/2014/main" id="{C53AC2AF-4780-868E-88CF-1A8DBED798E5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18052" name="Google Shape;12445;p89">
                  <a:extLst>
                    <a:ext uri="{FF2B5EF4-FFF2-40B4-BE49-F238E27FC236}">
                      <a16:creationId xmlns:a16="http://schemas.microsoft.com/office/drawing/2014/main" id="{6F3FED06-EE94-94F5-01D1-7B077FEF1B7B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3" name="Google Shape;12446;p89">
                  <a:extLst>
                    <a:ext uri="{FF2B5EF4-FFF2-40B4-BE49-F238E27FC236}">
                      <a16:creationId xmlns:a16="http://schemas.microsoft.com/office/drawing/2014/main" id="{8913422F-594D-A2DA-B4C7-1611B5349B23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4" name="Google Shape;12447;p89">
                  <a:extLst>
                    <a:ext uri="{FF2B5EF4-FFF2-40B4-BE49-F238E27FC236}">
                      <a16:creationId xmlns:a16="http://schemas.microsoft.com/office/drawing/2014/main" id="{F2502AD4-6DCB-1DF0-22AE-7D07D27BBA39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5" name="Google Shape;12448;p89">
                  <a:extLst>
                    <a:ext uri="{FF2B5EF4-FFF2-40B4-BE49-F238E27FC236}">
                      <a16:creationId xmlns:a16="http://schemas.microsoft.com/office/drawing/2014/main" id="{B994D15C-5A30-89E5-763C-1A63EAC789E9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6" name="Google Shape;12449;p89">
                  <a:extLst>
                    <a:ext uri="{FF2B5EF4-FFF2-40B4-BE49-F238E27FC236}">
                      <a16:creationId xmlns:a16="http://schemas.microsoft.com/office/drawing/2014/main" id="{6268C75C-C03C-84C7-67C5-60357EE7A949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7" name="Google Shape;12450;p89">
                  <a:extLst>
                    <a:ext uri="{FF2B5EF4-FFF2-40B4-BE49-F238E27FC236}">
                      <a16:creationId xmlns:a16="http://schemas.microsoft.com/office/drawing/2014/main" id="{78C49049-4CBB-B176-7676-FABEE681C75A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8" name="Google Shape;12451;p89">
                  <a:extLst>
                    <a:ext uri="{FF2B5EF4-FFF2-40B4-BE49-F238E27FC236}">
                      <a16:creationId xmlns:a16="http://schemas.microsoft.com/office/drawing/2014/main" id="{B5E5D2EF-362E-36D2-0121-A36426AD26AD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9" name="Google Shape;12452;p89">
                  <a:extLst>
                    <a:ext uri="{FF2B5EF4-FFF2-40B4-BE49-F238E27FC236}">
                      <a16:creationId xmlns:a16="http://schemas.microsoft.com/office/drawing/2014/main" id="{03D027CD-0572-70F8-BD7A-2EA28AC61116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7" name="Google Shape;12456;p89">
                <a:extLst>
                  <a:ext uri="{FF2B5EF4-FFF2-40B4-BE49-F238E27FC236}">
                    <a16:creationId xmlns:a16="http://schemas.microsoft.com/office/drawing/2014/main" id="{801ACCAD-EB53-3406-C169-7BBC07AC642B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18048" name="Google Shape;12457;p89">
                  <a:extLst>
                    <a:ext uri="{FF2B5EF4-FFF2-40B4-BE49-F238E27FC236}">
                      <a16:creationId xmlns:a16="http://schemas.microsoft.com/office/drawing/2014/main" id="{AE141DBC-F85C-578E-BC6C-2B17768125DF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9" name="Google Shape;12458;p89">
                  <a:extLst>
                    <a:ext uri="{FF2B5EF4-FFF2-40B4-BE49-F238E27FC236}">
                      <a16:creationId xmlns:a16="http://schemas.microsoft.com/office/drawing/2014/main" id="{DF2AF500-55D4-D5AD-ED02-0F94CA73037F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0" name="Google Shape;12459;p89">
                  <a:extLst>
                    <a:ext uri="{FF2B5EF4-FFF2-40B4-BE49-F238E27FC236}">
                      <a16:creationId xmlns:a16="http://schemas.microsoft.com/office/drawing/2014/main" id="{D685856E-AE70-CCFC-0028-F8307B1CA3D4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1" name="Google Shape;12460;p89">
                  <a:extLst>
                    <a:ext uri="{FF2B5EF4-FFF2-40B4-BE49-F238E27FC236}">
                      <a16:creationId xmlns:a16="http://schemas.microsoft.com/office/drawing/2014/main" id="{CE0EC2FB-2FBD-7E82-653B-319554437645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8" name="Google Shape;12467;p89">
                <a:extLst>
                  <a:ext uri="{FF2B5EF4-FFF2-40B4-BE49-F238E27FC236}">
                    <a16:creationId xmlns:a16="http://schemas.microsoft.com/office/drawing/2014/main" id="{D287448A-74BE-5165-203B-B1DB25E98BEE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18043" name="Google Shape;12468;p89">
                  <a:extLst>
                    <a:ext uri="{FF2B5EF4-FFF2-40B4-BE49-F238E27FC236}">
                      <a16:creationId xmlns:a16="http://schemas.microsoft.com/office/drawing/2014/main" id="{9776A23D-2068-894F-3343-18F6CF1A1C13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4" name="Google Shape;12469;p89">
                  <a:extLst>
                    <a:ext uri="{FF2B5EF4-FFF2-40B4-BE49-F238E27FC236}">
                      <a16:creationId xmlns:a16="http://schemas.microsoft.com/office/drawing/2014/main" id="{58777053-5600-3A2E-120B-EE5A72C71E96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5" name="Google Shape;12470;p89">
                  <a:extLst>
                    <a:ext uri="{FF2B5EF4-FFF2-40B4-BE49-F238E27FC236}">
                      <a16:creationId xmlns:a16="http://schemas.microsoft.com/office/drawing/2014/main" id="{FBC17679-609A-DC03-17FB-CC73E7CCF477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6" name="Google Shape;12471;p89">
                  <a:extLst>
                    <a:ext uri="{FF2B5EF4-FFF2-40B4-BE49-F238E27FC236}">
                      <a16:creationId xmlns:a16="http://schemas.microsoft.com/office/drawing/2014/main" id="{6F440B8C-F614-C982-DB0B-C5198D83DA81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7" name="Google Shape;12472;p89">
                  <a:extLst>
                    <a:ext uri="{FF2B5EF4-FFF2-40B4-BE49-F238E27FC236}">
                      <a16:creationId xmlns:a16="http://schemas.microsoft.com/office/drawing/2014/main" id="{D29FB425-102A-9DB2-47F1-006A0316FA0E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9" name="Google Shape;12485;p89">
                <a:extLst>
                  <a:ext uri="{FF2B5EF4-FFF2-40B4-BE49-F238E27FC236}">
                    <a16:creationId xmlns:a16="http://schemas.microsoft.com/office/drawing/2014/main" id="{FA955663-D422-DBAF-0C48-79115B7285D5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18040" name="Google Shape;12486;p89">
                  <a:extLst>
                    <a:ext uri="{FF2B5EF4-FFF2-40B4-BE49-F238E27FC236}">
                      <a16:creationId xmlns:a16="http://schemas.microsoft.com/office/drawing/2014/main" id="{60D4B959-9272-E25D-9C72-35AE47A17A9A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1" name="Google Shape;12487;p89">
                  <a:extLst>
                    <a:ext uri="{FF2B5EF4-FFF2-40B4-BE49-F238E27FC236}">
                      <a16:creationId xmlns:a16="http://schemas.microsoft.com/office/drawing/2014/main" id="{539E9D48-4215-75B5-E23B-E133CAF03E22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2" name="Google Shape;12488;p89">
                  <a:extLst>
                    <a:ext uri="{FF2B5EF4-FFF2-40B4-BE49-F238E27FC236}">
                      <a16:creationId xmlns:a16="http://schemas.microsoft.com/office/drawing/2014/main" id="{1D1EB8A5-30D3-344C-7C04-DF53DF5EA33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0" name="Google Shape;12498;p89">
                <a:extLst>
                  <a:ext uri="{FF2B5EF4-FFF2-40B4-BE49-F238E27FC236}">
                    <a16:creationId xmlns:a16="http://schemas.microsoft.com/office/drawing/2014/main" id="{AFCD1A12-D626-50C1-528E-795ECDB2B04F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18031" name="Google Shape;12499;p89">
                  <a:extLst>
                    <a:ext uri="{FF2B5EF4-FFF2-40B4-BE49-F238E27FC236}">
                      <a16:creationId xmlns:a16="http://schemas.microsoft.com/office/drawing/2014/main" id="{3792EEF3-2849-B1C6-51E4-CCEB3E68A020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2" name="Google Shape;12500;p89">
                  <a:extLst>
                    <a:ext uri="{FF2B5EF4-FFF2-40B4-BE49-F238E27FC236}">
                      <a16:creationId xmlns:a16="http://schemas.microsoft.com/office/drawing/2014/main" id="{CD8D84CF-462D-0188-E38C-B86686965D81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3" name="Google Shape;12501;p89">
                  <a:extLst>
                    <a:ext uri="{FF2B5EF4-FFF2-40B4-BE49-F238E27FC236}">
                      <a16:creationId xmlns:a16="http://schemas.microsoft.com/office/drawing/2014/main" id="{909693CD-86AA-98EB-279C-8F91C672EE31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4" name="Google Shape;12502;p89">
                  <a:extLst>
                    <a:ext uri="{FF2B5EF4-FFF2-40B4-BE49-F238E27FC236}">
                      <a16:creationId xmlns:a16="http://schemas.microsoft.com/office/drawing/2014/main" id="{F4D0850F-0F60-DFAB-4AF4-A1EE3208ABF5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5" name="Google Shape;12503;p89">
                  <a:extLst>
                    <a:ext uri="{FF2B5EF4-FFF2-40B4-BE49-F238E27FC236}">
                      <a16:creationId xmlns:a16="http://schemas.microsoft.com/office/drawing/2014/main" id="{B3E39510-F5A5-EE71-8894-6299105B0920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6" name="Google Shape;12504;p89">
                  <a:extLst>
                    <a:ext uri="{FF2B5EF4-FFF2-40B4-BE49-F238E27FC236}">
                      <a16:creationId xmlns:a16="http://schemas.microsoft.com/office/drawing/2014/main" id="{29EB52F9-D6B8-4868-5191-EEF30E6FE417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7" name="Google Shape;12505;p89">
                  <a:extLst>
                    <a:ext uri="{FF2B5EF4-FFF2-40B4-BE49-F238E27FC236}">
                      <a16:creationId xmlns:a16="http://schemas.microsoft.com/office/drawing/2014/main" id="{5A44455B-D8C5-E459-65DD-C7DB9A3086FC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8" name="Google Shape;12506;p89">
                  <a:extLst>
                    <a:ext uri="{FF2B5EF4-FFF2-40B4-BE49-F238E27FC236}">
                      <a16:creationId xmlns:a16="http://schemas.microsoft.com/office/drawing/2014/main" id="{C1936708-2D20-2659-A105-E74DC17EF46F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9" name="Google Shape;12507;p89">
                  <a:extLst>
                    <a:ext uri="{FF2B5EF4-FFF2-40B4-BE49-F238E27FC236}">
                      <a16:creationId xmlns:a16="http://schemas.microsoft.com/office/drawing/2014/main" id="{E05FB2D4-AEC3-5DBD-64AC-CF59865DABCC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1" name="Google Shape;12515;p89">
                <a:extLst>
                  <a:ext uri="{FF2B5EF4-FFF2-40B4-BE49-F238E27FC236}">
                    <a16:creationId xmlns:a16="http://schemas.microsoft.com/office/drawing/2014/main" id="{1C444CAD-E63B-C194-63DE-DC0AAB211E2F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18028" name="Google Shape;12516;p89">
                  <a:extLst>
                    <a:ext uri="{FF2B5EF4-FFF2-40B4-BE49-F238E27FC236}">
                      <a16:creationId xmlns:a16="http://schemas.microsoft.com/office/drawing/2014/main" id="{69B44957-36EC-DD9C-283E-67A1B4588940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9" name="Google Shape;12517;p89">
                  <a:extLst>
                    <a:ext uri="{FF2B5EF4-FFF2-40B4-BE49-F238E27FC236}">
                      <a16:creationId xmlns:a16="http://schemas.microsoft.com/office/drawing/2014/main" id="{E01AB9F0-2FD3-297B-CE41-28D9EF7472BF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0" name="Google Shape;12518;p89">
                  <a:extLst>
                    <a:ext uri="{FF2B5EF4-FFF2-40B4-BE49-F238E27FC236}">
                      <a16:creationId xmlns:a16="http://schemas.microsoft.com/office/drawing/2014/main" id="{B49803BC-F25E-640E-4A53-CCD6CEDDAB9E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2" name="Google Shape;12528;p89">
                <a:extLst>
                  <a:ext uri="{FF2B5EF4-FFF2-40B4-BE49-F238E27FC236}">
                    <a16:creationId xmlns:a16="http://schemas.microsoft.com/office/drawing/2014/main" id="{530A5EDA-2D6C-09EE-C247-952E050EA086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13" name="Google Shape;12540;p89">
                <a:extLst>
                  <a:ext uri="{FF2B5EF4-FFF2-40B4-BE49-F238E27FC236}">
                    <a16:creationId xmlns:a16="http://schemas.microsoft.com/office/drawing/2014/main" id="{272E07E7-FF04-EBC4-1D60-4330B66D158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18026" name="Google Shape;12541;p89">
                  <a:extLst>
                    <a:ext uri="{FF2B5EF4-FFF2-40B4-BE49-F238E27FC236}">
                      <a16:creationId xmlns:a16="http://schemas.microsoft.com/office/drawing/2014/main" id="{A8A4FC3C-B000-24DF-2802-AF4A12A784DD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7" name="Google Shape;12542;p89">
                  <a:extLst>
                    <a:ext uri="{FF2B5EF4-FFF2-40B4-BE49-F238E27FC236}">
                      <a16:creationId xmlns:a16="http://schemas.microsoft.com/office/drawing/2014/main" id="{78A0C69D-D358-2464-9BA0-2280C2B2EA40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4" name="Google Shape;12549;p89">
                <a:extLst>
                  <a:ext uri="{FF2B5EF4-FFF2-40B4-BE49-F238E27FC236}">
                    <a16:creationId xmlns:a16="http://schemas.microsoft.com/office/drawing/2014/main" id="{51FECA6B-CD43-0A57-762B-7ABAB35B6AFA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18024" name="Google Shape;12550;p89">
                  <a:extLst>
                    <a:ext uri="{FF2B5EF4-FFF2-40B4-BE49-F238E27FC236}">
                      <a16:creationId xmlns:a16="http://schemas.microsoft.com/office/drawing/2014/main" id="{37876BF7-0AF3-6B2E-C6AD-6030104121F9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5" name="Google Shape;12551;p89">
                  <a:extLst>
                    <a:ext uri="{FF2B5EF4-FFF2-40B4-BE49-F238E27FC236}">
                      <a16:creationId xmlns:a16="http://schemas.microsoft.com/office/drawing/2014/main" id="{4BCA15B5-7D38-E691-3C74-B5EE94093389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5" name="Google Shape;12554;p89">
                <a:extLst>
                  <a:ext uri="{FF2B5EF4-FFF2-40B4-BE49-F238E27FC236}">
                    <a16:creationId xmlns:a16="http://schemas.microsoft.com/office/drawing/2014/main" id="{91ED65F1-DB79-C82F-5C13-D5EBA7C7D0C8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18022" name="Google Shape;12555;p89">
                  <a:extLst>
                    <a:ext uri="{FF2B5EF4-FFF2-40B4-BE49-F238E27FC236}">
                      <a16:creationId xmlns:a16="http://schemas.microsoft.com/office/drawing/2014/main" id="{FEE895C4-0BDA-A479-18C6-8CA91E3DAF2D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3" name="Google Shape;12556;p89">
                  <a:extLst>
                    <a:ext uri="{FF2B5EF4-FFF2-40B4-BE49-F238E27FC236}">
                      <a16:creationId xmlns:a16="http://schemas.microsoft.com/office/drawing/2014/main" id="{ED642E8A-B009-EA15-067A-338517CBF719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6" name="Google Shape;12566;p89">
                <a:extLst>
                  <a:ext uri="{FF2B5EF4-FFF2-40B4-BE49-F238E27FC236}">
                    <a16:creationId xmlns:a16="http://schemas.microsoft.com/office/drawing/2014/main" id="{ADB5BE7C-71C7-CEAD-74BE-A216916C6B80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17" name="Google Shape;12580;p89">
                <a:extLst>
                  <a:ext uri="{FF2B5EF4-FFF2-40B4-BE49-F238E27FC236}">
                    <a16:creationId xmlns:a16="http://schemas.microsoft.com/office/drawing/2014/main" id="{E237E88E-10C2-C5C1-F910-EEAC28D2EA77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18018" name="Google Shape;12581;p89">
                  <a:extLst>
                    <a:ext uri="{FF2B5EF4-FFF2-40B4-BE49-F238E27FC236}">
                      <a16:creationId xmlns:a16="http://schemas.microsoft.com/office/drawing/2014/main" id="{FFBA6400-A6DD-E966-C7A1-70CE2B4AA8C7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19" name="Google Shape;12582;p89">
                  <a:extLst>
                    <a:ext uri="{FF2B5EF4-FFF2-40B4-BE49-F238E27FC236}">
                      <a16:creationId xmlns:a16="http://schemas.microsoft.com/office/drawing/2014/main" id="{7F6E0AEA-DDC7-1B87-0D26-266E64857D46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0" name="Google Shape;12583;p89">
                  <a:extLst>
                    <a:ext uri="{FF2B5EF4-FFF2-40B4-BE49-F238E27FC236}">
                      <a16:creationId xmlns:a16="http://schemas.microsoft.com/office/drawing/2014/main" id="{13F50F80-E548-EC15-FE52-1FA4CAA0B01B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1" name="Google Shape;12584;p89">
                  <a:extLst>
                    <a:ext uri="{FF2B5EF4-FFF2-40B4-BE49-F238E27FC236}">
                      <a16:creationId xmlns:a16="http://schemas.microsoft.com/office/drawing/2014/main" id="{5B48A40C-A1C0-572C-B7DF-8505611F765B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A99978-D673-3A96-50A8-C251DC983E50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7962" name="Google Shape;12422;p89">
                <a:extLst>
                  <a:ext uri="{FF2B5EF4-FFF2-40B4-BE49-F238E27FC236}">
                    <a16:creationId xmlns:a16="http://schemas.microsoft.com/office/drawing/2014/main" id="{9636D8FA-1C7F-6C07-01DF-D25295DD78FF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63" name="Google Shape;12427;p89">
                <a:extLst>
                  <a:ext uri="{FF2B5EF4-FFF2-40B4-BE49-F238E27FC236}">
                    <a16:creationId xmlns:a16="http://schemas.microsoft.com/office/drawing/2014/main" id="{0619430C-B5A8-493B-CFF5-7596EFB33DEE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002" name="Google Shape;12428;p89">
                  <a:extLst>
                    <a:ext uri="{FF2B5EF4-FFF2-40B4-BE49-F238E27FC236}">
                      <a16:creationId xmlns:a16="http://schemas.microsoft.com/office/drawing/2014/main" id="{63D810C6-38C2-435C-F3A9-622C5793C54F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3" name="Google Shape;12429;p89">
                  <a:extLst>
                    <a:ext uri="{FF2B5EF4-FFF2-40B4-BE49-F238E27FC236}">
                      <a16:creationId xmlns:a16="http://schemas.microsoft.com/office/drawing/2014/main" id="{EC5FB6FC-1AA1-236A-6098-4C930B905704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2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4" name="Google Shape;12434;p89">
                <a:extLst>
                  <a:ext uri="{FF2B5EF4-FFF2-40B4-BE49-F238E27FC236}">
                    <a16:creationId xmlns:a16="http://schemas.microsoft.com/office/drawing/2014/main" id="{E78FBC4E-F3F4-2471-A124-01831244C7EC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7999" name="Google Shape;12435;p89">
                  <a:extLst>
                    <a:ext uri="{FF2B5EF4-FFF2-40B4-BE49-F238E27FC236}">
                      <a16:creationId xmlns:a16="http://schemas.microsoft.com/office/drawing/2014/main" id="{8942F43C-B2F0-5FE8-2427-F9B9FDB9B29D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0" name="Google Shape;12436;p89">
                  <a:extLst>
                    <a:ext uri="{FF2B5EF4-FFF2-40B4-BE49-F238E27FC236}">
                      <a16:creationId xmlns:a16="http://schemas.microsoft.com/office/drawing/2014/main" id="{5E5238B5-0666-2EDE-D466-108CDA42A73B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1" name="Google Shape;12437;p89">
                  <a:extLst>
                    <a:ext uri="{FF2B5EF4-FFF2-40B4-BE49-F238E27FC236}">
                      <a16:creationId xmlns:a16="http://schemas.microsoft.com/office/drawing/2014/main" id="{B740A7CB-B335-728F-C77D-E89B3B5E0F3E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5" name="Google Shape;12454;p89">
                <a:extLst>
                  <a:ext uri="{FF2B5EF4-FFF2-40B4-BE49-F238E27FC236}">
                    <a16:creationId xmlns:a16="http://schemas.microsoft.com/office/drawing/2014/main" id="{124B4D58-9924-AAFC-2F31-CB2234489B5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66" name="Google Shape;12461;p89">
                <a:extLst>
                  <a:ext uri="{FF2B5EF4-FFF2-40B4-BE49-F238E27FC236}">
                    <a16:creationId xmlns:a16="http://schemas.microsoft.com/office/drawing/2014/main" id="{89BF3148-715D-DDBB-3A44-930833B9BB57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7997" name="Google Shape;12462;p89">
                  <a:extLst>
                    <a:ext uri="{FF2B5EF4-FFF2-40B4-BE49-F238E27FC236}">
                      <a16:creationId xmlns:a16="http://schemas.microsoft.com/office/drawing/2014/main" id="{EB7F5B95-3715-280C-398C-F0955EA6B8C7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8" name="Google Shape;12463;p89">
                  <a:extLst>
                    <a:ext uri="{FF2B5EF4-FFF2-40B4-BE49-F238E27FC236}">
                      <a16:creationId xmlns:a16="http://schemas.microsoft.com/office/drawing/2014/main" id="{885C0094-404D-3996-9CDD-0A2C1B7C6A73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7" name="Google Shape;12473;p89">
                <a:extLst>
                  <a:ext uri="{FF2B5EF4-FFF2-40B4-BE49-F238E27FC236}">
                    <a16:creationId xmlns:a16="http://schemas.microsoft.com/office/drawing/2014/main" id="{DA894677-7B87-9FC3-C1F6-BCE105E09FD7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994" name="Google Shape;12474;p89">
                  <a:extLst>
                    <a:ext uri="{FF2B5EF4-FFF2-40B4-BE49-F238E27FC236}">
                      <a16:creationId xmlns:a16="http://schemas.microsoft.com/office/drawing/2014/main" id="{EBB53317-8F2B-C961-8167-A3D69F910016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5" name="Google Shape;12475;p89">
                  <a:extLst>
                    <a:ext uri="{FF2B5EF4-FFF2-40B4-BE49-F238E27FC236}">
                      <a16:creationId xmlns:a16="http://schemas.microsoft.com/office/drawing/2014/main" id="{4F9C2A7A-93BB-AA19-0812-64B5CFEBC3F4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6" name="Google Shape;12476;p89">
                  <a:extLst>
                    <a:ext uri="{FF2B5EF4-FFF2-40B4-BE49-F238E27FC236}">
                      <a16:creationId xmlns:a16="http://schemas.microsoft.com/office/drawing/2014/main" id="{86DF9ECB-8FF4-2B82-B30E-5A97A1CA4FA1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8" name="Google Shape;12508;p89">
                <a:extLst>
                  <a:ext uri="{FF2B5EF4-FFF2-40B4-BE49-F238E27FC236}">
                    <a16:creationId xmlns:a16="http://schemas.microsoft.com/office/drawing/2014/main" id="{0F44B8FD-FB2F-D2D3-8F5A-D3E9B0DB723F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992" name="Google Shape;12509;p89">
                  <a:extLst>
                    <a:ext uri="{FF2B5EF4-FFF2-40B4-BE49-F238E27FC236}">
                      <a16:creationId xmlns:a16="http://schemas.microsoft.com/office/drawing/2014/main" id="{AE89C19B-810A-5A63-83FF-619012D0CB1E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3" name="Google Shape;12510;p89">
                  <a:extLst>
                    <a:ext uri="{FF2B5EF4-FFF2-40B4-BE49-F238E27FC236}">
                      <a16:creationId xmlns:a16="http://schemas.microsoft.com/office/drawing/2014/main" id="{7B5680EF-2AD7-2C69-8AD4-58C2ACB72F1C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9" name="Google Shape;12519;p89">
                <a:extLst>
                  <a:ext uri="{FF2B5EF4-FFF2-40B4-BE49-F238E27FC236}">
                    <a16:creationId xmlns:a16="http://schemas.microsoft.com/office/drawing/2014/main" id="{478C0741-70E8-9CBC-1EB2-3D78E0187C82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70" name="Google Shape;12532;p89">
                <a:extLst>
                  <a:ext uri="{FF2B5EF4-FFF2-40B4-BE49-F238E27FC236}">
                    <a16:creationId xmlns:a16="http://schemas.microsoft.com/office/drawing/2014/main" id="{36202708-71AF-A3B2-CE09-064DBF19A87D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990" name="Google Shape;12533;p89">
                  <a:extLst>
                    <a:ext uri="{FF2B5EF4-FFF2-40B4-BE49-F238E27FC236}">
                      <a16:creationId xmlns:a16="http://schemas.microsoft.com/office/drawing/2014/main" id="{BB80D8B9-5322-8798-EDCE-84FD391D3C7F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1" name="Google Shape;12534;p89">
                  <a:extLst>
                    <a:ext uri="{FF2B5EF4-FFF2-40B4-BE49-F238E27FC236}">
                      <a16:creationId xmlns:a16="http://schemas.microsoft.com/office/drawing/2014/main" id="{C04E249A-478F-DF47-01B2-CE31CB8EB43F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1" name="Google Shape;12543;p89">
                <a:extLst>
                  <a:ext uri="{FF2B5EF4-FFF2-40B4-BE49-F238E27FC236}">
                    <a16:creationId xmlns:a16="http://schemas.microsoft.com/office/drawing/2014/main" id="{7909E575-4799-3F40-682C-01B96AF230A5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988" name="Google Shape;12544;p89">
                  <a:extLst>
                    <a:ext uri="{FF2B5EF4-FFF2-40B4-BE49-F238E27FC236}">
                      <a16:creationId xmlns:a16="http://schemas.microsoft.com/office/drawing/2014/main" id="{E4689601-FA05-9A75-62AE-059F64414DDA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9" name="Google Shape;12545;p89">
                  <a:extLst>
                    <a:ext uri="{FF2B5EF4-FFF2-40B4-BE49-F238E27FC236}">
                      <a16:creationId xmlns:a16="http://schemas.microsoft.com/office/drawing/2014/main" id="{BE449B4E-D4AE-CAEE-1812-CE7A9C9B30B9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72" name="Google Shape;12552;p89">
                <a:extLst>
                  <a:ext uri="{FF2B5EF4-FFF2-40B4-BE49-F238E27FC236}">
                    <a16:creationId xmlns:a16="http://schemas.microsoft.com/office/drawing/2014/main" id="{13886317-5D42-3B97-8676-54241CB954F7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73" name="Google Shape;12561;p89">
                <a:extLst>
                  <a:ext uri="{FF2B5EF4-FFF2-40B4-BE49-F238E27FC236}">
                    <a16:creationId xmlns:a16="http://schemas.microsoft.com/office/drawing/2014/main" id="{C00FDAAE-69D3-E24C-E469-6CD49F8C387C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7985" name="Google Shape;12562;p89">
                  <a:extLst>
                    <a:ext uri="{FF2B5EF4-FFF2-40B4-BE49-F238E27FC236}">
                      <a16:creationId xmlns:a16="http://schemas.microsoft.com/office/drawing/2014/main" id="{A5DD58D6-EABE-20F5-E8C5-D2838623B304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6" name="Google Shape;12563;p89">
                  <a:extLst>
                    <a:ext uri="{FF2B5EF4-FFF2-40B4-BE49-F238E27FC236}">
                      <a16:creationId xmlns:a16="http://schemas.microsoft.com/office/drawing/2014/main" id="{CEF76C97-E780-392A-60A8-F452C2A66250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2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7" name="Google Shape;12564;p89">
                  <a:extLst>
                    <a:ext uri="{FF2B5EF4-FFF2-40B4-BE49-F238E27FC236}">
                      <a16:creationId xmlns:a16="http://schemas.microsoft.com/office/drawing/2014/main" id="{8532E8DF-0A44-FE37-CC51-737ACDC46DF6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4" name="Google Shape;12567;p89">
                <a:extLst>
                  <a:ext uri="{FF2B5EF4-FFF2-40B4-BE49-F238E27FC236}">
                    <a16:creationId xmlns:a16="http://schemas.microsoft.com/office/drawing/2014/main" id="{FEBA73E1-421A-E645-DA44-228FBD0AF023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7978" name="Google Shape;12568;p89">
                  <a:extLst>
                    <a:ext uri="{FF2B5EF4-FFF2-40B4-BE49-F238E27FC236}">
                      <a16:creationId xmlns:a16="http://schemas.microsoft.com/office/drawing/2014/main" id="{89EE24A4-82FC-2BCF-0164-FDDB7844DFE3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9" name="Google Shape;12569;p89">
                  <a:extLst>
                    <a:ext uri="{FF2B5EF4-FFF2-40B4-BE49-F238E27FC236}">
                      <a16:creationId xmlns:a16="http://schemas.microsoft.com/office/drawing/2014/main" id="{98D8E98C-6B4F-09E9-B0E1-0C8A6E15025C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0" name="Google Shape;12570;p89">
                  <a:extLst>
                    <a:ext uri="{FF2B5EF4-FFF2-40B4-BE49-F238E27FC236}">
                      <a16:creationId xmlns:a16="http://schemas.microsoft.com/office/drawing/2014/main" id="{6D922561-6533-8C0B-5611-3A45BE171933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1" name="Google Shape;12571;p89">
                  <a:extLst>
                    <a:ext uri="{FF2B5EF4-FFF2-40B4-BE49-F238E27FC236}">
                      <a16:creationId xmlns:a16="http://schemas.microsoft.com/office/drawing/2014/main" id="{E07FDB09-4E0B-0648-7916-18E6884C6D9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2" name="Google Shape;12572;p89">
                  <a:extLst>
                    <a:ext uri="{FF2B5EF4-FFF2-40B4-BE49-F238E27FC236}">
                      <a16:creationId xmlns:a16="http://schemas.microsoft.com/office/drawing/2014/main" id="{DA0D56EE-8759-DB4C-49E4-E1B624EFB76C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3" name="Google Shape;12573;p89">
                  <a:extLst>
                    <a:ext uri="{FF2B5EF4-FFF2-40B4-BE49-F238E27FC236}">
                      <a16:creationId xmlns:a16="http://schemas.microsoft.com/office/drawing/2014/main" id="{FEE225A2-9D99-83C3-A3B2-FEDD51D5B889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4" name="Google Shape;12574;p89">
                  <a:extLst>
                    <a:ext uri="{FF2B5EF4-FFF2-40B4-BE49-F238E27FC236}">
                      <a16:creationId xmlns:a16="http://schemas.microsoft.com/office/drawing/2014/main" id="{1A241D4B-4C83-8348-5179-DC4AFB3DB8A2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5" name="Google Shape;12602;p89">
                <a:extLst>
                  <a:ext uri="{FF2B5EF4-FFF2-40B4-BE49-F238E27FC236}">
                    <a16:creationId xmlns:a16="http://schemas.microsoft.com/office/drawing/2014/main" id="{256AE27E-D89D-E2DF-0EF9-5C708167F5A2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7976" name="Google Shape;12603;p89">
                  <a:extLst>
                    <a:ext uri="{FF2B5EF4-FFF2-40B4-BE49-F238E27FC236}">
                      <a16:creationId xmlns:a16="http://schemas.microsoft.com/office/drawing/2014/main" id="{78082250-4658-47A0-1E4E-DE548BB3223E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7" name="Google Shape;12604;p89">
                  <a:extLst>
                    <a:ext uri="{FF2B5EF4-FFF2-40B4-BE49-F238E27FC236}">
                      <a16:creationId xmlns:a16="http://schemas.microsoft.com/office/drawing/2014/main" id="{776BBE0F-C223-19BB-39DD-9478263B0E64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965333-89C9-7913-C510-ED06EEBC28B9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17910" name="Google Shape;12423;p89">
                <a:extLst>
                  <a:ext uri="{FF2B5EF4-FFF2-40B4-BE49-F238E27FC236}">
                    <a16:creationId xmlns:a16="http://schemas.microsoft.com/office/drawing/2014/main" id="{235070D5-7167-FE33-1ED0-81DE0A6EA5DF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7960" name="Google Shape;12424;p89">
                  <a:extLst>
                    <a:ext uri="{FF2B5EF4-FFF2-40B4-BE49-F238E27FC236}">
                      <a16:creationId xmlns:a16="http://schemas.microsoft.com/office/drawing/2014/main" id="{D926DD64-0F13-4258-CBB9-925E0B544AB7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61" name="Google Shape;12425;p89">
                  <a:extLst>
                    <a:ext uri="{FF2B5EF4-FFF2-40B4-BE49-F238E27FC236}">
                      <a16:creationId xmlns:a16="http://schemas.microsoft.com/office/drawing/2014/main" id="{59DA1AC1-35B8-5B90-9D27-232D6E6C0F9A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1" name="Google Shape;12430;p89">
                <a:extLst>
                  <a:ext uri="{FF2B5EF4-FFF2-40B4-BE49-F238E27FC236}">
                    <a16:creationId xmlns:a16="http://schemas.microsoft.com/office/drawing/2014/main" id="{4943C284-2F6A-A0AE-E30C-F09A4079110D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12" name="Google Shape;12438;p89">
                <a:extLst>
                  <a:ext uri="{FF2B5EF4-FFF2-40B4-BE49-F238E27FC236}">
                    <a16:creationId xmlns:a16="http://schemas.microsoft.com/office/drawing/2014/main" id="{B2123A64-A04E-082B-E9EB-D788C84BC4A8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7955" name="Google Shape;12439;p89">
                  <a:extLst>
                    <a:ext uri="{FF2B5EF4-FFF2-40B4-BE49-F238E27FC236}">
                      <a16:creationId xmlns:a16="http://schemas.microsoft.com/office/drawing/2014/main" id="{DE7E6BAD-B2C5-EA9E-CDCF-F36245FF52DB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6" name="Google Shape;12440;p89">
                  <a:extLst>
                    <a:ext uri="{FF2B5EF4-FFF2-40B4-BE49-F238E27FC236}">
                      <a16:creationId xmlns:a16="http://schemas.microsoft.com/office/drawing/2014/main" id="{EB87A8EB-B2D1-02C0-328D-B73DF8C8686A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7" name="Google Shape;12441;p89">
                  <a:extLst>
                    <a:ext uri="{FF2B5EF4-FFF2-40B4-BE49-F238E27FC236}">
                      <a16:creationId xmlns:a16="http://schemas.microsoft.com/office/drawing/2014/main" id="{9D4BD96B-A1AF-0F63-AEC3-2D8E04F3826F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8" name="Google Shape;12442;p89">
                  <a:extLst>
                    <a:ext uri="{FF2B5EF4-FFF2-40B4-BE49-F238E27FC236}">
                      <a16:creationId xmlns:a16="http://schemas.microsoft.com/office/drawing/2014/main" id="{80944169-8515-6BEF-7FF7-74E0C2DB6FF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9" name="Google Shape;12443;p89">
                  <a:extLst>
                    <a:ext uri="{FF2B5EF4-FFF2-40B4-BE49-F238E27FC236}">
                      <a16:creationId xmlns:a16="http://schemas.microsoft.com/office/drawing/2014/main" id="{974F1ED1-2271-0CA1-17E0-19BA09B76310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3" name="Google Shape;12455;p89">
                <a:extLst>
                  <a:ext uri="{FF2B5EF4-FFF2-40B4-BE49-F238E27FC236}">
                    <a16:creationId xmlns:a16="http://schemas.microsoft.com/office/drawing/2014/main" id="{DA10476B-BAE2-59D0-A85D-C45105BACB6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14" name="Google Shape;12464;p89">
                <a:extLst>
                  <a:ext uri="{FF2B5EF4-FFF2-40B4-BE49-F238E27FC236}">
                    <a16:creationId xmlns:a16="http://schemas.microsoft.com/office/drawing/2014/main" id="{8F88F0EC-7613-AE49-DDFE-6DB0225E87C3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7953" name="Google Shape;12465;p89">
                  <a:extLst>
                    <a:ext uri="{FF2B5EF4-FFF2-40B4-BE49-F238E27FC236}">
                      <a16:creationId xmlns:a16="http://schemas.microsoft.com/office/drawing/2014/main" id="{F3E858C9-E5AE-FDFE-85A8-52936780A604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4" name="Google Shape;12466;p89">
                  <a:extLst>
                    <a:ext uri="{FF2B5EF4-FFF2-40B4-BE49-F238E27FC236}">
                      <a16:creationId xmlns:a16="http://schemas.microsoft.com/office/drawing/2014/main" id="{EBDB175D-931E-0B7D-33EE-EB41F064C38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5" name="Google Shape;12477;p89">
                <a:extLst>
                  <a:ext uri="{FF2B5EF4-FFF2-40B4-BE49-F238E27FC236}">
                    <a16:creationId xmlns:a16="http://schemas.microsoft.com/office/drawing/2014/main" id="{6AFF3CB8-423E-09B0-D949-E18BA5A99A54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7946" name="Google Shape;12478;p89">
                  <a:extLst>
                    <a:ext uri="{FF2B5EF4-FFF2-40B4-BE49-F238E27FC236}">
                      <a16:creationId xmlns:a16="http://schemas.microsoft.com/office/drawing/2014/main" id="{921B997F-BF35-FD71-95E0-CA667DD81679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7" name="Google Shape;12479;p89">
                  <a:extLst>
                    <a:ext uri="{FF2B5EF4-FFF2-40B4-BE49-F238E27FC236}">
                      <a16:creationId xmlns:a16="http://schemas.microsoft.com/office/drawing/2014/main" id="{DA31558F-C9C0-711C-12F6-89C3486DC946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8" name="Google Shape;12480;p89">
                  <a:extLst>
                    <a:ext uri="{FF2B5EF4-FFF2-40B4-BE49-F238E27FC236}">
                      <a16:creationId xmlns:a16="http://schemas.microsoft.com/office/drawing/2014/main" id="{865D2A7C-061E-B673-07A7-01B5BF587C07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9" name="Google Shape;12481;p89">
                  <a:extLst>
                    <a:ext uri="{FF2B5EF4-FFF2-40B4-BE49-F238E27FC236}">
                      <a16:creationId xmlns:a16="http://schemas.microsoft.com/office/drawing/2014/main" id="{A7F437E1-1D76-22E7-740D-9C0A1C53EC03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0" name="Google Shape;12482;p89">
                  <a:extLst>
                    <a:ext uri="{FF2B5EF4-FFF2-40B4-BE49-F238E27FC236}">
                      <a16:creationId xmlns:a16="http://schemas.microsoft.com/office/drawing/2014/main" id="{5D03F988-B22F-D11C-D816-7B43CA186117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1" name="Google Shape;12483;p89">
                  <a:extLst>
                    <a:ext uri="{FF2B5EF4-FFF2-40B4-BE49-F238E27FC236}">
                      <a16:creationId xmlns:a16="http://schemas.microsoft.com/office/drawing/2014/main" id="{55CCAF49-0EA5-E651-74F6-642DFE58B183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2" name="Google Shape;12484;p89">
                  <a:extLst>
                    <a:ext uri="{FF2B5EF4-FFF2-40B4-BE49-F238E27FC236}">
                      <a16:creationId xmlns:a16="http://schemas.microsoft.com/office/drawing/2014/main" id="{1953CE53-D970-ABFB-61AC-E11656D8EAD3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6" name="Google Shape;12511;p89">
                <a:extLst>
                  <a:ext uri="{FF2B5EF4-FFF2-40B4-BE49-F238E27FC236}">
                    <a16:creationId xmlns:a16="http://schemas.microsoft.com/office/drawing/2014/main" id="{C18DD444-575E-5890-ED73-B9D53083201D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7943" name="Google Shape;12512;p89">
                  <a:extLst>
                    <a:ext uri="{FF2B5EF4-FFF2-40B4-BE49-F238E27FC236}">
                      <a16:creationId xmlns:a16="http://schemas.microsoft.com/office/drawing/2014/main" id="{E296B638-B224-E3C2-3EFC-EABC6D2DE2C6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4" name="Google Shape;12513;p89">
                  <a:extLst>
                    <a:ext uri="{FF2B5EF4-FFF2-40B4-BE49-F238E27FC236}">
                      <a16:creationId xmlns:a16="http://schemas.microsoft.com/office/drawing/2014/main" id="{38BFB5F0-4FE6-C17E-1E45-D61408AC5B9F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5" name="Google Shape;12514;p89">
                  <a:extLst>
                    <a:ext uri="{FF2B5EF4-FFF2-40B4-BE49-F238E27FC236}">
                      <a16:creationId xmlns:a16="http://schemas.microsoft.com/office/drawing/2014/main" id="{F21535A2-49CB-A77D-AD20-062AE3B0FB0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7" name="Google Shape;12520;p89">
                <a:extLst>
                  <a:ext uri="{FF2B5EF4-FFF2-40B4-BE49-F238E27FC236}">
                    <a16:creationId xmlns:a16="http://schemas.microsoft.com/office/drawing/2014/main" id="{CBE1D596-53C2-62CB-5CE5-1C24CA6B0F0D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7936" name="Google Shape;12521;p89">
                  <a:extLst>
                    <a:ext uri="{FF2B5EF4-FFF2-40B4-BE49-F238E27FC236}">
                      <a16:creationId xmlns:a16="http://schemas.microsoft.com/office/drawing/2014/main" id="{31F545B9-DF46-87AC-FF1B-65E055502B2D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7" name="Google Shape;12522;p89">
                  <a:extLst>
                    <a:ext uri="{FF2B5EF4-FFF2-40B4-BE49-F238E27FC236}">
                      <a16:creationId xmlns:a16="http://schemas.microsoft.com/office/drawing/2014/main" id="{2A3506A7-D906-2548-13A5-D69DED6E19F9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8" name="Google Shape;12523;p89">
                  <a:extLst>
                    <a:ext uri="{FF2B5EF4-FFF2-40B4-BE49-F238E27FC236}">
                      <a16:creationId xmlns:a16="http://schemas.microsoft.com/office/drawing/2014/main" id="{D4289652-BC4E-6B63-6141-2A42468FC51D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9" name="Google Shape;12524;p89">
                  <a:extLst>
                    <a:ext uri="{FF2B5EF4-FFF2-40B4-BE49-F238E27FC236}">
                      <a16:creationId xmlns:a16="http://schemas.microsoft.com/office/drawing/2014/main" id="{4899E015-8B2A-A5C7-E822-449A4C40A70F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0" name="Google Shape;12525;p89">
                  <a:extLst>
                    <a:ext uri="{FF2B5EF4-FFF2-40B4-BE49-F238E27FC236}">
                      <a16:creationId xmlns:a16="http://schemas.microsoft.com/office/drawing/2014/main" id="{40A262F1-8F59-FEFA-1ECB-0148BF09822F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1" name="Google Shape;12526;p89">
                  <a:extLst>
                    <a:ext uri="{FF2B5EF4-FFF2-40B4-BE49-F238E27FC236}">
                      <a16:creationId xmlns:a16="http://schemas.microsoft.com/office/drawing/2014/main" id="{616FDFE0-8124-3813-8625-394D90B03D40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2" name="Google Shape;12527;p89">
                  <a:extLst>
                    <a:ext uri="{FF2B5EF4-FFF2-40B4-BE49-F238E27FC236}">
                      <a16:creationId xmlns:a16="http://schemas.microsoft.com/office/drawing/2014/main" id="{B2D90093-D4C2-436D-AEE2-E97DD3D2E44A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8" name="Google Shape;12535;p89">
                <a:extLst>
                  <a:ext uri="{FF2B5EF4-FFF2-40B4-BE49-F238E27FC236}">
                    <a16:creationId xmlns:a16="http://schemas.microsoft.com/office/drawing/2014/main" id="{24C4B461-37E4-32CA-43EA-2006F7AA39C6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7932" name="Google Shape;12536;p89">
                  <a:extLst>
                    <a:ext uri="{FF2B5EF4-FFF2-40B4-BE49-F238E27FC236}">
                      <a16:creationId xmlns:a16="http://schemas.microsoft.com/office/drawing/2014/main" id="{24372630-B038-9420-2836-DE731CAB85D9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3" name="Google Shape;12537;p89">
                  <a:extLst>
                    <a:ext uri="{FF2B5EF4-FFF2-40B4-BE49-F238E27FC236}">
                      <a16:creationId xmlns:a16="http://schemas.microsoft.com/office/drawing/2014/main" id="{01E43FCF-63C5-51F2-9B86-C07C9F9BC7FD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4" name="Google Shape;12538;p89">
                  <a:extLst>
                    <a:ext uri="{FF2B5EF4-FFF2-40B4-BE49-F238E27FC236}">
                      <a16:creationId xmlns:a16="http://schemas.microsoft.com/office/drawing/2014/main" id="{8A6D95F0-C143-3B8D-0916-FC908A6EB3E7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5" name="Google Shape;12539;p89">
                  <a:extLst>
                    <a:ext uri="{FF2B5EF4-FFF2-40B4-BE49-F238E27FC236}">
                      <a16:creationId xmlns:a16="http://schemas.microsoft.com/office/drawing/2014/main" id="{009E0E45-7417-52F0-696C-2491A44194F7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9" name="Google Shape;12546;p89">
                <a:extLst>
                  <a:ext uri="{FF2B5EF4-FFF2-40B4-BE49-F238E27FC236}">
                    <a16:creationId xmlns:a16="http://schemas.microsoft.com/office/drawing/2014/main" id="{9FC9ED1C-9C23-AA5D-345B-B162C8B5DF84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7930" name="Google Shape;12547;p89">
                  <a:extLst>
                    <a:ext uri="{FF2B5EF4-FFF2-40B4-BE49-F238E27FC236}">
                      <a16:creationId xmlns:a16="http://schemas.microsoft.com/office/drawing/2014/main" id="{CF4A9842-FA89-D11D-FB35-CD221623D43A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1" name="Google Shape;12548;p89">
                  <a:extLst>
                    <a:ext uri="{FF2B5EF4-FFF2-40B4-BE49-F238E27FC236}">
                      <a16:creationId xmlns:a16="http://schemas.microsoft.com/office/drawing/2014/main" id="{6EB5A4D6-B014-8D53-01AF-705A47F2E3AF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20" name="Google Shape;12553;p89">
                <a:extLst>
                  <a:ext uri="{FF2B5EF4-FFF2-40B4-BE49-F238E27FC236}">
                    <a16:creationId xmlns:a16="http://schemas.microsoft.com/office/drawing/2014/main" id="{4D890F3F-F373-DF0E-09C8-B09329338EDA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21" name="Google Shape;12565;p89">
                <a:extLst>
                  <a:ext uri="{FF2B5EF4-FFF2-40B4-BE49-F238E27FC236}">
                    <a16:creationId xmlns:a16="http://schemas.microsoft.com/office/drawing/2014/main" id="{B8441954-3CBD-BA88-144B-9BB99E064BFF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22" name="Google Shape;12575;p89">
                <a:extLst>
                  <a:ext uri="{FF2B5EF4-FFF2-40B4-BE49-F238E27FC236}">
                    <a16:creationId xmlns:a16="http://schemas.microsoft.com/office/drawing/2014/main" id="{AEAC7F7A-EBF5-D34C-103F-35436B5BFD98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7926" name="Google Shape;12576;p89">
                  <a:extLst>
                    <a:ext uri="{FF2B5EF4-FFF2-40B4-BE49-F238E27FC236}">
                      <a16:creationId xmlns:a16="http://schemas.microsoft.com/office/drawing/2014/main" id="{AAE4F2EB-9A22-0C38-F29B-01B3C31EB726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7" name="Google Shape;12577;p89">
                  <a:extLst>
                    <a:ext uri="{FF2B5EF4-FFF2-40B4-BE49-F238E27FC236}">
                      <a16:creationId xmlns:a16="http://schemas.microsoft.com/office/drawing/2014/main" id="{494E8645-E081-0788-19D6-822F7E1D64B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8" name="Google Shape;12578;p89">
                  <a:extLst>
                    <a:ext uri="{FF2B5EF4-FFF2-40B4-BE49-F238E27FC236}">
                      <a16:creationId xmlns:a16="http://schemas.microsoft.com/office/drawing/2014/main" id="{609F482E-69DE-AE29-6A6E-833D6C58DADA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9" name="Google Shape;12579;p89">
                  <a:extLst>
                    <a:ext uri="{FF2B5EF4-FFF2-40B4-BE49-F238E27FC236}">
                      <a16:creationId xmlns:a16="http://schemas.microsoft.com/office/drawing/2014/main" id="{EC43C7A9-C292-414E-8050-0E7AAF666C6D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23" name="Google Shape;12605;p89">
                <a:extLst>
                  <a:ext uri="{FF2B5EF4-FFF2-40B4-BE49-F238E27FC236}">
                    <a16:creationId xmlns:a16="http://schemas.microsoft.com/office/drawing/2014/main" id="{45581EF9-4E84-89A4-3B13-AAE6BBAC4ABE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7924" name="Google Shape;12606;p89">
                  <a:extLst>
                    <a:ext uri="{FF2B5EF4-FFF2-40B4-BE49-F238E27FC236}">
                      <a16:creationId xmlns:a16="http://schemas.microsoft.com/office/drawing/2014/main" id="{063F5ED9-20CA-52E2-BEBC-95B3AB105629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5" name="Google Shape;12607;p89">
                  <a:extLst>
                    <a:ext uri="{FF2B5EF4-FFF2-40B4-BE49-F238E27FC236}">
                      <a16:creationId xmlns:a16="http://schemas.microsoft.com/office/drawing/2014/main" id="{CC635ADE-EA37-BDCD-4710-9758FCC6D602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AEF48-5827-5631-440B-0278565EDFB4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17876" name="Google Shape;12608;p89">
                <a:extLst>
                  <a:ext uri="{FF2B5EF4-FFF2-40B4-BE49-F238E27FC236}">
                    <a16:creationId xmlns:a16="http://schemas.microsoft.com/office/drawing/2014/main" id="{5E829A20-4BE8-4DA8-EF61-41AE5ADBB6D6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17907" name="Google Shape;12609;p89">
                  <a:extLst>
                    <a:ext uri="{FF2B5EF4-FFF2-40B4-BE49-F238E27FC236}">
                      <a16:creationId xmlns:a16="http://schemas.microsoft.com/office/drawing/2014/main" id="{780885ED-E489-CA3E-EE82-0FAFAE082E66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8" name="Google Shape;12610;p89">
                  <a:extLst>
                    <a:ext uri="{FF2B5EF4-FFF2-40B4-BE49-F238E27FC236}">
                      <a16:creationId xmlns:a16="http://schemas.microsoft.com/office/drawing/2014/main" id="{B4A7FEC0-1EF8-AFD9-DE12-11C74DC4170F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9" name="Google Shape;12611;p89">
                  <a:extLst>
                    <a:ext uri="{FF2B5EF4-FFF2-40B4-BE49-F238E27FC236}">
                      <a16:creationId xmlns:a16="http://schemas.microsoft.com/office/drawing/2014/main" id="{CE887360-307F-FEE6-24CD-D8685D761850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7" name="Google Shape;12612;p89">
                <a:extLst>
                  <a:ext uri="{FF2B5EF4-FFF2-40B4-BE49-F238E27FC236}">
                    <a16:creationId xmlns:a16="http://schemas.microsoft.com/office/drawing/2014/main" id="{31FC8DB2-3665-A165-A32E-141430B2B25C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17905" name="Google Shape;12613;p89">
                  <a:extLst>
                    <a:ext uri="{FF2B5EF4-FFF2-40B4-BE49-F238E27FC236}">
                      <a16:creationId xmlns:a16="http://schemas.microsoft.com/office/drawing/2014/main" id="{38D1FB29-3EEA-FA2D-40C5-5023096A1BD0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6" name="Google Shape;12614;p89">
                  <a:extLst>
                    <a:ext uri="{FF2B5EF4-FFF2-40B4-BE49-F238E27FC236}">
                      <a16:creationId xmlns:a16="http://schemas.microsoft.com/office/drawing/2014/main" id="{B0DA1753-BD21-DD31-05FA-A48114F93B24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8" name="Google Shape;12615;p89">
                <a:extLst>
                  <a:ext uri="{FF2B5EF4-FFF2-40B4-BE49-F238E27FC236}">
                    <a16:creationId xmlns:a16="http://schemas.microsoft.com/office/drawing/2014/main" id="{D2920CB1-8CBE-3472-487C-E56B579A1845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17901" name="Google Shape;12616;p89">
                  <a:extLst>
                    <a:ext uri="{FF2B5EF4-FFF2-40B4-BE49-F238E27FC236}">
                      <a16:creationId xmlns:a16="http://schemas.microsoft.com/office/drawing/2014/main" id="{6A4D2E0A-E109-3CD6-368C-2F407FF059CC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2" name="Google Shape;12617;p89">
                  <a:extLst>
                    <a:ext uri="{FF2B5EF4-FFF2-40B4-BE49-F238E27FC236}">
                      <a16:creationId xmlns:a16="http://schemas.microsoft.com/office/drawing/2014/main" id="{298612D4-7839-24F5-F8AC-73C8CE1327D6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3" name="Google Shape;12618;p89">
                  <a:extLst>
                    <a:ext uri="{FF2B5EF4-FFF2-40B4-BE49-F238E27FC236}">
                      <a16:creationId xmlns:a16="http://schemas.microsoft.com/office/drawing/2014/main" id="{E5527D6C-7812-E399-23D9-74507ADDD0CB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4" name="Google Shape;12619;p89">
                  <a:extLst>
                    <a:ext uri="{FF2B5EF4-FFF2-40B4-BE49-F238E27FC236}">
                      <a16:creationId xmlns:a16="http://schemas.microsoft.com/office/drawing/2014/main" id="{A1232FB5-8FA1-6B57-3960-DB7CA8545A36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9" name="Google Shape;12620;p89">
                <a:extLst>
                  <a:ext uri="{FF2B5EF4-FFF2-40B4-BE49-F238E27FC236}">
                    <a16:creationId xmlns:a16="http://schemas.microsoft.com/office/drawing/2014/main" id="{E418116E-D09A-13ED-8772-000FE3CC00B5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17898" name="Google Shape;12621;p89">
                  <a:extLst>
                    <a:ext uri="{FF2B5EF4-FFF2-40B4-BE49-F238E27FC236}">
                      <a16:creationId xmlns:a16="http://schemas.microsoft.com/office/drawing/2014/main" id="{551D968D-C1F1-199F-9914-223FDDDA2A84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9" name="Google Shape;12622;p89">
                  <a:extLst>
                    <a:ext uri="{FF2B5EF4-FFF2-40B4-BE49-F238E27FC236}">
                      <a16:creationId xmlns:a16="http://schemas.microsoft.com/office/drawing/2014/main" id="{0E2133C6-4EC0-89B7-3326-D9A206776458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0" name="Google Shape;12623;p89">
                  <a:extLst>
                    <a:ext uri="{FF2B5EF4-FFF2-40B4-BE49-F238E27FC236}">
                      <a16:creationId xmlns:a16="http://schemas.microsoft.com/office/drawing/2014/main" id="{71D4B100-3A1E-A98D-DB2A-BFF7A689607C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0" name="Google Shape;12624;p89">
                <a:extLst>
                  <a:ext uri="{FF2B5EF4-FFF2-40B4-BE49-F238E27FC236}">
                    <a16:creationId xmlns:a16="http://schemas.microsoft.com/office/drawing/2014/main" id="{54FA834C-4297-DAE2-D641-02DF4B6DCCDE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17893" name="Google Shape;12625;p89">
                  <a:extLst>
                    <a:ext uri="{FF2B5EF4-FFF2-40B4-BE49-F238E27FC236}">
                      <a16:creationId xmlns:a16="http://schemas.microsoft.com/office/drawing/2014/main" id="{9A7EB355-9A95-FA94-3120-257CC2FD55B6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4" name="Google Shape;12626;p89">
                  <a:extLst>
                    <a:ext uri="{FF2B5EF4-FFF2-40B4-BE49-F238E27FC236}">
                      <a16:creationId xmlns:a16="http://schemas.microsoft.com/office/drawing/2014/main" id="{201B9AF8-6837-90D0-FADB-153C46A7EDA2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5" name="Google Shape;12627;p89">
                  <a:extLst>
                    <a:ext uri="{FF2B5EF4-FFF2-40B4-BE49-F238E27FC236}">
                      <a16:creationId xmlns:a16="http://schemas.microsoft.com/office/drawing/2014/main" id="{B5D5CFEE-C521-83E0-5217-C3D55553D160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6" name="Google Shape;12628;p89">
                  <a:extLst>
                    <a:ext uri="{FF2B5EF4-FFF2-40B4-BE49-F238E27FC236}">
                      <a16:creationId xmlns:a16="http://schemas.microsoft.com/office/drawing/2014/main" id="{28607794-0528-0700-67C2-AA3B1A0C4289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7" name="Google Shape;12629;p89">
                  <a:extLst>
                    <a:ext uri="{FF2B5EF4-FFF2-40B4-BE49-F238E27FC236}">
                      <a16:creationId xmlns:a16="http://schemas.microsoft.com/office/drawing/2014/main" id="{38857BA2-8FB1-5845-059C-F1D013A07F64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1" name="Google Shape;12633;p89">
                <a:extLst>
                  <a:ext uri="{FF2B5EF4-FFF2-40B4-BE49-F238E27FC236}">
                    <a16:creationId xmlns:a16="http://schemas.microsoft.com/office/drawing/2014/main" id="{E56297D4-0C23-E9FA-8043-404BBD4F2468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17891" name="Google Shape;12634;p89">
                  <a:extLst>
                    <a:ext uri="{FF2B5EF4-FFF2-40B4-BE49-F238E27FC236}">
                      <a16:creationId xmlns:a16="http://schemas.microsoft.com/office/drawing/2014/main" id="{90B2BA93-BA05-4F39-5AAB-49DC3788B82A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2" name="Google Shape;12635;p89">
                  <a:extLst>
                    <a:ext uri="{FF2B5EF4-FFF2-40B4-BE49-F238E27FC236}">
                      <a16:creationId xmlns:a16="http://schemas.microsoft.com/office/drawing/2014/main" id="{106A5BB6-E765-974A-1A93-CECEE7256D40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2" name="Google Shape;12636;p89">
                <a:extLst>
                  <a:ext uri="{FF2B5EF4-FFF2-40B4-BE49-F238E27FC236}">
                    <a16:creationId xmlns:a16="http://schemas.microsoft.com/office/drawing/2014/main" id="{5DDB6928-8141-4D4D-0F30-73748DC8D559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17889" name="Google Shape;12637;p89">
                  <a:extLst>
                    <a:ext uri="{FF2B5EF4-FFF2-40B4-BE49-F238E27FC236}">
                      <a16:creationId xmlns:a16="http://schemas.microsoft.com/office/drawing/2014/main" id="{E4D03CFD-3DBB-E450-677A-075D921F682F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0" name="Google Shape;12638;p89">
                  <a:extLst>
                    <a:ext uri="{FF2B5EF4-FFF2-40B4-BE49-F238E27FC236}">
                      <a16:creationId xmlns:a16="http://schemas.microsoft.com/office/drawing/2014/main" id="{A9B9E3BE-6A17-5112-84DA-09DF3FE7824D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3" name="Google Shape;12639;p89">
                <a:extLst>
                  <a:ext uri="{FF2B5EF4-FFF2-40B4-BE49-F238E27FC236}">
                    <a16:creationId xmlns:a16="http://schemas.microsoft.com/office/drawing/2014/main" id="{C08134E7-8436-2D26-45A3-13850CB8A1F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17887" name="Google Shape;12640;p89">
                  <a:extLst>
                    <a:ext uri="{FF2B5EF4-FFF2-40B4-BE49-F238E27FC236}">
                      <a16:creationId xmlns:a16="http://schemas.microsoft.com/office/drawing/2014/main" id="{A1BF9F49-1ADC-E0C8-55E4-E1916C89C107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8" name="Google Shape;12641;p89">
                  <a:extLst>
                    <a:ext uri="{FF2B5EF4-FFF2-40B4-BE49-F238E27FC236}">
                      <a16:creationId xmlns:a16="http://schemas.microsoft.com/office/drawing/2014/main" id="{F8D89D29-DB7A-8CCE-3378-43A5A4BDD3AB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4" name="Google Shape;12642;p89">
                <a:extLst>
                  <a:ext uri="{FF2B5EF4-FFF2-40B4-BE49-F238E27FC236}">
                    <a16:creationId xmlns:a16="http://schemas.microsoft.com/office/drawing/2014/main" id="{52515A0E-9C35-D2A6-005E-A5E923D8F10B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17885" name="Google Shape;12643;p89">
                  <a:extLst>
                    <a:ext uri="{FF2B5EF4-FFF2-40B4-BE49-F238E27FC236}">
                      <a16:creationId xmlns:a16="http://schemas.microsoft.com/office/drawing/2014/main" id="{210C4FB1-7CF4-EEDE-7929-1A616ABAE718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6" name="Google Shape;12644;p89">
                  <a:extLst>
                    <a:ext uri="{FF2B5EF4-FFF2-40B4-BE49-F238E27FC236}">
                      <a16:creationId xmlns:a16="http://schemas.microsoft.com/office/drawing/2014/main" id="{05F075FA-12D0-7D3D-6FA8-2B5CCE1B7A1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780929-FDFB-0A67-0837-47F527BD4F08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20" name="Google Shape;12453;p89">
                <a:extLst>
                  <a:ext uri="{FF2B5EF4-FFF2-40B4-BE49-F238E27FC236}">
                    <a16:creationId xmlns:a16="http://schemas.microsoft.com/office/drawing/2014/main" id="{D0566766-7E28-A03E-E0CC-D78CD21A574D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489;p89">
                <a:extLst>
                  <a:ext uri="{FF2B5EF4-FFF2-40B4-BE49-F238E27FC236}">
                    <a16:creationId xmlns:a16="http://schemas.microsoft.com/office/drawing/2014/main" id="{73D59A2D-DE5A-CF55-CFE4-E4CF5730F0AE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17868" name="Google Shape;12490;p89">
                  <a:extLst>
                    <a:ext uri="{FF2B5EF4-FFF2-40B4-BE49-F238E27FC236}">
                      <a16:creationId xmlns:a16="http://schemas.microsoft.com/office/drawing/2014/main" id="{0EF22C7C-390F-BD1F-0900-95AE22CA8B10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9" name="Google Shape;12491;p89">
                  <a:extLst>
                    <a:ext uri="{FF2B5EF4-FFF2-40B4-BE49-F238E27FC236}">
                      <a16:creationId xmlns:a16="http://schemas.microsoft.com/office/drawing/2014/main" id="{813788F0-7BD9-3777-5085-3F74C85986FA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0" name="Google Shape;12492;p89">
                  <a:extLst>
                    <a:ext uri="{FF2B5EF4-FFF2-40B4-BE49-F238E27FC236}">
                      <a16:creationId xmlns:a16="http://schemas.microsoft.com/office/drawing/2014/main" id="{62959E64-94D6-837B-71DC-793CCC6E7C39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1" name="Google Shape;12493;p89">
                  <a:extLst>
                    <a:ext uri="{FF2B5EF4-FFF2-40B4-BE49-F238E27FC236}">
                      <a16:creationId xmlns:a16="http://schemas.microsoft.com/office/drawing/2014/main" id="{C22CE84A-DBD4-1905-7A83-A3DE06944B08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2" name="Google Shape;12494;p89">
                  <a:extLst>
                    <a:ext uri="{FF2B5EF4-FFF2-40B4-BE49-F238E27FC236}">
                      <a16:creationId xmlns:a16="http://schemas.microsoft.com/office/drawing/2014/main" id="{8F5ED82A-5D0C-3CE8-EC94-F69E2517A765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3" name="Google Shape;12495;p89">
                  <a:extLst>
                    <a:ext uri="{FF2B5EF4-FFF2-40B4-BE49-F238E27FC236}">
                      <a16:creationId xmlns:a16="http://schemas.microsoft.com/office/drawing/2014/main" id="{E252755B-5E25-7C78-0BAD-9BF5D21A083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4" name="Google Shape;12496;p89">
                  <a:extLst>
                    <a:ext uri="{FF2B5EF4-FFF2-40B4-BE49-F238E27FC236}">
                      <a16:creationId xmlns:a16="http://schemas.microsoft.com/office/drawing/2014/main" id="{F0874F67-C836-C2B5-356B-0181A80F8009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5" name="Google Shape;12497;p89">
                  <a:extLst>
                    <a:ext uri="{FF2B5EF4-FFF2-40B4-BE49-F238E27FC236}">
                      <a16:creationId xmlns:a16="http://schemas.microsoft.com/office/drawing/2014/main" id="{85479C3B-3BC9-CAD4-B2F2-81FC049E106C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529;p89">
                <a:extLst>
                  <a:ext uri="{FF2B5EF4-FFF2-40B4-BE49-F238E27FC236}">
                    <a16:creationId xmlns:a16="http://schemas.microsoft.com/office/drawing/2014/main" id="{BB625AC3-63F9-F1A8-5C91-C340BC8F42F6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17866" name="Google Shape;12530;p89">
                  <a:extLst>
                    <a:ext uri="{FF2B5EF4-FFF2-40B4-BE49-F238E27FC236}">
                      <a16:creationId xmlns:a16="http://schemas.microsoft.com/office/drawing/2014/main" id="{84EFEBC0-896D-70C2-AEA6-222881BFA965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7" name="Google Shape;12531;p89">
                  <a:extLst>
                    <a:ext uri="{FF2B5EF4-FFF2-40B4-BE49-F238E27FC236}">
                      <a16:creationId xmlns:a16="http://schemas.microsoft.com/office/drawing/2014/main" id="{0FAF8CD6-442D-FEFF-392D-FC911F0DCCB8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12557;p89">
                <a:extLst>
                  <a:ext uri="{FF2B5EF4-FFF2-40B4-BE49-F238E27FC236}">
                    <a16:creationId xmlns:a16="http://schemas.microsoft.com/office/drawing/2014/main" id="{0A44BA94-9DBF-EBB4-33B6-EE9E309017F4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17863" name="Google Shape;12558;p89">
                  <a:extLst>
                    <a:ext uri="{FF2B5EF4-FFF2-40B4-BE49-F238E27FC236}">
                      <a16:creationId xmlns:a16="http://schemas.microsoft.com/office/drawing/2014/main" id="{626814F0-C6DB-833B-0F44-CF9701C15AEB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4" name="Google Shape;12559;p89">
                  <a:extLst>
                    <a:ext uri="{FF2B5EF4-FFF2-40B4-BE49-F238E27FC236}">
                      <a16:creationId xmlns:a16="http://schemas.microsoft.com/office/drawing/2014/main" id="{C05BE8DB-BB7D-FC63-4309-70F0768C97E6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5" name="Google Shape;12560;p89">
                  <a:extLst>
                    <a:ext uri="{FF2B5EF4-FFF2-40B4-BE49-F238E27FC236}">
                      <a16:creationId xmlns:a16="http://schemas.microsoft.com/office/drawing/2014/main" id="{FFFB346A-C125-F447-096B-2842074AF17E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12585;p89">
                <a:extLst>
                  <a:ext uri="{FF2B5EF4-FFF2-40B4-BE49-F238E27FC236}">
                    <a16:creationId xmlns:a16="http://schemas.microsoft.com/office/drawing/2014/main" id="{0B196436-1781-3733-C2BE-27BE749FD6FF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17859" name="Google Shape;12586;p89">
                  <a:extLst>
                    <a:ext uri="{FF2B5EF4-FFF2-40B4-BE49-F238E27FC236}">
                      <a16:creationId xmlns:a16="http://schemas.microsoft.com/office/drawing/2014/main" id="{6CB98A66-027D-01BE-818E-AC9CB1C1681C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0" name="Google Shape;12587;p89">
                  <a:extLst>
                    <a:ext uri="{FF2B5EF4-FFF2-40B4-BE49-F238E27FC236}">
                      <a16:creationId xmlns:a16="http://schemas.microsoft.com/office/drawing/2014/main" id="{7C511145-5491-4A3F-28E1-4E32DA7B9A6A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1" name="Google Shape;12588;p89">
                  <a:extLst>
                    <a:ext uri="{FF2B5EF4-FFF2-40B4-BE49-F238E27FC236}">
                      <a16:creationId xmlns:a16="http://schemas.microsoft.com/office/drawing/2014/main" id="{E60D1903-F926-E04B-E0CB-49CF5904CDDF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2" name="Google Shape;12589;p89">
                  <a:extLst>
                    <a:ext uri="{FF2B5EF4-FFF2-40B4-BE49-F238E27FC236}">
                      <a16:creationId xmlns:a16="http://schemas.microsoft.com/office/drawing/2014/main" id="{0E1EDA0A-2703-82BE-BEE8-BCAE3B4E11AE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Google Shape;12590;p89">
                <a:extLst>
                  <a:ext uri="{FF2B5EF4-FFF2-40B4-BE49-F238E27FC236}">
                    <a16:creationId xmlns:a16="http://schemas.microsoft.com/office/drawing/2014/main" id="{D97AF597-9228-0764-DEC1-50CD3B455652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5" name="Google Shape;12592;p89">
                <a:extLst>
                  <a:ext uri="{FF2B5EF4-FFF2-40B4-BE49-F238E27FC236}">
                    <a16:creationId xmlns:a16="http://schemas.microsoft.com/office/drawing/2014/main" id="{5AC96942-A32E-84B1-4D11-D379EAE5AD4E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6" name="Google Shape;12593;p89">
                <a:extLst>
                  <a:ext uri="{FF2B5EF4-FFF2-40B4-BE49-F238E27FC236}">
                    <a16:creationId xmlns:a16="http://schemas.microsoft.com/office/drawing/2014/main" id="{5D96D3BA-90B4-9E50-6C79-4C24D6AE79B0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7" name="Google Shape;12594;p89">
                <a:extLst>
                  <a:ext uri="{FF2B5EF4-FFF2-40B4-BE49-F238E27FC236}">
                    <a16:creationId xmlns:a16="http://schemas.microsoft.com/office/drawing/2014/main" id="{8CB9DED4-A1AA-0051-F8C5-E375113F7749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8" name="Google Shape;12595;p89">
                <a:extLst>
                  <a:ext uri="{FF2B5EF4-FFF2-40B4-BE49-F238E27FC236}">
                    <a16:creationId xmlns:a16="http://schemas.microsoft.com/office/drawing/2014/main" id="{9E4E290D-57BF-C9B9-F559-C5A8A9DD810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9" name="Google Shape;12596;p89">
                <a:extLst>
                  <a:ext uri="{FF2B5EF4-FFF2-40B4-BE49-F238E27FC236}">
                    <a16:creationId xmlns:a16="http://schemas.microsoft.com/office/drawing/2014/main" id="{B4837DE1-78DB-329B-CB38-49AC981F046A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40" name="Google Shape;12597;p89">
                <a:extLst>
                  <a:ext uri="{FF2B5EF4-FFF2-40B4-BE49-F238E27FC236}">
                    <a16:creationId xmlns:a16="http://schemas.microsoft.com/office/drawing/2014/main" id="{CAD405B5-BF96-18C5-BF37-21CCFF4AAA46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1" name="Google Shape;12598;p89">
                <a:extLst>
                  <a:ext uri="{FF2B5EF4-FFF2-40B4-BE49-F238E27FC236}">
                    <a16:creationId xmlns:a16="http://schemas.microsoft.com/office/drawing/2014/main" id="{7827E165-B35D-31ED-9C7D-08B468976187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17856" name="Google Shape;12599;p89">
                  <a:extLst>
                    <a:ext uri="{FF2B5EF4-FFF2-40B4-BE49-F238E27FC236}">
                      <a16:creationId xmlns:a16="http://schemas.microsoft.com/office/drawing/2014/main" id="{2DBC9F94-97F2-185C-3095-C894AE5135D6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7" name="Google Shape;12600;p89">
                  <a:extLst>
                    <a:ext uri="{FF2B5EF4-FFF2-40B4-BE49-F238E27FC236}">
                      <a16:creationId xmlns:a16="http://schemas.microsoft.com/office/drawing/2014/main" id="{0F7A8D91-3E0F-4B2A-9D4F-5839B91498FA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8" name="Google Shape;12601;p89">
                  <a:extLst>
                    <a:ext uri="{FF2B5EF4-FFF2-40B4-BE49-F238E27FC236}">
                      <a16:creationId xmlns:a16="http://schemas.microsoft.com/office/drawing/2014/main" id="{38C23DE3-5D3E-B893-D809-1530D8943ECF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2" name="Google Shape;12630;p89">
                <a:extLst>
                  <a:ext uri="{FF2B5EF4-FFF2-40B4-BE49-F238E27FC236}">
                    <a16:creationId xmlns:a16="http://schemas.microsoft.com/office/drawing/2014/main" id="{E6EE32B0-161F-35BF-8C24-64242AE330B7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17410" name="Google Shape;12631;p89">
                  <a:extLst>
                    <a:ext uri="{FF2B5EF4-FFF2-40B4-BE49-F238E27FC236}">
                      <a16:creationId xmlns:a16="http://schemas.microsoft.com/office/drawing/2014/main" id="{A0607795-C21B-A19B-F4BE-9AC5995C9B88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11" name="Google Shape;12632;p89">
                  <a:extLst>
                    <a:ext uri="{FF2B5EF4-FFF2-40B4-BE49-F238E27FC236}">
                      <a16:creationId xmlns:a16="http://schemas.microsoft.com/office/drawing/2014/main" id="{B851F998-7271-0225-B0BE-5791A4A65003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3" name="Google Shape;12645;p89">
                <a:extLst>
                  <a:ext uri="{FF2B5EF4-FFF2-40B4-BE49-F238E27FC236}">
                    <a16:creationId xmlns:a16="http://schemas.microsoft.com/office/drawing/2014/main" id="{720A99E7-AF17-3054-7456-8D2082664863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4" name="Google Shape;12646;p89">
                <a:extLst>
                  <a:ext uri="{FF2B5EF4-FFF2-40B4-BE49-F238E27FC236}">
                    <a16:creationId xmlns:a16="http://schemas.microsoft.com/office/drawing/2014/main" id="{47CB91EC-CD88-70FE-BD6B-D7BB660B0543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17854" name="Google Shape;12647;p89">
                  <a:extLst>
                    <a:ext uri="{FF2B5EF4-FFF2-40B4-BE49-F238E27FC236}">
                      <a16:creationId xmlns:a16="http://schemas.microsoft.com/office/drawing/2014/main" id="{EB698513-B026-4C5F-6C5F-15739A1AD9F0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5" name="Google Shape;12648;p89">
                  <a:extLst>
                    <a:ext uri="{FF2B5EF4-FFF2-40B4-BE49-F238E27FC236}">
                      <a16:creationId xmlns:a16="http://schemas.microsoft.com/office/drawing/2014/main" id="{F27F0778-749B-3C80-C836-4B6F07C745F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649;p89">
                  <a:extLst>
                    <a:ext uri="{FF2B5EF4-FFF2-40B4-BE49-F238E27FC236}">
                      <a16:creationId xmlns:a16="http://schemas.microsoft.com/office/drawing/2014/main" id="{BB553CA2-3836-D6BB-14DB-1C4E89D4E249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12650;p89">
                  <a:extLst>
                    <a:ext uri="{FF2B5EF4-FFF2-40B4-BE49-F238E27FC236}">
                      <a16:creationId xmlns:a16="http://schemas.microsoft.com/office/drawing/2014/main" id="{0383D499-8FAF-32C7-6303-831EC8978E20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5" name="Google Shape;12651;p89">
                <a:extLst>
                  <a:ext uri="{FF2B5EF4-FFF2-40B4-BE49-F238E27FC236}">
                    <a16:creationId xmlns:a16="http://schemas.microsoft.com/office/drawing/2014/main" id="{5E57822D-CAA9-2114-147D-61A7E6C7A253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17850" name="Google Shape;12652;p89">
                  <a:extLst>
                    <a:ext uri="{FF2B5EF4-FFF2-40B4-BE49-F238E27FC236}">
                      <a16:creationId xmlns:a16="http://schemas.microsoft.com/office/drawing/2014/main" id="{113F1335-5EBD-A18B-8BFC-B966EB2DCA9A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1" name="Google Shape;12653;p89">
                  <a:extLst>
                    <a:ext uri="{FF2B5EF4-FFF2-40B4-BE49-F238E27FC236}">
                      <a16:creationId xmlns:a16="http://schemas.microsoft.com/office/drawing/2014/main" id="{5E385E77-1FE7-E8C1-7198-3DFCC3A9C66A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3513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2" name="Google Shape;12654;p89">
                  <a:extLst>
                    <a:ext uri="{FF2B5EF4-FFF2-40B4-BE49-F238E27FC236}">
                      <a16:creationId xmlns:a16="http://schemas.microsoft.com/office/drawing/2014/main" id="{872CA83E-7FD2-77EC-D2F7-14F0BA720A19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3" name="Google Shape;12655;p89">
                  <a:extLst>
                    <a:ext uri="{FF2B5EF4-FFF2-40B4-BE49-F238E27FC236}">
                      <a16:creationId xmlns:a16="http://schemas.microsoft.com/office/drawing/2014/main" id="{97388C47-10A7-028A-28CB-3CF9D7E9B052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6" name="Google Shape;12656;p89">
                <a:extLst>
                  <a:ext uri="{FF2B5EF4-FFF2-40B4-BE49-F238E27FC236}">
                    <a16:creationId xmlns:a16="http://schemas.microsoft.com/office/drawing/2014/main" id="{AB0FF3D2-82DF-973D-A1C7-189D4B01D5B8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7" name="Google Shape;12657;p89">
                <a:extLst>
                  <a:ext uri="{FF2B5EF4-FFF2-40B4-BE49-F238E27FC236}">
                    <a16:creationId xmlns:a16="http://schemas.microsoft.com/office/drawing/2014/main" id="{0A794548-1959-8476-05B2-103AC24B2108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17848" name="Google Shape;12658;p89">
                  <a:extLst>
                    <a:ext uri="{FF2B5EF4-FFF2-40B4-BE49-F238E27FC236}">
                      <a16:creationId xmlns:a16="http://schemas.microsoft.com/office/drawing/2014/main" id="{4F5A5103-FECD-9595-4C3D-E946DD2775BD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49" name="Google Shape;12659;p89">
                  <a:extLst>
                    <a:ext uri="{FF2B5EF4-FFF2-40B4-BE49-F238E27FC236}">
                      <a16:creationId xmlns:a16="http://schemas.microsoft.com/office/drawing/2014/main" id="{A56614EA-A5ED-2F50-550D-E29E8BB5CD11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913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>
            <a:extLst>
              <a:ext uri="{FF2B5EF4-FFF2-40B4-BE49-F238E27FC236}">
                <a16:creationId xmlns:a16="http://schemas.microsoft.com/office/drawing/2014/main" id="{A8FBC570-A7C4-BC33-5617-76B6FF1A0350}"/>
              </a:ext>
            </a:extLst>
          </p:cNvPr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000000"/>
              </a:buClr>
              <a:buSzPts val="1100"/>
            </a:pP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  <a:ea typeface="Cambria" panose="02040503050406030204" pitchFamily="18" charset="0"/>
                <a:sym typeface="Arial"/>
              </a:rPr>
              <a:t>How To Edit Shapes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D4234C-A372-C4B9-0546-1D910B72B927}"/>
              </a:ext>
            </a:extLst>
          </p:cNvPr>
          <p:cNvGrpSpPr/>
          <p:nvPr/>
        </p:nvGrpSpPr>
        <p:grpSpPr>
          <a:xfrm>
            <a:off x="932957" y="1290638"/>
            <a:ext cx="10326086" cy="4905190"/>
            <a:chOff x="932957" y="1290638"/>
            <a:chExt cx="10326086" cy="4905190"/>
          </a:xfrm>
        </p:grpSpPr>
        <p:sp>
          <p:nvSpPr>
            <p:cNvPr id="3" name="Google Shape;2858;p60">
              <a:extLst>
                <a:ext uri="{FF2B5EF4-FFF2-40B4-BE49-F238E27FC236}">
                  <a16:creationId xmlns:a16="http://schemas.microsoft.com/office/drawing/2014/main" id="{A39CEAFD-6FEB-7199-BEA1-7663C0209E88}"/>
                </a:ext>
              </a:extLst>
            </p:cNvPr>
            <p:cNvSpPr txBox="1"/>
            <p:nvPr/>
          </p:nvSpPr>
          <p:spPr>
            <a:xfrm>
              <a:off x="932957" y="1290638"/>
              <a:ext cx="10325100" cy="800100"/>
            </a:xfrm>
            <a:prstGeom prst="rect">
              <a:avLst/>
            </a:prstGeom>
            <a:noFill/>
          </p:spPr>
          <p:txBody>
            <a:bodyPr spcFirstLastPara="1" vert="horz" wrap="square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52396" indent="0">
                <a:buFont typeface="Arial" panose="020B0604020202020204" pitchFamily="34" charset="0"/>
                <a:buNone/>
              </a:pPr>
              <a:r>
                <a:rPr 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Arial"/>
                  <a:cs typeface="Helvetica" panose="020B0604020202020204" pitchFamily="34" charset="0"/>
                  <a:sym typeface="Arial"/>
                </a:rPr>
                <a:t>You can add and edit some </a:t>
              </a:r>
              <a:r>
                <a:rPr lang="en-US" sz="1800" b="1">
                  <a:solidFill>
                    <a:schemeClr val="tx1">
                      <a:lumMod val="75000"/>
                      <a:lumOff val="25000"/>
                    </a:schemeClr>
                  </a:solidFill>
                  <a:uFill>
                    <a:noFill/>
                  </a:uFill>
                  <a:latin typeface="Lora" pitchFamily="2" charset="0"/>
                  <a:ea typeface="Arial"/>
                  <a:cs typeface="Helvetica" panose="020B0604020202020204" pitchFamily="34" charset="0"/>
                  <a:sym typeface="Arial"/>
                </a:rPr>
                <a:t>shapes</a:t>
              </a:r>
              <a:r>
                <a:rPr 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Arial"/>
                  <a:cs typeface="Helvetica" panose="020B0604020202020204" pitchFamily="34" charset="0"/>
                  <a:sym typeface="Arial"/>
                </a:rPr>
                <a:t> to your presentation to present your data in a visual way.</a:t>
              </a:r>
            </a:p>
          </p:txBody>
        </p:sp>
        <p:sp>
          <p:nvSpPr>
            <p:cNvPr id="4" name="Google Shape;2859;p60">
              <a:extLst>
                <a:ext uri="{FF2B5EF4-FFF2-40B4-BE49-F238E27FC236}">
                  <a16:creationId xmlns:a16="http://schemas.microsoft.com/office/drawing/2014/main" id="{80214AB7-A773-2C78-4FBC-E7CC1F7F6F6D}"/>
                </a:ext>
              </a:extLst>
            </p:cNvPr>
            <p:cNvSpPr txBox="1"/>
            <p:nvPr/>
          </p:nvSpPr>
          <p:spPr>
            <a:xfrm>
              <a:off x="932957" y="2286628"/>
              <a:ext cx="10326086" cy="39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Choose your favourite infographic and insert it in your presentation using Ctrl C + Ctrl V or Cmd C + Cmd V in Mac.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Select one of the parts and </a:t>
              </a: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ungroup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 it by right-clicking and choosing “Ungroup”. 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Change the color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 by clicking on the paint bucket. 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Then </a:t>
              </a: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resize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 the element by clicking and dragging one of the square-shaped points of its bounding box (the cursor should look like a double-headed arrow). Remember to hold Shift while dragging to keep the proportions.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Group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 the elements again by selecting them, right-clicking and choosing “Group”.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Repeat the steps above with the other parts and when you’re done editing, copy the end result and paste it into your presentation.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  <a:p>
              <a:pPr marL="497412" marR="0" lvl="0" indent="-285750" defTabSz="121917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Remember to choose the “</a:t>
              </a: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Keep source formatting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” option so that it keeps the design. For more info, please visit </a:t>
              </a: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>
                    <a:noFill/>
                  </a:uFill>
                  <a:latin typeface="Lora" pitchFamily="2" charset="0"/>
                  <a:cs typeface="Helvetica" panose="020B0604020202020204" pitchFamily="34" charset="0"/>
                  <a:sym typeface="Arial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 (Tips &amp; Tricks)</a:t>
              </a:r>
              <a:r>
                <a:rPr kumimoji="0" lang="en" sz="18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Helvetica" panose="020B0604020202020204" pitchFamily="34" charset="0"/>
                  <a:sym typeface="Arial"/>
                </a:rPr>
                <a:t>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Helvetica" panose="020B060402020202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14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>
            <a:extLst>
              <a:ext uri="{FF2B5EF4-FFF2-40B4-BE49-F238E27FC236}">
                <a16:creationId xmlns:a16="http://schemas.microsoft.com/office/drawing/2014/main" id="{A8FBC570-A7C4-BC33-5617-76B6FF1A0350}"/>
              </a:ext>
            </a:extLst>
          </p:cNvPr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Terms Of Use (Free Users)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942558-2E9D-0DC7-288B-8F539D279057}"/>
              </a:ext>
            </a:extLst>
          </p:cNvPr>
          <p:cNvGrpSpPr/>
          <p:nvPr/>
        </p:nvGrpSpPr>
        <p:grpSpPr>
          <a:xfrm>
            <a:off x="965834" y="1541595"/>
            <a:ext cx="9967461" cy="4524315"/>
            <a:chOff x="1524000" y="1838157"/>
            <a:chExt cx="9029700" cy="45243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02BDB2-35C6-50BB-196E-5564E0DDA336}"/>
                </a:ext>
              </a:extLst>
            </p:cNvPr>
            <p:cNvSpPr/>
            <p:nvPr/>
          </p:nvSpPr>
          <p:spPr>
            <a:xfrm>
              <a:off x="1524000" y="1838157"/>
              <a:ext cx="9029700" cy="452431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If you are a free subscriber, you should credit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by keeping the “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ThankYou”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b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</a:b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Kindly refer to the following slide for the Terms of Use for premium users.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You can:</a:t>
              </a:r>
              <a:endPara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Customize or edit this template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Use this template for both business and personal endeavors.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v"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Sell, rent, or second-license SlideEgg content or its altered version.</a:t>
              </a:r>
              <a:b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</a:b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Promulgate, unless explicitly permitted, SlideEgg content, by SlideEgg.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Incorporate SlideEgg content in any database or file online or offline.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Obtain SlideEgg content’s copyright.</a:t>
              </a:r>
            </a:p>
            <a:p>
              <a:pPr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  <a:p>
              <a:pPr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Kindly refer to our </a:t>
              </a:r>
              <a:r>
                <a:rPr kumimoji="0" lang="en-US" sz="18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page or </a:t>
              </a:r>
              <a:r>
                <a:rPr kumimoji="0" lang="en-US" sz="18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cs typeface="Segoe UI" panose="020B0502040204020203" pitchFamily="34" charset="0"/>
                </a:rPr>
                <a:t> for advanced slide modification guidelines.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78C161-7561-66EF-955F-9F7EA36DDAB8}"/>
                </a:ext>
              </a:extLst>
            </p:cNvPr>
            <p:cNvSpPr/>
            <p:nvPr/>
          </p:nvSpPr>
          <p:spPr>
            <a:xfrm>
              <a:off x="1524000" y="6027356"/>
              <a:ext cx="59" cy="30777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17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>
            <a:extLst>
              <a:ext uri="{FF2B5EF4-FFF2-40B4-BE49-F238E27FC236}">
                <a16:creationId xmlns:a16="http://schemas.microsoft.com/office/drawing/2014/main" id="{A8FBC570-A7C4-BC33-5617-76B6FF1A0350}"/>
              </a:ext>
            </a:extLst>
          </p:cNvPr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Terms Of Use (Premium Users)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2BDB2-35C6-50BB-196E-5564E0DDA336}"/>
              </a:ext>
            </a:extLst>
          </p:cNvPr>
          <p:cNvSpPr/>
          <p:nvPr/>
        </p:nvSpPr>
        <p:spPr>
          <a:xfrm>
            <a:off x="854399" y="1541595"/>
            <a:ext cx="10483203" cy="473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Being a premium subscriber, you have the privilege of using this PPT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without giving attribution to </a:t>
            </a:r>
            <a:r>
              <a:rPr kumimoji="0" lang="en-US" sz="1800" b="1" i="0" u="sng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or keeping the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“ThankYou”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You can: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Customize or edit this template.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Use this template for both business and personal endeavors.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Circulate or share the editable format of this template with anyone you want.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You can not: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Sell, rent or second-license SlideEgg content or the altered version of it.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Promulgate or include the templates in any other services database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that performs as distribution or resale platform, unless explicitly permitted, by SlideEgg.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Incorporate the elements used in SlideEgg’s templates separately.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Obtain SlideEgg’s copyright for the elements used in this template as a logo or trademark.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Kindly refer to our </a:t>
            </a: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page or </a:t>
            </a: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FAQ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cs typeface="Segoe UI" panose="020B0502040204020203" pitchFamily="34" charset="0"/>
              </a:rPr>
              <a:t> for advanced slide modification guidelines.</a:t>
            </a:r>
          </a:p>
        </p:txBody>
      </p:sp>
    </p:spTree>
    <p:extLst>
      <p:ext uri="{BB962C8B-B14F-4D97-AF65-F5344CB8AC3E}">
        <p14:creationId xmlns:p14="http://schemas.microsoft.com/office/powerpoint/2010/main" val="481936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FA1EA-BDF0-0BBC-06AC-BCBAE61C2964}"/>
              </a:ext>
            </a:extLst>
          </p:cNvPr>
          <p:cNvSpPr txBox="1"/>
          <p:nvPr/>
        </p:nvSpPr>
        <p:spPr>
          <a:xfrm>
            <a:off x="3053603" y="6075636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sng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6C6BD-F4B0-FF57-D1CC-69C3E8B0835D}"/>
              </a:ext>
            </a:extLst>
          </p:cNvPr>
          <p:cNvGrpSpPr/>
          <p:nvPr/>
        </p:nvGrpSpPr>
        <p:grpSpPr>
          <a:xfrm>
            <a:off x="1659925" y="1576395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022012-F0A4-EAD0-5433-F3D20941C3F8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9C85C9-F63B-E7AD-66C9-0248A7089251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5C3C7234-909E-D7A5-E600-6E4916658C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568D218A-52FD-1CD7-0245-AA6DCEFA6C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23E026E1-BA9A-5E81-4902-5C91A779D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5203BCB7-88E4-37C6-A0A4-8EBF6C4C0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0A229943-033E-CDA0-BDDA-4C18F9143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21404-BC86-0C37-62CB-41EB47CA8CA6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SlideEgg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4B43F0-6627-186C-D543-EF34235C1E9E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15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90">
      <a:dk1>
        <a:srgbClr val="000000"/>
      </a:dk1>
      <a:lt1>
        <a:srgbClr val="FFFFFF"/>
      </a:lt1>
      <a:dk2>
        <a:srgbClr val="747474"/>
      </a:dk2>
      <a:lt2>
        <a:srgbClr val="E9E9E9"/>
      </a:lt2>
      <a:accent1>
        <a:srgbClr val="FFC400"/>
      </a:accent1>
      <a:accent2>
        <a:srgbClr val="C00A19"/>
      </a:accent2>
      <a:accent3>
        <a:srgbClr val="F18502"/>
      </a:accent3>
      <a:accent4>
        <a:srgbClr val="26A69A"/>
      </a:accent4>
      <a:accent5>
        <a:srgbClr val="378AA6"/>
      </a:accent5>
      <a:accent6>
        <a:srgbClr val="425BAC"/>
      </a:accent6>
      <a:hlink>
        <a:srgbClr val="0097A7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782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LORA</vt:lpstr>
      <vt:lpstr>LORA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Deckzi Solutions</cp:lastModifiedBy>
  <cp:revision>17</cp:revision>
  <dcterms:created xsi:type="dcterms:W3CDTF">2023-07-19T04:49:05Z</dcterms:created>
  <dcterms:modified xsi:type="dcterms:W3CDTF">2023-07-25T10:43:52Z</dcterms:modified>
</cp:coreProperties>
</file>